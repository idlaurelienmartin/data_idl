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3.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heme/theme4.xml" ContentType="application/vnd.openxmlformats-officedocument.theme+xml"/>
  <Override PartName="/ppt/tags/tag62.xml" ContentType="application/vnd.openxmlformats-officedocument.presentationml.tags+xml"/>
  <Override PartName="/ppt/tags/tag6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6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65.xml" ContentType="application/vnd.openxmlformats-officedocument.presentationml.tags+xml"/>
  <Override PartName="/ppt/tags/tag66.xml" ContentType="application/vnd.openxmlformats-officedocument.presentationml.tags+xml"/>
  <Override PartName="/ppt/notesSlides/notesSlide3.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0"/>
    <p:sldMasterId id="2147483660" r:id="rId11"/>
    <p:sldMasterId id="2147483691" r:id="rId12"/>
  </p:sldMasterIdLst>
  <p:notesMasterIdLst>
    <p:notesMasterId r:id="rId45"/>
  </p:notesMasterIdLst>
  <p:sldIdLst>
    <p:sldId id="2147377841" r:id="rId13"/>
    <p:sldId id="2147379235" r:id="rId14"/>
    <p:sldId id="2147377378" r:id="rId15"/>
    <p:sldId id="2147377850" r:id="rId16"/>
    <p:sldId id="2147377849" r:id="rId17"/>
    <p:sldId id="2147379236" r:id="rId18"/>
    <p:sldId id="2147379237" r:id="rId19"/>
    <p:sldId id="2147378763" r:id="rId20"/>
    <p:sldId id="839" r:id="rId21"/>
    <p:sldId id="843" r:id="rId22"/>
    <p:sldId id="844" r:id="rId23"/>
    <p:sldId id="845" r:id="rId24"/>
    <p:sldId id="846" r:id="rId25"/>
    <p:sldId id="847" r:id="rId26"/>
    <p:sldId id="849" r:id="rId27"/>
    <p:sldId id="2147379007" r:id="rId28"/>
    <p:sldId id="2147378705" r:id="rId29"/>
    <p:sldId id="608" r:id="rId30"/>
    <p:sldId id="609" r:id="rId31"/>
    <p:sldId id="2147379160" r:id="rId32"/>
    <p:sldId id="610" r:id="rId33"/>
    <p:sldId id="611" r:id="rId34"/>
    <p:sldId id="2147379161" r:id="rId35"/>
    <p:sldId id="612" r:id="rId36"/>
    <p:sldId id="613" r:id="rId37"/>
    <p:sldId id="2147379162" r:id="rId38"/>
    <p:sldId id="614" r:id="rId39"/>
    <p:sldId id="615" r:id="rId40"/>
    <p:sldId id="2147379163" r:id="rId41"/>
    <p:sldId id="618" r:id="rId42"/>
    <p:sldId id="619" r:id="rId43"/>
    <p:sldId id="2147379164" r:id="rId44"/>
  </p:sldIdLst>
  <p:sldSz cx="18288000" cy="1028541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LOBAL" id="{5073523C-10B2-4A04-8959-997AAB284F91}">
          <p14:sldIdLst>
            <p14:sldId id="2147377841"/>
            <p14:sldId id="2147379235"/>
            <p14:sldId id="2147377378"/>
            <p14:sldId id="2147377850"/>
            <p14:sldId id="2147377849"/>
            <p14:sldId id="2147379236"/>
            <p14:sldId id="2147379237"/>
          </p14:sldIdLst>
        </p14:section>
        <p14:section name="METRO" id="{72225636-9656-4CBB-BDEC-B3E1451D2BBE}">
          <p14:sldIdLst>
            <p14:sldId id="2147378763"/>
            <p14:sldId id="839"/>
            <p14:sldId id="843"/>
            <p14:sldId id="844"/>
            <p14:sldId id="845"/>
            <p14:sldId id="846"/>
            <p14:sldId id="847"/>
            <p14:sldId id="849"/>
            <p14:sldId id="2147379007"/>
            <p14:sldId id="2147378705"/>
            <p14:sldId id="608"/>
            <p14:sldId id="609"/>
            <p14:sldId id="2147379160"/>
            <p14:sldId id="610"/>
            <p14:sldId id="611"/>
            <p14:sldId id="2147379161"/>
            <p14:sldId id="612"/>
            <p14:sldId id="613"/>
            <p14:sldId id="2147379162"/>
            <p14:sldId id="614"/>
            <p14:sldId id="615"/>
            <p14:sldId id="2147379163"/>
            <p14:sldId id="618"/>
            <p14:sldId id="619"/>
            <p14:sldId id="21473791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B803"/>
    <a:srgbClr val="1A3256"/>
    <a:srgbClr val="779DD6"/>
    <a:srgbClr val="59696D"/>
    <a:srgbClr val="99487F"/>
    <a:srgbClr val="AAD196"/>
    <a:srgbClr val="3372B2"/>
    <a:srgbClr val="F97E27"/>
    <a:srgbClr val="8D1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A8AEB1-162F-4C2B-8EEE-FFD9B0CE61F0}" v="1" dt="2025-11-17T09:04:44.04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092" autoAdjust="0"/>
    <p:restoredTop sz="94660"/>
  </p:normalViewPr>
  <p:slideViewPr>
    <p:cSldViewPr snapToGrid="0">
      <p:cViewPr varScale="1">
        <p:scale>
          <a:sx n="45" d="100"/>
          <a:sy n="45" d="100"/>
        </p:scale>
        <p:origin x="82" y="2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2.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notesMaster" Target="notesMasters/notesMaster1.xml"/><Relationship Id="rId5" Type="http://schemas.openxmlformats.org/officeDocument/2006/relationships/customXml" Target="../customXml/item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tableStyles" Target="tableStyles.xml"/><Relationship Id="rId10" Type="http://schemas.openxmlformats.org/officeDocument/2006/relationships/slideMaster" Target="slideMasters/slideMaster1.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slide" Target="slides/slide32.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theme" Target="theme/theme1.xml"/><Relationship Id="rId8" Type="http://schemas.openxmlformats.org/officeDocument/2006/relationships/customXml" Target="../customXml/item8.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Master" Target="slideMasters/slideMaster3.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presProps" Target="presProps.xml"/><Relationship Id="rId20" Type="http://schemas.openxmlformats.org/officeDocument/2006/relationships/slide" Target="slides/slide8.xml"/><Relationship Id="rId41" Type="http://schemas.openxmlformats.org/officeDocument/2006/relationships/slide" Target="slides/slide29.xml"/><Relationship Id="rId1" Type="http://schemas.openxmlformats.org/officeDocument/2006/relationships/customXml" Target="../customXml/item1.xml"/><Relationship Id="rId6" Type="http://schemas.openxmlformats.org/officeDocument/2006/relationships/customXml" Target="../customXml/item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LE Julien" userId="4fa5f468-061e-4f53-a674-f00dfda3b527" providerId="ADAL" clId="{7C9B64FB-A80E-471F-B2BC-30DEFD597F23}"/>
    <pc:docChg chg="delSld delSection modSection">
      <pc:chgData name="VALLE Julien" userId="4fa5f468-061e-4f53-a674-f00dfda3b527" providerId="ADAL" clId="{7C9B64FB-A80E-471F-B2BC-30DEFD597F23}" dt="2025-11-17T09:00:38.801" v="0" actId="18676"/>
      <pc:docMkLst>
        <pc:docMk/>
      </pc:docMkLst>
      <pc:sldChg chg="del">
        <pc:chgData name="VALLE Julien" userId="4fa5f468-061e-4f53-a674-f00dfda3b527" providerId="ADAL" clId="{7C9B64FB-A80E-471F-B2BC-30DEFD597F23}" dt="2025-11-17T09:00:38.801" v="0" actId="18676"/>
        <pc:sldMkLst>
          <pc:docMk/>
          <pc:sldMk cId="587451239" sldId="758"/>
        </pc:sldMkLst>
      </pc:sldChg>
      <pc:sldChg chg="del">
        <pc:chgData name="VALLE Julien" userId="4fa5f468-061e-4f53-a674-f00dfda3b527" providerId="ADAL" clId="{7C9B64FB-A80E-471F-B2BC-30DEFD597F23}" dt="2025-11-17T09:00:38.801" v="0" actId="18676"/>
        <pc:sldMkLst>
          <pc:docMk/>
          <pc:sldMk cId="4002988326" sldId="759"/>
        </pc:sldMkLst>
      </pc:sldChg>
      <pc:sldChg chg="del">
        <pc:chgData name="VALLE Julien" userId="4fa5f468-061e-4f53-a674-f00dfda3b527" providerId="ADAL" clId="{7C9B64FB-A80E-471F-B2BC-30DEFD597F23}" dt="2025-11-17T09:00:38.801" v="0" actId="18676"/>
        <pc:sldMkLst>
          <pc:docMk/>
          <pc:sldMk cId="2447887351" sldId="761"/>
        </pc:sldMkLst>
      </pc:sldChg>
      <pc:sldChg chg="del">
        <pc:chgData name="VALLE Julien" userId="4fa5f468-061e-4f53-a674-f00dfda3b527" providerId="ADAL" clId="{7C9B64FB-A80E-471F-B2BC-30DEFD597F23}" dt="2025-11-17T09:00:38.801" v="0" actId="18676"/>
        <pc:sldMkLst>
          <pc:docMk/>
          <pc:sldMk cId="627104496" sldId="1099"/>
        </pc:sldMkLst>
      </pc:sldChg>
      <pc:sldChg chg="del">
        <pc:chgData name="VALLE Julien" userId="4fa5f468-061e-4f53-a674-f00dfda3b527" providerId="ADAL" clId="{7C9B64FB-A80E-471F-B2BC-30DEFD597F23}" dt="2025-11-17T09:00:38.801" v="0" actId="18676"/>
        <pc:sldMkLst>
          <pc:docMk/>
          <pc:sldMk cId="591330799" sldId="1103"/>
        </pc:sldMkLst>
      </pc:sldChg>
      <pc:sldChg chg="del">
        <pc:chgData name="VALLE Julien" userId="4fa5f468-061e-4f53-a674-f00dfda3b527" providerId="ADAL" clId="{7C9B64FB-A80E-471F-B2BC-30DEFD597F23}" dt="2025-11-17T09:00:38.801" v="0" actId="18676"/>
        <pc:sldMkLst>
          <pc:docMk/>
          <pc:sldMk cId="126041437" sldId="1104"/>
        </pc:sldMkLst>
      </pc:sldChg>
      <pc:sldChg chg="del">
        <pc:chgData name="VALLE Julien" userId="4fa5f468-061e-4f53-a674-f00dfda3b527" providerId="ADAL" clId="{7C9B64FB-A80E-471F-B2BC-30DEFD597F23}" dt="2025-11-17T09:00:38.801" v="0" actId="18676"/>
        <pc:sldMkLst>
          <pc:docMk/>
          <pc:sldMk cId="4026701829" sldId="1105"/>
        </pc:sldMkLst>
      </pc:sldChg>
      <pc:sldChg chg="del">
        <pc:chgData name="VALLE Julien" userId="4fa5f468-061e-4f53-a674-f00dfda3b527" providerId="ADAL" clId="{7C9B64FB-A80E-471F-B2BC-30DEFD597F23}" dt="2025-11-17T09:00:38.801" v="0" actId="18676"/>
        <pc:sldMkLst>
          <pc:docMk/>
          <pc:sldMk cId="3041625882" sldId="1106"/>
        </pc:sldMkLst>
      </pc:sldChg>
      <pc:sldChg chg="del">
        <pc:chgData name="VALLE Julien" userId="4fa5f468-061e-4f53-a674-f00dfda3b527" providerId="ADAL" clId="{7C9B64FB-A80E-471F-B2BC-30DEFD597F23}" dt="2025-11-17T09:00:38.801" v="0" actId="18676"/>
        <pc:sldMkLst>
          <pc:docMk/>
          <pc:sldMk cId="3337000275" sldId="1107"/>
        </pc:sldMkLst>
      </pc:sldChg>
      <pc:sldChg chg="del">
        <pc:chgData name="VALLE Julien" userId="4fa5f468-061e-4f53-a674-f00dfda3b527" providerId="ADAL" clId="{7C9B64FB-A80E-471F-B2BC-30DEFD597F23}" dt="2025-11-17T09:00:38.801" v="0" actId="18676"/>
        <pc:sldMkLst>
          <pc:docMk/>
          <pc:sldMk cId="318678508" sldId="1109"/>
        </pc:sldMkLst>
      </pc:sldChg>
      <pc:sldChg chg="del">
        <pc:chgData name="VALLE Julien" userId="4fa5f468-061e-4f53-a674-f00dfda3b527" providerId="ADAL" clId="{7C9B64FB-A80E-471F-B2BC-30DEFD597F23}" dt="2025-11-17T09:00:38.801" v="0" actId="18676"/>
        <pc:sldMkLst>
          <pc:docMk/>
          <pc:sldMk cId="2696343034" sldId="2147378723"/>
        </pc:sldMkLst>
      </pc:sldChg>
      <pc:sldChg chg="del">
        <pc:chgData name="VALLE Julien" userId="4fa5f468-061e-4f53-a674-f00dfda3b527" providerId="ADAL" clId="{7C9B64FB-A80E-471F-B2BC-30DEFD597F23}" dt="2025-11-17T09:00:38.801" v="0" actId="18676"/>
        <pc:sldMkLst>
          <pc:docMk/>
          <pc:sldMk cId="3747332917" sldId="2147378781"/>
        </pc:sldMkLst>
      </pc:sldChg>
      <pc:sldChg chg="del">
        <pc:chgData name="VALLE Julien" userId="4fa5f468-061e-4f53-a674-f00dfda3b527" providerId="ADAL" clId="{7C9B64FB-A80E-471F-B2BC-30DEFD597F23}" dt="2025-11-17T09:00:38.801" v="0" actId="18676"/>
        <pc:sldMkLst>
          <pc:docMk/>
          <pc:sldMk cId="2026521783" sldId="2147378944"/>
        </pc:sldMkLst>
      </pc:sldChg>
      <pc:sldChg chg="del">
        <pc:chgData name="VALLE Julien" userId="4fa5f468-061e-4f53-a674-f00dfda3b527" providerId="ADAL" clId="{7C9B64FB-A80E-471F-B2BC-30DEFD597F23}" dt="2025-11-17T09:00:38.801" v="0" actId="18676"/>
        <pc:sldMkLst>
          <pc:docMk/>
          <pc:sldMk cId="3353784310" sldId="2147378945"/>
        </pc:sldMkLst>
      </pc:sldChg>
      <pc:sldChg chg="del">
        <pc:chgData name="VALLE Julien" userId="4fa5f468-061e-4f53-a674-f00dfda3b527" providerId="ADAL" clId="{7C9B64FB-A80E-471F-B2BC-30DEFD597F23}" dt="2025-11-17T09:00:38.801" v="0" actId="18676"/>
        <pc:sldMkLst>
          <pc:docMk/>
          <pc:sldMk cId="1012340627" sldId="2147378946"/>
        </pc:sldMkLst>
      </pc:sldChg>
      <pc:sldChg chg="del">
        <pc:chgData name="VALLE Julien" userId="4fa5f468-061e-4f53-a674-f00dfda3b527" providerId="ADAL" clId="{7C9B64FB-A80E-471F-B2BC-30DEFD597F23}" dt="2025-11-17T09:00:38.801" v="0" actId="18676"/>
        <pc:sldMkLst>
          <pc:docMk/>
          <pc:sldMk cId="2482606664" sldId="2147378947"/>
        </pc:sldMkLst>
      </pc:sldChg>
      <pc:sldChg chg="del">
        <pc:chgData name="VALLE Julien" userId="4fa5f468-061e-4f53-a674-f00dfda3b527" providerId="ADAL" clId="{7C9B64FB-A80E-471F-B2BC-30DEFD597F23}" dt="2025-11-17T09:00:38.801" v="0" actId="18676"/>
        <pc:sldMkLst>
          <pc:docMk/>
          <pc:sldMk cId="740808794" sldId="2147378948"/>
        </pc:sldMkLst>
      </pc:sldChg>
      <pc:sldChg chg="del">
        <pc:chgData name="VALLE Julien" userId="4fa5f468-061e-4f53-a674-f00dfda3b527" providerId="ADAL" clId="{7C9B64FB-A80E-471F-B2BC-30DEFD597F23}" dt="2025-11-17T09:00:38.801" v="0" actId="18676"/>
        <pc:sldMkLst>
          <pc:docMk/>
          <pc:sldMk cId="1193261416" sldId="2147379025"/>
        </pc:sldMkLst>
      </pc:sldChg>
      <pc:sldChg chg="del">
        <pc:chgData name="VALLE Julien" userId="4fa5f468-061e-4f53-a674-f00dfda3b527" providerId="ADAL" clId="{7C9B64FB-A80E-471F-B2BC-30DEFD597F23}" dt="2025-11-17T09:00:38.801" v="0" actId="18676"/>
        <pc:sldMkLst>
          <pc:docMk/>
          <pc:sldMk cId="2898504716" sldId="2147379226"/>
        </pc:sldMkLst>
      </pc:sldChg>
      <pc:sldChg chg="del">
        <pc:chgData name="VALLE Julien" userId="4fa5f468-061e-4f53-a674-f00dfda3b527" providerId="ADAL" clId="{7C9B64FB-A80E-471F-B2BC-30DEFD597F23}" dt="2025-11-17T09:00:38.801" v="0" actId="18676"/>
        <pc:sldMkLst>
          <pc:docMk/>
          <pc:sldMk cId="1461687236" sldId="2147379227"/>
        </pc:sldMkLst>
      </pc:sldChg>
      <pc:sldChg chg="del">
        <pc:chgData name="VALLE Julien" userId="4fa5f468-061e-4f53-a674-f00dfda3b527" providerId="ADAL" clId="{7C9B64FB-A80E-471F-B2BC-30DEFD597F23}" dt="2025-11-17T09:00:38.801" v="0" actId="18676"/>
        <pc:sldMkLst>
          <pc:docMk/>
          <pc:sldMk cId="2704281698" sldId="2147379228"/>
        </pc:sldMkLst>
      </pc:sldChg>
      <pc:sldChg chg="del">
        <pc:chgData name="VALLE Julien" userId="4fa5f468-061e-4f53-a674-f00dfda3b527" providerId="ADAL" clId="{7C9B64FB-A80E-471F-B2BC-30DEFD597F23}" dt="2025-11-17T09:00:38.801" v="0" actId="18676"/>
        <pc:sldMkLst>
          <pc:docMk/>
          <pc:sldMk cId="499858475" sldId="2147379229"/>
        </pc:sldMkLst>
      </pc:sldChg>
      <pc:sldChg chg="del">
        <pc:chgData name="VALLE Julien" userId="4fa5f468-061e-4f53-a674-f00dfda3b527" providerId="ADAL" clId="{7C9B64FB-A80E-471F-B2BC-30DEFD597F23}" dt="2025-11-17T09:00:38.801" v="0" actId="18676"/>
        <pc:sldMkLst>
          <pc:docMk/>
          <pc:sldMk cId="1456140514" sldId="2147379230"/>
        </pc:sldMkLst>
      </pc:sldChg>
      <pc:sldChg chg="del">
        <pc:chgData name="VALLE Julien" userId="4fa5f468-061e-4f53-a674-f00dfda3b527" providerId="ADAL" clId="{7C9B64FB-A80E-471F-B2BC-30DEFD597F23}" dt="2025-11-17T09:00:38.801" v="0" actId="18676"/>
        <pc:sldMkLst>
          <pc:docMk/>
          <pc:sldMk cId="2818081789" sldId="2147379231"/>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977397903802643"/>
          <c:y val="2.7310381779882147E-2"/>
          <c:w val="0.54876296045604978"/>
          <c:h val="0.95310303140253394"/>
        </c:manualLayout>
      </c:layout>
      <c:barChart>
        <c:barDir val="bar"/>
        <c:grouping val="clustered"/>
        <c:varyColors val="0"/>
        <c:ser>
          <c:idx val="0"/>
          <c:order val="0"/>
          <c:tx>
            <c:strRef>
              <c:f>Feuil1!$B$1</c:f>
              <c:strCache>
                <c:ptCount val="1"/>
                <c:pt idx="0">
                  <c:v>20242</c:v>
                </c:pt>
              </c:strCache>
            </c:strRef>
          </c:tx>
          <c:spPr>
            <a:solidFill>
              <a:srgbClr val="BFBFBF"/>
            </a:solidFill>
            <a:ln>
              <a:solidFill>
                <a:srgbClr val="BFBFBF"/>
              </a:solidFill>
            </a:ln>
            <a:effectLst/>
          </c:spPr>
          <c:invertIfNegative val="0"/>
          <c:dLbls>
            <c:delete val="1"/>
          </c:dLbls>
          <c:cat>
            <c:strRef>
              <c:f>Feuil1!$A$2:$A$31</c:f>
              <c:strCache>
                <c:ptCount val="29"/>
                <c:pt idx="0">
                  <c:v>DOLCE GUSTO</c:v>
                </c:pt>
                <c:pt idx="1">
                  <c:v>AUCHAN RETAIL INTERNATIONAL</c:v>
                </c:pt>
                <c:pt idx="2">
                  <c:v>LA REDOUTE</c:v>
                </c:pt>
                <c:pt idx="3">
                  <c:v>NESPRESSO</c:v>
                </c:pt>
                <c:pt idx="4">
                  <c:v>NESTLE PURINA</c:v>
                </c:pt>
                <c:pt idx="5">
                  <c:v>LA PLATEFORME DU BÂTIMENT</c:v>
                </c:pt>
                <c:pt idx="6">
                  <c:v>PUMA</c:v>
                </c:pt>
                <c:pt idx="7">
                  <c:v>PROCTER &amp; GAMBLE</c:v>
                </c:pt>
                <c:pt idx="8">
                  <c:v>MAPA</c:v>
                </c:pt>
                <c:pt idx="9">
                  <c:v>KINGFISHER FRANCE</c:v>
                </c:pt>
                <c:pt idx="10">
                  <c:v>PRODESCA</c:v>
                </c:pt>
                <c:pt idx="11">
                  <c:v>LF</c:v>
                </c:pt>
                <c:pt idx="12">
                  <c:v>SIGNIFY</c:v>
                </c:pt>
                <c:pt idx="13">
                  <c:v>BOSCH</c:v>
                </c:pt>
                <c:pt idx="14">
                  <c:v>PARFUMS CHRISTIAN DIOR</c:v>
                </c:pt>
                <c:pt idx="15">
                  <c:v>PPG</c:v>
                </c:pt>
                <c:pt idx="16">
                  <c:v>AMAZON</c:v>
                </c:pt>
                <c:pt idx="17">
                  <c:v>PURFLUX</c:v>
                </c:pt>
                <c:pt idx="18">
                  <c:v>LEROY MERLIN</c:v>
                </c:pt>
                <c:pt idx="19">
                  <c:v>YVES ROCHER</c:v>
                </c:pt>
                <c:pt idx="20">
                  <c:v>MAKE UP FOREVER</c:v>
                </c:pt>
                <c:pt idx="21">
                  <c:v>SCREWFIX</c:v>
                </c:pt>
                <c:pt idx="22">
                  <c:v>GIBERT</c:v>
                </c:pt>
                <c:pt idx="23">
                  <c:v>BOULANGER</c:v>
                </c:pt>
                <c:pt idx="24">
                  <c:v>WELDOM</c:v>
                </c:pt>
                <c:pt idx="25">
                  <c:v>CDISCOUNT</c:v>
                </c:pt>
                <c:pt idx="26">
                  <c:v>HEINEKEN</c:v>
                </c:pt>
                <c:pt idx="27">
                  <c:v>LVMH FB</c:v>
                </c:pt>
                <c:pt idx="28">
                  <c:v>GALERIES LAFAYETTE</c:v>
                </c:pt>
              </c:strCache>
            </c:strRef>
          </c:cat>
          <c:val>
            <c:numRef>
              <c:f>Feuil1!$B$2:$B$31</c:f>
              <c:numCache>
                <c:formatCode>_(* #,##0.00_);_(* \(#,##0.00\);_(* "-"??_);_(@_)</c:formatCode>
                <c:ptCount val="30"/>
                <c:pt idx="0">
                  <c:v>3.9380952380952383</c:v>
                </c:pt>
                <c:pt idx="1">
                  <c:v>3.9760869565217392</c:v>
                </c:pt>
                <c:pt idx="3">
                  <c:v>4.1330877757508198</c:v>
                </c:pt>
                <c:pt idx="4">
                  <c:v>4.1658730158730153</c:v>
                </c:pt>
                <c:pt idx="5">
                  <c:v>3.6856249999999999</c:v>
                </c:pt>
                <c:pt idx="6">
                  <c:v>3.9692307692307689</c:v>
                </c:pt>
                <c:pt idx="7">
                  <c:v>3.8383699633699631</c:v>
                </c:pt>
                <c:pt idx="8">
                  <c:v>3.652173913043478</c:v>
                </c:pt>
                <c:pt idx="9">
                  <c:v>3.8414875565610855</c:v>
                </c:pt>
                <c:pt idx="10">
                  <c:v>4.0611888111888117</c:v>
                </c:pt>
                <c:pt idx="12">
                  <c:v>4.1500000000000004</c:v>
                </c:pt>
                <c:pt idx="13">
                  <c:v>4.1299342105263159</c:v>
                </c:pt>
                <c:pt idx="15">
                  <c:v>4.4115612648221347</c:v>
                </c:pt>
                <c:pt idx="16">
                  <c:v>3.9897222222222219</c:v>
                </c:pt>
                <c:pt idx="17">
                  <c:v>4</c:v>
                </c:pt>
                <c:pt idx="18">
                  <c:v>3.979085252982312</c:v>
                </c:pt>
                <c:pt idx="19">
                  <c:v>4.0861223571749887</c:v>
                </c:pt>
                <c:pt idx="21">
                  <c:v>4.0999999999999996</c:v>
                </c:pt>
                <c:pt idx="23">
                  <c:v>4.3268633540372674</c:v>
                </c:pt>
                <c:pt idx="24">
                  <c:v>4.4807692307692308</c:v>
                </c:pt>
                <c:pt idx="25">
                  <c:v>4.0676923076923073</c:v>
                </c:pt>
                <c:pt idx="26">
                  <c:v>4.0139393939393946</c:v>
                </c:pt>
                <c:pt idx="27">
                  <c:v>4.6976960237829806</c:v>
                </c:pt>
                <c:pt idx="28">
                  <c:v>4.5179487179487179</c:v>
                </c:pt>
              </c:numCache>
            </c:numRef>
          </c:val>
          <c:extLst>
            <c:ext xmlns:c16="http://schemas.microsoft.com/office/drawing/2014/chart" uri="{C3380CC4-5D6E-409C-BE32-E72D297353CC}">
              <c16:uniqueId val="{00000000-63E6-4F85-90E3-0ABD59C2C798}"/>
            </c:ext>
          </c:extLst>
        </c:ser>
        <c:ser>
          <c:idx val="2"/>
          <c:order val="1"/>
          <c:tx>
            <c:strRef>
              <c:f>Feuil1!#REF!</c:f>
              <c:strCache>
                <c:ptCount val="1"/>
                <c:pt idx="0">
                  <c:v>#REF!</c:v>
                </c:pt>
              </c:strCache>
            </c:strRef>
          </c:tx>
          <c:spPr>
            <a:solidFill>
              <a:srgbClr val="2EC4C0"/>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Feuil1!$A$2:$A$31</c:f>
              <c:strCache>
                <c:ptCount val="29"/>
                <c:pt idx="0">
                  <c:v>DOLCE GUSTO</c:v>
                </c:pt>
                <c:pt idx="1">
                  <c:v>AUCHAN RETAIL INTERNATIONAL</c:v>
                </c:pt>
                <c:pt idx="2">
                  <c:v>LA REDOUTE</c:v>
                </c:pt>
                <c:pt idx="3">
                  <c:v>NESPRESSO</c:v>
                </c:pt>
                <c:pt idx="4">
                  <c:v>NESTLE PURINA</c:v>
                </c:pt>
                <c:pt idx="5">
                  <c:v>LA PLATEFORME DU BÂTIMENT</c:v>
                </c:pt>
                <c:pt idx="6">
                  <c:v>PUMA</c:v>
                </c:pt>
                <c:pt idx="7">
                  <c:v>PROCTER &amp; GAMBLE</c:v>
                </c:pt>
                <c:pt idx="8">
                  <c:v>MAPA</c:v>
                </c:pt>
                <c:pt idx="9">
                  <c:v>KINGFISHER FRANCE</c:v>
                </c:pt>
                <c:pt idx="10">
                  <c:v>PRODESCA</c:v>
                </c:pt>
                <c:pt idx="11">
                  <c:v>LF</c:v>
                </c:pt>
                <c:pt idx="12">
                  <c:v>SIGNIFY</c:v>
                </c:pt>
                <c:pt idx="13">
                  <c:v>BOSCH</c:v>
                </c:pt>
                <c:pt idx="14">
                  <c:v>PARFUMS CHRISTIAN DIOR</c:v>
                </c:pt>
                <c:pt idx="15">
                  <c:v>PPG</c:v>
                </c:pt>
                <c:pt idx="16">
                  <c:v>AMAZON</c:v>
                </c:pt>
                <c:pt idx="17">
                  <c:v>PURFLUX</c:v>
                </c:pt>
                <c:pt idx="18">
                  <c:v>LEROY MERLIN</c:v>
                </c:pt>
                <c:pt idx="19">
                  <c:v>YVES ROCHER</c:v>
                </c:pt>
                <c:pt idx="20">
                  <c:v>MAKE UP FOREVER</c:v>
                </c:pt>
                <c:pt idx="21">
                  <c:v>SCREWFIX</c:v>
                </c:pt>
                <c:pt idx="22">
                  <c:v>GIBERT</c:v>
                </c:pt>
                <c:pt idx="23">
                  <c:v>BOULANGER</c:v>
                </c:pt>
                <c:pt idx="24">
                  <c:v>WELDOM</c:v>
                </c:pt>
                <c:pt idx="25">
                  <c:v>CDISCOUNT</c:v>
                </c:pt>
                <c:pt idx="26">
                  <c:v>HEINEKEN</c:v>
                </c:pt>
                <c:pt idx="27">
                  <c:v>LVMH FB</c:v>
                </c:pt>
                <c:pt idx="28">
                  <c:v>GALERIES LAFAYETTE</c:v>
                </c:pt>
              </c:strCache>
            </c:strRef>
          </c:cat>
          <c:val>
            <c:numRef>
              <c:f>Feuil1!$C$2:$C$31</c:f>
              <c:numCache>
                <c:formatCode>_(* #,##0.00_);_(* \(#,##0.00\);_(* "-"??_);_(@_)</c:formatCode>
                <c:ptCount val="30"/>
                <c:pt idx="0">
                  <c:v>4</c:v>
                </c:pt>
                <c:pt idx="1">
                  <c:v>4.0104761904761901</c:v>
                </c:pt>
                <c:pt idx="2">
                  <c:v>4.020833333333333</c:v>
                </c:pt>
                <c:pt idx="3">
                  <c:v>4.0211673512918633</c:v>
                </c:pt>
                <c:pt idx="4">
                  <c:v>4.0263157894736841</c:v>
                </c:pt>
                <c:pt idx="5">
                  <c:v>4.0495652173913044</c:v>
                </c:pt>
                <c:pt idx="6">
                  <c:v>4.0565625000000001</c:v>
                </c:pt>
                <c:pt idx="7">
                  <c:v>4.0714285714285712</c:v>
                </c:pt>
                <c:pt idx="8">
                  <c:v>4.0906593406593412</c:v>
                </c:pt>
                <c:pt idx="9">
                  <c:v>4.1132776482776485</c:v>
                </c:pt>
                <c:pt idx="10">
                  <c:v>4.1136363636363633</c:v>
                </c:pt>
                <c:pt idx="11">
                  <c:v>4.125</c:v>
                </c:pt>
                <c:pt idx="12">
                  <c:v>4.1257692307692313</c:v>
                </c:pt>
                <c:pt idx="13">
                  <c:v>4.2045454545454541</c:v>
                </c:pt>
                <c:pt idx="14">
                  <c:v>4.2333333333333334</c:v>
                </c:pt>
                <c:pt idx="15">
                  <c:v>4.2448397013614398</c:v>
                </c:pt>
                <c:pt idx="16">
                  <c:v>4.244871794871794</c:v>
                </c:pt>
                <c:pt idx="17">
                  <c:v>4.25</c:v>
                </c:pt>
                <c:pt idx="18">
                  <c:v>4.2528096903096895</c:v>
                </c:pt>
                <c:pt idx="19">
                  <c:v>4.3</c:v>
                </c:pt>
                <c:pt idx="20">
                  <c:v>4.3122222222222222</c:v>
                </c:pt>
                <c:pt idx="21">
                  <c:v>4.32</c:v>
                </c:pt>
                <c:pt idx="22">
                  <c:v>4.4090909090909092</c:v>
                </c:pt>
                <c:pt idx="23">
                  <c:v>4.4543441938178781</c:v>
                </c:pt>
                <c:pt idx="24">
                  <c:v>4.4648829431438131</c:v>
                </c:pt>
                <c:pt idx="25">
                  <c:v>4.4749999999999996</c:v>
                </c:pt>
                <c:pt idx="26">
                  <c:v>4.5068478260869567</c:v>
                </c:pt>
                <c:pt idx="27">
                  <c:v>4.6225641025641027</c:v>
                </c:pt>
                <c:pt idx="28">
                  <c:v>4.6665441176470592</c:v>
                </c:pt>
              </c:numCache>
            </c:numRef>
          </c:val>
          <c:extLst>
            <c:ext xmlns:c16="http://schemas.microsoft.com/office/drawing/2014/chart" uri="{C3380CC4-5D6E-409C-BE32-E72D297353CC}">
              <c16:uniqueId val="{00000001-63E6-4F85-90E3-0ABD59C2C798}"/>
            </c:ext>
          </c:extLst>
        </c:ser>
        <c:dLbls>
          <c:dLblPos val="outEnd"/>
          <c:showLegendKey val="0"/>
          <c:showVal val="1"/>
          <c:showCatName val="0"/>
          <c:showSerName val="0"/>
          <c:showPercent val="0"/>
          <c:showBubbleSize val="0"/>
        </c:dLbls>
        <c:gapWidth val="182"/>
        <c:axId val="1924135424"/>
        <c:axId val="1933594976"/>
      </c:barChart>
      <c:catAx>
        <c:axId val="1924135424"/>
        <c:scaling>
          <c:orientation val="minMax"/>
        </c:scaling>
        <c:delete val="0"/>
        <c:axPos val="l"/>
        <c:numFmt formatCode="General" sourceLinked="1"/>
        <c:majorTickMark val="out"/>
        <c:minorTickMark val="none"/>
        <c:tickLblPos val="nextTo"/>
        <c:spPr>
          <a:noFill/>
          <a:ln w="6350" cap="flat" cmpd="sng" algn="ctr">
            <a:noFill/>
            <a:prstDash val="solid"/>
            <a:miter lim="800000"/>
          </a:ln>
          <a:effectLst/>
        </c:spPr>
        <c:txPr>
          <a:bodyPr rot="-60000000" spcFirstLastPara="1" vertOverflow="ellipsis" vert="horz" wrap="square" anchor="ctr" anchorCtr="1"/>
          <a:lstStyle/>
          <a:p>
            <a:pPr>
              <a:defRPr sz="900" b="0" i="0" u="none" strike="noStrike" kern="1200" baseline="0">
                <a:solidFill>
                  <a:srgbClr val="1A3256"/>
                </a:solidFill>
                <a:latin typeface="+mj-lt"/>
                <a:ea typeface="+mn-ea"/>
                <a:cs typeface="+mn-cs"/>
              </a:defRPr>
            </a:pPr>
            <a:endParaRPr lang="fr-FR"/>
          </a:p>
        </c:txPr>
        <c:crossAx val="1933594976"/>
        <c:crosses val="autoZero"/>
        <c:auto val="1"/>
        <c:lblAlgn val="ctr"/>
        <c:lblOffset val="100"/>
        <c:noMultiLvlLbl val="0"/>
      </c:catAx>
      <c:valAx>
        <c:axId val="1933594976"/>
        <c:scaling>
          <c:orientation val="minMax"/>
        </c:scaling>
        <c:delete val="1"/>
        <c:axPos val="b"/>
        <c:numFmt formatCode="_(* #,##0.00_);_(* \(#,##0.00\);_(* &quot;-&quot;??_);_(@_)" sourceLinked="1"/>
        <c:majorTickMark val="out"/>
        <c:minorTickMark val="none"/>
        <c:tickLblPos val="nextTo"/>
        <c:crossAx val="19241354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739333794762521"/>
          <c:y val="2.569750907939114E-2"/>
          <c:w val="0.54876296045604978"/>
          <c:h val="0.95310303140253394"/>
        </c:manualLayout>
      </c:layout>
      <c:barChart>
        <c:barDir val="bar"/>
        <c:grouping val="clustered"/>
        <c:varyColors val="0"/>
        <c:ser>
          <c:idx val="0"/>
          <c:order val="0"/>
          <c:tx>
            <c:strRef>
              <c:f>Feuil1!$B$1</c:f>
              <c:strCache>
                <c:ptCount val="1"/>
                <c:pt idx="0">
                  <c:v>20242</c:v>
                </c:pt>
              </c:strCache>
            </c:strRef>
          </c:tx>
          <c:spPr>
            <a:solidFill>
              <a:srgbClr val="BFBFBF"/>
            </a:solidFill>
            <a:ln>
              <a:solidFill>
                <a:srgbClr val="BFBFBF"/>
              </a:solidFill>
            </a:ln>
            <a:effectLst/>
          </c:spPr>
          <c:invertIfNegative val="0"/>
          <c:dLbls>
            <c:delete val="1"/>
          </c:dLbls>
          <c:cat>
            <c:strRef>
              <c:f>Feuil1!$A$2:$A$31</c:f>
              <c:strCache>
                <c:ptCount val="30"/>
                <c:pt idx="0">
                  <c:v>NAOS France</c:v>
                </c:pt>
                <c:pt idx="1">
                  <c:v>LIDL</c:v>
                </c:pt>
                <c:pt idx="2">
                  <c:v>MANO MANO</c:v>
                </c:pt>
                <c:pt idx="3">
                  <c:v>ABINBEV </c:v>
                </c:pt>
                <c:pt idx="4">
                  <c:v>U LOG</c:v>
                </c:pt>
                <c:pt idx="5">
                  <c:v>LPG</c:v>
                </c:pt>
                <c:pt idx="6">
                  <c:v>BOERHINGER</c:v>
                </c:pt>
                <c:pt idx="7">
                  <c:v>LECASUD</c:v>
                </c:pt>
                <c:pt idx="8">
                  <c:v>NAOS CAMPUS</c:v>
                </c:pt>
                <c:pt idx="9">
                  <c:v>BOUYGUES TELECOM</c:v>
                </c:pt>
                <c:pt idx="10">
                  <c:v>COURIR</c:v>
                </c:pt>
                <c:pt idx="11">
                  <c:v>PANZANI</c:v>
                </c:pt>
                <c:pt idx="12">
                  <c:v>STANLEY STELLA</c:v>
                </c:pt>
                <c:pt idx="13">
                  <c:v>CWF</c:v>
                </c:pt>
                <c:pt idx="14">
                  <c:v>METRO</c:v>
                </c:pt>
                <c:pt idx="15">
                  <c:v>L'OCCITANE</c:v>
                </c:pt>
                <c:pt idx="16">
                  <c:v>DSC</c:v>
                </c:pt>
                <c:pt idx="17">
                  <c:v>GUERLAIN</c:v>
                </c:pt>
                <c:pt idx="18">
                  <c:v>CARREFOUR</c:v>
                </c:pt>
                <c:pt idx="19">
                  <c:v>AUCHAN RETAIL FRANCE</c:v>
                </c:pt>
                <c:pt idx="20">
                  <c:v>KSGB</c:v>
                </c:pt>
                <c:pt idx="21">
                  <c:v>BRICOMAN</c:v>
                </c:pt>
                <c:pt idx="22">
                  <c:v>LAGARDERE TRAVEL RETAIL</c:v>
                </c:pt>
                <c:pt idx="23">
                  <c:v>900.CARE</c:v>
                </c:pt>
                <c:pt idx="24">
                  <c:v>LABORATOIRES DERMATOLOGIQUES URIAGE</c:v>
                </c:pt>
                <c:pt idx="25">
                  <c:v>DESCOURS &amp; CABAUD</c:v>
                </c:pt>
                <c:pt idx="26">
                  <c:v>ROQUETTE</c:v>
                </c:pt>
                <c:pt idx="27">
                  <c:v>NOVEAL</c:v>
                </c:pt>
                <c:pt idx="28">
                  <c:v>INTERMARCHE</c:v>
                </c:pt>
                <c:pt idx="29">
                  <c:v>PEPSICO</c:v>
                </c:pt>
              </c:strCache>
            </c:strRef>
          </c:cat>
          <c:val>
            <c:numRef>
              <c:f>Feuil1!$B$2:$B$31</c:f>
              <c:numCache>
                <c:formatCode>_(* #,##0.00_);_(* \(#,##0.00\);_(* "-"??_);_(@_)</c:formatCode>
                <c:ptCount val="30"/>
                <c:pt idx="1">
                  <c:v>2.7057264957264957</c:v>
                </c:pt>
                <c:pt idx="2">
                  <c:v>2.8037681159420291</c:v>
                </c:pt>
                <c:pt idx="3">
                  <c:v>3.9319230769230771</c:v>
                </c:pt>
                <c:pt idx="4">
                  <c:v>2.8344444444444448</c:v>
                </c:pt>
                <c:pt idx="5">
                  <c:v>3.6692307692307691</c:v>
                </c:pt>
                <c:pt idx="6">
                  <c:v>2.5769230769230771</c:v>
                </c:pt>
                <c:pt idx="7">
                  <c:v>3.9527243589743595</c:v>
                </c:pt>
                <c:pt idx="8">
                  <c:v>4.2553004061156239</c:v>
                </c:pt>
                <c:pt idx="9">
                  <c:v>3.2386363636363633</c:v>
                </c:pt>
                <c:pt idx="10">
                  <c:v>3.2894736842105261</c:v>
                </c:pt>
                <c:pt idx="11">
                  <c:v>3.38003663003663</c:v>
                </c:pt>
                <c:pt idx="12">
                  <c:v>4.1942791005291005</c:v>
                </c:pt>
                <c:pt idx="13">
                  <c:v>4.3</c:v>
                </c:pt>
                <c:pt idx="14">
                  <c:v>3.8305555555555557</c:v>
                </c:pt>
                <c:pt idx="15">
                  <c:v>2.5476190476190474</c:v>
                </c:pt>
                <c:pt idx="16">
                  <c:v>3.4468100739839871</c:v>
                </c:pt>
                <c:pt idx="17">
                  <c:v>3.2605113636363638</c:v>
                </c:pt>
                <c:pt idx="18">
                  <c:v>3.7429961443926376</c:v>
                </c:pt>
                <c:pt idx="19">
                  <c:v>3.7333697957267753</c:v>
                </c:pt>
                <c:pt idx="20">
                  <c:v>3.7115384615384617</c:v>
                </c:pt>
                <c:pt idx="21">
                  <c:v>4.0620204603580561</c:v>
                </c:pt>
                <c:pt idx="22">
                  <c:v>3.8695652173913042</c:v>
                </c:pt>
                <c:pt idx="23">
                  <c:v>0</c:v>
                </c:pt>
                <c:pt idx="24">
                  <c:v>4.1225961538461533</c:v>
                </c:pt>
                <c:pt idx="25">
                  <c:v>3.9242147435897436</c:v>
                </c:pt>
                <c:pt idx="26">
                  <c:v>3.7897694334650853</c:v>
                </c:pt>
                <c:pt idx="27">
                  <c:v>3.5268181818181819</c:v>
                </c:pt>
                <c:pt idx="28">
                  <c:v>3.7691853953499916</c:v>
                </c:pt>
                <c:pt idx="29">
                  <c:v>3.7539613719613718</c:v>
                </c:pt>
              </c:numCache>
            </c:numRef>
          </c:val>
          <c:extLst>
            <c:ext xmlns:c16="http://schemas.microsoft.com/office/drawing/2014/chart" uri="{C3380CC4-5D6E-409C-BE32-E72D297353CC}">
              <c16:uniqueId val="{00000000-A6B6-49C4-8D83-C0265D1149EB}"/>
            </c:ext>
          </c:extLst>
        </c:ser>
        <c:ser>
          <c:idx val="2"/>
          <c:order val="1"/>
          <c:tx>
            <c:strRef>
              <c:f>Feuil1!#REF!</c:f>
              <c:strCache>
                <c:ptCount val="1"/>
                <c:pt idx="0">
                  <c:v>#REF!</c:v>
                </c:pt>
              </c:strCache>
            </c:strRef>
          </c:tx>
          <c:spPr>
            <a:solidFill>
              <a:srgbClr val="2EC4C0"/>
            </a:solidFill>
            <a:ln>
              <a:solidFill>
                <a:srgbClr val="2EC4C0"/>
              </a:solidFill>
            </a:ln>
            <a:effectLst/>
          </c:spPr>
          <c:invertIfNegative val="0"/>
          <c:dPt>
            <c:idx val="0"/>
            <c:invertIfNegative val="0"/>
            <c:bubble3D val="0"/>
            <c:spPr>
              <a:solidFill>
                <a:srgbClr val="FF0000"/>
              </a:solidFill>
              <a:ln>
                <a:solidFill>
                  <a:srgbClr val="FF0000"/>
                </a:solidFill>
              </a:ln>
              <a:effectLst/>
            </c:spPr>
            <c:extLst>
              <c:ext xmlns:c16="http://schemas.microsoft.com/office/drawing/2014/chart" uri="{C3380CC4-5D6E-409C-BE32-E72D297353CC}">
                <c16:uniqueId val="{00000002-A6B6-49C4-8D83-C0265D1149EB}"/>
              </c:ext>
            </c:extLst>
          </c:dPt>
          <c:dPt>
            <c:idx val="1"/>
            <c:invertIfNegative val="0"/>
            <c:bubble3D val="0"/>
            <c:spPr>
              <a:solidFill>
                <a:srgbClr val="FF0000"/>
              </a:solidFill>
              <a:ln>
                <a:solidFill>
                  <a:srgbClr val="FF0000"/>
                </a:solidFill>
              </a:ln>
              <a:effectLst/>
            </c:spPr>
            <c:extLst>
              <c:ext xmlns:c16="http://schemas.microsoft.com/office/drawing/2014/chart" uri="{C3380CC4-5D6E-409C-BE32-E72D297353CC}">
                <c16:uniqueId val="{00000004-A6B6-49C4-8D83-C0265D1149EB}"/>
              </c:ext>
            </c:extLst>
          </c:dPt>
          <c:dPt>
            <c:idx val="2"/>
            <c:invertIfNegative val="0"/>
            <c:bubble3D val="0"/>
            <c:spPr>
              <a:solidFill>
                <a:srgbClr val="FF0000"/>
              </a:solidFill>
              <a:ln>
                <a:solidFill>
                  <a:srgbClr val="FF0000"/>
                </a:solidFill>
              </a:ln>
              <a:effectLst/>
            </c:spPr>
            <c:extLst>
              <c:ext xmlns:c16="http://schemas.microsoft.com/office/drawing/2014/chart" uri="{C3380CC4-5D6E-409C-BE32-E72D297353CC}">
                <c16:uniqueId val="{00000006-A6B6-49C4-8D83-C0265D1149EB}"/>
              </c:ext>
            </c:extLst>
          </c:dPt>
          <c:dPt>
            <c:idx val="3"/>
            <c:invertIfNegative val="0"/>
            <c:bubble3D val="0"/>
            <c:spPr>
              <a:solidFill>
                <a:srgbClr val="E99E09"/>
              </a:solidFill>
              <a:ln>
                <a:solidFill>
                  <a:srgbClr val="E99E09"/>
                </a:solidFill>
              </a:ln>
              <a:effectLst/>
            </c:spPr>
            <c:extLst>
              <c:ext xmlns:c16="http://schemas.microsoft.com/office/drawing/2014/chart" uri="{C3380CC4-5D6E-409C-BE32-E72D297353CC}">
                <c16:uniqueId val="{00000008-A6B6-49C4-8D83-C0265D1149EB}"/>
              </c:ext>
            </c:extLst>
          </c:dPt>
          <c:dPt>
            <c:idx val="4"/>
            <c:invertIfNegative val="0"/>
            <c:bubble3D val="0"/>
            <c:spPr>
              <a:solidFill>
                <a:srgbClr val="E99E09"/>
              </a:solidFill>
              <a:ln>
                <a:solidFill>
                  <a:srgbClr val="E99E09"/>
                </a:solidFill>
              </a:ln>
              <a:effectLst/>
            </c:spPr>
            <c:extLst>
              <c:ext xmlns:c16="http://schemas.microsoft.com/office/drawing/2014/chart" uri="{C3380CC4-5D6E-409C-BE32-E72D297353CC}">
                <c16:uniqueId val="{0000000A-A6B6-49C4-8D83-C0265D1149EB}"/>
              </c:ext>
            </c:extLst>
          </c:dPt>
          <c:dPt>
            <c:idx val="5"/>
            <c:invertIfNegative val="0"/>
            <c:bubble3D val="0"/>
            <c:spPr>
              <a:solidFill>
                <a:srgbClr val="E99E09"/>
              </a:solidFill>
              <a:ln>
                <a:solidFill>
                  <a:srgbClr val="E99E09"/>
                </a:solidFill>
              </a:ln>
              <a:effectLst/>
            </c:spPr>
            <c:extLst>
              <c:ext xmlns:c16="http://schemas.microsoft.com/office/drawing/2014/chart" uri="{C3380CC4-5D6E-409C-BE32-E72D297353CC}">
                <c16:uniqueId val="{0000000C-A6B6-49C4-8D83-C0265D1149EB}"/>
              </c:ext>
            </c:extLst>
          </c:dPt>
          <c:dPt>
            <c:idx val="6"/>
            <c:invertIfNegative val="0"/>
            <c:bubble3D val="0"/>
            <c:spPr>
              <a:solidFill>
                <a:srgbClr val="2EC4C0"/>
              </a:solidFill>
              <a:ln>
                <a:solidFill>
                  <a:srgbClr val="2EC4C0"/>
                </a:solidFill>
              </a:ln>
              <a:effectLst/>
            </c:spPr>
            <c:extLst>
              <c:ext xmlns:c16="http://schemas.microsoft.com/office/drawing/2014/chart" uri="{C3380CC4-5D6E-409C-BE32-E72D297353CC}">
                <c16:uniqueId val="{0000000D-40D5-4F75-B92F-0E27B84C7D94}"/>
              </c:ext>
            </c:extLst>
          </c:dPt>
          <c:dPt>
            <c:idx val="24"/>
            <c:invertIfNegative val="0"/>
            <c:bubble3D val="0"/>
            <c:spPr>
              <a:solidFill>
                <a:srgbClr val="2EC4C0"/>
              </a:solidFill>
              <a:ln>
                <a:solidFill>
                  <a:srgbClr val="2EC4C0"/>
                </a:solidFill>
              </a:ln>
              <a:effectLst/>
            </c:spPr>
            <c:extLst>
              <c:ext xmlns:c16="http://schemas.microsoft.com/office/drawing/2014/chart" uri="{C3380CC4-5D6E-409C-BE32-E72D297353CC}">
                <c16:uniqueId val="{0000000F-EE97-44B6-A0D8-B2C72E0EF66D}"/>
              </c:ext>
            </c:extLst>
          </c:dPt>
          <c:dPt>
            <c:idx val="25"/>
            <c:invertIfNegative val="0"/>
            <c:bubble3D val="0"/>
            <c:spPr>
              <a:solidFill>
                <a:srgbClr val="2EC4C0"/>
              </a:solidFill>
              <a:ln>
                <a:solidFill>
                  <a:srgbClr val="2EC4C0"/>
                </a:solidFill>
              </a:ln>
              <a:effectLst/>
            </c:spPr>
            <c:extLst>
              <c:ext xmlns:c16="http://schemas.microsoft.com/office/drawing/2014/chart" uri="{C3380CC4-5D6E-409C-BE32-E72D297353CC}">
                <c16:uniqueId val="{00000011-EE97-44B6-A0D8-B2C72E0EF66D}"/>
              </c:ext>
            </c:extLst>
          </c:dPt>
          <c:dPt>
            <c:idx val="26"/>
            <c:invertIfNegative val="0"/>
            <c:bubble3D val="0"/>
            <c:spPr>
              <a:solidFill>
                <a:srgbClr val="2EC4C0"/>
              </a:solidFill>
              <a:ln>
                <a:solidFill>
                  <a:srgbClr val="2EC4C0"/>
                </a:solidFill>
              </a:ln>
              <a:effectLst/>
            </c:spPr>
            <c:extLst>
              <c:ext xmlns:c16="http://schemas.microsoft.com/office/drawing/2014/chart" uri="{C3380CC4-5D6E-409C-BE32-E72D297353CC}">
                <c16:uniqueId val="{00000013-EE97-44B6-A0D8-B2C72E0EF66D}"/>
              </c:ext>
            </c:extLst>
          </c:dPt>
          <c:dPt>
            <c:idx val="27"/>
            <c:invertIfNegative val="0"/>
            <c:bubble3D val="0"/>
            <c:spPr>
              <a:solidFill>
                <a:srgbClr val="2EC4C0"/>
              </a:solidFill>
              <a:ln>
                <a:solidFill>
                  <a:srgbClr val="2EC4C0"/>
                </a:solidFill>
              </a:ln>
              <a:effectLst/>
            </c:spPr>
            <c:extLst>
              <c:ext xmlns:c16="http://schemas.microsoft.com/office/drawing/2014/chart" uri="{C3380CC4-5D6E-409C-BE32-E72D297353CC}">
                <c16:uniqueId val="{00000015-EE97-44B6-A0D8-B2C72E0EF66D}"/>
              </c:ext>
            </c:extLst>
          </c:dPt>
          <c:dPt>
            <c:idx val="28"/>
            <c:invertIfNegative val="0"/>
            <c:bubble3D val="0"/>
            <c:spPr>
              <a:solidFill>
                <a:srgbClr val="2EC4C0"/>
              </a:solidFill>
              <a:ln>
                <a:solidFill>
                  <a:srgbClr val="2EC4C0"/>
                </a:solidFill>
              </a:ln>
              <a:effectLst/>
            </c:spPr>
            <c:extLst>
              <c:ext xmlns:c16="http://schemas.microsoft.com/office/drawing/2014/chart" uri="{C3380CC4-5D6E-409C-BE32-E72D297353CC}">
                <c16:uniqueId val="{00000017-EE97-44B6-A0D8-B2C72E0EF66D}"/>
              </c:ext>
            </c:extLst>
          </c:dPt>
          <c:dPt>
            <c:idx val="29"/>
            <c:invertIfNegative val="0"/>
            <c:bubble3D val="0"/>
            <c:spPr>
              <a:solidFill>
                <a:srgbClr val="2EC4C0"/>
              </a:solidFill>
              <a:ln>
                <a:solidFill>
                  <a:srgbClr val="2EC4C0"/>
                </a:solidFill>
              </a:ln>
              <a:effectLst/>
            </c:spPr>
            <c:extLst>
              <c:ext xmlns:c16="http://schemas.microsoft.com/office/drawing/2014/chart" uri="{C3380CC4-5D6E-409C-BE32-E72D297353CC}">
                <c16:uniqueId val="{00000019-EE97-44B6-A0D8-B2C72E0EF66D}"/>
              </c:ext>
            </c:extLst>
          </c:dPt>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Feuil1!$A$2:$A$31</c:f>
              <c:strCache>
                <c:ptCount val="30"/>
                <c:pt idx="0">
                  <c:v>NAOS France</c:v>
                </c:pt>
                <c:pt idx="1">
                  <c:v>LIDL</c:v>
                </c:pt>
                <c:pt idx="2">
                  <c:v>MANO MANO</c:v>
                </c:pt>
                <c:pt idx="3">
                  <c:v>ABINBEV </c:v>
                </c:pt>
                <c:pt idx="4">
                  <c:v>U LOG</c:v>
                </c:pt>
                <c:pt idx="5">
                  <c:v>LPG</c:v>
                </c:pt>
                <c:pt idx="6">
                  <c:v>BOERHINGER</c:v>
                </c:pt>
                <c:pt idx="7">
                  <c:v>LECASUD</c:v>
                </c:pt>
                <c:pt idx="8">
                  <c:v>NAOS CAMPUS</c:v>
                </c:pt>
                <c:pt idx="9">
                  <c:v>BOUYGUES TELECOM</c:v>
                </c:pt>
                <c:pt idx="10">
                  <c:v>COURIR</c:v>
                </c:pt>
                <c:pt idx="11">
                  <c:v>PANZANI</c:v>
                </c:pt>
                <c:pt idx="12">
                  <c:v>STANLEY STELLA</c:v>
                </c:pt>
                <c:pt idx="13">
                  <c:v>CWF</c:v>
                </c:pt>
                <c:pt idx="14">
                  <c:v>METRO</c:v>
                </c:pt>
                <c:pt idx="15">
                  <c:v>L'OCCITANE</c:v>
                </c:pt>
                <c:pt idx="16">
                  <c:v>DSC</c:v>
                </c:pt>
                <c:pt idx="17">
                  <c:v>GUERLAIN</c:v>
                </c:pt>
                <c:pt idx="18">
                  <c:v>CARREFOUR</c:v>
                </c:pt>
                <c:pt idx="19">
                  <c:v>AUCHAN RETAIL FRANCE</c:v>
                </c:pt>
                <c:pt idx="20">
                  <c:v>KSGB</c:v>
                </c:pt>
                <c:pt idx="21">
                  <c:v>BRICOMAN</c:v>
                </c:pt>
                <c:pt idx="22">
                  <c:v>LAGARDERE TRAVEL RETAIL</c:v>
                </c:pt>
                <c:pt idx="23">
                  <c:v>900.CARE</c:v>
                </c:pt>
                <c:pt idx="24">
                  <c:v>LABORATOIRES DERMATOLOGIQUES URIAGE</c:v>
                </c:pt>
                <c:pt idx="25">
                  <c:v>DESCOURS &amp; CABAUD</c:v>
                </c:pt>
                <c:pt idx="26">
                  <c:v>ROQUETTE</c:v>
                </c:pt>
                <c:pt idx="27">
                  <c:v>NOVEAL</c:v>
                </c:pt>
                <c:pt idx="28">
                  <c:v>INTERMARCHE</c:v>
                </c:pt>
                <c:pt idx="29">
                  <c:v>PEPSICO</c:v>
                </c:pt>
              </c:strCache>
            </c:strRef>
          </c:cat>
          <c:val>
            <c:numRef>
              <c:f>Feuil1!$C$2:$C$31</c:f>
              <c:numCache>
                <c:formatCode>_(* #,##0.00_);_(* \(#,##0.00\);_(* "-"??_);_(@_)</c:formatCode>
                <c:ptCount val="30"/>
                <c:pt idx="0">
                  <c:v>2.0961538461538463</c:v>
                </c:pt>
                <c:pt idx="1">
                  <c:v>2.6137477718360071</c:v>
                </c:pt>
                <c:pt idx="2">
                  <c:v>2.6490384615384617</c:v>
                </c:pt>
                <c:pt idx="3">
                  <c:v>2.8409090909090908</c:v>
                </c:pt>
                <c:pt idx="4">
                  <c:v>2.9864988558352401</c:v>
                </c:pt>
                <c:pt idx="5">
                  <c:v>2.993154761904762</c:v>
                </c:pt>
                <c:pt idx="6">
                  <c:v>3</c:v>
                </c:pt>
                <c:pt idx="7">
                  <c:v>3.0192307692307692</c:v>
                </c:pt>
                <c:pt idx="8">
                  <c:v>3.1233986601633665</c:v>
                </c:pt>
                <c:pt idx="9">
                  <c:v>3.1265540015540019</c:v>
                </c:pt>
                <c:pt idx="10">
                  <c:v>3.1918498168498166</c:v>
                </c:pt>
                <c:pt idx="11">
                  <c:v>3.2019230769230771</c:v>
                </c:pt>
                <c:pt idx="12">
                  <c:v>3.2443754313319531</c:v>
                </c:pt>
                <c:pt idx="13">
                  <c:v>3.4117647058823528</c:v>
                </c:pt>
                <c:pt idx="14">
                  <c:v>3.5382138322036019</c:v>
                </c:pt>
                <c:pt idx="15">
                  <c:v>3.5625</c:v>
                </c:pt>
                <c:pt idx="16">
                  <c:v>3.6093237981824942</c:v>
                </c:pt>
                <c:pt idx="17">
                  <c:v>3.6215170278637769</c:v>
                </c:pt>
                <c:pt idx="18">
                  <c:v>3.7265242188152405</c:v>
                </c:pt>
                <c:pt idx="19">
                  <c:v>3.7392146048396047</c:v>
                </c:pt>
                <c:pt idx="20">
                  <c:v>3.76</c:v>
                </c:pt>
                <c:pt idx="21">
                  <c:v>3.7701086956521737</c:v>
                </c:pt>
                <c:pt idx="22">
                  <c:v>3.8141025641025643</c:v>
                </c:pt>
                <c:pt idx="23">
                  <c:v>3.8157894736842106</c:v>
                </c:pt>
                <c:pt idx="24">
                  <c:v>3.8291666666666671</c:v>
                </c:pt>
                <c:pt idx="25">
                  <c:v>3.8444567208154159</c:v>
                </c:pt>
                <c:pt idx="26">
                  <c:v>3.8712940203071784</c:v>
                </c:pt>
                <c:pt idx="27">
                  <c:v>3.8766025641025639</c:v>
                </c:pt>
                <c:pt idx="28">
                  <c:v>3.9294534412955464</c:v>
                </c:pt>
                <c:pt idx="29">
                  <c:v>3.930754028580115</c:v>
                </c:pt>
              </c:numCache>
            </c:numRef>
          </c:val>
          <c:extLst>
            <c:ext xmlns:c16="http://schemas.microsoft.com/office/drawing/2014/chart" uri="{C3380CC4-5D6E-409C-BE32-E72D297353CC}">
              <c16:uniqueId val="{0000000F-A6B6-49C4-8D83-C0265D1149EB}"/>
            </c:ext>
          </c:extLst>
        </c:ser>
        <c:dLbls>
          <c:dLblPos val="outEnd"/>
          <c:showLegendKey val="0"/>
          <c:showVal val="1"/>
          <c:showCatName val="0"/>
          <c:showSerName val="0"/>
          <c:showPercent val="0"/>
          <c:showBubbleSize val="0"/>
        </c:dLbls>
        <c:gapWidth val="182"/>
        <c:axId val="1924135424"/>
        <c:axId val="1933594976"/>
      </c:barChart>
      <c:catAx>
        <c:axId val="1924135424"/>
        <c:scaling>
          <c:orientation val="minMax"/>
        </c:scaling>
        <c:delete val="0"/>
        <c:axPos val="l"/>
        <c:numFmt formatCode="General" sourceLinked="1"/>
        <c:majorTickMark val="out"/>
        <c:minorTickMark val="none"/>
        <c:tickLblPos val="nextTo"/>
        <c:spPr>
          <a:noFill/>
          <a:ln w="6350" cap="flat" cmpd="sng" algn="ctr">
            <a:noFill/>
            <a:prstDash val="solid"/>
            <a:miter lim="800000"/>
          </a:ln>
          <a:effectLst/>
        </c:spPr>
        <c:txPr>
          <a:bodyPr rot="-60000000" spcFirstLastPara="1" vertOverflow="ellipsis" vert="horz" wrap="square" anchor="ctr" anchorCtr="1"/>
          <a:lstStyle/>
          <a:p>
            <a:pPr>
              <a:defRPr sz="900" b="0" i="0" u="none" strike="noStrike" kern="1200" baseline="0">
                <a:solidFill>
                  <a:srgbClr val="1A3256"/>
                </a:solidFill>
                <a:latin typeface="+mj-lt"/>
                <a:ea typeface="+mn-ea"/>
                <a:cs typeface="+mn-cs"/>
              </a:defRPr>
            </a:pPr>
            <a:endParaRPr lang="fr-FR"/>
          </a:p>
        </c:txPr>
        <c:crossAx val="1933594976"/>
        <c:crosses val="autoZero"/>
        <c:auto val="1"/>
        <c:lblAlgn val="ctr"/>
        <c:lblOffset val="100"/>
        <c:noMultiLvlLbl val="0"/>
      </c:catAx>
      <c:valAx>
        <c:axId val="1933594976"/>
        <c:scaling>
          <c:orientation val="minMax"/>
        </c:scaling>
        <c:delete val="1"/>
        <c:axPos val="b"/>
        <c:numFmt formatCode="_(* #,##0.00_);_(* \(#,##0.00\);_(* &quot;-&quot;??_);_(@_)" sourceLinked="1"/>
        <c:majorTickMark val="out"/>
        <c:minorTickMark val="none"/>
        <c:tickLblPos val="nextTo"/>
        <c:crossAx val="19241354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Feuil1!$B$1</c:f>
              <c:strCache>
                <c:ptCount val="1"/>
                <c:pt idx="0">
                  <c:v>Série 1</c:v>
                </c:pt>
              </c:strCache>
            </c:strRef>
          </c:tx>
          <c:spPr>
            <a:solidFill>
              <a:srgbClr val="00B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Feuil1!$A$2:$A$30</c:f>
              <c:strCache>
                <c:ptCount val="29"/>
                <c:pt idx="0">
                  <c:v>METRO</c:v>
                </c:pt>
                <c:pt idx="1">
                  <c:v>PARFUMS CHRISTIAN DIOR</c:v>
                </c:pt>
                <c:pt idx="2">
                  <c:v>LEROY MERLIN</c:v>
                </c:pt>
                <c:pt idx="3">
                  <c:v>DSC</c:v>
                </c:pt>
                <c:pt idx="4">
                  <c:v>LA PLATEFORME DU BÂTIMENT</c:v>
                </c:pt>
                <c:pt idx="5">
                  <c:v>PEPSICO</c:v>
                </c:pt>
                <c:pt idx="6">
                  <c:v>MAPA</c:v>
                </c:pt>
                <c:pt idx="7">
                  <c:v>INTERMARCHE</c:v>
                </c:pt>
                <c:pt idx="8">
                  <c:v>CARREFOUR</c:v>
                </c:pt>
                <c:pt idx="9">
                  <c:v>KINGFISHER FRANCE</c:v>
                </c:pt>
                <c:pt idx="10">
                  <c:v>SCREWFIX</c:v>
                </c:pt>
                <c:pt idx="11">
                  <c:v>BOULANGER</c:v>
                </c:pt>
                <c:pt idx="12">
                  <c:v>WELDOM</c:v>
                </c:pt>
                <c:pt idx="13">
                  <c:v>BRICOMAN</c:v>
                </c:pt>
                <c:pt idx="14">
                  <c:v>AUCHAN RETAIL INTERNATIONAL</c:v>
                </c:pt>
                <c:pt idx="15">
                  <c:v>BOERHINGER</c:v>
                </c:pt>
                <c:pt idx="16">
                  <c:v>PUMA</c:v>
                </c:pt>
                <c:pt idx="17">
                  <c:v>YVES ROCHER</c:v>
                </c:pt>
                <c:pt idx="18">
                  <c:v>LVMH FB</c:v>
                </c:pt>
                <c:pt idx="19">
                  <c:v>LAGARDERE TRAVEL RETAIL</c:v>
                </c:pt>
                <c:pt idx="20">
                  <c:v>SIGNIFY</c:v>
                </c:pt>
                <c:pt idx="21">
                  <c:v>PPG</c:v>
                </c:pt>
                <c:pt idx="22">
                  <c:v>GIBERT</c:v>
                </c:pt>
                <c:pt idx="23">
                  <c:v>GALERIES LAFAYETTE</c:v>
                </c:pt>
                <c:pt idx="24">
                  <c:v>HEINEKEN</c:v>
                </c:pt>
                <c:pt idx="25">
                  <c:v>PRODESCA</c:v>
                </c:pt>
                <c:pt idx="26">
                  <c:v>AMAZON </c:v>
                </c:pt>
                <c:pt idx="27">
                  <c:v>KSGB</c:v>
                </c:pt>
                <c:pt idx="28">
                  <c:v>PURFLUX</c:v>
                </c:pt>
              </c:strCache>
            </c:strRef>
          </c:cat>
          <c:val>
            <c:numRef>
              <c:f>Feuil1!$B$2:$B$30</c:f>
              <c:numCache>
                <c:formatCode>#,##0</c:formatCode>
                <c:ptCount val="29"/>
                <c:pt idx="0">
                  <c:v>40</c:v>
                </c:pt>
                <c:pt idx="1">
                  <c:v>50</c:v>
                </c:pt>
                <c:pt idx="2">
                  <c:v>50</c:v>
                </c:pt>
                <c:pt idx="3">
                  <c:v>50</c:v>
                </c:pt>
                <c:pt idx="4">
                  <c:v>50</c:v>
                </c:pt>
                <c:pt idx="5">
                  <c:v>50</c:v>
                </c:pt>
                <c:pt idx="6">
                  <c:v>50</c:v>
                </c:pt>
                <c:pt idx="7">
                  <c:v>60</c:v>
                </c:pt>
                <c:pt idx="8">
                  <c:v>71</c:v>
                </c:pt>
                <c:pt idx="9">
                  <c:v>83</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numCache>
            </c:numRef>
          </c:val>
          <c:extLst>
            <c:ext xmlns:c16="http://schemas.microsoft.com/office/drawing/2014/chart" uri="{C3380CC4-5D6E-409C-BE32-E72D297353CC}">
              <c16:uniqueId val="{00000000-83FC-4E20-8759-9D1AE8ACE8B1}"/>
            </c:ext>
          </c:extLst>
        </c:ser>
        <c:dLbls>
          <c:dLblPos val="outEnd"/>
          <c:showLegendKey val="0"/>
          <c:showVal val="1"/>
          <c:showCatName val="0"/>
          <c:showSerName val="0"/>
          <c:showPercent val="0"/>
          <c:showBubbleSize val="0"/>
        </c:dLbls>
        <c:gapWidth val="182"/>
        <c:axId val="671310224"/>
        <c:axId val="671305904"/>
      </c:barChart>
      <c:catAx>
        <c:axId val="6713102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accent2"/>
                </a:solidFill>
                <a:latin typeface="+mn-lt"/>
                <a:ea typeface="+mn-ea"/>
                <a:cs typeface="+mn-cs"/>
              </a:defRPr>
            </a:pPr>
            <a:endParaRPr lang="fr-FR"/>
          </a:p>
        </c:txPr>
        <c:crossAx val="671305904"/>
        <c:crosses val="autoZero"/>
        <c:auto val="1"/>
        <c:lblAlgn val="ctr"/>
        <c:lblOffset val="100"/>
        <c:noMultiLvlLbl val="0"/>
      </c:catAx>
      <c:valAx>
        <c:axId val="671305904"/>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713102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450041265895787E-2"/>
          <c:y val="0"/>
          <c:w val="0.91263468875059361"/>
          <c:h val="0.89616624263455347"/>
        </c:manualLayout>
      </c:layout>
      <c:barChart>
        <c:barDir val="bar"/>
        <c:grouping val="clustered"/>
        <c:varyColors val="0"/>
        <c:ser>
          <c:idx val="0"/>
          <c:order val="0"/>
          <c:tx>
            <c:strRef>
              <c:f>Feuil1!$B$1</c:f>
              <c:strCache>
                <c:ptCount val="1"/>
                <c:pt idx="0">
                  <c:v>Série 1</c:v>
                </c:pt>
              </c:strCache>
            </c:strRef>
          </c:tx>
          <c:spPr>
            <a:solidFill>
              <a:srgbClr val="C00000"/>
            </a:solidFill>
            <a:ln>
              <a:solidFill>
                <a:srgbClr val="C0000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11-48C9-4C06-AEE3-A25DA1D03027}"/>
              </c:ext>
            </c:extLst>
          </c:dPt>
          <c:dPt>
            <c:idx val="1"/>
            <c:invertIfNegative val="0"/>
            <c:bubble3D val="0"/>
            <c:spPr>
              <a:solidFill>
                <a:srgbClr val="C00000"/>
              </a:solidFill>
              <a:ln>
                <a:solidFill>
                  <a:srgbClr val="C00000"/>
                </a:solidFill>
              </a:ln>
              <a:effectLst/>
            </c:spPr>
            <c:extLst>
              <c:ext xmlns:c16="http://schemas.microsoft.com/office/drawing/2014/chart" uri="{C3380CC4-5D6E-409C-BE32-E72D297353CC}">
                <c16:uniqueId val="{00000010-48C9-4C06-AEE3-A25DA1D03027}"/>
              </c:ext>
            </c:extLst>
          </c:dPt>
          <c:dPt>
            <c:idx val="3"/>
            <c:invertIfNegative val="0"/>
            <c:bubble3D val="0"/>
            <c:spPr>
              <a:solidFill>
                <a:srgbClr val="C00000"/>
              </a:solidFill>
              <a:ln>
                <a:solidFill>
                  <a:srgbClr val="C00000"/>
                </a:solidFill>
              </a:ln>
              <a:effectLst/>
            </c:spPr>
            <c:extLst>
              <c:ext xmlns:c16="http://schemas.microsoft.com/office/drawing/2014/chart" uri="{C3380CC4-5D6E-409C-BE32-E72D297353CC}">
                <c16:uniqueId val="{0000000E-48C9-4C06-AEE3-A25DA1D03027}"/>
              </c:ext>
            </c:extLst>
          </c:dPt>
          <c:dPt>
            <c:idx val="4"/>
            <c:invertIfNegative val="0"/>
            <c:bubble3D val="0"/>
            <c:spPr>
              <a:solidFill>
                <a:srgbClr val="C00000"/>
              </a:solidFill>
              <a:ln>
                <a:solidFill>
                  <a:srgbClr val="C00000"/>
                </a:solidFill>
              </a:ln>
              <a:effectLst/>
            </c:spPr>
            <c:extLst>
              <c:ext xmlns:c16="http://schemas.microsoft.com/office/drawing/2014/chart" uri="{C3380CC4-5D6E-409C-BE32-E72D297353CC}">
                <c16:uniqueId val="{0000000D-48C9-4C06-AEE3-A25DA1D03027}"/>
              </c:ext>
            </c:extLst>
          </c:dPt>
          <c:dPt>
            <c:idx val="5"/>
            <c:invertIfNegative val="0"/>
            <c:bubble3D val="0"/>
            <c:spPr>
              <a:solidFill>
                <a:srgbClr val="C00000"/>
              </a:solidFill>
              <a:ln>
                <a:solidFill>
                  <a:srgbClr val="C00000"/>
                </a:solidFill>
              </a:ln>
              <a:effectLst/>
            </c:spPr>
            <c:extLst>
              <c:ext xmlns:c16="http://schemas.microsoft.com/office/drawing/2014/chart" uri="{C3380CC4-5D6E-409C-BE32-E72D297353CC}">
                <c16:uniqueId val="{0000000C-48C9-4C06-AEE3-A25DA1D03027}"/>
              </c:ext>
            </c:extLst>
          </c:dPt>
          <c:dPt>
            <c:idx val="6"/>
            <c:invertIfNegative val="0"/>
            <c:bubble3D val="0"/>
            <c:spPr>
              <a:solidFill>
                <a:srgbClr val="C00000"/>
              </a:solidFill>
              <a:ln>
                <a:solidFill>
                  <a:srgbClr val="C00000"/>
                </a:solidFill>
              </a:ln>
              <a:effectLst/>
            </c:spPr>
            <c:extLst>
              <c:ext xmlns:c16="http://schemas.microsoft.com/office/drawing/2014/chart" uri="{C3380CC4-5D6E-409C-BE32-E72D297353CC}">
                <c16:uniqueId val="{0000000B-48C9-4C06-AEE3-A25DA1D03027}"/>
              </c:ext>
            </c:extLst>
          </c:dPt>
          <c:dPt>
            <c:idx val="7"/>
            <c:invertIfNegative val="0"/>
            <c:bubble3D val="0"/>
            <c:spPr>
              <a:solidFill>
                <a:srgbClr val="C00000"/>
              </a:solidFill>
              <a:ln>
                <a:solidFill>
                  <a:srgbClr val="C00000"/>
                </a:solidFill>
              </a:ln>
              <a:effectLst/>
            </c:spPr>
            <c:extLst>
              <c:ext xmlns:c16="http://schemas.microsoft.com/office/drawing/2014/chart" uri="{C3380CC4-5D6E-409C-BE32-E72D297353CC}">
                <c16:uniqueId val="{00000009-48C9-4C06-AEE3-A25DA1D03027}"/>
              </c:ext>
            </c:extLst>
          </c:dPt>
          <c:dPt>
            <c:idx val="8"/>
            <c:invertIfNegative val="0"/>
            <c:bubble3D val="0"/>
            <c:spPr>
              <a:solidFill>
                <a:srgbClr val="C00000"/>
              </a:solidFill>
              <a:ln>
                <a:solidFill>
                  <a:srgbClr val="C00000"/>
                </a:solidFill>
              </a:ln>
              <a:effectLst/>
            </c:spPr>
            <c:extLst>
              <c:ext xmlns:c16="http://schemas.microsoft.com/office/drawing/2014/chart" uri="{C3380CC4-5D6E-409C-BE32-E72D297353CC}">
                <c16:uniqueId val="{0000000A-48C9-4C06-AEE3-A25DA1D03027}"/>
              </c:ext>
            </c:extLst>
          </c:dPt>
          <c:dPt>
            <c:idx val="9"/>
            <c:invertIfNegative val="0"/>
            <c:bubble3D val="0"/>
            <c:spPr>
              <a:solidFill>
                <a:srgbClr val="C00000"/>
              </a:solidFill>
              <a:ln>
                <a:solidFill>
                  <a:srgbClr val="C00000"/>
                </a:solidFill>
              </a:ln>
              <a:effectLst/>
            </c:spPr>
            <c:extLst>
              <c:ext xmlns:c16="http://schemas.microsoft.com/office/drawing/2014/chart" uri="{C3380CC4-5D6E-409C-BE32-E72D297353CC}">
                <c16:uniqueId val="{00000008-48C9-4C06-AEE3-A25DA1D03027}"/>
              </c:ext>
            </c:extLst>
          </c:dPt>
          <c:dPt>
            <c:idx val="10"/>
            <c:invertIfNegative val="0"/>
            <c:bubble3D val="0"/>
            <c:spPr>
              <a:solidFill>
                <a:srgbClr val="C00000"/>
              </a:solidFill>
              <a:ln>
                <a:solidFill>
                  <a:srgbClr val="C00000"/>
                </a:solidFill>
              </a:ln>
              <a:effectLst/>
            </c:spPr>
            <c:extLst>
              <c:ext xmlns:c16="http://schemas.microsoft.com/office/drawing/2014/chart" uri="{C3380CC4-5D6E-409C-BE32-E72D297353CC}">
                <c16:uniqueId val="{00000013-2540-4959-8C89-72688BF9A7BE}"/>
              </c:ext>
            </c:extLst>
          </c:dPt>
          <c:dPt>
            <c:idx val="23"/>
            <c:invertIfNegative val="0"/>
            <c:bubble3D val="0"/>
            <c:spPr>
              <a:solidFill>
                <a:srgbClr val="C00000"/>
              </a:solidFill>
              <a:ln>
                <a:solidFill>
                  <a:srgbClr val="C00000"/>
                </a:solidFill>
              </a:ln>
              <a:effectLst/>
            </c:spPr>
            <c:extLst>
              <c:ext xmlns:c16="http://schemas.microsoft.com/office/drawing/2014/chart" uri="{C3380CC4-5D6E-409C-BE32-E72D297353CC}">
                <c16:uniqueId val="{00000006-48C9-4C06-AEE3-A25DA1D03027}"/>
              </c:ext>
            </c:extLst>
          </c:dPt>
          <c:dPt>
            <c:idx val="24"/>
            <c:invertIfNegative val="0"/>
            <c:bubble3D val="0"/>
            <c:spPr>
              <a:solidFill>
                <a:srgbClr val="C00000"/>
              </a:solidFill>
              <a:ln>
                <a:solidFill>
                  <a:srgbClr val="C00000"/>
                </a:solidFill>
              </a:ln>
              <a:effectLst/>
            </c:spPr>
            <c:extLst>
              <c:ext xmlns:c16="http://schemas.microsoft.com/office/drawing/2014/chart" uri="{C3380CC4-5D6E-409C-BE32-E72D297353CC}">
                <c16:uniqueId val="{00000005-48C9-4C06-AEE3-A25DA1D03027}"/>
              </c:ext>
            </c:extLst>
          </c:dPt>
          <c:dPt>
            <c:idx val="25"/>
            <c:invertIfNegative val="0"/>
            <c:bubble3D val="0"/>
            <c:spPr>
              <a:solidFill>
                <a:srgbClr val="00B050"/>
              </a:solidFill>
              <a:ln>
                <a:solidFill>
                  <a:srgbClr val="00B050"/>
                </a:solidFill>
              </a:ln>
              <a:effectLst/>
            </c:spPr>
            <c:extLst>
              <c:ext xmlns:c16="http://schemas.microsoft.com/office/drawing/2014/chart" uri="{C3380CC4-5D6E-409C-BE32-E72D297353CC}">
                <c16:uniqueId val="{00000004-48C9-4C06-AEE3-A25DA1D03027}"/>
              </c:ext>
            </c:extLst>
          </c:dPt>
          <c:dPt>
            <c:idx val="26"/>
            <c:invertIfNegative val="0"/>
            <c:bubble3D val="0"/>
            <c:spPr>
              <a:solidFill>
                <a:srgbClr val="00B050"/>
              </a:solidFill>
              <a:ln>
                <a:solidFill>
                  <a:srgbClr val="00B050"/>
                </a:solidFill>
              </a:ln>
              <a:effectLst/>
            </c:spPr>
            <c:extLst>
              <c:ext xmlns:c16="http://schemas.microsoft.com/office/drawing/2014/chart" uri="{C3380CC4-5D6E-409C-BE32-E72D297353CC}">
                <c16:uniqueId val="{00000003-48C9-4C06-AEE3-A25DA1D03027}"/>
              </c:ext>
            </c:extLst>
          </c:dPt>
          <c:dPt>
            <c:idx val="27"/>
            <c:invertIfNegative val="0"/>
            <c:bubble3D val="0"/>
            <c:spPr>
              <a:solidFill>
                <a:srgbClr val="00B050"/>
              </a:solidFill>
              <a:ln>
                <a:solidFill>
                  <a:srgbClr val="00B050"/>
                </a:solidFill>
              </a:ln>
              <a:effectLst/>
            </c:spPr>
            <c:extLst>
              <c:ext xmlns:c16="http://schemas.microsoft.com/office/drawing/2014/chart" uri="{C3380CC4-5D6E-409C-BE32-E72D297353CC}">
                <c16:uniqueId val="{00000002-48C9-4C06-AEE3-A25DA1D03027}"/>
              </c:ext>
            </c:extLst>
          </c:dPt>
          <c:dPt>
            <c:idx val="28"/>
            <c:invertIfNegative val="0"/>
            <c:bubble3D val="0"/>
            <c:spPr>
              <a:solidFill>
                <a:srgbClr val="00B050"/>
              </a:solidFill>
              <a:ln>
                <a:solidFill>
                  <a:srgbClr val="00B050"/>
                </a:solidFill>
              </a:ln>
              <a:effectLst/>
            </c:spPr>
            <c:extLst>
              <c:ext xmlns:c16="http://schemas.microsoft.com/office/drawing/2014/chart" uri="{C3380CC4-5D6E-409C-BE32-E72D297353CC}">
                <c16:uniqueId val="{00000001-48C9-4C06-AEE3-A25DA1D03027}"/>
              </c:ext>
            </c:extLst>
          </c:dPt>
          <c:dPt>
            <c:idx val="29"/>
            <c:invertIfNegative val="0"/>
            <c:bubble3D val="0"/>
            <c:spPr>
              <a:solidFill>
                <a:srgbClr val="00B050"/>
              </a:solidFill>
              <a:ln>
                <a:solidFill>
                  <a:srgbClr val="00B050"/>
                </a:solidFill>
              </a:ln>
              <a:effectLst/>
            </c:spPr>
            <c:extLst>
              <c:ext xmlns:c16="http://schemas.microsoft.com/office/drawing/2014/chart" uri="{C3380CC4-5D6E-409C-BE32-E72D297353CC}">
                <c16:uniqueId val="{00000021-2540-4959-8C89-72688BF9A7BE}"/>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Feuil1!$A$2:$A$31</c:f>
              <c:strCache>
                <c:ptCount val="30"/>
                <c:pt idx="0">
                  <c:v>NAOS France</c:v>
                </c:pt>
                <c:pt idx="1">
                  <c:v>L'OCCITANE</c:v>
                </c:pt>
                <c:pt idx="2">
                  <c:v>ABINBEV </c:v>
                </c:pt>
                <c:pt idx="3">
                  <c:v>LABORATOIRES DERMATOLOGIQUES URIAGE</c:v>
                </c:pt>
                <c:pt idx="4">
                  <c:v>NAOS Campus</c:v>
                </c:pt>
                <c:pt idx="5">
                  <c:v>LPG</c:v>
                </c:pt>
                <c:pt idx="6">
                  <c:v>LIDL</c:v>
                </c:pt>
                <c:pt idx="7">
                  <c:v>CWF</c:v>
                </c:pt>
                <c:pt idx="8">
                  <c:v>PANZANI</c:v>
                </c:pt>
                <c:pt idx="9">
                  <c:v>LF</c:v>
                </c:pt>
                <c:pt idx="10">
                  <c:v>DOLCE GUSTO</c:v>
                </c:pt>
                <c:pt idx="11">
                  <c:v>COURIR</c:v>
                </c:pt>
                <c:pt idx="12">
                  <c:v>MANO MANO</c:v>
                </c:pt>
                <c:pt idx="13">
                  <c:v>U LOG</c:v>
                </c:pt>
                <c:pt idx="14">
                  <c:v>Make Up Forever</c:v>
                </c:pt>
                <c:pt idx="15">
                  <c:v>NOVEAL</c:v>
                </c:pt>
                <c:pt idx="16">
                  <c:v>CDISCOUNT</c:v>
                </c:pt>
                <c:pt idx="17">
                  <c:v>PROCTER &amp; GAMBLE</c:v>
                </c:pt>
                <c:pt idx="18">
                  <c:v>NESTLE PURINA</c:v>
                </c:pt>
                <c:pt idx="19">
                  <c:v>LECASUD</c:v>
                </c:pt>
                <c:pt idx="20">
                  <c:v>La Redoute</c:v>
                </c:pt>
                <c:pt idx="21">
                  <c:v>900.Care</c:v>
                </c:pt>
                <c:pt idx="22">
                  <c:v>BOSCH</c:v>
                </c:pt>
                <c:pt idx="23">
                  <c:v>BOUYGUES TELECOM</c:v>
                </c:pt>
                <c:pt idx="24">
                  <c:v>GUERLAIN</c:v>
                </c:pt>
                <c:pt idx="25">
                  <c:v>NESPRESSO</c:v>
                </c:pt>
                <c:pt idx="26">
                  <c:v>ROQUETTE</c:v>
                </c:pt>
                <c:pt idx="27">
                  <c:v>AUCHAN RETAIL FRANCE</c:v>
                </c:pt>
                <c:pt idx="28">
                  <c:v>DESCOURS &amp; CABAUD</c:v>
                </c:pt>
                <c:pt idx="29">
                  <c:v>STANLEY STELLA</c:v>
                </c:pt>
              </c:strCache>
            </c:strRef>
          </c:cat>
          <c:val>
            <c:numRef>
              <c:f>Feuil1!$B$2:$B$31</c:f>
              <c:numCache>
                <c:formatCode>#,##0.00</c:formatCode>
                <c:ptCount val="30"/>
                <c:pt idx="0">
                  <c:v>-100</c:v>
                </c:pt>
                <c:pt idx="1">
                  <c:v>-100</c:v>
                </c:pt>
                <c:pt idx="2">
                  <c:v>-100</c:v>
                </c:pt>
                <c:pt idx="3">
                  <c:v>-100</c:v>
                </c:pt>
                <c:pt idx="4">
                  <c:v>-50</c:v>
                </c:pt>
                <c:pt idx="5">
                  <c:v>-50</c:v>
                </c:pt>
                <c:pt idx="6">
                  <c:v>-50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14</c:v>
                </c:pt>
                <c:pt idx="26">
                  <c:v>17</c:v>
                </c:pt>
                <c:pt idx="27">
                  <c:v>17</c:v>
                </c:pt>
                <c:pt idx="28">
                  <c:v>17</c:v>
                </c:pt>
                <c:pt idx="29">
                  <c:v>33</c:v>
                </c:pt>
              </c:numCache>
            </c:numRef>
          </c:val>
          <c:extLst>
            <c:ext xmlns:c16="http://schemas.microsoft.com/office/drawing/2014/chart" uri="{C3380CC4-5D6E-409C-BE32-E72D297353CC}">
              <c16:uniqueId val="{00000000-48C9-4C06-AEE3-A25DA1D03027}"/>
            </c:ext>
          </c:extLst>
        </c:ser>
        <c:dLbls>
          <c:dLblPos val="outEnd"/>
          <c:showLegendKey val="0"/>
          <c:showVal val="1"/>
          <c:showCatName val="0"/>
          <c:showSerName val="0"/>
          <c:showPercent val="0"/>
          <c:showBubbleSize val="0"/>
        </c:dLbls>
        <c:gapWidth val="182"/>
        <c:axId val="671310224"/>
        <c:axId val="671305904"/>
      </c:barChart>
      <c:catAx>
        <c:axId val="671310224"/>
        <c:scaling>
          <c:orientation val="minMax"/>
        </c:scaling>
        <c:delete val="1"/>
        <c:axPos val="l"/>
        <c:numFmt formatCode="General" sourceLinked="1"/>
        <c:majorTickMark val="out"/>
        <c:minorTickMark val="none"/>
        <c:tickLblPos val="nextTo"/>
        <c:crossAx val="671305904"/>
        <c:crosses val="autoZero"/>
        <c:auto val="1"/>
        <c:lblAlgn val="ctr"/>
        <c:lblOffset val="100"/>
        <c:noMultiLvlLbl val="0"/>
      </c:catAx>
      <c:valAx>
        <c:axId val="671305904"/>
        <c:scaling>
          <c:orientation val="minMax"/>
        </c:scaling>
        <c:delete val="0"/>
        <c:axPos val="b"/>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71310224"/>
        <c:crosses val="autoZero"/>
        <c:crossBetween val="between"/>
        <c:majorUnit val="5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6B259-7C16-4457-B62D-C459026A9BB4}" type="datetimeFigureOut">
              <a:rPr lang="fr-FR" smtClean="0"/>
              <a:t>17/11/2025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E1E6A2-7205-4090-964C-17CF21A086CB}" type="slidenum">
              <a:rPr lang="fr-FR" smtClean="0"/>
              <a:t>‹N°›</a:t>
            </a:fld>
            <a:endParaRPr lang="fr-FR"/>
          </a:p>
        </p:txBody>
      </p:sp>
    </p:spTree>
    <p:extLst>
      <p:ext uri="{BB962C8B-B14F-4D97-AF65-F5344CB8AC3E}">
        <p14:creationId xmlns:p14="http://schemas.microsoft.com/office/powerpoint/2010/main" val="1694161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D60FB-5EFB-CFEE-EFE2-4C63CC5887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221F2-9B7C-C4CB-8D96-8849976968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C950C-2247-3B79-186A-61A4705297F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7DEB873-9634-7810-9023-B96F87D99F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AFE15B-2C36-4421-BF83-A37BB1EE5A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5923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4A5A97-3F5E-4738-A61E-D6986396CEEE}"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91510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287EE-6931-6B23-6ED9-F85529F7E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C3D98-AB3C-9AD5-F36D-BCD03418C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46A81-FA7D-74C0-CCAB-B31B0C008A3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DA93BD0-2A18-52BE-B9C0-EA4968409D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AFE15B-2C36-4421-BF83-A37BB1EE5A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1587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D8035-1346-0748-2CAE-12B284CA6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EB32F-9DA8-9D4A-32A5-CC5B9119FD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7A9422-06E8-A511-848F-E6EF918FB37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55B0ACB-1A82-61A6-8FA1-4EB61AA539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AFE15B-2C36-4421-BF83-A37BB1EE5A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9353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5.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8.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slideMaster" Target="../slideMasters/slideMaster2.xml"/><Relationship Id="rId1" Type="http://schemas.openxmlformats.org/officeDocument/2006/relationships/tags" Target="../tags/tag10.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1.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7.svg"/><Relationship Id="rId2" Type="http://schemas.openxmlformats.org/officeDocument/2006/relationships/slideMaster" Target="../slideMasters/slideMaster2.xml"/><Relationship Id="rId1" Type="http://schemas.openxmlformats.org/officeDocument/2006/relationships/tags" Target="../tags/tag11.xml"/><Relationship Id="rId6" Type="http://schemas.openxmlformats.org/officeDocument/2006/relationships/image" Target="../media/image6.png"/><Relationship Id="rId5" Type="http://schemas.openxmlformats.org/officeDocument/2006/relationships/image" Target="../media/image11.svg"/><Relationship Id="rId4"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1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1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slideMaster" Target="../slideMasters/slideMaster2.xml"/><Relationship Id="rId1" Type="http://schemas.openxmlformats.org/officeDocument/2006/relationships/tags" Target="../tags/tag1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9" Type="http://schemas.openxmlformats.org/officeDocument/2006/relationships/image" Target="../media/image7.svg"/></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slideMaster" Target="../slideMasters/slideMaster2.xml"/><Relationship Id="rId1" Type="http://schemas.openxmlformats.org/officeDocument/2006/relationships/tags" Target="../tags/tag15.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9" Type="http://schemas.openxmlformats.org/officeDocument/2006/relationships/image" Target="../media/image7.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16.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1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18.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19.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1.svg"/><Relationship Id="rId2" Type="http://schemas.openxmlformats.org/officeDocument/2006/relationships/slideMaster" Target="../slideMasters/slideMaster2.xml"/><Relationship Id="rId1" Type="http://schemas.openxmlformats.org/officeDocument/2006/relationships/tags" Target="../tags/tag20.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Master" Target="../slideMasters/slideMaster2.xml"/><Relationship Id="rId1" Type="http://schemas.openxmlformats.org/officeDocument/2006/relationships/tags" Target="../tags/tag2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2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2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2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25.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7.svg"/><Relationship Id="rId2" Type="http://schemas.openxmlformats.org/officeDocument/2006/relationships/slideMaster" Target="../slideMasters/slideMaster2.xml"/><Relationship Id="rId1" Type="http://schemas.openxmlformats.org/officeDocument/2006/relationships/tags" Target="../tags/tag26.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2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28.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29.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30.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3.xml"/><Relationship Id="rId1" Type="http://schemas.openxmlformats.org/officeDocument/2006/relationships/tags" Target="../tags/tag32.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33.xml"/><Relationship Id="rId4"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3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5.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36.xml"/><Relationship Id="rId4" Type="http://schemas.openxmlformats.org/officeDocument/2006/relationships/image" Target="../media/image5.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3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38.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3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slideMaster" Target="../slideMasters/slideMaster3.xml"/><Relationship Id="rId1" Type="http://schemas.openxmlformats.org/officeDocument/2006/relationships/tags" Target="../tags/tag40.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1.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7.svg"/><Relationship Id="rId2" Type="http://schemas.openxmlformats.org/officeDocument/2006/relationships/slideMaster" Target="../slideMasters/slideMaster3.xml"/><Relationship Id="rId1" Type="http://schemas.openxmlformats.org/officeDocument/2006/relationships/tags" Target="../tags/tag41.xml"/><Relationship Id="rId6" Type="http://schemas.openxmlformats.org/officeDocument/2006/relationships/image" Target="../media/image6.png"/><Relationship Id="rId5" Type="http://schemas.openxmlformats.org/officeDocument/2006/relationships/image" Target="../media/image11.svg"/><Relationship Id="rId4" Type="http://schemas.openxmlformats.org/officeDocument/2006/relationships/image" Target="../media/image10.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4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4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slideMaster" Target="../slideMasters/slideMaster3.xml"/><Relationship Id="rId1" Type="http://schemas.openxmlformats.org/officeDocument/2006/relationships/tags" Target="../tags/tag4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9" Type="http://schemas.openxmlformats.org/officeDocument/2006/relationships/image" Target="../media/image7.svg"/></Relationships>
</file>

<file path=ppt/slideLayouts/_rels/slideLayout5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slideMaster" Target="../slideMasters/slideMaster3.xml"/><Relationship Id="rId1" Type="http://schemas.openxmlformats.org/officeDocument/2006/relationships/tags" Target="../tags/tag45.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9" Type="http://schemas.openxmlformats.org/officeDocument/2006/relationships/image" Target="../media/image7.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46.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4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48.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49.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1.svg"/><Relationship Id="rId2" Type="http://schemas.openxmlformats.org/officeDocument/2006/relationships/slideMaster" Target="../slideMasters/slideMaster3.xml"/><Relationship Id="rId1" Type="http://schemas.openxmlformats.org/officeDocument/2006/relationships/tags" Target="../tags/tag50.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Master" Target="../slideMasters/slideMaster3.xml"/><Relationship Id="rId1" Type="http://schemas.openxmlformats.org/officeDocument/2006/relationships/tags" Target="../tags/tag5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5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5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5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55.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7.svg"/><Relationship Id="rId2" Type="http://schemas.openxmlformats.org/officeDocument/2006/relationships/slideMaster" Target="../slideMasters/slideMaster3.xml"/><Relationship Id="rId1" Type="http://schemas.openxmlformats.org/officeDocument/2006/relationships/tags" Target="../tags/tag56.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5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58.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59.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60.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6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Master" Target="../slideMasters/slideMaster3.xml"/><Relationship Id="rId6" Type="http://schemas.openxmlformats.org/officeDocument/2006/relationships/image" Target="../media/image16.png"/><Relationship Id="rId5" Type="http://schemas.openxmlformats.org/officeDocument/2006/relationships/image" Target="../media/image7.sv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8DBE53-AA37-B054-FDD6-8B8DB6AB7267}"/>
              </a:ext>
            </a:extLst>
          </p:cNvPr>
          <p:cNvSpPr>
            <a:spLocks noGrp="1"/>
          </p:cNvSpPr>
          <p:nvPr>
            <p:ph type="ctrTitle"/>
          </p:nvPr>
        </p:nvSpPr>
        <p:spPr>
          <a:xfrm>
            <a:off x="2286000" y="1683286"/>
            <a:ext cx="13716000" cy="3580847"/>
          </a:xfrm>
        </p:spPr>
        <p:txBody>
          <a:bodyPr anchor="b"/>
          <a:lstStyle>
            <a:lvl1pPr algn="ctr">
              <a:defRPr sz="4242"/>
            </a:lvl1pPr>
          </a:lstStyle>
          <a:p>
            <a:r>
              <a:rPr lang="fr-FR"/>
              <a:t>Modifiez le style du titre</a:t>
            </a:r>
          </a:p>
        </p:txBody>
      </p:sp>
      <p:sp>
        <p:nvSpPr>
          <p:cNvPr id="3" name="Sous-titre 2">
            <a:extLst>
              <a:ext uri="{FF2B5EF4-FFF2-40B4-BE49-F238E27FC236}">
                <a16:creationId xmlns:a16="http://schemas.microsoft.com/office/drawing/2014/main" id="{4B6B0B76-F0AF-7AFA-8AFC-FA6A4F6BF5DD}"/>
              </a:ext>
            </a:extLst>
          </p:cNvPr>
          <p:cNvSpPr>
            <a:spLocks noGrp="1"/>
          </p:cNvSpPr>
          <p:nvPr>
            <p:ph type="subTitle" idx="1"/>
          </p:nvPr>
        </p:nvSpPr>
        <p:spPr>
          <a:xfrm>
            <a:off x="2286000" y="5402224"/>
            <a:ext cx="13716000" cy="2483260"/>
          </a:xfrm>
        </p:spPr>
        <p:txBody>
          <a:bodyPr/>
          <a:lstStyle>
            <a:lvl1pPr marL="0" indent="0" algn="ctr">
              <a:buNone/>
              <a:defRPr sz="1697"/>
            </a:lvl1pPr>
            <a:lvl2pPr marL="323218" indent="0" algn="ctr">
              <a:buNone/>
              <a:defRPr sz="1414"/>
            </a:lvl2pPr>
            <a:lvl3pPr marL="646435" indent="0" algn="ctr">
              <a:buNone/>
              <a:defRPr sz="1273"/>
            </a:lvl3pPr>
            <a:lvl4pPr marL="969653" indent="0" algn="ctr">
              <a:buNone/>
              <a:defRPr sz="1131"/>
            </a:lvl4pPr>
            <a:lvl5pPr marL="1292870" indent="0" algn="ctr">
              <a:buNone/>
              <a:defRPr sz="1131"/>
            </a:lvl5pPr>
            <a:lvl6pPr marL="1616088" indent="0" algn="ctr">
              <a:buNone/>
              <a:defRPr sz="1131"/>
            </a:lvl6pPr>
            <a:lvl7pPr marL="1939305" indent="0" algn="ctr">
              <a:buNone/>
              <a:defRPr sz="1131"/>
            </a:lvl7pPr>
            <a:lvl8pPr marL="2262523" indent="0" algn="ctr">
              <a:buNone/>
              <a:defRPr sz="1131"/>
            </a:lvl8pPr>
            <a:lvl9pPr marL="2585740" indent="0" algn="ctr">
              <a:buNone/>
              <a:defRPr sz="1131"/>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5946701-053F-D271-D5CF-8C30C8C547B7}"/>
              </a:ext>
            </a:extLst>
          </p:cNvPr>
          <p:cNvSpPr>
            <a:spLocks noGrp="1"/>
          </p:cNvSpPr>
          <p:nvPr>
            <p:ph type="dt" sz="half" idx="10"/>
          </p:nvPr>
        </p:nvSpPr>
        <p:spPr/>
        <p:txBody>
          <a:bodyPr/>
          <a:lstStyle/>
          <a:p>
            <a:fld id="{680BB936-C79F-4DF8-9DCA-BCEB19EA28F0}" type="datetimeFigureOut">
              <a:rPr lang="fr-FR" smtClean="0"/>
              <a:t>17/11/2025</a:t>
            </a:fld>
            <a:endParaRPr lang="fr-FR"/>
          </a:p>
        </p:txBody>
      </p:sp>
      <p:sp>
        <p:nvSpPr>
          <p:cNvPr id="5" name="Espace réservé du pied de page 4">
            <a:extLst>
              <a:ext uri="{FF2B5EF4-FFF2-40B4-BE49-F238E27FC236}">
                <a16:creationId xmlns:a16="http://schemas.microsoft.com/office/drawing/2014/main" id="{73E106BA-5B76-5A0C-F6BB-D4E0FA5DB3B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AAE6079-0EA5-E8BF-A9C3-796B6D9FAF92}"/>
              </a:ext>
            </a:extLst>
          </p:cNvPr>
          <p:cNvSpPr>
            <a:spLocks noGrp="1"/>
          </p:cNvSpPr>
          <p:nvPr>
            <p:ph type="sldNum" sz="quarter" idx="12"/>
          </p:nvPr>
        </p:nvSpPr>
        <p:spPr/>
        <p:txBody>
          <a:bodyPr/>
          <a:lstStyle/>
          <a:p>
            <a:fld id="{930AD87D-3900-432B-BFDB-B2C93BA63A96}" type="slidenum">
              <a:rPr lang="fr-FR" smtClean="0"/>
              <a:t>‹N°›</a:t>
            </a:fld>
            <a:endParaRPr lang="fr-FR"/>
          </a:p>
        </p:txBody>
      </p:sp>
    </p:spTree>
    <p:extLst>
      <p:ext uri="{BB962C8B-B14F-4D97-AF65-F5344CB8AC3E}">
        <p14:creationId xmlns:p14="http://schemas.microsoft.com/office/powerpoint/2010/main" val="2328197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D1A20E-863D-1057-CBC1-C7DF3E05476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2BF93A7-F995-CA8C-7E2F-BFABAA36FA5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8BD3847-F0F4-EEA0-4546-E7F4C34E2D72}"/>
              </a:ext>
            </a:extLst>
          </p:cNvPr>
          <p:cNvSpPr>
            <a:spLocks noGrp="1"/>
          </p:cNvSpPr>
          <p:nvPr>
            <p:ph type="dt" sz="half" idx="10"/>
          </p:nvPr>
        </p:nvSpPr>
        <p:spPr/>
        <p:txBody>
          <a:bodyPr/>
          <a:lstStyle/>
          <a:p>
            <a:fld id="{680BB936-C79F-4DF8-9DCA-BCEB19EA28F0}" type="datetimeFigureOut">
              <a:rPr lang="fr-FR" smtClean="0"/>
              <a:t>17/11/2025</a:t>
            </a:fld>
            <a:endParaRPr lang="fr-FR"/>
          </a:p>
        </p:txBody>
      </p:sp>
      <p:sp>
        <p:nvSpPr>
          <p:cNvPr id="5" name="Espace réservé du pied de page 4">
            <a:extLst>
              <a:ext uri="{FF2B5EF4-FFF2-40B4-BE49-F238E27FC236}">
                <a16:creationId xmlns:a16="http://schemas.microsoft.com/office/drawing/2014/main" id="{C5DE2DBD-F785-375F-2926-3B9072A604E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AA2492D-D2A3-20FF-E626-46B14E402EF4}"/>
              </a:ext>
            </a:extLst>
          </p:cNvPr>
          <p:cNvSpPr>
            <a:spLocks noGrp="1"/>
          </p:cNvSpPr>
          <p:nvPr>
            <p:ph type="sldNum" sz="quarter" idx="12"/>
          </p:nvPr>
        </p:nvSpPr>
        <p:spPr/>
        <p:txBody>
          <a:bodyPr/>
          <a:lstStyle/>
          <a:p>
            <a:fld id="{930AD87D-3900-432B-BFDB-B2C93BA63A96}" type="slidenum">
              <a:rPr lang="fr-FR" smtClean="0"/>
              <a:t>‹N°›</a:t>
            </a:fld>
            <a:endParaRPr lang="fr-FR"/>
          </a:p>
        </p:txBody>
      </p:sp>
    </p:spTree>
    <p:extLst>
      <p:ext uri="{BB962C8B-B14F-4D97-AF65-F5344CB8AC3E}">
        <p14:creationId xmlns:p14="http://schemas.microsoft.com/office/powerpoint/2010/main" val="3331825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27CDF8-DF49-F8E2-45AF-4DA95834E31B}"/>
              </a:ext>
            </a:extLst>
          </p:cNvPr>
          <p:cNvSpPr>
            <a:spLocks noGrp="1"/>
          </p:cNvSpPr>
          <p:nvPr>
            <p:ph type="title"/>
          </p:nvPr>
        </p:nvSpPr>
        <p:spPr>
          <a:xfrm>
            <a:off x="1247776" y="2564215"/>
            <a:ext cx="15773400" cy="4278446"/>
          </a:xfrm>
        </p:spPr>
        <p:txBody>
          <a:bodyPr anchor="b"/>
          <a:lstStyle>
            <a:lvl1pPr>
              <a:defRPr sz="4242"/>
            </a:lvl1pPr>
          </a:lstStyle>
          <a:p>
            <a:r>
              <a:rPr lang="fr-FR"/>
              <a:t>Modifiez le style du titre</a:t>
            </a:r>
          </a:p>
        </p:txBody>
      </p:sp>
      <p:sp>
        <p:nvSpPr>
          <p:cNvPr id="3" name="Espace réservé du texte 2">
            <a:extLst>
              <a:ext uri="{FF2B5EF4-FFF2-40B4-BE49-F238E27FC236}">
                <a16:creationId xmlns:a16="http://schemas.microsoft.com/office/drawing/2014/main" id="{74B91673-21D3-E836-7D79-52FD3111ABFB}"/>
              </a:ext>
            </a:extLst>
          </p:cNvPr>
          <p:cNvSpPr>
            <a:spLocks noGrp="1"/>
          </p:cNvSpPr>
          <p:nvPr>
            <p:ph type="body" idx="1"/>
          </p:nvPr>
        </p:nvSpPr>
        <p:spPr>
          <a:xfrm>
            <a:off x="1247776" y="6883136"/>
            <a:ext cx="15773400" cy="2249933"/>
          </a:xfrm>
        </p:spPr>
        <p:txBody>
          <a:bodyPr/>
          <a:lstStyle>
            <a:lvl1pPr marL="0" indent="0">
              <a:buNone/>
              <a:defRPr sz="1697">
                <a:solidFill>
                  <a:schemeClr val="tx1">
                    <a:tint val="82000"/>
                  </a:schemeClr>
                </a:solidFill>
              </a:defRPr>
            </a:lvl1pPr>
            <a:lvl2pPr marL="323218" indent="0">
              <a:buNone/>
              <a:defRPr sz="1414">
                <a:solidFill>
                  <a:schemeClr val="tx1">
                    <a:tint val="82000"/>
                  </a:schemeClr>
                </a:solidFill>
              </a:defRPr>
            </a:lvl2pPr>
            <a:lvl3pPr marL="646435" indent="0">
              <a:buNone/>
              <a:defRPr sz="1273">
                <a:solidFill>
                  <a:schemeClr val="tx1">
                    <a:tint val="82000"/>
                  </a:schemeClr>
                </a:solidFill>
              </a:defRPr>
            </a:lvl3pPr>
            <a:lvl4pPr marL="969653" indent="0">
              <a:buNone/>
              <a:defRPr sz="1131">
                <a:solidFill>
                  <a:schemeClr val="tx1">
                    <a:tint val="82000"/>
                  </a:schemeClr>
                </a:solidFill>
              </a:defRPr>
            </a:lvl4pPr>
            <a:lvl5pPr marL="1292870" indent="0">
              <a:buNone/>
              <a:defRPr sz="1131">
                <a:solidFill>
                  <a:schemeClr val="tx1">
                    <a:tint val="82000"/>
                  </a:schemeClr>
                </a:solidFill>
              </a:defRPr>
            </a:lvl5pPr>
            <a:lvl6pPr marL="1616088" indent="0">
              <a:buNone/>
              <a:defRPr sz="1131">
                <a:solidFill>
                  <a:schemeClr val="tx1">
                    <a:tint val="82000"/>
                  </a:schemeClr>
                </a:solidFill>
              </a:defRPr>
            </a:lvl6pPr>
            <a:lvl7pPr marL="1939305" indent="0">
              <a:buNone/>
              <a:defRPr sz="1131">
                <a:solidFill>
                  <a:schemeClr val="tx1">
                    <a:tint val="82000"/>
                  </a:schemeClr>
                </a:solidFill>
              </a:defRPr>
            </a:lvl7pPr>
            <a:lvl8pPr marL="2262523" indent="0">
              <a:buNone/>
              <a:defRPr sz="1131">
                <a:solidFill>
                  <a:schemeClr val="tx1">
                    <a:tint val="82000"/>
                  </a:schemeClr>
                </a:solidFill>
              </a:defRPr>
            </a:lvl8pPr>
            <a:lvl9pPr marL="2585740" indent="0">
              <a:buNone/>
              <a:defRPr sz="1131">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3A278AD2-63BC-EFBA-467D-710CDE255D25}"/>
              </a:ext>
            </a:extLst>
          </p:cNvPr>
          <p:cNvSpPr>
            <a:spLocks noGrp="1"/>
          </p:cNvSpPr>
          <p:nvPr>
            <p:ph type="dt" sz="half" idx="10"/>
          </p:nvPr>
        </p:nvSpPr>
        <p:spPr/>
        <p:txBody>
          <a:bodyPr/>
          <a:lstStyle/>
          <a:p>
            <a:fld id="{680BB936-C79F-4DF8-9DCA-BCEB19EA28F0}" type="datetimeFigureOut">
              <a:rPr lang="fr-FR" smtClean="0"/>
              <a:t>17/11/2025</a:t>
            </a:fld>
            <a:endParaRPr lang="fr-FR"/>
          </a:p>
        </p:txBody>
      </p:sp>
      <p:sp>
        <p:nvSpPr>
          <p:cNvPr id="5" name="Espace réservé du pied de page 4">
            <a:extLst>
              <a:ext uri="{FF2B5EF4-FFF2-40B4-BE49-F238E27FC236}">
                <a16:creationId xmlns:a16="http://schemas.microsoft.com/office/drawing/2014/main" id="{7094567C-FC8D-F7FC-F1E7-64B2C02652F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C56E0C7-2CF0-DDFC-803F-512252B06101}"/>
              </a:ext>
            </a:extLst>
          </p:cNvPr>
          <p:cNvSpPr>
            <a:spLocks noGrp="1"/>
          </p:cNvSpPr>
          <p:nvPr>
            <p:ph type="sldNum" sz="quarter" idx="12"/>
          </p:nvPr>
        </p:nvSpPr>
        <p:spPr/>
        <p:txBody>
          <a:bodyPr/>
          <a:lstStyle/>
          <a:p>
            <a:fld id="{930AD87D-3900-432B-BFDB-B2C93BA63A96}" type="slidenum">
              <a:rPr lang="fr-FR" smtClean="0"/>
              <a:t>‹N°›</a:t>
            </a:fld>
            <a:endParaRPr lang="fr-FR"/>
          </a:p>
        </p:txBody>
      </p:sp>
    </p:spTree>
    <p:extLst>
      <p:ext uri="{BB962C8B-B14F-4D97-AF65-F5344CB8AC3E}">
        <p14:creationId xmlns:p14="http://schemas.microsoft.com/office/powerpoint/2010/main" val="2949274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2D33E5-3B6E-69C3-44FA-EE7F886D2FC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ED8FD1E-1EB1-4572-74F5-4C3CD86B6EB5}"/>
              </a:ext>
            </a:extLst>
          </p:cNvPr>
          <p:cNvSpPr>
            <a:spLocks noGrp="1"/>
          </p:cNvSpPr>
          <p:nvPr>
            <p:ph sz="half" idx="1"/>
          </p:nvPr>
        </p:nvSpPr>
        <p:spPr>
          <a:xfrm>
            <a:off x="1257300" y="2738017"/>
            <a:ext cx="7772400" cy="6526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16A1F42-ACED-4B5C-EB72-E8F9D7942BD0}"/>
              </a:ext>
            </a:extLst>
          </p:cNvPr>
          <p:cNvSpPr>
            <a:spLocks noGrp="1"/>
          </p:cNvSpPr>
          <p:nvPr>
            <p:ph sz="half" idx="2"/>
          </p:nvPr>
        </p:nvSpPr>
        <p:spPr>
          <a:xfrm>
            <a:off x="9258300" y="2738017"/>
            <a:ext cx="7772400" cy="6526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514C0E7-D2E8-0D94-5A5C-1A8BC66690DD}"/>
              </a:ext>
            </a:extLst>
          </p:cNvPr>
          <p:cNvSpPr>
            <a:spLocks noGrp="1"/>
          </p:cNvSpPr>
          <p:nvPr>
            <p:ph type="dt" sz="half" idx="10"/>
          </p:nvPr>
        </p:nvSpPr>
        <p:spPr/>
        <p:txBody>
          <a:bodyPr/>
          <a:lstStyle/>
          <a:p>
            <a:fld id="{680BB936-C79F-4DF8-9DCA-BCEB19EA28F0}" type="datetimeFigureOut">
              <a:rPr lang="fr-FR" smtClean="0"/>
              <a:t>17/11/2025</a:t>
            </a:fld>
            <a:endParaRPr lang="fr-FR"/>
          </a:p>
        </p:txBody>
      </p:sp>
      <p:sp>
        <p:nvSpPr>
          <p:cNvPr id="6" name="Espace réservé du pied de page 5">
            <a:extLst>
              <a:ext uri="{FF2B5EF4-FFF2-40B4-BE49-F238E27FC236}">
                <a16:creationId xmlns:a16="http://schemas.microsoft.com/office/drawing/2014/main" id="{2CED0528-B003-F7DD-A5EE-4B2D40BFAAE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604CC22-0CCA-8777-868F-5561ACC5688C}"/>
              </a:ext>
            </a:extLst>
          </p:cNvPr>
          <p:cNvSpPr>
            <a:spLocks noGrp="1"/>
          </p:cNvSpPr>
          <p:nvPr>
            <p:ph type="sldNum" sz="quarter" idx="12"/>
          </p:nvPr>
        </p:nvSpPr>
        <p:spPr/>
        <p:txBody>
          <a:bodyPr/>
          <a:lstStyle/>
          <a:p>
            <a:fld id="{930AD87D-3900-432B-BFDB-B2C93BA63A96}" type="slidenum">
              <a:rPr lang="fr-FR" smtClean="0"/>
              <a:t>‹N°›</a:t>
            </a:fld>
            <a:endParaRPr lang="fr-FR"/>
          </a:p>
        </p:txBody>
      </p:sp>
    </p:spTree>
    <p:extLst>
      <p:ext uri="{BB962C8B-B14F-4D97-AF65-F5344CB8AC3E}">
        <p14:creationId xmlns:p14="http://schemas.microsoft.com/office/powerpoint/2010/main" val="1073702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A981E2-D990-8D41-B0D0-6963312BCA51}"/>
              </a:ext>
            </a:extLst>
          </p:cNvPr>
          <p:cNvSpPr>
            <a:spLocks noGrp="1"/>
          </p:cNvSpPr>
          <p:nvPr>
            <p:ph type="title"/>
          </p:nvPr>
        </p:nvSpPr>
        <p:spPr>
          <a:xfrm>
            <a:off x="1259682" y="547604"/>
            <a:ext cx="15773400" cy="1988038"/>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2238E13-26A0-2A2B-C1E2-094AF86C811B}"/>
              </a:ext>
            </a:extLst>
          </p:cNvPr>
          <p:cNvSpPr>
            <a:spLocks noGrp="1"/>
          </p:cNvSpPr>
          <p:nvPr>
            <p:ph type="body" idx="1"/>
          </p:nvPr>
        </p:nvSpPr>
        <p:spPr>
          <a:xfrm>
            <a:off x="1259684" y="2521356"/>
            <a:ext cx="7736680" cy="1235677"/>
          </a:xfrm>
        </p:spPr>
        <p:txBody>
          <a:bodyPr anchor="b"/>
          <a:lstStyle>
            <a:lvl1pPr marL="0" indent="0">
              <a:buNone/>
              <a:defRPr sz="1697" b="1"/>
            </a:lvl1pPr>
            <a:lvl2pPr marL="323218" indent="0">
              <a:buNone/>
              <a:defRPr sz="1414" b="1"/>
            </a:lvl2pPr>
            <a:lvl3pPr marL="646435" indent="0">
              <a:buNone/>
              <a:defRPr sz="1273" b="1"/>
            </a:lvl3pPr>
            <a:lvl4pPr marL="969653" indent="0">
              <a:buNone/>
              <a:defRPr sz="1131" b="1"/>
            </a:lvl4pPr>
            <a:lvl5pPr marL="1292870" indent="0">
              <a:buNone/>
              <a:defRPr sz="1131" b="1"/>
            </a:lvl5pPr>
            <a:lvl6pPr marL="1616088" indent="0">
              <a:buNone/>
              <a:defRPr sz="1131" b="1"/>
            </a:lvl6pPr>
            <a:lvl7pPr marL="1939305" indent="0">
              <a:buNone/>
              <a:defRPr sz="1131" b="1"/>
            </a:lvl7pPr>
            <a:lvl8pPr marL="2262523" indent="0">
              <a:buNone/>
              <a:defRPr sz="1131" b="1"/>
            </a:lvl8pPr>
            <a:lvl9pPr marL="2585740" indent="0">
              <a:buNone/>
              <a:defRPr sz="1131"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30E7F6B-C6C4-1A0B-CEAF-3C897ACAE068}"/>
              </a:ext>
            </a:extLst>
          </p:cNvPr>
          <p:cNvSpPr>
            <a:spLocks noGrp="1"/>
          </p:cNvSpPr>
          <p:nvPr>
            <p:ph sz="half" idx="2"/>
          </p:nvPr>
        </p:nvSpPr>
        <p:spPr>
          <a:xfrm>
            <a:off x="1259684" y="3757034"/>
            <a:ext cx="7736680" cy="552602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F070202-A83E-BE71-1590-D6799B35F6BC}"/>
              </a:ext>
            </a:extLst>
          </p:cNvPr>
          <p:cNvSpPr>
            <a:spLocks noGrp="1"/>
          </p:cNvSpPr>
          <p:nvPr>
            <p:ph type="body" sz="quarter" idx="3"/>
          </p:nvPr>
        </p:nvSpPr>
        <p:spPr>
          <a:xfrm>
            <a:off x="9258305" y="2521356"/>
            <a:ext cx="7774782" cy="1235677"/>
          </a:xfrm>
        </p:spPr>
        <p:txBody>
          <a:bodyPr anchor="b"/>
          <a:lstStyle>
            <a:lvl1pPr marL="0" indent="0">
              <a:buNone/>
              <a:defRPr sz="1697" b="1"/>
            </a:lvl1pPr>
            <a:lvl2pPr marL="323218" indent="0">
              <a:buNone/>
              <a:defRPr sz="1414" b="1"/>
            </a:lvl2pPr>
            <a:lvl3pPr marL="646435" indent="0">
              <a:buNone/>
              <a:defRPr sz="1273" b="1"/>
            </a:lvl3pPr>
            <a:lvl4pPr marL="969653" indent="0">
              <a:buNone/>
              <a:defRPr sz="1131" b="1"/>
            </a:lvl4pPr>
            <a:lvl5pPr marL="1292870" indent="0">
              <a:buNone/>
              <a:defRPr sz="1131" b="1"/>
            </a:lvl5pPr>
            <a:lvl6pPr marL="1616088" indent="0">
              <a:buNone/>
              <a:defRPr sz="1131" b="1"/>
            </a:lvl6pPr>
            <a:lvl7pPr marL="1939305" indent="0">
              <a:buNone/>
              <a:defRPr sz="1131" b="1"/>
            </a:lvl7pPr>
            <a:lvl8pPr marL="2262523" indent="0">
              <a:buNone/>
              <a:defRPr sz="1131" b="1"/>
            </a:lvl8pPr>
            <a:lvl9pPr marL="2585740" indent="0">
              <a:buNone/>
              <a:defRPr sz="1131"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B86E2F8-A478-DA5B-BB49-1042CE5311F0}"/>
              </a:ext>
            </a:extLst>
          </p:cNvPr>
          <p:cNvSpPr>
            <a:spLocks noGrp="1"/>
          </p:cNvSpPr>
          <p:nvPr>
            <p:ph sz="quarter" idx="4"/>
          </p:nvPr>
        </p:nvSpPr>
        <p:spPr>
          <a:xfrm>
            <a:off x="9258305" y="3757034"/>
            <a:ext cx="7774782" cy="552602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16AE044-4567-76AD-902E-BEE7AA378C59}"/>
              </a:ext>
            </a:extLst>
          </p:cNvPr>
          <p:cNvSpPr>
            <a:spLocks noGrp="1"/>
          </p:cNvSpPr>
          <p:nvPr>
            <p:ph type="dt" sz="half" idx="10"/>
          </p:nvPr>
        </p:nvSpPr>
        <p:spPr/>
        <p:txBody>
          <a:bodyPr/>
          <a:lstStyle/>
          <a:p>
            <a:fld id="{680BB936-C79F-4DF8-9DCA-BCEB19EA28F0}" type="datetimeFigureOut">
              <a:rPr lang="fr-FR" smtClean="0"/>
              <a:t>17/11/2025</a:t>
            </a:fld>
            <a:endParaRPr lang="fr-FR"/>
          </a:p>
        </p:txBody>
      </p:sp>
      <p:sp>
        <p:nvSpPr>
          <p:cNvPr id="8" name="Espace réservé du pied de page 7">
            <a:extLst>
              <a:ext uri="{FF2B5EF4-FFF2-40B4-BE49-F238E27FC236}">
                <a16:creationId xmlns:a16="http://schemas.microsoft.com/office/drawing/2014/main" id="{18A8A5FC-A940-135C-8F42-2A1BBF0551E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9E9D8BDF-D3AC-6003-7CB8-E825B8780F65}"/>
              </a:ext>
            </a:extLst>
          </p:cNvPr>
          <p:cNvSpPr>
            <a:spLocks noGrp="1"/>
          </p:cNvSpPr>
          <p:nvPr>
            <p:ph type="sldNum" sz="quarter" idx="12"/>
          </p:nvPr>
        </p:nvSpPr>
        <p:spPr/>
        <p:txBody>
          <a:bodyPr/>
          <a:lstStyle/>
          <a:p>
            <a:fld id="{930AD87D-3900-432B-BFDB-B2C93BA63A96}" type="slidenum">
              <a:rPr lang="fr-FR" smtClean="0"/>
              <a:t>‹N°›</a:t>
            </a:fld>
            <a:endParaRPr lang="fr-FR"/>
          </a:p>
        </p:txBody>
      </p:sp>
    </p:spTree>
    <p:extLst>
      <p:ext uri="{BB962C8B-B14F-4D97-AF65-F5344CB8AC3E}">
        <p14:creationId xmlns:p14="http://schemas.microsoft.com/office/powerpoint/2010/main" val="892222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B303EB-D395-4577-AB45-7EAAE7F4D5B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E3240A8-B5FA-C01D-8716-097CBFCF294F}"/>
              </a:ext>
            </a:extLst>
          </p:cNvPr>
          <p:cNvSpPr>
            <a:spLocks noGrp="1"/>
          </p:cNvSpPr>
          <p:nvPr>
            <p:ph type="dt" sz="half" idx="10"/>
          </p:nvPr>
        </p:nvSpPr>
        <p:spPr/>
        <p:txBody>
          <a:bodyPr/>
          <a:lstStyle/>
          <a:p>
            <a:fld id="{680BB936-C79F-4DF8-9DCA-BCEB19EA28F0}" type="datetimeFigureOut">
              <a:rPr lang="fr-FR" smtClean="0"/>
              <a:t>17/11/2025</a:t>
            </a:fld>
            <a:endParaRPr lang="fr-FR"/>
          </a:p>
        </p:txBody>
      </p:sp>
      <p:sp>
        <p:nvSpPr>
          <p:cNvPr id="4" name="Espace réservé du pied de page 3">
            <a:extLst>
              <a:ext uri="{FF2B5EF4-FFF2-40B4-BE49-F238E27FC236}">
                <a16:creationId xmlns:a16="http://schemas.microsoft.com/office/drawing/2014/main" id="{3CE3AA87-97BA-AF1B-985E-70A94C57CEE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939373D-9845-6DE0-AD20-10295293CB90}"/>
              </a:ext>
            </a:extLst>
          </p:cNvPr>
          <p:cNvSpPr>
            <a:spLocks noGrp="1"/>
          </p:cNvSpPr>
          <p:nvPr>
            <p:ph type="sldNum" sz="quarter" idx="12"/>
          </p:nvPr>
        </p:nvSpPr>
        <p:spPr/>
        <p:txBody>
          <a:bodyPr/>
          <a:lstStyle/>
          <a:p>
            <a:fld id="{930AD87D-3900-432B-BFDB-B2C93BA63A96}" type="slidenum">
              <a:rPr lang="fr-FR" smtClean="0"/>
              <a:t>‹N°›</a:t>
            </a:fld>
            <a:endParaRPr lang="fr-FR"/>
          </a:p>
        </p:txBody>
      </p:sp>
    </p:spTree>
    <p:extLst>
      <p:ext uri="{BB962C8B-B14F-4D97-AF65-F5344CB8AC3E}">
        <p14:creationId xmlns:p14="http://schemas.microsoft.com/office/powerpoint/2010/main" val="3876447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9249FD0-E291-8378-FAA9-141D2B6362FC}"/>
              </a:ext>
            </a:extLst>
          </p:cNvPr>
          <p:cNvSpPr>
            <a:spLocks noGrp="1"/>
          </p:cNvSpPr>
          <p:nvPr>
            <p:ph type="dt" sz="half" idx="10"/>
          </p:nvPr>
        </p:nvSpPr>
        <p:spPr/>
        <p:txBody>
          <a:bodyPr/>
          <a:lstStyle/>
          <a:p>
            <a:fld id="{680BB936-C79F-4DF8-9DCA-BCEB19EA28F0}" type="datetimeFigureOut">
              <a:rPr lang="fr-FR" smtClean="0"/>
              <a:t>17/11/2025</a:t>
            </a:fld>
            <a:endParaRPr lang="fr-FR"/>
          </a:p>
        </p:txBody>
      </p:sp>
      <p:sp>
        <p:nvSpPr>
          <p:cNvPr id="3" name="Espace réservé du pied de page 2">
            <a:extLst>
              <a:ext uri="{FF2B5EF4-FFF2-40B4-BE49-F238E27FC236}">
                <a16:creationId xmlns:a16="http://schemas.microsoft.com/office/drawing/2014/main" id="{B247817A-B762-4D3C-381D-FA8D000C41C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4C809D0D-0BC2-1785-11F4-6273F44227CC}"/>
              </a:ext>
            </a:extLst>
          </p:cNvPr>
          <p:cNvSpPr>
            <a:spLocks noGrp="1"/>
          </p:cNvSpPr>
          <p:nvPr>
            <p:ph type="sldNum" sz="quarter" idx="12"/>
          </p:nvPr>
        </p:nvSpPr>
        <p:spPr/>
        <p:txBody>
          <a:bodyPr/>
          <a:lstStyle/>
          <a:p>
            <a:fld id="{930AD87D-3900-432B-BFDB-B2C93BA63A96}" type="slidenum">
              <a:rPr lang="fr-FR" smtClean="0"/>
              <a:t>‹N°›</a:t>
            </a:fld>
            <a:endParaRPr lang="fr-FR"/>
          </a:p>
        </p:txBody>
      </p:sp>
    </p:spTree>
    <p:extLst>
      <p:ext uri="{BB962C8B-B14F-4D97-AF65-F5344CB8AC3E}">
        <p14:creationId xmlns:p14="http://schemas.microsoft.com/office/powerpoint/2010/main" val="903039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335EAE-8E9E-DF7D-25A3-9E0508C1DDA3}"/>
              </a:ext>
            </a:extLst>
          </p:cNvPr>
          <p:cNvSpPr>
            <a:spLocks noGrp="1"/>
          </p:cNvSpPr>
          <p:nvPr>
            <p:ph type="title"/>
          </p:nvPr>
        </p:nvSpPr>
        <p:spPr>
          <a:xfrm>
            <a:off x="1259682" y="685695"/>
            <a:ext cx="5898356" cy="2399930"/>
          </a:xfrm>
        </p:spPr>
        <p:txBody>
          <a:bodyPr anchor="b"/>
          <a:lstStyle>
            <a:lvl1pPr>
              <a:defRPr sz="2262"/>
            </a:lvl1pPr>
          </a:lstStyle>
          <a:p>
            <a:r>
              <a:rPr lang="fr-FR"/>
              <a:t>Modifiez le style du titre</a:t>
            </a:r>
          </a:p>
        </p:txBody>
      </p:sp>
      <p:sp>
        <p:nvSpPr>
          <p:cNvPr id="3" name="Espace réservé du contenu 2">
            <a:extLst>
              <a:ext uri="{FF2B5EF4-FFF2-40B4-BE49-F238E27FC236}">
                <a16:creationId xmlns:a16="http://schemas.microsoft.com/office/drawing/2014/main" id="{57E25569-955D-E6EB-B18A-6D04598A0034}"/>
              </a:ext>
            </a:extLst>
          </p:cNvPr>
          <p:cNvSpPr>
            <a:spLocks noGrp="1"/>
          </p:cNvSpPr>
          <p:nvPr>
            <p:ph idx="1"/>
          </p:nvPr>
        </p:nvSpPr>
        <p:spPr>
          <a:xfrm>
            <a:off x="7774782" y="1480912"/>
            <a:ext cx="9258300" cy="7309310"/>
          </a:xfrm>
        </p:spPr>
        <p:txBody>
          <a:bodyPr/>
          <a:lstStyle>
            <a:lvl1pPr>
              <a:defRPr sz="2262"/>
            </a:lvl1pPr>
            <a:lvl2pPr>
              <a:defRPr sz="1979"/>
            </a:lvl2pPr>
            <a:lvl3pPr>
              <a:defRPr sz="1697"/>
            </a:lvl3pPr>
            <a:lvl4pPr>
              <a:defRPr sz="1414"/>
            </a:lvl4pPr>
            <a:lvl5pPr>
              <a:defRPr sz="1414"/>
            </a:lvl5pPr>
            <a:lvl6pPr>
              <a:defRPr sz="1414"/>
            </a:lvl6pPr>
            <a:lvl7pPr>
              <a:defRPr sz="1414"/>
            </a:lvl7pPr>
            <a:lvl8pPr>
              <a:defRPr sz="1414"/>
            </a:lvl8pPr>
            <a:lvl9pPr>
              <a:defRPr sz="1414"/>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D197BF4-BE10-E77D-FECE-CC0ABFBD0B00}"/>
              </a:ext>
            </a:extLst>
          </p:cNvPr>
          <p:cNvSpPr>
            <a:spLocks noGrp="1"/>
          </p:cNvSpPr>
          <p:nvPr>
            <p:ph type="body" sz="half" idx="2"/>
          </p:nvPr>
        </p:nvSpPr>
        <p:spPr>
          <a:xfrm>
            <a:off x="1259682" y="3085625"/>
            <a:ext cx="5898356" cy="5716501"/>
          </a:xfrm>
        </p:spPr>
        <p:txBody>
          <a:bodyPr/>
          <a:lstStyle>
            <a:lvl1pPr marL="0" indent="0">
              <a:buNone/>
              <a:defRPr sz="1131"/>
            </a:lvl1pPr>
            <a:lvl2pPr marL="323218" indent="0">
              <a:buNone/>
              <a:defRPr sz="990"/>
            </a:lvl2pPr>
            <a:lvl3pPr marL="646435" indent="0">
              <a:buNone/>
              <a:defRPr sz="848"/>
            </a:lvl3pPr>
            <a:lvl4pPr marL="969653" indent="0">
              <a:buNone/>
              <a:defRPr sz="707"/>
            </a:lvl4pPr>
            <a:lvl5pPr marL="1292870" indent="0">
              <a:buNone/>
              <a:defRPr sz="707"/>
            </a:lvl5pPr>
            <a:lvl6pPr marL="1616088" indent="0">
              <a:buNone/>
              <a:defRPr sz="707"/>
            </a:lvl6pPr>
            <a:lvl7pPr marL="1939305" indent="0">
              <a:buNone/>
              <a:defRPr sz="707"/>
            </a:lvl7pPr>
            <a:lvl8pPr marL="2262523" indent="0">
              <a:buNone/>
              <a:defRPr sz="707"/>
            </a:lvl8pPr>
            <a:lvl9pPr marL="2585740" indent="0">
              <a:buNone/>
              <a:defRPr sz="707"/>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385B964-7769-15C2-964E-D751E1414AF2}"/>
              </a:ext>
            </a:extLst>
          </p:cNvPr>
          <p:cNvSpPr>
            <a:spLocks noGrp="1"/>
          </p:cNvSpPr>
          <p:nvPr>
            <p:ph type="dt" sz="half" idx="10"/>
          </p:nvPr>
        </p:nvSpPr>
        <p:spPr/>
        <p:txBody>
          <a:bodyPr/>
          <a:lstStyle/>
          <a:p>
            <a:fld id="{680BB936-C79F-4DF8-9DCA-BCEB19EA28F0}" type="datetimeFigureOut">
              <a:rPr lang="fr-FR" smtClean="0"/>
              <a:t>17/11/2025</a:t>
            </a:fld>
            <a:endParaRPr lang="fr-FR"/>
          </a:p>
        </p:txBody>
      </p:sp>
      <p:sp>
        <p:nvSpPr>
          <p:cNvPr id="6" name="Espace réservé du pied de page 5">
            <a:extLst>
              <a:ext uri="{FF2B5EF4-FFF2-40B4-BE49-F238E27FC236}">
                <a16:creationId xmlns:a16="http://schemas.microsoft.com/office/drawing/2014/main" id="{A582B1A3-7E04-1AB9-0777-8E5580F0467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06634E1-C20C-6ED0-1868-7526BA9AFC13}"/>
              </a:ext>
            </a:extLst>
          </p:cNvPr>
          <p:cNvSpPr>
            <a:spLocks noGrp="1"/>
          </p:cNvSpPr>
          <p:nvPr>
            <p:ph type="sldNum" sz="quarter" idx="12"/>
          </p:nvPr>
        </p:nvSpPr>
        <p:spPr/>
        <p:txBody>
          <a:bodyPr/>
          <a:lstStyle/>
          <a:p>
            <a:fld id="{930AD87D-3900-432B-BFDB-B2C93BA63A96}" type="slidenum">
              <a:rPr lang="fr-FR" smtClean="0"/>
              <a:t>‹N°›</a:t>
            </a:fld>
            <a:endParaRPr lang="fr-FR"/>
          </a:p>
        </p:txBody>
      </p:sp>
    </p:spTree>
    <p:extLst>
      <p:ext uri="{BB962C8B-B14F-4D97-AF65-F5344CB8AC3E}">
        <p14:creationId xmlns:p14="http://schemas.microsoft.com/office/powerpoint/2010/main" val="3897151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8F76E0-CC9B-341A-EF67-C34DE4844E08}"/>
              </a:ext>
            </a:extLst>
          </p:cNvPr>
          <p:cNvSpPr>
            <a:spLocks noGrp="1"/>
          </p:cNvSpPr>
          <p:nvPr>
            <p:ph type="title"/>
          </p:nvPr>
        </p:nvSpPr>
        <p:spPr>
          <a:xfrm>
            <a:off x="1259682" y="685695"/>
            <a:ext cx="5898356" cy="2399930"/>
          </a:xfrm>
        </p:spPr>
        <p:txBody>
          <a:bodyPr anchor="b"/>
          <a:lstStyle>
            <a:lvl1pPr>
              <a:defRPr sz="2262"/>
            </a:lvl1pPr>
          </a:lstStyle>
          <a:p>
            <a:r>
              <a:rPr lang="fr-FR"/>
              <a:t>Modifiez le style du titre</a:t>
            </a:r>
          </a:p>
        </p:txBody>
      </p:sp>
      <p:sp>
        <p:nvSpPr>
          <p:cNvPr id="3" name="Espace réservé pour une image  2">
            <a:extLst>
              <a:ext uri="{FF2B5EF4-FFF2-40B4-BE49-F238E27FC236}">
                <a16:creationId xmlns:a16="http://schemas.microsoft.com/office/drawing/2014/main" id="{6F13344A-5EDE-BF40-6703-044FA70F8D86}"/>
              </a:ext>
            </a:extLst>
          </p:cNvPr>
          <p:cNvSpPr>
            <a:spLocks noGrp="1"/>
          </p:cNvSpPr>
          <p:nvPr>
            <p:ph type="pic" idx="1"/>
          </p:nvPr>
        </p:nvSpPr>
        <p:spPr>
          <a:xfrm>
            <a:off x="7774782" y="1480912"/>
            <a:ext cx="9258300" cy="7309310"/>
          </a:xfrm>
        </p:spPr>
        <p:txBody>
          <a:bodyPr/>
          <a:lstStyle>
            <a:lvl1pPr marL="0" indent="0">
              <a:buNone/>
              <a:defRPr sz="2262"/>
            </a:lvl1pPr>
            <a:lvl2pPr marL="323218" indent="0">
              <a:buNone/>
              <a:defRPr sz="1979"/>
            </a:lvl2pPr>
            <a:lvl3pPr marL="646435" indent="0">
              <a:buNone/>
              <a:defRPr sz="1697"/>
            </a:lvl3pPr>
            <a:lvl4pPr marL="969653" indent="0">
              <a:buNone/>
              <a:defRPr sz="1414"/>
            </a:lvl4pPr>
            <a:lvl5pPr marL="1292870" indent="0">
              <a:buNone/>
              <a:defRPr sz="1414"/>
            </a:lvl5pPr>
            <a:lvl6pPr marL="1616088" indent="0">
              <a:buNone/>
              <a:defRPr sz="1414"/>
            </a:lvl6pPr>
            <a:lvl7pPr marL="1939305" indent="0">
              <a:buNone/>
              <a:defRPr sz="1414"/>
            </a:lvl7pPr>
            <a:lvl8pPr marL="2262523" indent="0">
              <a:buNone/>
              <a:defRPr sz="1414"/>
            </a:lvl8pPr>
            <a:lvl9pPr marL="2585740" indent="0">
              <a:buNone/>
              <a:defRPr sz="1414"/>
            </a:lvl9pPr>
          </a:lstStyle>
          <a:p>
            <a:endParaRPr lang="fr-FR"/>
          </a:p>
        </p:txBody>
      </p:sp>
      <p:sp>
        <p:nvSpPr>
          <p:cNvPr id="4" name="Espace réservé du texte 3">
            <a:extLst>
              <a:ext uri="{FF2B5EF4-FFF2-40B4-BE49-F238E27FC236}">
                <a16:creationId xmlns:a16="http://schemas.microsoft.com/office/drawing/2014/main" id="{96EF5F99-3D0B-32D1-FEA0-843770746E5C}"/>
              </a:ext>
            </a:extLst>
          </p:cNvPr>
          <p:cNvSpPr>
            <a:spLocks noGrp="1"/>
          </p:cNvSpPr>
          <p:nvPr>
            <p:ph type="body" sz="half" idx="2"/>
          </p:nvPr>
        </p:nvSpPr>
        <p:spPr>
          <a:xfrm>
            <a:off x="1259682" y="3085625"/>
            <a:ext cx="5898356" cy="5716501"/>
          </a:xfrm>
        </p:spPr>
        <p:txBody>
          <a:bodyPr/>
          <a:lstStyle>
            <a:lvl1pPr marL="0" indent="0">
              <a:buNone/>
              <a:defRPr sz="1131"/>
            </a:lvl1pPr>
            <a:lvl2pPr marL="323218" indent="0">
              <a:buNone/>
              <a:defRPr sz="990"/>
            </a:lvl2pPr>
            <a:lvl3pPr marL="646435" indent="0">
              <a:buNone/>
              <a:defRPr sz="848"/>
            </a:lvl3pPr>
            <a:lvl4pPr marL="969653" indent="0">
              <a:buNone/>
              <a:defRPr sz="707"/>
            </a:lvl4pPr>
            <a:lvl5pPr marL="1292870" indent="0">
              <a:buNone/>
              <a:defRPr sz="707"/>
            </a:lvl5pPr>
            <a:lvl6pPr marL="1616088" indent="0">
              <a:buNone/>
              <a:defRPr sz="707"/>
            </a:lvl6pPr>
            <a:lvl7pPr marL="1939305" indent="0">
              <a:buNone/>
              <a:defRPr sz="707"/>
            </a:lvl7pPr>
            <a:lvl8pPr marL="2262523" indent="0">
              <a:buNone/>
              <a:defRPr sz="707"/>
            </a:lvl8pPr>
            <a:lvl9pPr marL="2585740" indent="0">
              <a:buNone/>
              <a:defRPr sz="707"/>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34AD38F-5C43-8A42-DC7D-960EBA249327}"/>
              </a:ext>
            </a:extLst>
          </p:cNvPr>
          <p:cNvSpPr>
            <a:spLocks noGrp="1"/>
          </p:cNvSpPr>
          <p:nvPr>
            <p:ph type="dt" sz="half" idx="10"/>
          </p:nvPr>
        </p:nvSpPr>
        <p:spPr/>
        <p:txBody>
          <a:bodyPr/>
          <a:lstStyle/>
          <a:p>
            <a:fld id="{680BB936-C79F-4DF8-9DCA-BCEB19EA28F0}" type="datetimeFigureOut">
              <a:rPr lang="fr-FR" smtClean="0"/>
              <a:t>17/11/2025</a:t>
            </a:fld>
            <a:endParaRPr lang="fr-FR"/>
          </a:p>
        </p:txBody>
      </p:sp>
      <p:sp>
        <p:nvSpPr>
          <p:cNvPr id="6" name="Espace réservé du pied de page 5">
            <a:extLst>
              <a:ext uri="{FF2B5EF4-FFF2-40B4-BE49-F238E27FC236}">
                <a16:creationId xmlns:a16="http://schemas.microsoft.com/office/drawing/2014/main" id="{2B8DF316-8822-A14B-AE5C-AADA71516D3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C9DCC2E-532F-43F2-0CF7-93E88AB3E576}"/>
              </a:ext>
            </a:extLst>
          </p:cNvPr>
          <p:cNvSpPr>
            <a:spLocks noGrp="1"/>
          </p:cNvSpPr>
          <p:nvPr>
            <p:ph type="sldNum" sz="quarter" idx="12"/>
          </p:nvPr>
        </p:nvSpPr>
        <p:spPr/>
        <p:txBody>
          <a:bodyPr/>
          <a:lstStyle/>
          <a:p>
            <a:fld id="{930AD87D-3900-432B-BFDB-B2C93BA63A96}" type="slidenum">
              <a:rPr lang="fr-FR" smtClean="0"/>
              <a:t>‹N°›</a:t>
            </a:fld>
            <a:endParaRPr lang="fr-FR"/>
          </a:p>
        </p:txBody>
      </p:sp>
    </p:spTree>
    <p:extLst>
      <p:ext uri="{BB962C8B-B14F-4D97-AF65-F5344CB8AC3E}">
        <p14:creationId xmlns:p14="http://schemas.microsoft.com/office/powerpoint/2010/main" val="3130375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6A5B20-EDBD-945F-421A-CE5CCFEB6B68}"/>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E1A9AC4-F3C9-23F1-AF90-EAB72099FA2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BB1819-CE9D-AEB0-7FE9-7AD7156450B4}"/>
              </a:ext>
            </a:extLst>
          </p:cNvPr>
          <p:cNvSpPr>
            <a:spLocks noGrp="1"/>
          </p:cNvSpPr>
          <p:nvPr>
            <p:ph type="dt" sz="half" idx="10"/>
          </p:nvPr>
        </p:nvSpPr>
        <p:spPr/>
        <p:txBody>
          <a:bodyPr/>
          <a:lstStyle/>
          <a:p>
            <a:fld id="{680BB936-C79F-4DF8-9DCA-BCEB19EA28F0}" type="datetimeFigureOut">
              <a:rPr lang="fr-FR" smtClean="0"/>
              <a:t>17/11/2025</a:t>
            </a:fld>
            <a:endParaRPr lang="fr-FR"/>
          </a:p>
        </p:txBody>
      </p:sp>
      <p:sp>
        <p:nvSpPr>
          <p:cNvPr id="5" name="Espace réservé du pied de page 4">
            <a:extLst>
              <a:ext uri="{FF2B5EF4-FFF2-40B4-BE49-F238E27FC236}">
                <a16:creationId xmlns:a16="http://schemas.microsoft.com/office/drawing/2014/main" id="{D81A8690-CA85-F369-23CF-1501C96CD2B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EB88870-63D0-2C02-31C1-5D45DCC25376}"/>
              </a:ext>
            </a:extLst>
          </p:cNvPr>
          <p:cNvSpPr>
            <a:spLocks noGrp="1"/>
          </p:cNvSpPr>
          <p:nvPr>
            <p:ph type="sldNum" sz="quarter" idx="12"/>
          </p:nvPr>
        </p:nvSpPr>
        <p:spPr/>
        <p:txBody>
          <a:bodyPr/>
          <a:lstStyle/>
          <a:p>
            <a:fld id="{930AD87D-3900-432B-BFDB-B2C93BA63A96}" type="slidenum">
              <a:rPr lang="fr-FR" smtClean="0"/>
              <a:t>‹N°›</a:t>
            </a:fld>
            <a:endParaRPr lang="fr-FR"/>
          </a:p>
        </p:txBody>
      </p:sp>
    </p:spTree>
    <p:extLst>
      <p:ext uri="{BB962C8B-B14F-4D97-AF65-F5344CB8AC3E}">
        <p14:creationId xmlns:p14="http://schemas.microsoft.com/office/powerpoint/2010/main" val="430839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89995D3-0ADA-E2BB-4B2A-70E2852B0363}"/>
              </a:ext>
            </a:extLst>
          </p:cNvPr>
          <p:cNvSpPr>
            <a:spLocks noGrp="1"/>
          </p:cNvSpPr>
          <p:nvPr>
            <p:ph type="title" orient="vert"/>
          </p:nvPr>
        </p:nvSpPr>
        <p:spPr>
          <a:xfrm>
            <a:off x="13087353" y="547605"/>
            <a:ext cx="3943350" cy="8716411"/>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0C369DF-82E0-EC6D-CC68-A54E9C5147EC}"/>
              </a:ext>
            </a:extLst>
          </p:cNvPr>
          <p:cNvSpPr>
            <a:spLocks noGrp="1"/>
          </p:cNvSpPr>
          <p:nvPr>
            <p:ph type="body" orient="vert" idx="1"/>
          </p:nvPr>
        </p:nvSpPr>
        <p:spPr>
          <a:xfrm>
            <a:off x="1257305" y="547605"/>
            <a:ext cx="11601450" cy="871641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754F577-FCFC-55B4-E447-8F52C150CC30}"/>
              </a:ext>
            </a:extLst>
          </p:cNvPr>
          <p:cNvSpPr>
            <a:spLocks noGrp="1"/>
          </p:cNvSpPr>
          <p:nvPr>
            <p:ph type="dt" sz="half" idx="10"/>
          </p:nvPr>
        </p:nvSpPr>
        <p:spPr/>
        <p:txBody>
          <a:bodyPr/>
          <a:lstStyle/>
          <a:p>
            <a:fld id="{680BB936-C79F-4DF8-9DCA-BCEB19EA28F0}" type="datetimeFigureOut">
              <a:rPr lang="fr-FR" smtClean="0"/>
              <a:t>17/11/2025</a:t>
            </a:fld>
            <a:endParaRPr lang="fr-FR"/>
          </a:p>
        </p:txBody>
      </p:sp>
      <p:sp>
        <p:nvSpPr>
          <p:cNvPr id="5" name="Espace réservé du pied de page 4">
            <a:extLst>
              <a:ext uri="{FF2B5EF4-FFF2-40B4-BE49-F238E27FC236}">
                <a16:creationId xmlns:a16="http://schemas.microsoft.com/office/drawing/2014/main" id="{B1157042-B7C8-8784-BCBA-562CEB1B5AC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2DEB94D-60FC-90C7-BDC2-0379DCAE13FC}"/>
              </a:ext>
            </a:extLst>
          </p:cNvPr>
          <p:cNvSpPr>
            <a:spLocks noGrp="1"/>
          </p:cNvSpPr>
          <p:nvPr>
            <p:ph type="sldNum" sz="quarter" idx="12"/>
          </p:nvPr>
        </p:nvSpPr>
        <p:spPr/>
        <p:txBody>
          <a:bodyPr/>
          <a:lstStyle/>
          <a:p>
            <a:fld id="{930AD87D-3900-432B-BFDB-B2C93BA63A96}" type="slidenum">
              <a:rPr lang="fr-FR" smtClean="0"/>
              <a:t>‹N°›</a:t>
            </a:fld>
            <a:endParaRPr lang="fr-FR"/>
          </a:p>
        </p:txBody>
      </p:sp>
    </p:spTree>
    <p:extLst>
      <p:ext uri="{BB962C8B-B14F-4D97-AF65-F5344CB8AC3E}">
        <p14:creationId xmlns:p14="http://schemas.microsoft.com/office/powerpoint/2010/main" val="24027347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 small image">
    <p:bg>
      <p:bgRef idx="1001">
        <a:schemeClr val="bg1"/>
      </p:bgRef>
    </p:bg>
    <p:spTree>
      <p:nvGrpSpPr>
        <p:cNvPr id="1" name=""/>
        <p:cNvGrpSpPr/>
        <p:nvPr/>
      </p:nvGrpSpPr>
      <p:grpSpPr>
        <a:xfrm>
          <a:off x="0" y="0"/>
          <a:ext cx="0" cy="0"/>
          <a:chOff x="0" y="0"/>
          <a:chExt cx="0" cy="0"/>
        </a:xfrm>
      </p:grpSpPr>
      <p:sp>
        <p:nvSpPr>
          <p:cNvPr id="29" name="Forme libre : forme 28">
            <a:extLst>
              <a:ext uri="{FF2B5EF4-FFF2-40B4-BE49-F238E27FC236}">
                <a16:creationId xmlns:a16="http://schemas.microsoft.com/office/drawing/2014/main" id="{8A0199DB-E7D8-5ABB-9212-57476B552BEA}"/>
              </a:ext>
            </a:extLst>
          </p:cNvPr>
          <p:cNvSpPr/>
          <p:nvPr userDrawn="1"/>
        </p:nvSpPr>
        <p:spPr>
          <a:xfrm rot="161556">
            <a:off x="10613559" y="-169364"/>
            <a:ext cx="7895691" cy="10621459"/>
          </a:xfrm>
          <a:custGeom>
            <a:avLst/>
            <a:gdLst>
              <a:gd name="connsiteX0" fmla="*/ 260945 w 5263794"/>
              <a:gd name="connsiteY0" fmla="*/ 220642 h 7082065"/>
              <a:gd name="connsiteX1" fmla="*/ 4952507 w 5263794"/>
              <a:gd name="connsiteY1" fmla="*/ 0 h 7082065"/>
              <a:gd name="connsiteX2" fmla="*/ 5263794 w 5263794"/>
              <a:gd name="connsiteY2" fmla="*/ 6618981 h 7082065"/>
              <a:gd name="connsiteX3" fmla="*/ 5263794 w 5263794"/>
              <a:gd name="connsiteY3" fmla="*/ 6850940 h 7082065"/>
              <a:gd name="connsiteX4" fmla="*/ 349307 w 5263794"/>
              <a:gd name="connsiteY4" fmla="*/ 7082065 h 7082065"/>
              <a:gd name="connsiteX5" fmla="*/ 313616 w 5263794"/>
              <a:gd name="connsiteY5" fmla="*/ 6954002 h 7082065"/>
              <a:gd name="connsiteX6" fmla="*/ 0 w 5263794"/>
              <a:gd name="connsiteY6" fmla="*/ 3470255 h 7082065"/>
              <a:gd name="connsiteX7" fmla="*/ 245816 w 5263794"/>
              <a:gd name="connsiteY7" fmla="*/ 293488 h 7082065"/>
              <a:gd name="connsiteX8" fmla="*/ 260945 w 5263794"/>
              <a:gd name="connsiteY8" fmla="*/ 220642 h 708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3794" h="7082065">
                <a:moveTo>
                  <a:pt x="260945" y="220642"/>
                </a:moveTo>
                <a:lnTo>
                  <a:pt x="4952507" y="0"/>
                </a:lnTo>
                <a:lnTo>
                  <a:pt x="5263794" y="6618981"/>
                </a:lnTo>
                <a:lnTo>
                  <a:pt x="5263794" y="6850940"/>
                </a:lnTo>
                <a:lnTo>
                  <a:pt x="349307" y="7082065"/>
                </a:lnTo>
                <a:lnTo>
                  <a:pt x="313616" y="6954002"/>
                </a:lnTo>
                <a:cubicBezTo>
                  <a:pt x="124403" y="6199005"/>
                  <a:pt x="0" y="4920436"/>
                  <a:pt x="0" y="3470255"/>
                </a:cubicBezTo>
                <a:cubicBezTo>
                  <a:pt x="0" y="2201347"/>
                  <a:pt x="95246" y="1063829"/>
                  <a:pt x="245816" y="293488"/>
                </a:cubicBezTo>
                <a:lnTo>
                  <a:pt x="260945" y="220642"/>
                </a:lnTo>
                <a:close/>
              </a:path>
            </a:pathLst>
          </a:custGeom>
          <a:gradFill flip="none" rotWithShape="1">
            <a:gsLst>
              <a:gs pos="0">
                <a:schemeClr val="accent2">
                  <a:lumMod val="67000"/>
                </a:schemeClr>
              </a:gs>
              <a:gs pos="22000">
                <a:schemeClr val="tx2"/>
              </a:gs>
              <a:gs pos="89000">
                <a:schemeClr val="bg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fr-FR" sz="2700" err="1"/>
          </a:p>
        </p:txBody>
      </p:sp>
      <p:pic>
        <p:nvPicPr>
          <p:cNvPr id="3" name="Picture 2" descr="Logo, company name&#10;&#10;Description automatically generated">
            <a:extLst>
              <a:ext uri="{FF2B5EF4-FFF2-40B4-BE49-F238E27FC236}">
                <a16:creationId xmlns:a16="http://schemas.microsoft.com/office/drawing/2014/main" id="{2977D7CD-E5A3-B124-49DC-1F0AB00A935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7281" y="1036518"/>
            <a:ext cx="4930016" cy="1013458"/>
          </a:xfrm>
          <a:prstGeom prst="rect">
            <a:avLst/>
          </a:prstGeom>
        </p:spPr>
      </p:pic>
      <p:pic>
        <p:nvPicPr>
          <p:cNvPr id="27" name="Graphique 26">
            <a:extLst>
              <a:ext uri="{FF2B5EF4-FFF2-40B4-BE49-F238E27FC236}">
                <a16:creationId xmlns:a16="http://schemas.microsoft.com/office/drawing/2014/main" id="{617688A8-008D-8D72-81DD-775C18FBC12D}"/>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8862" t="-3712" r="47539" b="61920"/>
          <a:stretch/>
        </p:blipFill>
        <p:spPr>
          <a:xfrm flipH="1" flipV="1">
            <a:off x="-1" y="3362694"/>
            <a:ext cx="6680330" cy="6671265"/>
          </a:xfrm>
          <a:prstGeom prst="rect">
            <a:avLst/>
          </a:prstGeom>
        </p:spPr>
      </p:pic>
      <p:cxnSp>
        <p:nvCxnSpPr>
          <p:cNvPr id="16" name="Connecteur droit 15">
            <a:extLst>
              <a:ext uri="{FF2B5EF4-FFF2-40B4-BE49-F238E27FC236}">
                <a16:creationId xmlns:a16="http://schemas.microsoft.com/office/drawing/2014/main" id="{92BCF3E4-F819-8E52-849F-274EB8289FA7}"/>
              </a:ext>
            </a:extLst>
          </p:cNvPr>
          <p:cNvCxnSpPr>
            <a:cxnSpLocks/>
          </p:cNvCxnSpPr>
          <p:nvPr userDrawn="1"/>
        </p:nvCxnSpPr>
        <p:spPr>
          <a:xfrm>
            <a:off x="933164" y="6314972"/>
            <a:ext cx="593883" cy="0"/>
          </a:xfrm>
          <a:prstGeom prst="line">
            <a:avLst/>
          </a:prstGeom>
          <a:ln w="50800"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30" name="Espace réservé du texte 41">
            <a:extLst>
              <a:ext uri="{FF2B5EF4-FFF2-40B4-BE49-F238E27FC236}">
                <a16:creationId xmlns:a16="http://schemas.microsoft.com/office/drawing/2014/main" id="{BA71B36A-617B-4455-BAF9-D56BC8506149}"/>
              </a:ext>
            </a:extLst>
          </p:cNvPr>
          <p:cNvSpPr>
            <a:spLocks noGrp="1"/>
          </p:cNvSpPr>
          <p:nvPr>
            <p:ph type="body" sz="quarter" idx="10" hasCustomPrompt="1"/>
          </p:nvPr>
        </p:nvSpPr>
        <p:spPr>
          <a:xfrm>
            <a:off x="869156" y="6550191"/>
            <a:ext cx="9402353" cy="711928"/>
          </a:xfrm>
          <a:effectLst/>
        </p:spPr>
        <p:txBody>
          <a:bodyPr>
            <a:noAutofit/>
          </a:bodyPr>
          <a:lstStyle>
            <a:lvl1pPr marL="0" indent="0">
              <a:buNone/>
              <a:defRPr sz="2400" b="0" i="0" u="none" strike="noStrike" cap="all" baseline="0">
                <a:solidFill>
                  <a:schemeClr val="accent1">
                    <a:lumMod val="100000"/>
                  </a:schemeClr>
                </a:solidFill>
                <a:latin typeface="Segoe UI Semilight" panose="020B0402040204020203" pitchFamily="34" charset="0"/>
              </a:defRPr>
            </a:lvl1pPr>
            <a:lvl2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2pPr>
            <a:lvl3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3pPr>
            <a:lvl4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4pPr>
            <a:lvl5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5pPr>
            <a:lvl6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6pPr>
            <a:lvl7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7pPr>
            <a:lvl8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8pPr>
            <a:lvl9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9pPr>
          </a:lstStyle>
          <a:p>
            <a:pPr lvl="0"/>
            <a:r>
              <a:rPr lang="fr-FR"/>
              <a:t>DATE</a:t>
            </a:r>
          </a:p>
        </p:txBody>
      </p:sp>
      <p:sp>
        <p:nvSpPr>
          <p:cNvPr id="20" name="Espace réservé pour une image  19">
            <a:extLst>
              <a:ext uri="{FF2B5EF4-FFF2-40B4-BE49-F238E27FC236}">
                <a16:creationId xmlns:a16="http://schemas.microsoft.com/office/drawing/2014/main" id="{26093B41-00FF-637E-5BA9-292E15C16A79}"/>
              </a:ext>
            </a:extLst>
          </p:cNvPr>
          <p:cNvSpPr>
            <a:spLocks noGrp="1"/>
          </p:cNvSpPr>
          <p:nvPr>
            <p:ph type="pic" sz="quarter" idx="15"/>
          </p:nvPr>
        </p:nvSpPr>
        <p:spPr>
          <a:xfrm>
            <a:off x="10844784" y="2"/>
            <a:ext cx="7443216" cy="10285414"/>
          </a:xfrm>
          <a:custGeom>
            <a:avLst/>
            <a:gdLst>
              <a:gd name="connsiteX0" fmla="*/ 336026 w 4962144"/>
              <a:gd name="connsiteY0" fmla="*/ 0 h 6858001"/>
              <a:gd name="connsiteX1" fmla="*/ 1005095 w 4962144"/>
              <a:gd name="connsiteY1" fmla="*/ 0 h 6858001"/>
              <a:gd name="connsiteX2" fmla="*/ 1005095 w 4962144"/>
              <a:gd name="connsiteY2" fmla="*/ 1 h 6858001"/>
              <a:gd name="connsiteX3" fmla="*/ 4962144 w 4962144"/>
              <a:gd name="connsiteY3" fmla="*/ 1 h 6858001"/>
              <a:gd name="connsiteX4" fmla="*/ 4962144 w 4962144"/>
              <a:gd name="connsiteY4" fmla="*/ 6858001 h 6858001"/>
              <a:gd name="connsiteX5" fmla="*/ 1005095 w 4962144"/>
              <a:gd name="connsiteY5" fmla="*/ 6858001 h 6858001"/>
              <a:gd name="connsiteX6" fmla="*/ 336026 w 4962144"/>
              <a:gd name="connsiteY6" fmla="*/ 6858001 h 6858001"/>
              <a:gd name="connsiteX7" fmla="*/ 295644 w 4962144"/>
              <a:gd name="connsiteY7" fmla="*/ 6713106 h 6858001"/>
              <a:gd name="connsiteX8" fmla="*/ 0 w 4962144"/>
              <a:gd name="connsiteY8" fmla="*/ 3429001 h 6858001"/>
              <a:gd name="connsiteX9" fmla="*/ 295644 w 4962144"/>
              <a:gd name="connsiteY9" fmla="*/ 14489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2144" h="6858001">
                <a:moveTo>
                  <a:pt x="336026" y="0"/>
                </a:moveTo>
                <a:lnTo>
                  <a:pt x="1005095" y="0"/>
                </a:lnTo>
                <a:lnTo>
                  <a:pt x="1005095" y="1"/>
                </a:lnTo>
                <a:lnTo>
                  <a:pt x="4962144" y="1"/>
                </a:lnTo>
                <a:lnTo>
                  <a:pt x="4962144" y="6858001"/>
                </a:lnTo>
                <a:lnTo>
                  <a:pt x="1005095" y="6858001"/>
                </a:lnTo>
                <a:lnTo>
                  <a:pt x="336026" y="6858001"/>
                </a:lnTo>
                <a:lnTo>
                  <a:pt x="295644" y="6713106"/>
                </a:lnTo>
                <a:cubicBezTo>
                  <a:pt x="117274" y="6001376"/>
                  <a:pt x="0" y="4796077"/>
                  <a:pt x="0" y="3429001"/>
                </a:cubicBezTo>
                <a:cubicBezTo>
                  <a:pt x="0" y="2061926"/>
                  <a:pt x="117274" y="856626"/>
                  <a:pt x="295644" y="144896"/>
                </a:cubicBezTo>
                <a:close/>
              </a:path>
            </a:pathLst>
          </a:custGeom>
          <a:solidFill>
            <a:schemeClr val="accent3"/>
          </a:solidFill>
        </p:spPr>
        <p:txBody>
          <a:bodyPr wrap="square">
            <a:noAutofit/>
          </a:bodyPr>
          <a:lstStyle>
            <a:lvl1pPr>
              <a:defRPr>
                <a:noFill/>
              </a:defRPr>
            </a:lvl1pPr>
          </a:lstStyle>
          <a:p>
            <a:endParaRPr lang="fr-FR"/>
          </a:p>
        </p:txBody>
      </p:sp>
      <p:sp>
        <p:nvSpPr>
          <p:cNvPr id="4" name="Espace réservé du texte 3">
            <a:extLst>
              <a:ext uri="{FF2B5EF4-FFF2-40B4-BE49-F238E27FC236}">
                <a16:creationId xmlns:a16="http://schemas.microsoft.com/office/drawing/2014/main" id="{1D93F96C-1536-20A5-19A2-1E72116958FC}"/>
              </a:ext>
            </a:extLst>
          </p:cNvPr>
          <p:cNvSpPr>
            <a:spLocks noGrp="1"/>
          </p:cNvSpPr>
          <p:nvPr>
            <p:ph type="body" sz="quarter" idx="16" hasCustomPrompt="1"/>
          </p:nvPr>
        </p:nvSpPr>
        <p:spPr>
          <a:xfrm>
            <a:off x="615952" y="3083083"/>
            <a:ext cx="9655556" cy="3068957"/>
          </a:xfrm>
        </p:spPr>
        <p:txBody>
          <a:bodyPr anchor="b"/>
          <a:lstStyle>
            <a:lvl1pPr>
              <a:lnSpc>
                <a:spcPct val="90000"/>
              </a:lnSpc>
              <a:spcAft>
                <a:spcPts val="0"/>
              </a:spcAft>
              <a:defRPr sz="7199" cap="all" baseline="0">
                <a:latin typeface="+mj-lt"/>
              </a:defRPr>
            </a:lvl1pPr>
            <a:lvl2pPr>
              <a:lnSpc>
                <a:spcPct val="90000"/>
              </a:lnSpc>
              <a:spcAft>
                <a:spcPts val="0"/>
              </a:spcAft>
              <a:defRPr sz="3600">
                <a:latin typeface="+mj-lt"/>
              </a:defRPr>
            </a:lvl2pPr>
          </a:lstStyle>
          <a:p>
            <a:pPr lvl="0"/>
            <a:r>
              <a:rPr lang="fr-FR"/>
              <a:t>Click to </a:t>
            </a:r>
            <a:r>
              <a:rPr lang="fr-FR" err="1"/>
              <a:t>add</a:t>
            </a:r>
            <a:r>
              <a:rPr lang="fr-FR"/>
              <a:t> </a:t>
            </a:r>
            <a:r>
              <a:rPr lang="fr-FR" err="1"/>
              <a:t>title</a:t>
            </a:r>
            <a:endParaRPr lang="fr-FR"/>
          </a:p>
          <a:p>
            <a:pPr lvl="1"/>
            <a:r>
              <a:rPr lang="fr-FR"/>
              <a:t>Deuxième niveau</a:t>
            </a:r>
          </a:p>
        </p:txBody>
      </p:sp>
    </p:spTree>
    <p:custDataLst>
      <p:tags r:id="rId1"/>
    </p:custDataLst>
    <p:extLst>
      <p:ext uri="{BB962C8B-B14F-4D97-AF65-F5344CB8AC3E}">
        <p14:creationId xmlns:p14="http://schemas.microsoft.com/office/powerpoint/2010/main" val="88843895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 main option">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0AF3D92D-1CBB-2AF6-443B-A1D637F520F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rot="10800000">
            <a:off x="-5529" y="1251329"/>
            <a:ext cx="8280530" cy="6671265"/>
          </a:xfrm>
          <a:prstGeom prst="rect">
            <a:avLst/>
          </a:prstGeom>
        </p:spPr>
      </p:pic>
      <p:sp>
        <p:nvSpPr>
          <p:cNvPr id="549" name="Ellipse 46">
            <a:extLst>
              <a:ext uri="{FF2B5EF4-FFF2-40B4-BE49-F238E27FC236}">
                <a16:creationId xmlns:a16="http://schemas.microsoft.com/office/drawing/2014/main" id="{5332DB2D-CD79-4B23-8B8E-4E378F9D3DDB}"/>
              </a:ext>
            </a:extLst>
          </p:cNvPr>
          <p:cNvSpPr/>
          <p:nvPr/>
        </p:nvSpPr>
        <p:spPr>
          <a:xfrm>
            <a:off x="2353757" y="1970867"/>
            <a:ext cx="500985" cy="5984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73808" indent="-273808" algn="l">
              <a:buClr>
                <a:schemeClr val="accent4"/>
              </a:buClr>
              <a:buFont typeface="Arial" panose="020B0604020202020204" pitchFamily="34" charset="0"/>
              <a:buChar char="•"/>
            </a:pPr>
            <a:endParaRPr lang="fr-FR" sz="1800">
              <a:solidFill>
                <a:schemeClr val="accent1"/>
              </a:solidFill>
            </a:endParaRPr>
          </a:p>
        </p:txBody>
      </p:sp>
      <p:sp>
        <p:nvSpPr>
          <p:cNvPr id="552" name="Ellipse 23">
            <a:extLst>
              <a:ext uri="{FF2B5EF4-FFF2-40B4-BE49-F238E27FC236}">
                <a16:creationId xmlns:a16="http://schemas.microsoft.com/office/drawing/2014/main" id="{CE645A3E-A9A1-43F9-83FD-CE77066C2A1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553" name="Groupe 14">
            <a:extLst>
              <a:ext uri="{FF2B5EF4-FFF2-40B4-BE49-F238E27FC236}">
                <a16:creationId xmlns:a16="http://schemas.microsoft.com/office/drawing/2014/main" id="{B1C20C3B-5DC6-4C0C-BE94-D5455204C716}"/>
              </a:ext>
            </a:extLst>
          </p:cNvPr>
          <p:cNvGrpSpPr/>
          <p:nvPr userDrawn="1"/>
        </p:nvGrpSpPr>
        <p:grpSpPr>
          <a:xfrm>
            <a:off x="438240" y="9762428"/>
            <a:ext cx="1348263" cy="268484"/>
            <a:chOff x="7804375" y="14663327"/>
            <a:chExt cx="7400924" cy="1473993"/>
          </a:xfrm>
          <a:solidFill>
            <a:schemeClr val="accent2"/>
          </a:solidFill>
        </p:grpSpPr>
        <p:grpSp>
          <p:nvGrpSpPr>
            <p:cNvPr id="554" name="Graphique 37">
              <a:extLst>
                <a:ext uri="{FF2B5EF4-FFF2-40B4-BE49-F238E27FC236}">
                  <a16:creationId xmlns:a16="http://schemas.microsoft.com/office/drawing/2014/main" id="{F8E1BB82-EA10-46E4-99A1-B377D15EB46E}"/>
                </a:ext>
              </a:extLst>
            </p:cNvPr>
            <p:cNvGrpSpPr/>
            <p:nvPr/>
          </p:nvGrpSpPr>
          <p:grpSpPr>
            <a:xfrm>
              <a:off x="7804375" y="14663327"/>
              <a:ext cx="2394966" cy="1473326"/>
              <a:chOff x="7804375" y="14663327"/>
              <a:chExt cx="2394966" cy="1473326"/>
            </a:xfrm>
            <a:grpFill/>
          </p:grpSpPr>
          <p:sp>
            <p:nvSpPr>
              <p:cNvPr id="556" name="Forme libre : forme 24">
                <a:extLst>
                  <a:ext uri="{FF2B5EF4-FFF2-40B4-BE49-F238E27FC236}">
                    <a16:creationId xmlns:a16="http://schemas.microsoft.com/office/drawing/2014/main" id="{B2DC262E-8308-4169-8734-03FBB8115869}"/>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557" name="Forme libre : forme 25">
                <a:extLst>
                  <a:ext uri="{FF2B5EF4-FFF2-40B4-BE49-F238E27FC236}">
                    <a16:creationId xmlns:a16="http://schemas.microsoft.com/office/drawing/2014/main" id="{A9B65857-E05E-4962-9013-6FCE00A1BC27}"/>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558" name="Forme libre : forme 26">
                <a:extLst>
                  <a:ext uri="{FF2B5EF4-FFF2-40B4-BE49-F238E27FC236}">
                    <a16:creationId xmlns:a16="http://schemas.microsoft.com/office/drawing/2014/main" id="{742FA224-66DF-46D9-844A-F2A94C6F36B6}"/>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555" name="Forme libre : forme 16">
              <a:extLst>
                <a:ext uri="{FF2B5EF4-FFF2-40B4-BE49-F238E27FC236}">
                  <a16:creationId xmlns:a16="http://schemas.microsoft.com/office/drawing/2014/main" id="{E7B6B7CA-3DE0-4C36-9EE5-E961269BC7F5}"/>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559" name="Espace réservé du pied de page 10">
            <a:extLst>
              <a:ext uri="{FF2B5EF4-FFF2-40B4-BE49-F238E27FC236}">
                <a16:creationId xmlns:a16="http://schemas.microsoft.com/office/drawing/2014/main" id="{49B5F393-E291-45C3-8436-AEA105CC29D6}"/>
              </a:ext>
            </a:extLst>
          </p:cNvPr>
          <p:cNvSpPr>
            <a:spLocks noGrp="1"/>
          </p:cNvSpPr>
          <p:nvPr>
            <p:ph type="ftr" sz="quarter" idx="17"/>
          </p:nvPr>
        </p:nvSpPr>
        <p:spPr>
          <a:xfrm>
            <a:off x="2353757" y="9822747"/>
            <a:ext cx="1902039" cy="253876"/>
          </a:xfrm>
        </p:spPr>
        <p:txBody>
          <a:bodyPr/>
          <a:lstStyle/>
          <a:p>
            <a:pPr>
              <a:spcBef>
                <a:spcPts val="4499"/>
              </a:spcBef>
            </a:pPr>
            <a:r>
              <a:rPr lang="fr-FR"/>
              <a:t>BUDGET 2024 FRANCE</a:t>
            </a:r>
          </a:p>
        </p:txBody>
      </p:sp>
      <p:sp>
        <p:nvSpPr>
          <p:cNvPr id="560" name="Espace réservé du numéro de diapositive 7">
            <a:extLst>
              <a:ext uri="{FF2B5EF4-FFF2-40B4-BE49-F238E27FC236}">
                <a16:creationId xmlns:a16="http://schemas.microsoft.com/office/drawing/2014/main" id="{9B38318A-AF0A-4408-B9E1-57DF9ED0D509}"/>
              </a:ext>
            </a:extLst>
          </p:cNvPr>
          <p:cNvSpPr>
            <a:spLocks noGrp="1"/>
          </p:cNvSpPr>
          <p:nvPr>
            <p:ph type="sldNum" sz="quarter" idx="16"/>
          </p:nvPr>
        </p:nvSpPr>
        <p:spPr>
          <a:xfrm>
            <a:off x="17582755" y="9702572"/>
            <a:ext cx="446282" cy="446213"/>
          </a:xfrm>
        </p:spPr>
        <p:txBody>
          <a:bodyPr/>
          <a:lstStyle/>
          <a:p>
            <a:fld id="{4BF46CD0-FBDC-4232-8F32-5100991AA633}" type="slidenum">
              <a:rPr lang="fr-FR" smtClean="0"/>
              <a:pPr/>
              <a:t>‹N°›</a:t>
            </a:fld>
            <a:endParaRPr lang="fr-FR"/>
          </a:p>
        </p:txBody>
      </p:sp>
      <p:sp>
        <p:nvSpPr>
          <p:cNvPr id="35" name="Freeform: Shape 34">
            <a:extLst>
              <a:ext uri="{FF2B5EF4-FFF2-40B4-BE49-F238E27FC236}">
                <a16:creationId xmlns:a16="http://schemas.microsoft.com/office/drawing/2014/main" id="{B8D8EF7C-A131-44DB-818D-662C3658107E}"/>
              </a:ext>
            </a:extLst>
          </p:cNvPr>
          <p:cNvSpPr/>
          <p:nvPr userDrawn="1"/>
        </p:nvSpPr>
        <p:spPr>
          <a:xfrm>
            <a:off x="11055933" y="1"/>
            <a:ext cx="7516005" cy="3411489"/>
          </a:xfrm>
          <a:custGeom>
            <a:avLst/>
            <a:gdLst>
              <a:gd name="connsiteX0" fmla="*/ 4987279 w 5010670"/>
              <a:gd name="connsiteY0" fmla="*/ 2240091 h 2274677"/>
              <a:gd name="connsiteX1" fmla="*/ 5009612 w 5010670"/>
              <a:gd name="connsiteY1" fmla="*/ 2250520 h 2274677"/>
              <a:gd name="connsiteX2" fmla="*/ 4999210 w 5010670"/>
              <a:gd name="connsiteY2" fmla="*/ 2272853 h 2274677"/>
              <a:gd name="connsiteX3" fmla="*/ 4975885 w 5010670"/>
              <a:gd name="connsiteY3" fmla="*/ 2265078 h 2274677"/>
              <a:gd name="connsiteX4" fmla="*/ 4983928 w 5010670"/>
              <a:gd name="connsiteY4" fmla="*/ 2241754 h 2274677"/>
              <a:gd name="connsiteX5" fmla="*/ 4987279 w 5010670"/>
              <a:gd name="connsiteY5" fmla="*/ 2240091 h 2274677"/>
              <a:gd name="connsiteX6" fmla="*/ 4771285 w 5010670"/>
              <a:gd name="connsiteY6" fmla="*/ 1813537 h 2274677"/>
              <a:gd name="connsiteX7" fmla="*/ 4782850 w 5010670"/>
              <a:gd name="connsiteY7" fmla="*/ 1823514 h 2274677"/>
              <a:gd name="connsiteX8" fmla="*/ 4773735 w 5010670"/>
              <a:gd name="connsiteY8" fmla="*/ 1850324 h 2274677"/>
              <a:gd name="connsiteX9" fmla="*/ 4774003 w 5010670"/>
              <a:gd name="connsiteY9" fmla="*/ 1850861 h 2274677"/>
              <a:gd name="connsiteX10" fmla="*/ 4748748 w 5010670"/>
              <a:gd name="connsiteY10" fmla="*/ 1842282 h 2274677"/>
              <a:gd name="connsiteX11" fmla="*/ 4756040 w 5010670"/>
              <a:gd name="connsiteY11" fmla="*/ 1814399 h 2274677"/>
              <a:gd name="connsiteX12" fmla="*/ 4771285 w 5010670"/>
              <a:gd name="connsiteY12" fmla="*/ 1813537 h 2274677"/>
              <a:gd name="connsiteX13" fmla="*/ 4461679 w 5010670"/>
              <a:gd name="connsiteY13" fmla="*/ 1764920 h 2274677"/>
              <a:gd name="connsiteX14" fmla="*/ 4472708 w 5010670"/>
              <a:gd name="connsiteY14" fmla="*/ 1773915 h 2274677"/>
              <a:gd name="connsiteX15" fmla="*/ 4465416 w 5010670"/>
              <a:gd name="connsiteY15" fmla="*/ 1801798 h 2274677"/>
              <a:gd name="connsiteX16" fmla="*/ 4440161 w 5010670"/>
              <a:gd name="connsiteY16" fmla="*/ 1793219 h 2274677"/>
              <a:gd name="connsiteX17" fmla="*/ 4447453 w 5010670"/>
              <a:gd name="connsiteY17" fmla="*/ 1765336 h 2274677"/>
              <a:gd name="connsiteX18" fmla="*/ 4461679 w 5010670"/>
              <a:gd name="connsiteY18" fmla="*/ 1764920 h 2274677"/>
              <a:gd name="connsiteX19" fmla="*/ 859317 w 5010670"/>
              <a:gd name="connsiteY19" fmla="*/ 1474632 h 2274677"/>
              <a:gd name="connsiteX20" fmla="*/ 865054 w 5010670"/>
              <a:gd name="connsiteY20" fmla="*/ 1476590 h 2274677"/>
              <a:gd name="connsiteX21" fmla="*/ 862909 w 5010670"/>
              <a:gd name="connsiteY21" fmla="*/ 1482488 h 2274677"/>
              <a:gd name="connsiteX22" fmla="*/ 857279 w 5010670"/>
              <a:gd name="connsiteY22" fmla="*/ 1480343 h 2274677"/>
              <a:gd name="connsiteX23" fmla="*/ 857118 w 5010670"/>
              <a:gd name="connsiteY23" fmla="*/ 1480021 h 2274677"/>
              <a:gd name="connsiteX24" fmla="*/ 859156 w 5010670"/>
              <a:gd name="connsiteY24" fmla="*/ 1474713 h 2274677"/>
              <a:gd name="connsiteX25" fmla="*/ 859317 w 5010670"/>
              <a:gd name="connsiteY25" fmla="*/ 1474632 h 2274677"/>
              <a:gd name="connsiteX26" fmla="*/ 4821378 w 5010670"/>
              <a:gd name="connsiteY26" fmla="*/ 1471300 h 2274677"/>
              <a:gd name="connsiteX27" fmla="*/ 4821378 w 5010670"/>
              <a:gd name="connsiteY27" fmla="*/ 1511570 h 2274677"/>
              <a:gd name="connsiteX28" fmla="*/ 4812610 w 5010670"/>
              <a:gd name="connsiteY28" fmla="*/ 1503936 h 2274677"/>
              <a:gd name="connsiteX29" fmla="*/ 4811176 w 5010670"/>
              <a:gd name="connsiteY29" fmla="*/ 1483017 h 2274677"/>
              <a:gd name="connsiteX30" fmla="*/ 4537419 w 5010670"/>
              <a:gd name="connsiteY30" fmla="*/ 1419678 h 2274677"/>
              <a:gd name="connsiteX31" fmla="*/ 4550673 w 5010670"/>
              <a:gd name="connsiteY31" fmla="*/ 1431280 h 2274677"/>
              <a:gd name="connsiteX32" fmla="*/ 4540217 w 5010670"/>
              <a:gd name="connsiteY32" fmla="*/ 1462380 h 2274677"/>
              <a:gd name="connsiteX33" fmla="*/ 4509117 w 5010670"/>
              <a:gd name="connsiteY33" fmla="*/ 1451924 h 2274677"/>
              <a:gd name="connsiteX34" fmla="*/ 4519841 w 5010670"/>
              <a:gd name="connsiteY34" fmla="*/ 1420824 h 2274677"/>
              <a:gd name="connsiteX35" fmla="*/ 4537419 w 5010670"/>
              <a:gd name="connsiteY35" fmla="*/ 1419678 h 2274677"/>
              <a:gd name="connsiteX36" fmla="*/ 3911028 w 5010670"/>
              <a:gd name="connsiteY36" fmla="*/ 1415587 h 2274677"/>
              <a:gd name="connsiteX37" fmla="*/ 3921380 w 5010670"/>
              <a:gd name="connsiteY37" fmla="*/ 1423747 h 2274677"/>
              <a:gd name="connsiteX38" fmla="*/ 3915268 w 5010670"/>
              <a:gd name="connsiteY38" fmla="*/ 1451120 h 2274677"/>
              <a:gd name="connsiteX39" fmla="*/ 3911434 w 5010670"/>
              <a:gd name="connsiteY39" fmla="*/ 1453024 h 2274677"/>
              <a:gd name="connsiteX40" fmla="*/ 3885991 w 5010670"/>
              <a:gd name="connsiteY40" fmla="*/ 1441174 h 2274677"/>
              <a:gd name="connsiteX41" fmla="*/ 3897841 w 5010670"/>
              <a:gd name="connsiteY41" fmla="*/ 1415731 h 2274677"/>
              <a:gd name="connsiteX42" fmla="*/ 3911028 w 5010670"/>
              <a:gd name="connsiteY42" fmla="*/ 1415587 h 2274677"/>
              <a:gd name="connsiteX43" fmla="*/ 4223580 w 5010670"/>
              <a:gd name="connsiteY43" fmla="*/ 1407024 h 2274677"/>
              <a:gd name="connsiteX44" fmla="*/ 4232702 w 5010670"/>
              <a:gd name="connsiteY44" fmla="*/ 1414926 h 2274677"/>
              <a:gd name="connsiteX45" fmla="*/ 4232943 w 5010670"/>
              <a:gd name="connsiteY45" fmla="*/ 1415436 h 2274677"/>
              <a:gd name="connsiteX46" fmla="*/ 4225463 w 5010670"/>
              <a:gd name="connsiteY46" fmla="*/ 1436106 h 2274677"/>
              <a:gd name="connsiteX47" fmla="*/ 4225061 w 5010670"/>
              <a:gd name="connsiteY47" fmla="*/ 1436294 h 2274677"/>
              <a:gd name="connsiteX48" fmla="*/ 4204283 w 5010670"/>
              <a:gd name="connsiteY48" fmla="*/ 1429136 h 2274677"/>
              <a:gd name="connsiteX49" fmla="*/ 4204122 w 5010670"/>
              <a:gd name="connsiteY49" fmla="*/ 1428787 h 2274677"/>
              <a:gd name="connsiteX50" fmla="*/ 4211522 w 5010670"/>
              <a:gd name="connsiteY50" fmla="*/ 1407688 h 2274677"/>
              <a:gd name="connsiteX51" fmla="*/ 4223580 w 5010670"/>
              <a:gd name="connsiteY51" fmla="*/ 1407024 h 2274677"/>
              <a:gd name="connsiteX52" fmla="*/ 15836 w 5010670"/>
              <a:gd name="connsiteY52" fmla="*/ 1399373 h 2274677"/>
              <a:gd name="connsiteX53" fmla="*/ 22137 w 5010670"/>
              <a:gd name="connsiteY53" fmla="*/ 1405542 h 2274677"/>
              <a:gd name="connsiteX54" fmla="*/ 22229 w 5010670"/>
              <a:gd name="connsiteY54" fmla="*/ 1405730 h 2274677"/>
              <a:gd name="connsiteX55" fmla="*/ 16775 w 5010670"/>
              <a:gd name="connsiteY55" fmla="*/ 1421092 h 2274677"/>
              <a:gd name="connsiteX56" fmla="*/ 16427 w 5010670"/>
              <a:gd name="connsiteY56" fmla="*/ 1421253 h 2274677"/>
              <a:gd name="connsiteX57" fmla="*/ 1493 w 5010670"/>
              <a:gd name="connsiteY57" fmla="*/ 1415730 h 2274677"/>
              <a:gd name="connsiteX58" fmla="*/ 925 w 5010670"/>
              <a:gd name="connsiteY58" fmla="*/ 1414577 h 2274677"/>
              <a:gd name="connsiteX59" fmla="*/ 7014 w 5010670"/>
              <a:gd name="connsiteY59" fmla="*/ 1399457 h 2274677"/>
              <a:gd name="connsiteX60" fmla="*/ 15836 w 5010670"/>
              <a:gd name="connsiteY60" fmla="*/ 1399373 h 2274677"/>
              <a:gd name="connsiteX61" fmla="*/ 1079269 w 5010670"/>
              <a:gd name="connsiteY61" fmla="*/ 1252993 h 2274677"/>
              <a:gd name="connsiteX62" fmla="*/ 1084899 w 5010670"/>
              <a:gd name="connsiteY62" fmla="*/ 1255137 h 2274677"/>
              <a:gd name="connsiteX63" fmla="*/ 1085060 w 5010670"/>
              <a:gd name="connsiteY63" fmla="*/ 1255459 h 2274677"/>
              <a:gd name="connsiteX64" fmla="*/ 1083022 w 5010670"/>
              <a:gd name="connsiteY64" fmla="*/ 1260768 h 2274677"/>
              <a:gd name="connsiteX65" fmla="*/ 1082862 w 5010670"/>
              <a:gd name="connsiteY65" fmla="*/ 1260848 h 2274677"/>
              <a:gd name="connsiteX66" fmla="*/ 1077125 w 5010670"/>
              <a:gd name="connsiteY66" fmla="*/ 1258891 h 2274677"/>
              <a:gd name="connsiteX67" fmla="*/ 1079269 w 5010670"/>
              <a:gd name="connsiteY67" fmla="*/ 1252993 h 2274677"/>
              <a:gd name="connsiteX68" fmla="*/ 2266968 w 5010670"/>
              <a:gd name="connsiteY68" fmla="*/ 1230204 h 2274677"/>
              <a:gd name="connsiteX69" fmla="*/ 2275547 w 5010670"/>
              <a:gd name="connsiteY69" fmla="*/ 1232885 h 2274677"/>
              <a:gd name="connsiteX70" fmla="*/ 2275601 w 5010670"/>
              <a:gd name="connsiteY70" fmla="*/ 1233019 h 2274677"/>
              <a:gd name="connsiteX71" fmla="*/ 2272598 w 5010670"/>
              <a:gd name="connsiteY71" fmla="*/ 1241196 h 2274677"/>
              <a:gd name="connsiteX72" fmla="*/ 2272089 w 5010670"/>
              <a:gd name="connsiteY72" fmla="*/ 1241464 h 2274677"/>
              <a:gd name="connsiteX73" fmla="*/ 2264287 w 5010670"/>
              <a:gd name="connsiteY73" fmla="*/ 1238515 h 2274677"/>
              <a:gd name="connsiteX74" fmla="*/ 2264287 w 5010670"/>
              <a:gd name="connsiteY74" fmla="*/ 1238488 h 2274677"/>
              <a:gd name="connsiteX75" fmla="*/ 2266968 w 5010670"/>
              <a:gd name="connsiteY75" fmla="*/ 1230204 h 2274677"/>
              <a:gd name="connsiteX76" fmla="*/ 642716 w 5010670"/>
              <a:gd name="connsiteY76" fmla="*/ 1195046 h 2274677"/>
              <a:gd name="connsiteX77" fmla="*/ 650036 w 5010670"/>
              <a:gd name="connsiteY77" fmla="*/ 1201249 h 2274677"/>
              <a:gd name="connsiteX78" fmla="*/ 644405 w 5010670"/>
              <a:gd name="connsiteY78" fmla="*/ 1218139 h 2274677"/>
              <a:gd name="connsiteX79" fmla="*/ 628239 w 5010670"/>
              <a:gd name="connsiteY79" fmla="*/ 1212751 h 2274677"/>
              <a:gd name="connsiteX80" fmla="*/ 633145 w 5010670"/>
              <a:gd name="connsiteY80" fmla="*/ 1195619 h 2274677"/>
              <a:gd name="connsiteX81" fmla="*/ 642716 w 5010670"/>
              <a:gd name="connsiteY81" fmla="*/ 1195046 h 2274677"/>
              <a:gd name="connsiteX82" fmla="*/ 3367328 w 5010670"/>
              <a:gd name="connsiteY82" fmla="*/ 1159371 h 2274677"/>
              <a:gd name="connsiteX83" fmla="*/ 3373994 w 5010670"/>
              <a:gd name="connsiteY83" fmla="*/ 1165457 h 2274677"/>
              <a:gd name="connsiteX84" fmla="*/ 3368337 w 5010670"/>
              <a:gd name="connsiteY84" fmla="*/ 1181141 h 2274677"/>
              <a:gd name="connsiteX85" fmla="*/ 3352787 w 5010670"/>
              <a:gd name="connsiteY85" fmla="*/ 1175779 h 2274677"/>
              <a:gd name="connsiteX86" fmla="*/ 3352653 w 5010670"/>
              <a:gd name="connsiteY86" fmla="*/ 1175484 h 2274677"/>
              <a:gd name="connsiteX87" fmla="*/ 3358310 w 5010670"/>
              <a:gd name="connsiteY87" fmla="*/ 1159800 h 2274677"/>
              <a:gd name="connsiteX88" fmla="*/ 3367328 w 5010670"/>
              <a:gd name="connsiteY88" fmla="*/ 1159371 h 2274677"/>
              <a:gd name="connsiteX89" fmla="*/ 211864 w 5010670"/>
              <a:gd name="connsiteY89" fmla="*/ 1156151 h 2274677"/>
              <a:gd name="connsiteX90" fmla="*/ 218577 w 5010670"/>
              <a:gd name="connsiteY90" fmla="*/ 1161864 h 2274677"/>
              <a:gd name="connsiteX91" fmla="*/ 213563 w 5010670"/>
              <a:gd name="connsiteY91" fmla="*/ 1177388 h 2274677"/>
              <a:gd name="connsiteX92" fmla="*/ 213488 w 5010670"/>
              <a:gd name="connsiteY92" fmla="*/ 1177414 h 2274677"/>
              <a:gd name="connsiteX93" fmla="*/ 198013 w 5010670"/>
              <a:gd name="connsiteY93" fmla="*/ 1172294 h 2274677"/>
              <a:gd name="connsiteX94" fmla="*/ 203070 w 5010670"/>
              <a:gd name="connsiteY94" fmla="*/ 1156851 h 2274677"/>
              <a:gd name="connsiteX95" fmla="*/ 211864 w 5010670"/>
              <a:gd name="connsiteY95" fmla="*/ 1156151 h 2274677"/>
              <a:gd name="connsiteX96" fmla="*/ 3675255 w 5010670"/>
              <a:gd name="connsiteY96" fmla="*/ 1094591 h 2274677"/>
              <a:gd name="connsiteX97" fmla="*/ 3685315 w 5010670"/>
              <a:gd name="connsiteY97" fmla="*/ 1103365 h 2274677"/>
              <a:gd name="connsiteX98" fmla="*/ 3677460 w 5010670"/>
              <a:gd name="connsiteY98" fmla="*/ 1126717 h 2274677"/>
              <a:gd name="connsiteX99" fmla="*/ 3654135 w 5010670"/>
              <a:gd name="connsiteY99" fmla="*/ 1118942 h 2274677"/>
              <a:gd name="connsiteX100" fmla="*/ 3654108 w 5010670"/>
              <a:gd name="connsiteY100" fmla="*/ 1118861 h 2274677"/>
              <a:gd name="connsiteX101" fmla="*/ 3661937 w 5010670"/>
              <a:gd name="connsiteY101" fmla="*/ 1095510 h 2274677"/>
              <a:gd name="connsiteX102" fmla="*/ 3675255 w 5010670"/>
              <a:gd name="connsiteY102" fmla="*/ 1094591 h 2274677"/>
              <a:gd name="connsiteX103" fmla="*/ 2543650 w 5010670"/>
              <a:gd name="connsiteY103" fmla="*/ 1085697 h 2274677"/>
              <a:gd name="connsiteX104" fmla="*/ 2552229 w 5010670"/>
              <a:gd name="connsiteY104" fmla="*/ 1088378 h 2274677"/>
              <a:gd name="connsiteX105" fmla="*/ 2552283 w 5010670"/>
              <a:gd name="connsiteY105" fmla="*/ 1088512 h 2274677"/>
              <a:gd name="connsiteX106" fmla="*/ 2549280 w 5010670"/>
              <a:gd name="connsiteY106" fmla="*/ 1096689 h 2274677"/>
              <a:gd name="connsiteX107" fmla="*/ 2548771 w 5010670"/>
              <a:gd name="connsiteY107" fmla="*/ 1096957 h 2274677"/>
              <a:gd name="connsiteX108" fmla="*/ 2540969 w 5010670"/>
              <a:gd name="connsiteY108" fmla="*/ 1094008 h 2274677"/>
              <a:gd name="connsiteX109" fmla="*/ 2540969 w 5010670"/>
              <a:gd name="connsiteY109" fmla="*/ 1093981 h 2274677"/>
              <a:gd name="connsiteX110" fmla="*/ 2543650 w 5010670"/>
              <a:gd name="connsiteY110" fmla="*/ 1085697 h 2274677"/>
              <a:gd name="connsiteX111" fmla="*/ 4614948 w 5010670"/>
              <a:gd name="connsiteY111" fmla="*/ 1066069 h 2274677"/>
              <a:gd name="connsiteX112" fmla="*/ 4635475 w 5010670"/>
              <a:gd name="connsiteY112" fmla="*/ 1084035 h 2274677"/>
              <a:gd name="connsiteX113" fmla="*/ 4619307 w 5010670"/>
              <a:gd name="connsiteY113" fmla="*/ 1131810 h 2274677"/>
              <a:gd name="connsiteX114" fmla="*/ 4618905 w 5010670"/>
              <a:gd name="connsiteY114" fmla="*/ 1131998 h 2274677"/>
              <a:gd name="connsiteX115" fmla="*/ 4571585 w 5010670"/>
              <a:gd name="connsiteY115" fmla="*/ 1115724 h 2274677"/>
              <a:gd name="connsiteX116" fmla="*/ 4571532 w 5010670"/>
              <a:gd name="connsiteY116" fmla="*/ 1115644 h 2274677"/>
              <a:gd name="connsiteX117" fmla="*/ 4587725 w 5010670"/>
              <a:gd name="connsiteY117" fmla="*/ 1067868 h 2274677"/>
              <a:gd name="connsiteX118" fmla="*/ 4614948 w 5010670"/>
              <a:gd name="connsiteY118" fmla="*/ 1066069 h 2274677"/>
              <a:gd name="connsiteX119" fmla="*/ 3972830 w 5010670"/>
              <a:gd name="connsiteY119" fmla="*/ 1055696 h 2274677"/>
              <a:gd name="connsiteX120" fmla="*/ 4004895 w 5010670"/>
              <a:gd name="connsiteY120" fmla="*/ 1069450 h 2274677"/>
              <a:gd name="connsiteX121" fmla="*/ 3991141 w 5010670"/>
              <a:gd name="connsiteY121" fmla="*/ 1101515 h 2274677"/>
              <a:gd name="connsiteX122" fmla="*/ 3960926 w 5010670"/>
              <a:gd name="connsiteY122" fmla="*/ 1091434 h 2274677"/>
              <a:gd name="connsiteX123" fmla="*/ 3969157 w 5010670"/>
              <a:gd name="connsiteY123" fmla="*/ 1057546 h 2274677"/>
              <a:gd name="connsiteX124" fmla="*/ 3972830 w 5010670"/>
              <a:gd name="connsiteY124" fmla="*/ 1055696 h 2274677"/>
              <a:gd name="connsiteX125" fmla="*/ 4300686 w 5010670"/>
              <a:gd name="connsiteY125" fmla="*/ 1050501 h 2274677"/>
              <a:gd name="connsiteX126" fmla="*/ 4316216 w 5010670"/>
              <a:gd name="connsiteY126" fmla="*/ 1063927 h 2274677"/>
              <a:gd name="connsiteX127" fmla="*/ 4304286 w 5010670"/>
              <a:gd name="connsiteY127" fmla="*/ 1099906 h 2274677"/>
              <a:gd name="connsiteX128" fmla="*/ 4303884 w 5010670"/>
              <a:gd name="connsiteY128" fmla="*/ 1100120 h 2274677"/>
              <a:gd name="connsiteX129" fmla="*/ 4268092 w 5010670"/>
              <a:gd name="connsiteY129" fmla="*/ 1087573 h 2274677"/>
              <a:gd name="connsiteX130" fmla="*/ 4280210 w 5010670"/>
              <a:gd name="connsiteY130" fmla="*/ 1051996 h 2274677"/>
              <a:gd name="connsiteX131" fmla="*/ 4300686 w 5010670"/>
              <a:gd name="connsiteY131" fmla="*/ 1050501 h 2274677"/>
              <a:gd name="connsiteX132" fmla="*/ 1313403 w 5010670"/>
              <a:gd name="connsiteY132" fmla="*/ 1044893 h 2274677"/>
              <a:gd name="connsiteX133" fmla="*/ 1321902 w 5010670"/>
              <a:gd name="connsiteY133" fmla="*/ 1048163 h 2274677"/>
              <a:gd name="connsiteX134" fmla="*/ 1318953 w 5010670"/>
              <a:gd name="connsiteY134" fmla="*/ 1057278 h 2274677"/>
              <a:gd name="connsiteX135" fmla="*/ 1318712 w 5010670"/>
              <a:gd name="connsiteY135" fmla="*/ 1057385 h 2274677"/>
              <a:gd name="connsiteX136" fmla="*/ 1309838 w 5010670"/>
              <a:gd name="connsiteY136" fmla="*/ 1054060 h 2274677"/>
              <a:gd name="connsiteX137" fmla="*/ 1312787 w 5010670"/>
              <a:gd name="connsiteY137" fmla="*/ 1045214 h 2274677"/>
              <a:gd name="connsiteX138" fmla="*/ 1313403 w 5010670"/>
              <a:gd name="connsiteY138" fmla="*/ 1044893 h 2274677"/>
              <a:gd name="connsiteX139" fmla="*/ 865299 w 5010670"/>
              <a:gd name="connsiteY139" fmla="*/ 972434 h 2274677"/>
              <a:gd name="connsiteX140" fmla="*/ 874170 w 5010670"/>
              <a:gd name="connsiteY140" fmla="*/ 980065 h 2274677"/>
              <a:gd name="connsiteX141" fmla="*/ 874196 w 5010670"/>
              <a:gd name="connsiteY141" fmla="*/ 980119 h 2274677"/>
              <a:gd name="connsiteX142" fmla="*/ 867199 w 5010670"/>
              <a:gd name="connsiteY142" fmla="*/ 1000977 h 2274677"/>
              <a:gd name="connsiteX143" fmla="*/ 867199 w 5010670"/>
              <a:gd name="connsiteY143" fmla="*/ 1000173 h 2274677"/>
              <a:gd name="connsiteX144" fmla="*/ 862454 w 5010670"/>
              <a:gd name="connsiteY144" fmla="*/ 1002586 h 2274677"/>
              <a:gd name="connsiteX145" fmla="*/ 843365 w 5010670"/>
              <a:gd name="connsiteY145" fmla="*/ 992451 h 2274677"/>
              <a:gd name="connsiteX146" fmla="*/ 853526 w 5010670"/>
              <a:gd name="connsiteY146" fmla="*/ 973363 h 2274677"/>
              <a:gd name="connsiteX147" fmla="*/ 853633 w 5010670"/>
              <a:gd name="connsiteY147" fmla="*/ 973309 h 2274677"/>
              <a:gd name="connsiteX148" fmla="*/ 865299 w 5010670"/>
              <a:gd name="connsiteY148" fmla="*/ 972434 h 2274677"/>
              <a:gd name="connsiteX149" fmla="*/ 2829557 w 5010670"/>
              <a:gd name="connsiteY149" fmla="*/ 959932 h 2274677"/>
              <a:gd name="connsiteX150" fmla="*/ 2843873 w 5010670"/>
              <a:gd name="connsiteY150" fmla="*/ 964945 h 2274677"/>
              <a:gd name="connsiteX151" fmla="*/ 2838833 w 5010670"/>
              <a:gd name="connsiteY151" fmla="*/ 979262 h 2274677"/>
              <a:gd name="connsiteX152" fmla="*/ 2838565 w 5010670"/>
              <a:gd name="connsiteY152" fmla="*/ 979396 h 2274677"/>
              <a:gd name="connsiteX153" fmla="*/ 2824623 w 5010670"/>
              <a:gd name="connsiteY153" fmla="*/ 974436 h 2274677"/>
              <a:gd name="connsiteX154" fmla="*/ 2824516 w 5010670"/>
              <a:gd name="connsiteY154" fmla="*/ 974222 h 2274677"/>
              <a:gd name="connsiteX155" fmla="*/ 2829557 w 5010670"/>
              <a:gd name="connsiteY155" fmla="*/ 959932 h 2274677"/>
              <a:gd name="connsiteX156" fmla="*/ 2044200 w 5010670"/>
              <a:gd name="connsiteY156" fmla="*/ 956179 h 2274677"/>
              <a:gd name="connsiteX157" fmla="*/ 2053825 w 5010670"/>
              <a:gd name="connsiteY157" fmla="*/ 959691 h 2274677"/>
              <a:gd name="connsiteX158" fmla="*/ 2050608 w 5010670"/>
              <a:gd name="connsiteY158" fmla="*/ 969343 h 2274677"/>
              <a:gd name="connsiteX159" fmla="*/ 2040822 w 5010670"/>
              <a:gd name="connsiteY159" fmla="*/ 965991 h 2274677"/>
              <a:gd name="connsiteX160" fmla="*/ 2044173 w 5010670"/>
              <a:gd name="connsiteY160" fmla="*/ 956206 h 2274677"/>
              <a:gd name="connsiteX161" fmla="*/ 2044200 w 5010670"/>
              <a:gd name="connsiteY161" fmla="*/ 956179 h 2274677"/>
              <a:gd name="connsiteX162" fmla="*/ 411906 w 5010670"/>
              <a:gd name="connsiteY162" fmla="*/ 923441 h 2274677"/>
              <a:gd name="connsiteX163" fmla="*/ 428046 w 5010670"/>
              <a:gd name="connsiteY163" fmla="*/ 931002 h 2274677"/>
              <a:gd name="connsiteX164" fmla="*/ 422416 w 5010670"/>
              <a:gd name="connsiteY164" fmla="*/ 946820 h 2274677"/>
              <a:gd name="connsiteX165" fmla="*/ 422255 w 5010670"/>
              <a:gd name="connsiteY165" fmla="*/ 946900 h 2274677"/>
              <a:gd name="connsiteX166" fmla="*/ 405525 w 5010670"/>
              <a:gd name="connsiteY166" fmla="*/ 941994 h 2274677"/>
              <a:gd name="connsiteX167" fmla="*/ 404345 w 5010670"/>
              <a:gd name="connsiteY167" fmla="*/ 939608 h 2274677"/>
              <a:gd name="connsiteX168" fmla="*/ 411906 w 5010670"/>
              <a:gd name="connsiteY168" fmla="*/ 923441 h 2274677"/>
              <a:gd name="connsiteX169" fmla="*/ 3135780 w 5010670"/>
              <a:gd name="connsiteY169" fmla="*/ 856609 h 2274677"/>
              <a:gd name="connsiteX170" fmla="*/ 3145275 w 5010670"/>
              <a:gd name="connsiteY170" fmla="*/ 864783 h 2274677"/>
              <a:gd name="connsiteX171" fmla="*/ 3138036 w 5010670"/>
              <a:gd name="connsiteY171" fmla="*/ 886767 h 2274677"/>
              <a:gd name="connsiteX172" fmla="*/ 3116051 w 5010670"/>
              <a:gd name="connsiteY172" fmla="*/ 879529 h 2274677"/>
              <a:gd name="connsiteX173" fmla="*/ 3123290 w 5010670"/>
              <a:gd name="connsiteY173" fmla="*/ 857544 h 2274677"/>
              <a:gd name="connsiteX174" fmla="*/ 3135780 w 5010670"/>
              <a:gd name="connsiteY174" fmla="*/ 856609 h 2274677"/>
              <a:gd name="connsiteX175" fmla="*/ 1559711 w 5010670"/>
              <a:gd name="connsiteY175" fmla="*/ 852985 h 2274677"/>
              <a:gd name="connsiteX176" fmla="*/ 1573384 w 5010670"/>
              <a:gd name="connsiteY176" fmla="*/ 857543 h 2274677"/>
              <a:gd name="connsiteX177" fmla="*/ 1568827 w 5010670"/>
              <a:gd name="connsiteY177" fmla="*/ 871216 h 2274677"/>
              <a:gd name="connsiteX178" fmla="*/ 1568719 w 5010670"/>
              <a:gd name="connsiteY178" fmla="*/ 871270 h 2274677"/>
              <a:gd name="connsiteX179" fmla="*/ 1555153 w 5010670"/>
              <a:gd name="connsiteY179" fmla="*/ 866390 h 2274677"/>
              <a:gd name="connsiteX180" fmla="*/ 1555073 w 5010670"/>
              <a:gd name="connsiteY180" fmla="*/ 866229 h 2274677"/>
              <a:gd name="connsiteX181" fmla="*/ 1559711 w 5010670"/>
              <a:gd name="connsiteY181" fmla="*/ 852985 h 2274677"/>
              <a:gd name="connsiteX182" fmla="*/ 2325170 w 5010670"/>
              <a:gd name="connsiteY182" fmla="*/ 802375 h 2274677"/>
              <a:gd name="connsiteX183" fmla="*/ 2331849 w 5010670"/>
              <a:gd name="connsiteY183" fmla="*/ 808213 h 2274677"/>
              <a:gd name="connsiteX184" fmla="*/ 2331876 w 5010670"/>
              <a:gd name="connsiteY184" fmla="*/ 808293 h 2274677"/>
              <a:gd name="connsiteX185" fmla="*/ 2326755 w 5010670"/>
              <a:gd name="connsiteY185" fmla="*/ 823763 h 2274677"/>
              <a:gd name="connsiteX186" fmla="*/ 2313189 w 5010670"/>
              <a:gd name="connsiteY186" fmla="*/ 819232 h 2274677"/>
              <a:gd name="connsiteX187" fmla="*/ 2316299 w 5010670"/>
              <a:gd name="connsiteY187" fmla="*/ 802851 h 2274677"/>
              <a:gd name="connsiteX188" fmla="*/ 2325170 w 5010670"/>
              <a:gd name="connsiteY188" fmla="*/ 802375 h 2274677"/>
              <a:gd name="connsiteX189" fmla="*/ 3443842 w 5010670"/>
              <a:gd name="connsiteY189" fmla="*/ 776429 h 2274677"/>
              <a:gd name="connsiteX190" fmla="*/ 3456865 w 5010670"/>
              <a:gd name="connsiteY190" fmla="*/ 788936 h 2274677"/>
              <a:gd name="connsiteX191" fmla="*/ 3444747 w 5010670"/>
              <a:gd name="connsiteY191" fmla="*/ 820009 h 2274677"/>
              <a:gd name="connsiteX192" fmla="*/ 3442521 w 5010670"/>
              <a:gd name="connsiteY192" fmla="*/ 821135 h 2274677"/>
              <a:gd name="connsiteX193" fmla="*/ 3411448 w 5010670"/>
              <a:gd name="connsiteY193" fmla="*/ 808990 h 2274677"/>
              <a:gd name="connsiteX194" fmla="*/ 3423566 w 5010670"/>
              <a:gd name="connsiteY194" fmla="*/ 777917 h 2274677"/>
              <a:gd name="connsiteX195" fmla="*/ 3425792 w 5010670"/>
              <a:gd name="connsiteY195" fmla="*/ 776791 h 2274677"/>
              <a:gd name="connsiteX196" fmla="*/ 3443842 w 5010670"/>
              <a:gd name="connsiteY196" fmla="*/ 776429 h 2274677"/>
              <a:gd name="connsiteX197" fmla="*/ 1100118 w 5010670"/>
              <a:gd name="connsiteY197" fmla="*/ 763656 h 2274677"/>
              <a:gd name="connsiteX198" fmla="*/ 1111683 w 5010670"/>
              <a:gd name="connsiteY198" fmla="*/ 772849 h 2274677"/>
              <a:gd name="connsiteX199" fmla="*/ 1104203 w 5010670"/>
              <a:gd name="connsiteY199" fmla="*/ 799097 h 2274677"/>
              <a:gd name="connsiteX200" fmla="*/ 1102621 w 5010670"/>
              <a:gd name="connsiteY200" fmla="*/ 799901 h 2274677"/>
              <a:gd name="connsiteX201" fmla="*/ 1077393 w 5010670"/>
              <a:gd name="connsiteY201" fmla="*/ 790517 h 2274677"/>
              <a:gd name="connsiteX202" fmla="*/ 1085436 w 5010670"/>
              <a:gd name="connsiteY202" fmla="*/ 765342 h 2274677"/>
              <a:gd name="connsiteX203" fmla="*/ 1100118 w 5010670"/>
              <a:gd name="connsiteY203" fmla="*/ 763656 h 2274677"/>
              <a:gd name="connsiteX204" fmla="*/ 3752874 w 5010670"/>
              <a:gd name="connsiteY204" fmla="*/ 720440 h 2274677"/>
              <a:gd name="connsiteX205" fmla="*/ 3771270 w 5010670"/>
              <a:gd name="connsiteY205" fmla="*/ 736523 h 2274677"/>
              <a:gd name="connsiteX206" fmla="*/ 3756819 w 5010670"/>
              <a:gd name="connsiteY206" fmla="*/ 779258 h 2274677"/>
              <a:gd name="connsiteX207" fmla="*/ 3756578 w 5010670"/>
              <a:gd name="connsiteY207" fmla="*/ 779392 h 2274677"/>
              <a:gd name="connsiteX208" fmla="*/ 3714191 w 5010670"/>
              <a:gd name="connsiteY208" fmla="*/ 765049 h 2274677"/>
              <a:gd name="connsiteX209" fmla="*/ 3714083 w 5010670"/>
              <a:gd name="connsiteY209" fmla="*/ 764807 h 2274677"/>
              <a:gd name="connsiteX210" fmla="*/ 3728507 w 5010670"/>
              <a:gd name="connsiteY210" fmla="*/ 722072 h 2274677"/>
              <a:gd name="connsiteX211" fmla="*/ 3752874 w 5010670"/>
              <a:gd name="connsiteY211" fmla="*/ 720440 h 2274677"/>
              <a:gd name="connsiteX212" fmla="*/ 4690204 w 5010670"/>
              <a:gd name="connsiteY212" fmla="*/ 719863 h 2274677"/>
              <a:gd name="connsiteX213" fmla="*/ 4714404 w 5010670"/>
              <a:gd name="connsiteY213" fmla="*/ 740839 h 2274677"/>
              <a:gd name="connsiteX214" fmla="*/ 4695717 w 5010670"/>
              <a:gd name="connsiteY214" fmla="*/ 796952 h 2274677"/>
              <a:gd name="connsiteX215" fmla="*/ 4695368 w 5010670"/>
              <a:gd name="connsiteY215" fmla="*/ 797140 h 2274677"/>
              <a:gd name="connsiteX216" fmla="*/ 4639415 w 5010670"/>
              <a:gd name="connsiteY216" fmla="*/ 777917 h 2274677"/>
              <a:gd name="connsiteX217" fmla="*/ 4658263 w 5010670"/>
              <a:gd name="connsiteY217" fmla="*/ 722152 h 2274677"/>
              <a:gd name="connsiteX218" fmla="*/ 4690204 w 5010670"/>
              <a:gd name="connsiteY218" fmla="*/ 719863 h 2274677"/>
              <a:gd name="connsiteX219" fmla="*/ 4064467 w 5010670"/>
              <a:gd name="connsiteY219" fmla="*/ 696958 h 2274677"/>
              <a:gd name="connsiteX220" fmla="*/ 4083261 w 5010670"/>
              <a:gd name="connsiteY220" fmla="*/ 713493 h 2274677"/>
              <a:gd name="connsiteX221" fmla="*/ 4068354 w 5010670"/>
              <a:gd name="connsiteY221" fmla="*/ 757274 h 2274677"/>
              <a:gd name="connsiteX222" fmla="*/ 4024653 w 5010670"/>
              <a:gd name="connsiteY222" fmla="*/ 742528 h 2274677"/>
              <a:gd name="connsiteX223" fmla="*/ 4024573 w 5010670"/>
              <a:gd name="connsiteY223" fmla="*/ 742367 h 2274677"/>
              <a:gd name="connsiteX224" fmla="*/ 4039480 w 5010670"/>
              <a:gd name="connsiteY224" fmla="*/ 698560 h 2274677"/>
              <a:gd name="connsiteX225" fmla="*/ 4064467 w 5010670"/>
              <a:gd name="connsiteY225" fmla="*/ 696958 h 2274677"/>
              <a:gd name="connsiteX226" fmla="*/ 4379653 w 5010670"/>
              <a:gd name="connsiteY226" fmla="*/ 690654 h 2274677"/>
              <a:gd name="connsiteX227" fmla="*/ 4403860 w 5010670"/>
              <a:gd name="connsiteY227" fmla="*/ 711911 h 2274677"/>
              <a:gd name="connsiteX228" fmla="*/ 4384717 w 5010670"/>
              <a:gd name="connsiteY228" fmla="*/ 768266 h 2274677"/>
              <a:gd name="connsiteX229" fmla="*/ 4328415 w 5010670"/>
              <a:gd name="connsiteY229" fmla="*/ 749231 h 2274677"/>
              <a:gd name="connsiteX230" fmla="*/ 4328362 w 5010670"/>
              <a:gd name="connsiteY230" fmla="*/ 749123 h 2274677"/>
              <a:gd name="connsiteX231" fmla="*/ 4347505 w 5010670"/>
              <a:gd name="connsiteY231" fmla="*/ 692741 h 2274677"/>
              <a:gd name="connsiteX232" fmla="*/ 4379653 w 5010670"/>
              <a:gd name="connsiteY232" fmla="*/ 690654 h 2274677"/>
              <a:gd name="connsiteX233" fmla="*/ 1830136 w 5010670"/>
              <a:gd name="connsiteY233" fmla="*/ 676283 h 2274677"/>
              <a:gd name="connsiteX234" fmla="*/ 1838538 w 5010670"/>
              <a:gd name="connsiteY234" fmla="*/ 683813 h 2274677"/>
              <a:gd name="connsiteX235" fmla="*/ 1831836 w 5010670"/>
              <a:gd name="connsiteY235" fmla="*/ 703920 h 2274677"/>
              <a:gd name="connsiteX236" fmla="*/ 1811728 w 5010670"/>
              <a:gd name="connsiteY236" fmla="*/ 697218 h 2274677"/>
              <a:gd name="connsiteX237" fmla="*/ 1818430 w 5010670"/>
              <a:gd name="connsiteY237" fmla="*/ 677110 h 2274677"/>
              <a:gd name="connsiteX238" fmla="*/ 1818860 w 5010670"/>
              <a:gd name="connsiteY238" fmla="*/ 676896 h 2274677"/>
              <a:gd name="connsiteX239" fmla="*/ 1830136 w 5010670"/>
              <a:gd name="connsiteY239" fmla="*/ 676283 h 2274677"/>
              <a:gd name="connsiteX240" fmla="*/ 637094 w 5010670"/>
              <a:gd name="connsiteY240" fmla="*/ 671337 h 2274677"/>
              <a:gd name="connsiteX241" fmla="*/ 681002 w 5010670"/>
              <a:gd name="connsiteY241" fmla="*/ 696815 h 2274677"/>
              <a:gd name="connsiteX242" fmla="*/ 660224 w 5010670"/>
              <a:gd name="connsiteY242" fmla="*/ 758344 h 2274677"/>
              <a:gd name="connsiteX243" fmla="*/ 598694 w 5010670"/>
              <a:gd name="connsiteY243" fmla="*/ 737567 h 2274677"/>
              <a:gd name="connsiteX244" fmla="*/ 619472 w 5010670"/>
              <a:gd name="connsiteY244" fmla="*/ 676037 h 2274677"/>
              <a:gd name="connsiteX245" fmla="*/ 637094 w 5010670"/>
              <a:gd name="connsiteY245" fmla="*/ 671337 h 2274677"/>
              <a:gd name="connsiteX246" fmla="*/ 2610559 w 5010670"/>
              <a:gd name="connsiteY246" fmla="*/ 669420 h 2274677"/>
              <a:gd name="connsiteX247" fmla="*/ 2620059 w 5010670"/>
              <a:gd name="connsiteY247" fmla="*/ 677111 h 2274677"/>
              <a:gd name="connsiteX248" fmla="*/ 2613893 w 5010670"/>
              <a:gd name="connsiteY248" fmla="*/ 700972 h 2274677"/>
              <a:gd name="connsiteX249" fmla="*/ 2613866 w 5010670"/>
              <a:gd name="connsiteY249" fmla="*/ 700999 h 2274677"/>
              <a:gd name="connsiteX250" fmla="*/ 2590568 w 5010670"/>
              <a:gd name="connsiteY250" fmla="*/ 692929 h 2274677"/>
              <a:gd name="connsiteX251" fmla="*/ 2590273 w 5010670"/>
              <a:gd name="connsiteY251" fmla="*/ 692366 h 2274677"/>
              <a:gd name="connsiteX252" fmla="*/ 2598343 w 5010670"/>
              <a:gd name="connsiteY252" fmla="*/ 669873 h 2274677"/>
              <a:gd name="connsiteX253" fmla="*/ 2610559 w 5010670"/>
              <a:gd name="connsiteY253" fmla="*/ 669420 h 2274677"/>
              <a:gd name="connsiteX254" fmla="*/ 1351019 w 5010670"/>
              <a:gd name="connsiteY254" fmla="*/ 569109 h 2274677"/>
              <a:gd name="connsiteX255" fmla="*/ 1365014 w 5010670"/>
              <a:gd name="connsiteY255" fmla="*/ 581156 h 2274677"/>
              <a:gd name="connsiteX256" fmla="*/ 1354343 w 5010670"/>
              <a:gd name="connsiteY256" fmla="*/ 613570 h 2274677"/>
              <a:gd name="connsiteX257" fmla="*/ 1354290 w 5010670"/>
              <a:gd name="connsiteY257" fmla="*/ 613597 h 2274677"/>
              <a:gd name="connsiteX258" fmla="*/ 1321902 w 5010670"/>
              <a:gd name="connsiteY258" fmla="*/ 602846 h 2274677"/>
              <a:gd name="connsiteX259" fmla="*/ 1332600 w 5010670"/>
              <a:gd name="connsiteY259" fmla="*/ 570488 h 2274677"/>
              <a:gd name="connsiteX260" fmla="*/ 1351019 w 5010670"/>
              <a:gd name="connsiteY260" fmla="*/ 569109 h 2274677"/>
              <a:gd name="connsiteX261" fmla="*/ 2906890 w 5010670"/>
              <a:gd name="connsiteY261" fmla="*/ 555761 h 2274677"/>
              <a:gd name="connsiteX262" fmla="*/ 2921086 w 5010670"/>
              <a:gd name="connsiteY262" fmla="*/ 567889 h 2274677"/>
              <a:gd name="connsiteX263" fmla="*/ 2910415 w 5010670"/>
              <a:gd name="connsiteY263" fmla="*/ 600702 h 2274677"/>
              <a:gd name="connsiteX264" fmla="*/ 2877439 w 5010670"/>
              <a:gd name="connsiteY264" fmla="*/ 589709 h 2274677"/>
              <a:gd name="connsiteX265" fmla="*/ 2888270 w 5010670"/>
              <a:gd name="connsiteY265" fmla="*/ 557223 h 2274677"/>
              <a:gd name="connsiteX266" fmla="*/ 2906890 w 5010670"/>
              <a:gd name="connsiteY266" fmla="*/ 555761 h 2274677"/>
              <a:gd name="connsiteX267" fmla="*/ 2104792 w 5010670"/>
              <a:gd name="connsiteY267" fmla="*/ 518178 h 2274677"/>
              <a:gd name="connsiteX268" fmla="*/ 2117097 w 5010670"/>
              <a:gd name="connsiteY268" fmla="*/ 528850 h 2274677"/>
              <a:gd name="connsiteX269" fmla="*/ 2106641 w 5010670"/>
              <a:gd name="connsiteY269" fmla="*/ 555661 h 2274677"/>
              <a:gd name="connsiteX270" fmla="*/ 2079027 w 5010670"/>
              <a:gd name="connsiteY270" fmla="*/ 547885 h 2274677"/>
              <a:gd name="connsiteX271" fmla="*/ 2088544 w 5010670"/>
              <a:gd name="connsiteY271" fmla="*/ 519332 h 2274677"/>
              <a:gd name="connsiteX272" fmla="*/ 2104792 w 5010670"/>
              <a:gd name="connsiteY272" fmla="*/ 518178 h 2274677"/>
              <a:gd name="connsiteX273" fmla="*/ 872734 w 5010670"/>
              <a:gd name="connsiteY273" fmla="*/ 466128 h 2274677"/>
              <a:gd name="connsiteX274" fmla="*/ 917871 w 5010670"/>
              <a:gd name="connsiteY274" fmla="*/ 492387 h 2274677"/>
              <a:gd name="connsiteX275" fmla="*/ 896423 w 5010670"/>
              <a:gd name="connsiteY275" fmla="*/ 555659 h 2274677"/>
              <a:gd name="connsiteX276" fmla="*/ 833150 w 5010670"/>
              <a:gd name="connsiteY276" fmla="*/ 534211 h 2274677"/>
              <a:gd name="connsiteX277" fmla="*/ 854599 w 5010670"/>
              <a:gd name="connsiteY277" fmla="*/ 470939 h 2274677"/>
              <a:gd name="connsiteX278" fmla="*/ 872734 w 5010670"/>
              <a:gd name="connsiteY278" fmla="*/ 466128 h 2274677"/>
              <a:gd name="connsiteX279" fmla="*/ 3210987 w 5010670"/>
              <a:gd name="connsiteY279" fmla="*/ 463378 h 2274677"/>
              <a:gd name="connsiteX280" fmla="*/ 3229513 w 5010670"/>
              <a:gd name="connsiteY280" fmla="*/ 479892 h 2274677"/>
              <a:gd name="connsiteX281" fmla="*/ 3214445 w 5010670"/>
              <a:gd name="connsiteY281" fmla="*/ 523220 h 2274677"/>
              <a:gd name="connsiteX282" fmla="*/ 3214311 w 5010670"/>
              <a:gd name="connsiteY282" fmla="*/ 523293 h 2274677"/>
              <a:gd name="connsiteX283" fmla="*/ 3171281 w 5010670"/>
              <a:gd name="connsiteY283" fmla="*/ 508474 h 2274677"/>
              <a:gd name="connsiteX284" fmla="*/ 3171119 w 5010670"/>
              <a:gd name="connsiteY284" fmla="*/ 508139 h 2274677"/>
              <a:gd name="connsiteX285" fmla="*/ 3186187 w 5010670"/>
              <a:gd name="connsiteY285" fmla="*/ 464811 h 2274677"/>
              <a:gd name="connsiteX286" fmla="*/ 3210987 w 5010670"/>
              <a:gd name="connsiteY286" fmla="*/ 463378 h 2274677"/>
              <a:gd name="connsiteX287" fmla="*/ 3519329 w 5010670"/>
              <a:gd name="connsiteY287" fmla="*/ 392998 h 2274677"/>
              <a:gd name="connsiteX288" fmla="*/ 3543328 w 5010670"/>
              <a:gd name="connsiteY288" fmla="*/ 413878 h 2274677"/>
              <a:gd name="connsiteX289" fmla="*/ 3524641 w 5010670"/>
              <a:gd name="connsiteY289" fmla="*/ 469600 h 2274677"/>
              <a:gd name="connsiteX290" fmla="*/ 3524560 w 5010670"/>
              <a:gd name="connsiteY290" fmla="*/ 469643 h 2274677"/>
              <a:gd name="connsiteX291" fmla="*/ 3468875 w 5010670"/>
              <a:gd name="connsiteY291" fmla="*/ 450833 h 2274677"/>
              <a:gd name="connsiteX292" fmla="*/ 3487589 w 5010670"/>
              <a:gd name="connsiteY292" fmla="*/ 395199 h 2274677"/>
              <a:gd name="connsiteX293" fmla="*/ 3519329 w 5010670"/>
              <a:gd name="connsiteY293" fmla="*/ 392998 h 2274677"/>
              <a:gd name="connsiteX294" fmla="*/ 1611726 w 5010670"/>
              <a:gd name="connsiteY294" fmla="*/ 391251 h 2274677"/>
              <a:gd name="connsiteX295" fmla="*/ 1629954 w 5010670"/>
              <a:gd name="connsiteY295" fmla="*/ 405253 h 2274677"/>
              <a:gd name="connsiteX296" fmla="*/ 1616548 w 5010670"/>
              <a:gd name="connsiteY296" fmla="*/ 445469 h 2274677"/>
              <a:gd name="connsiteX297" fmla="*/ 1576333 w 5010670"/>
              <a:gd name="connsiteY297" fmla="*/ 432063 h 2274677"/>
              <a:gd name="connsiteX298" fmla="*/ 1588934 w 5010670"/>
              <a:gd name="connsiteY298" fmla="*/ 394234 h 2274677"/>
              <a:gd name="connsiteX299" fmla="*/ 1611726 w 5010670"/>
              <a:gd name="connsiteY299" fmla="*/ 391251 h 2274677"/>
              <a:gd name="connsiteX300" fmla="*/ 2388073 w 5010670"/>
              <a:gd name="connsiteY300" fmla="*/ 376704 h 2274677"/>
              <a:gd name="connsiteX301" fmla="*/ 2404237 w 5010670"/>
              <a:gd name="connsiteY301" fmla="*/ 390777 h 2274677"/>
              <a:gd name="connsiteX302" fmla="*/ 2405309 w 5010670"/>
              <a:gd name="connsiteY302" fmla="*/ 392952 h 2274677"/>
              <a:gd name="connsiteX303" fmla="*/ 2391636 w 5010670"/>
              <a:gd name="connsiteY303" fmla="*/ 428312 h 2274677"/>
              <a:gd name="connsiteX304" fmla="*/ 2389464 w 5010670"/>
              <a:gd name="connsiteY304" fmla="*/ 429392 h 2274677"/>
              <a:gd name="connsiteX305" fmla="*/ 2354101 w 5010670"/>
              <a:gd name="connsiteY305" fmla="*/ 415711 h 2274677"/>
              <a:gd name="connsiteX306" fmla="*/ 2366702 w 5010670"/>
              <a:gd name="connsiteY306" fmla="*/ 378177 h 2274677"/>
              <a:gd name="connsiteX307" fmla="*/ 2388073 w 5010670"/>
              <a:gd name="connsiteY307" fmla="*/ 376704 h 2274677"/>
              <a:gd name="connsiteX308" fmla="*/ 4748673 w 5010670"/>
              <a:gd name="connsiteY308" fmla="*/ 362482 h 2274677"/>
              <a:gd name="connsiteX309" fmla="*/ 4799447 w 5010670"/>
              <a:gd name="connsiteY309" fmla="*/ 393073 h 2274677"/>
              <a:gd name="connsiteX310" fmla="*/ 4774004 w 5010670"/>
              <a:gd name="connsiteY310" fmla="*/ 464506 h 2274677"/>
              <a:gd name="connsiteX311" fmla="*/ 4703492 w 5010670"/>
              <a:gd name="connsiteY311" fmla="*/ 440913 h 2274677"/>
              <a:gd name="connsiteX312" fmla="*/ 4702581 w 5010670"/>
              <a:gd name="connsiteY312" fmla="*/ 439060 h 2274677"/>
              <a:gd name="connsiteX313" fmla="*/ 4728024 w 5010670"/>
              <a:gd name="connsiteY313" fmla="*/ 367626 h 2274677"/>
              <a:gd name="connsiteX314" fmla="*/ 4748673 w 5010670"/>
              <a:gd name="connsiteY314" fmla="*/ 362482 h 2274677"/>
              <a:gd name="connsiteX315" fmla="*/ 3810814 w 5010670"/>
              <a:gd name="connsiteY315" fmla="*/ 345788 h 2274677"/>
              <a:gd name="connsiteX316" fmla="*/ 3862183 w 5010670"/>
              <a:gd name="connsiteY316" fmla="*/ 370937 h 2274677"/>
              <a:gd name="connsiteX317" fmla="*/ 3838858 w 5010670"/>
              <a:gd name="connsiteY317" fmla="*/ 440109 h 2274677"/>
              <a:gd name="connsiteX318" fmla="*/ 3769687 w 5010670"/>
              <a:gd name="connsiteY318" fmla="*/ 416784 h 2274677"/>
              <a:gd name="connsiteX319" fmla="*/ 3791377 w 5010670"/>
              <a:gd name="connsiteY319" fmla="*/ 352465 h 2274677"/>
              <a:gd name="connsiteX320" fmla="*/ 3810814 w 5010670"/>
              <a:gd name="connsiteY320" fmla="*/ 345788 h 2274677"/>
              <a:gd name="connsiteX321" fmla="*/ 4140830 w 5010670"/>
              <a:gd name="connsiteY321" fmla="*/ 339436 h 2274677"/>
              <a:gd name="connsiteX322" fmla="*/ 4164604 w 5010670"/>
              <a:gd name="connsiteY322" fmla="*/ 359946 h 2274677"/>
              <a:gd name="connsiteX323" fmla="*/ 4146104 w 5010670"/>
              <a:gd name="connsiteY323" fmla="*/ 415175 h 2274677"/>
              <a:gd name="connsiteX324" fmla="*/ 4091331 w 5010670"/>
              <a:gd name="connsiteY324" fmla="*/ 396825 h 2274677"/>
              <a:gd name="connsiteX325" fmla="*/ 4109535 w 5010670"/>
              <a:gd name="connsiteY325" fmla="*/ 341743 h 2274677"/>
              <a:gd name="connsiteX326" fmla="*/ 4140830 w 5010670"/>
              <a:gd name="connsiteY326" fmla="*/ 339436 h 2274677"/>
              <a:gd name="connsiteX327" fmla="*/ 4436802 w 5010670"/>
              <a:gd name="connsiteY327" fmla="*/ 335081 h 2274677"/>
              <a:gd name="connsiteX328" fmla="*/ 4485819 w 5010670"/>
              <a:gd name="connsiteY328" fmla="*/ 363423 h 2274677"/>
              <a:gd name="connsiteX329" fmla="*/ 4462734 w 5010670"/>
              <a:gd name="connsiteY329" fmla="*/ 432066 h 2274677"/>
              <a:gd name="connsiteX330" fmla="*/ 4394100 w 5010670"/>
              <a:gd name="connsiteY330" fmla="*/ 409009 h 2274677"/>
              <a:gd name="connsiteX331" fmla="*/ 4394100 w 5010670"/>
              <a:gd name="connsiteY331" fmla="*/ 408991 h 2274677"/>
              <a:gd name="connsiteX332" fmla="*/ 4417157 w 5010670"/>
              <a:gd name="connsiteY332" fmla="*/ 340345 h 2274677"/>
              <a:gd name="connsiteX333" fmla="*/ 4436802 w 5010670"/>
              <a:gd name="connsiteY333" fmla="*/ 335081 h 2274677"/>
              <a:gd name="connsiteX334" fmla="*/ 1119827 w 5010670"/>
              <a:gd name="connsiteY334" fmla="*/ 271003 h 2274677"/>
              <a:gd name="connsiteX335" fmla="*/ 1168843 w 5010670"/>
              <a:gd name="connsiteY335" fmla="*/ 299345 h 2274677"/>
              <a:gd name="connsiteX336" fmla="*/ 1145760 w 5010670"/>
              <a:gd name="connsiteY336" fmla="*/ 367987 h 2274677"/>
              <a:gd name="connsiteX337" fmla="*/ 1077125 w 5010670"/>
              <a:gd name="connsiteY337" fmla="*/ 344930 h 2274677"/>
              <a:gd name="connsiteX338" fmla="*/ 1077125 w 5010670"/>
              <a:gd name="connsiteY338" fmla="*/ 344912 h 2274677"/>
              <a:gd name="connsiteX339" fmla="*/ 1100182 w 5010670"/>
              <a:gd name="connsiteY339" fmla="*/ 276267 h 2274677"/>
              <a:gd name="connsiteX340" fmla="*/ 1119827 w 5010670"/>
              <a:gd name="connsiteY340" fmla="*/ 271003 h 2274677"/>
              <a:gd name="connsiteX341" fmla="*/ 2681187 w 5010670"/>
              <a:gd name="connsiteY341" fmla="*/ 254885 h 2274677"/>
              <a:gd name="connsiteX342" fmla="*/ 2702072 w 5010670"/>
              <a:gd name="connsiteY342" fmla="*/ 273094 h 2274677"/>
              <a:gd name="connsiteX343" fmla="*/ 2685745 w 5010670"/>
              <a:gd name="connsiteY343" fmla="*/ 321607 h 2274677"/>
              <a:gd name="connsiteX344" fmla="*/ 2685718 w 5010670"/>
              <a:gd name="connsiteY344" fmla="*/ 321620 h 2274677"/>
              <a:gd name="connsiteX345" fmla="*/ 2637218 w 5010670"/>
              <a:gd name="connsiteY345" fmla="*/ 305253 h 2274677"/>
              <a:gd name="connsiteX346" fmla="*/ 2653546 w 5010670"/>
              <a:gd name="connsiteY346" fmla="*/ 256769 h 2274677"/>
              <a:gd name="connsiteX347" fmla="*/ 2681187 w 5010670"/>
              <a:gd name="connsiteY347" fmla="*/ 254885 h 2274677"/>
              <a:gd name="connsiteX348" fmla="*/ 1885312 w 5010670"/>
              <a:gd name="connsiteY348" fmla="*/ 226634 h 2274677"/>
              <a:gd name="connsiteX349" fmla="*/ 1906798 w 5010670"/>
              <a:gd name="connsiteY349" fmla="*/ 245379 h 2274677"/>
              <a:gd name="connsiteX350" fmla="*/ 1890014 w 5010670"/>
              <a:gd name="connsiteY350" fmla="*/ 295331 h 2274677"/>
              <a:gd name="connsiteX351" fmla="*/ 1840147 w 5010670"/>
              <a:gd name="connsiteY351" fmla="*/ 278709 h 2274677"/>
              <a:gd name="connsiteX352" fmla="*/ 1840067 w 5010670"/>
              <a:gd name="connsiteY352" fmla="*/ 278535 h 2274677"/>
              <a:gd name="connsiteX353" fmla="*/ 1856850 w 5010670"/>
              <a:gd name="connsiteY353" fmla="*/ 228582 h 2274677"/>
              <a:gd name="connsiteX354" fmla="*/ 1885312 w 5010670"/>
              <a:gd name="connsiteY354" fmla="*/ 226634 h 2274677"/>
              <a:gd name="connsiteX355" fmla="*/ 2964450 w 5010670"/>
              <a:gd name="connsiteY355" fmla="*/ 150066 h 2274677"/>
              <a:gd name="connsiteX356" fmla="*/ 3007872 w 5010670"/>
              <a:gd name="connsiteY356" fmla="*/ 175019 h 2274677"/>
              <a:gd name="connsiteX357" fmla="*/ 2987630 w 5010670"/>
              <a:gd name="connsiteY357" fmla="*/ 235814 h 2274677"/>
              <a:gd name="connsiteX358" fmla="*/ 2926770 w 5010670"/>
              <a:gd name="connsiteY358" fmla="*/ 215438 h 2274677"/>
              <a:gd name="connsiteX359" fmla="*/ 2947092 w 5010670"/>
              <a:gd name="connsiteY359" fmla="*/ 154775 h 2274677"/>
              <a:gd name="connsiteX360" fmla="*/ 2964450 w 5010670"/>
              <a:gd name="connsiteY360" fmla="*/ 150066 h 2274677"/>
              <a:gd name="connsiteX361" fmla="*/ 1379070 w 5010670"/>
              <a:gd name="connsiteY361" fmla="*/ 90592 h 2274677"/>
              <a:gd name="connsiteX362" fmla="*/ 1432683 w 5010670"/>
              <a:gd name="connsiteY362" fmla="*/ 122234 h 2274677"/>
              <a:gd name="connsiteX363" fmla="*/ 1406623 w 5010670"/>
              <a:gd name="connsiteY363" fmla="*/ 197475 h 2274677"/>
              <a:gd name="connsiteX364" fmla="*/ 1406355 w 5010670"/>
              <a:gd name="connsiteY364" fmla="*/ 197606 h 2274677"/>
              <a:gd name="connsiteX365" fmla="*/ 1331018 w 5010670"/>
              <a:gd name="connsiteY365" fmla="*/ 170664 h 2274677"/>
              <a:gd name="connsiteX366" fmla="*/ 1357426 w 5010670"/>
              <a:gd name="connsiteY366" fmla="*/ 96186 h 2274677"/>
              <a:gd name="connsiteX367" fmla="*/ 1379070 w 5010670"/>
              <a:gd name="connsiteY367" fmla="*/ 90592 h 2274677"/>
              <a:gd name="connsiteX368" fmla="*/ 2150077 w 5010670"/>
              <a:gd name="connsiteY368" fmla="*/ 78661 h 2274677"/>
              <a:gd name="connsiteX369" fmla="*/ 2192944 w 5010670"/>
              <a:gd name="connsiteY369" fmla="*/ 103379 h 2274677"/>
              <a:gd name="connsiteX370" fmla="*/ 2172863 w 5010670"/>
              <a:gd name="connsiteY370" fmla="*/ 163426 h 2274677"/>
              <a:gd name="connsiteX371" fmla="*/ 2172836 w 5010670"/>
              <a:gd name="connsiteY371" fmla="*/ 163434 h 2274677"/>
              <a:gd name="connsiteX372" fmla="*/ 2112808 w 5010670"/>
              <a:gd name="connsiteY372" fmla="*/ 143318 h 2274677"/>
              <a:gd name="connsiteX373" fmla="*/ 2132916 w 5010670"/>
              <a:gd name="connsiteY373" fmla="*/ 83287 h 2274677"/>
              <a:gd name="connsiteX374" fmla="*/ 2150077 w 5010670"/>
              <a:gd name="connsiteY374" fmla="*/ 78661 h 2274677"/>
              <a:gd name="connsiteX375" fmla="*/ 3268805 w 5010670"/>
              <a:gd name="connsiteY375" fmla="*/ 66588 h 2274677"/>
              <a:gd name="connsiteX376" fmla="*/ 3321874 w 5010670"/>
              <a:gd name="connsiteY376" fmla="*/ 97383 h 2274677"/>
              <a:gd name="connsiteX377" fmla="*/ 3296753 w 5010670"/>
              <a:gd name="connsiteY377" fmla="*/ 171738 h 2274677"/>
              <a:gd name="connsiteX378" fmla="*/ 3222488 w 5010670"/>
              <a:gd name="connsiteY378" fmla="*/ 146805 h 2274677"/>
              <a:gd name="connsiteX379" fmla="*/ 3222408 w 5010670"/>
              <a:gd name="connsiteY379" fmla="*/ 146620 h 2274677"/>
              <a:gd name="connsiteX380" fmla="*/ 3247502 w 5010670"/>
              <a:gd name="connsiteY380" fmla="*/ 72261 h 2274677"/>
              <a:gd name="connsiteX381" fmla="*/ 3268805 w 5010670"/>
              <a:gd name="connsiteY381" fmla="*/ 66588 h 2274677"/>
              <a:gd name="connsiteX382" fmla="*/ 3575740 w 5010670"/>
              <a:gd name="connsiteY382" fmla="*/ 14517 h 2274677"/>
              <a:gd name="connsiteX383" fmla="*/ 3628745 w 5010670"/>
              <a:gd name="connsiteY383" fmla="*/ 45424 h 2274677"/>
              <a:gd name="connsiteX384" fmla="*/ 3603463 w 5010670"/>
              <a:gd name="connsiteY384" fmla="*/ 119726 h 2274677"/>
              <a:gd name="connsiteX385" fmla="*/ 3603061 w 5010670"/>
              <a:gd name="connsiteY385" fmla="*/ 119925 h 2274677"/>
              <a:gd name="connsiteX386" fmla="*/ 3529199 w 5010670"/>
              <a:gd name="connsiteY386" fmla="*/ 94525 h 2274677"/>
              <a:gd name="connsiteX387" fmla="*/ 3529172 w 5010670"/>
              <a:gd name="connsiteY387" fmla="*/ 94447 h 2274677"/>
              <a:gd name="connsiteX388" fmla="*/ 3554427 w 5010670"/>
              <a:gd name="connsiteY388" fmla="*/ 20145 h 2274677"/>
              <a:gd name="connsiteX389" fmla="*/ 3575740 w 5010670"/>
              <a:gd name="connsiteY389" fmla="*/ 14517 h 2274677"/>
              <a:gd name="connsiteX390" fmla="*/ 4819372 w 5010670"/>
              <a:gd name="connsiteY390" fmla="*/ 2917 h 2274677"/>
              <a:gd name="connsiteX391" fmla="*/ 4821378 w 5010670"/>
              <a:gd name="connsiteY391" fmla="*/ 3380 h 2274677"/>
              <a:gd name="connsiteX392" fmla="*/ 4821378 w 5010670"/>
              <a:gd name="connsiteY392" fmla="*/ 149188 h 2274677"/>
              <a:gd name="connsiteX393" fmla="*/ 4800428 w 5010670"/>
              <a:gd name="connsiteY393" fmla="*/ 146385 h 2274677"/>
              <a:gd name="connsiteX394" fmla="*/ 4757917 w 5010670"/>
              <a:gd name="connsiteY394" fmla="*/ 109269 h 2274677"/>
              <a:gd name="connsiteX395" fmla="*/ 4791108 w 5010670"/>
              <a:gd name="connsiteY395" fmla="*/ 10527 h 2274677"/>
              <a:gd name="connsiteX396" fmla="*/ 4819372 w 5010670"/>
              <a:gd name="connsiteY396" fmla="*/ 2917 h 2274677"/>
              <a:gd name="connsiteX397" fmla="*/ 4454144 w 5010670"/>
              <a:gd name="connsiteY397" fmla="*/ 0 h 2274677"/>
              <a:gd name="connsiteX398" fmla="*/ 4571035 w 5010670"/>
              <a:gd name="connsiteY398" fmla="*/ 0 h 2274677"/>
              <a:gd name="connsiteX399" fmla="*/ 4580244 w 5010670"/>
              <a:gd name="connsiteY399" fmla="*/ 9764 h 2274677"/>
              <a:gd name="connsiteX400" fmla="*/ 4546651 w 5010670"/>
              <a:gd name="connsiteY400" fmla="*/ 109270 h 2274677"/>
              <a:gd name="connsiteX401" fmla="*/ 4447185 w 5010670"/>
              <a:gd name="connsiteY401" fmla="*/ 75758 h 2274677"/>
              <a:gd name="connsiteX402" fmla="*/ 4447131 w 5010670"/>
              <a:gd name="connsiteY402" fmla="*/ 75675 h 2274677"/>
              <a:gd name="connsiteX403" fmla="*/ 4443341 w 5010670"/>
              <a:gd name="connsiteY403" fmla="*/ 18962 h 2274677"/>
              <a:gd name="connsiteX404" fmla="*/ 4149217 w 5010670"/>
              <a:gd name="connsiteY404" fmla="*/ 0 h 2274677"/>
              <a:gd name="connsiteX405" fmla="*/ 4257393 w 5010670"/>
              <a:gd name="connsiteY405" fmla="*/ 0 h 2274677"/>
              <a:gd name="connsiteX406" fmla="*/ 4260317 w 5010670"/>
              <a:gd name="connsiteY406" fmla="*/ 3285 h 2274677"/>
              <a:gd name="connsiteX407" fmla="*/ 4229485 w 5010670"/>
              <a:gd name="connsiteY407" fmla="*/ 86482 h 2274677"/>
              <a:gd name="connsiteX408" fmla="*/ 4147981 w 5010670"/>
              <a:gd name="connsiteY408" fmla="*/ 59050 h 2274677"/>
              <a:gd name="connsiteX409" fmla="*/ 4143256 w 5010670"/>
              <a:gd name="connsiteY409" fmla="*/ 11266 h 2274677"/>
              <a:gd name="connsiteX410" fmla="*/ 3860379 w 5010670"/>
              <a:gd name="connsiteY410" fmla="*/ 0 h 2274677"/>
              <a:gd name="connsiteX411" fmla="*/ 3921495 w 5010670"/>
              <a:gd name="connsiteY411" fmla="*/ 0 h 2274677"/>
              <a:gd name="connsiteX412" fmla="*/ 3936582 w 5010670"/>
              <a:gd name="connsiteY412" fmla="*/ 15837 h 2274677"/>
              <a:gd name="connsiteX413" fmla="*/ 3913391 w 5010670"/>
              <a:gd name="connsiteY413" fmla="*/ 85678 h 2274677"/>
              <a:gd name="connsiteX414" fmla="*/ 3843550 w 5010670"/>
              <a:gd name="connsiteY414" fmla="*/ 62487 h 2274677"/>
              <a:gd name="connsiteX415" fmla="*/ 3840688 w 5010670"/>
              <a:gd name="connsiteY415" fmla="*/ 22764 h 2274677"/>
              <a:gd name="connsiteX416" fmla="*/ 2391233 w 5010670"/>
              <a:gd name="connsiteY416" fmla="*/ 0 h 2274677"/>
              <a:gd name="connsiteX417" fmla="*/ 2491395 w 5010670"/>
              <a:gd name="connsiteY417" fmla="*/ 0 h 2274677"/>
              <a:gd name="connsiteX418" fmla="*/ 2492784 w 5010670"/>
              <a:gd name="connsiteY418" fmla="*/ 19856 h 2274677"/>
              <a:gd name="connsiteX419" fmla="*/ 2465632 w 5010670"/>
              <a:gd name="connsiteY419" fmla="*/ 51092 h 2274677"/>
              <a:gd name="connsiteX420" fmla="*/ 2393110 w 5010670"/>
              <a:gd name="connsiteY420" fmla="*/ 26829 h 2274677"/>
              <a:gd name="connsiteX421" fmla="*/ 1592732 w 5010670"/>
              <a:gd name="connsiteY421" fmla="*/ 0 h 2274677"/>
              <a:gd name="connsiteX422" fmla="*/ 1708961 w 5010670"/>
              <a:gd name="connsiteY422" fmla="*/ 0 h 2274677"/>
              <a:gd name="connsiteX423" fmla="*/ 1709486 w 5010670"/>
              <a:gd name="connsiteY423" fmla="*/ 7656 h 2274677"/>
              <a:gd name="connsiteX424" fmla="*/ 1677944 w 5010670"/>
              <a:gd name="connsiteY424" fmla="*/ 43855 h 2274677"/>
              <a:gd name="connsiteX425" fmla="*/ 1677783 w 5010670"/>
              <a:gd name="connsiteY425" fmla="*/ 43935 h 2274677"/>
              <a:gd name="connsiteX426" fmla="*/ 1593759 w 5010670"/>
              <a:gd name="connsiteY426" fmla="*/ 15436 h 227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Lst>
            <a:rect l="l" t="t" r="r" b="b"/>
            <a:pathLst>
              <a:path w="5010670" h="2274677">
                <a:moveTo>
                  <a:pt x="4987279" y="2240091"/>
                </a:moveTo>
                <a:cubicBezTo>
                  <a:pt x="4996341" y="2236820"/>
                  <a:pt x="5006341" y="2241486"/>
                  <a:pt x="5009612" y="2250520"/>
                </a:cubicBezTo>
                <a:cubicBezTo>
                  <a:pt x="5012910" y="2259556"/>
                  <a:pt x="5008245" y="2269556"/>
                  <a:pt x="4999210" y="2272853"/>
                </a:cubicBezTo>
                <a:cubicBezTo>
                  <a:pt x="4990630" y="2277116"/>
                  <a:pt x="4980201" y="2273658"/>
                  <a:pt x="4975885" y="2265078"/>
                </a:cubicBezTo>
                <a:cubicBezTo>
                  <a:pt x="4971810" y="2256419"/>
                  <a:pt x="4975375" y="2246070"/>
                  <a:pt x="4983928" y="2241754"/>
                </a:cubicBezTo>
                <a:cubicBezTo>
                  <a:pt x="4984973" y="2241083"/>
                  <a:pt x="4986099" y="2240520"/>
                  <a:pt x="4987279" y="2240091"/>
                </a:cubicBezTo>
                <a:close/>
                <a:moveTo>
                  <a:pt x="4771285" y="1813537"/>
                </a:moveTo>
                <a:cubicBezTo>
                  <a:pt x="4776121" y="1815183"/>
                  <a:pt x="4780343" y="1818635"/>
                  <a:pt x="4782850" y="1823514"/>
                </a:cubicBezTo>
                <a:cubicBezTo>
                  <a:pt x="4787382" y="1833461"/>
                  <a:pt x="4783387" y="1845204"/>
                  <a:pt x="4773735" y="1850324"/>
                </a:cubicBezTo>
                <a:lnTo>
                  <a:pt x="4774003" y="1850861"/>
                </a:lnTo>
                <a:cubicBezTo>
                  <a:pt x="4764620" y="1854668"/>
                  <a:pt x="4753869" y="1851021"/>
                  <a:pt x="4748748" y="1842282"/>
                </a:cubicBezTo>
                <a:cubicBezTo>
                  <a:pt x="4743064" y="1832576"/>
                  <a:pt x="4746335" y="1820083"/>
                  <a:pt x="4756040" y="1814399"/>
                </a:cubicBezTo>
                <a:cubicBezTo>
                  <a:pt x="4761000" y="1812053"/>
                  <a:pt x="4766449" y="1811892"/>
                  <a:pt x="4771285" y="1813537"/>
                </a:cubicBezTo>
                <a:close/>
                <a:moveTo>
                  <a:pt x="4461679" y="1764920"/>
                </a:moveTo>
                <a:cubicBezTo>
                  <a:pt x="4466180" y="1766449"/>
                  <a:pt x="4470147" y="1769545"/>
                  <a:pt x="4472708" y="1773915"/>
                </a:cubicBezTo>
                <a:cubicBezTo>
                  <a:pt x="4478392" y="1783621"/>
                  <a:pt x="4475121" y="1796114"/>
                  <a:pt x="4465416" y="1801798"/>
                </a:cubicBezTo>
                <a:cubicBezTo>
                  <a:pt x="4456032" y="1805605"/>
                  <a:pt x="4445281" y="1801959"/>
                  <a:pt x="4440161" y="1793219"/>
                </a:cubicBezTo>
                <a:cubicBezTo>
                  <a:pt x="4434477" y="1783514"/>
                  <a:pt x="4437748" y="1771020"/>
                  <a:pt x="4447453" y="1765336"/>
                </a:cubicBezTo>
                <a:cubicBezTo>
                  <a:pt x="4452145" y="1763433"/>
                  <a:pt x="4457178" y="1763392"/>
                  <a:pt x="4461679" y="1764920"/>
                </a:cubicBezTo>
                <a:close/>
                <a:moveTo>
                  <a:pt x="859317" y="1474632"/>
                </a:moveTo>
                <a:cubicBezTo>
                  <a:pt x="861435" y="1473587"/>
                  <a:pt x="864009" y="1474471"/>
                  <a:pt x="865054" y="1476590"/>
                </a:cubicBezTo>
                <a:cubicBezTo>
                  <a:pt x="866019" y="1478815"/>
                  <a:pt x="865081" y="1481415"/>
                  <a:pt x="862909" y="1482488"/>
                </a:cubicBezTo>
                <a:cubicBezTo>
                  <a:pt x="860764" y="1483426"/>
                  <a:pt x="858244" y="1482488"/>
                  <a:pt x="857279" y="1480343"/>
                </a:cubicBezTo>
                <a:cubicBezTo>
                  <a:pt x="857226" y="1480236"/>
                  <a:pt x="857172" y="1480128"/>
                  <a:pt x="857118" y="1480021"/>
                </a:cubicBezTo>
                <a:cubicBezTo>
                  <a:pt x="856207" y="1477983"/>
                  <a:pt x="857118" y="1475624"/>
                  <a:pt x="859156" y="1474713"/>
                </a:cubicBezTo>
                <a:cubicBezTo>
                  <a:pt x="859209" y="1474686"/>
                  <a:pt x="859263" y="1474659"/>
                  <a:pt x="859317" y="1474632"/>
                </a:cubicBezTo>
                <a:close/>
                <a:moveTo>
                  <a:pt x="4821378" y="1471300"/>
                </a:moveTo>
                <a:lnTo>
                  <a:pt x="4821378" y="1511570"/>
                </a:lnTo>
                <a:lnTo>
                  <a:pt x="4812610" y="1503936"/>
                </a:lnTo>
                <a:cubicBezTo>
                  <a:pt x="4809246" y="1497167"/>
                  <a:pt x="4808944" y="1489666"/>
                  <a:pt x="4811176" y="1483017"/>
                </a:cubicBezTo>
                <a:close/>
                <a:moveTo>
                  <a:pt x="4537419" y="1419678"/>
                </a:moveTo>
                <a:cubicBezTo>
                  <a:pt x="4542999" y="1421568"/>
                  <a:pt x="4547858" y="1425583"/>
                  <a:pt x="4550673" y="1431280"/>
                </a:cubicBezTo>
                <a:cubicBezTo>
                  <a:pt x="4556304" y="1442755"/>
                  <a:pt x="4551638" y="1456643"/>
                  <a:pt x="4540217" y="1462380"/>
                </a:cubicBezTo>
                <a:cubicBezTo>
                  <a:pt x="4528715" y="1467849"/>
                  <a:pt x="4514961" y="1463238"/>
                  <a:pt x="4509117" y="1451924"/>
                </a:cubicBezTo>
                <a:cubicBezTo>
                  <a:pt x="4503540" y="1440369"/>
                  <a:pt x="4508313" y="1426481"/>
                  <a:pt x="4519841" y="1420824"/>
                </a:cubicBezTo>
                <a:cubicBezTo>
                  <a:pt x="4525539" y="1418023"/>
                  <a:pt x="4531839" y="1417788"/>
                  <a:pt x="4537419" y="1419678"/>
                </a:cubicBezTo>
                <a:close/>
                <a:moveTo>
                  <a:pt x="3911028" y="1415587"/>
                </a:moveTo>
                <a:cubicBezTo>
                  <a:pt x="3915194" y="1417004"/>
                  <a:pt x="3918887" y="1419806"/>
                  <a:pt x="3921380" y="1423747"/>
                </a:cubicBezTo>
                <a:cubicBezTo>
                  <a:pt x="3927252" y="1432997"/>
                  <a:pt x="3924517" y="1445249"/>
                  <a:pt x="3915268" y="1451120"/>
                </a:cubicBezTo>
                <a:cubicBezTo>
                  <a:pt x="3914061" y="1451898"/>
                  <a:pt x="3912774" y="1452514"/>
                  <a:pt x="3911434" y="1453024"/>
                </a:cubicBezTo>
                <a:cubicBezTo>
                  <a:pt x="3901139" y="1456750"/>
                  <a:pt x="3889744" y="1451469"/>
                  <a:pt x="3885991" y="1441174"/>
                </a:cubicBezTo>
                <a:cubicBezTo>
                  <a:pt x="3882237" y="1430879"/>
                  <a:pt x="3887546" y="1419484"/>
                  <a:pt x="3897841" y="1415731"/>
                </a:cubicBezTo>
                <a:cubicBezTo>
                  <a:pt x="3902225" y="1414136"/>
                  <a:pt x="3906863" y="1414169"/>
                  <a:pt x="3911028" y="1415587"/>
                </a:cubicBezTo>
                <a:close/>
                <a:moveTo>
                  <a:pt x="4223580" y="1407024"/>
                </a:moveTo>
                <a:cubicBezTo>
                  <a:pt x="4227400" y="1408331"/>
                  <a:pt x="4230731" y="1411066"/>
                  <a:pt x="4232702" y="1414926"/>
                </a:cubicBezTo>
                <a:cubicBezTo>
                  <a:pt x="4232782" y="1415087"/>
                  <a:pt x="4232863" y="1415248"/>
                  <a:pt x="4232943" y="1415436"/>
                </a:cubicBezTo>
                <a:cubicBezTo>
                  <a:pt x="4236589" y="1423211"/>
                  <a:pt x="4233238" y="1432460"/>
                  <a:pt x="4225463" y="1436106"/>
                </a:cubicBezTo>
                <a:cubicBezTo>
                  <a:pt x="4225329" y="1436187"/>
                  <a:pt x="4225195" y="1436241"/>
                  <a:pt x="4225061" y="1436294"/>
                </a:cubicBezTo>
                <a:cubicBezTo>
                  <a:pt x="4217366" y="1440075"/>
                  <a:pt x="4208037" y="1436857"/>
                  <a:pt x="4204283" y="1429136"/>
                </a:cubicBezTo>
                <a:cubicBezTo>
                  <a:pt x="4204230" y="1429029"/>
                  <a:pt x="4204176" y="1428921"/>
                  <a:pt x="4204122" y="1428787"/>
                </a:cubicBezTo>
                <a:cubicBezTo>
                  <a:pt x="4200342" y="1420932"/>
                  <a:pt x="4203640" y="1411468"/>
                  <a:pt x="4211522" y="1407688"/>
                </a:cubicBezTo>
                <a:cubicBezTo>
                  <a:pt x="4215449" y="1405838"/>
                  <a:pt x="4219759" y="1405717"/>
                  <a:pt x="4223580" y="1407024"/>
                </a:cubicBezTo>
                <a:close/>
                <a:moveTo>
                  <a:pt x="15836" y="1399373"/>
                </a:moveTo>
                <a:cubicBezTo>
                  <a:pt x="18573" y="1400475"/>
                  <a:pt x="20889" y="1402620"/>
                  <a:pt x="22137" y="1405542"/>
                </a:cubicBezTo>
                <a:cubicBezTo>
                  <a:pt x="22167" y="1405596"/>
                  <a:pt x="22199" y="1405676"/>
                  <a:pt x="22229" y="1405730"/>
                </a:cubicBezTo>
                <a:cubicBezTo>
                  <a:pt x="24966" y="1411468"/>
                  <a:pt x="22523" y="1418357"/>
                  <a:pt x="16775" y="1421092"/>
                </a:cubicBezTo>
                <a:cubicBezTo>
                  <a:pt x="16660" y="1421146"/>
                  <a:pt x="16545" y="1421199"/>
                  <a:pt x="16427" y="1421253"/>
                </a:cubicBezTo>
                <a:cubicBezTo>
                  <a:pt x="10775" y="1423854"/>
                  <a:pt x="4091" y="1421387"/>
                  <a:pt x="1493" y="1415730"/>
                </a:cubicBezTo>
                <a:cubicBezTo>
                  <a:pt x="1282" y="1415355"/>
                  <a:pt x="1094" y="1414980"/>
                  <a:pt x="925" y="1414577"/>
                </a:cubicBezTo>
                <a:cubicBezTo>
                  <a:pt x="-1571" y="1408706"/>
                  <a:pt x="1156" y="1401950"/>
                  <a:pt x="7014" y="1399457"/>
                </a:cubicBezTo>
                <a:cubicBezTo>
                  <a:pt x="9943" y="1398210"/>
                  <a:pt x="13100" y="1398270"/>
                  <a:pt x="15836" y="1399373"/>
                </a:cubicBezTo>
                <a:close/>
                <a:moveTo>
                  <a:pt x="1079269" y="1252993"/>
                </a:moveTo>
                <a:cubicBezTo>
                  <a:pt x="1081414" y="1252054"/>
                  <a:pt x="1083934" y="1252993"/>
                  <a:pt x="1084899" y="1255137"/>
                </a:cubicBezTo>
                <a:cubicBezTo>
                  <a:pt x="1084953" y="1255245"/>
                  <a:pt x="1085007" y="1255352"/>
                  <a:pt x="1085060" y="1255459"/>
                </a:cubicBezTo>
                <a:cubicBezTo>
                  <a:pt x="1085972" y="1257497"/>
                  <a:pt x="1085060" y="1259856"/>
                  <a:pt x="1083022" y="1260768"/>
                </a:cubicBezTo>
                <a:cubicBezTo>
                  <a:pt x="1082969" y="1260795"/>
                  <a:pt x="1082915" y="1260821"/>
                  <a:pt x="1082862" y="1260848"/>
                </a:cubicBezTo>
                <a:cubicBezTo>
                  <a:pt x="1080744" y="1261894"/>
                  <a:pt x="1078170" y="1261009"/>
                  <a:pt x="1077125" y="1258891"/>
                </a:cubicBezTo>
                <a:cubicBezTo>
                  <a:pt x="1076159" y="1256666"/>
                  <a:pt x="1077098" y="1254065"/>
                  <a:pt x="1079269" y="1252993"/>
                </a:cubicBezTo>
                <a:close/>
                <a:moveTo>
                  <a:pt x="2266968" y="1230204"/>
                </a:moveTo>
                <a:cubicBezTo>
                  <a:pt x="2270078" y="1228622"/>
                  <a:pt x="2273885" y="1229802"/>
                  <a:pt x="2275547" y="1232885"/>
                </a:cubicBezTo>
                <a:cubicBezTo>
                  <a:pt x="2275574" y="1232938"/>
                  <a:pt x="2275601" y="1232965"/>
                  <a:pt x="2275601" y="1233019"/>
                </a:cubicBezTo>
                <a:cubicBezTo>
                  <a:pt x="2277049" y="1236102"/>
                  <a:pt x="2275681" y="1239775"/>
                  <a:pt x="2272598" y="1241196"/>
                </a:cubicBezTo>
                <a:cubicBezTo>
                  <a:pt x="2272437" y="1241303"/>
                  <a:pt x="2272276" y="1241384"/>
                  <a:pt x="2272089" y="1241464"/>
                </a:cubicBezTo>
                <a:cubicBezTo>
                  <a:pt x="2269113" y="1242805"/>
                  <a:pt x="2265627" y="1241491"/>
                  <a:pt x="2264287" y="1238515"/>
                </a:cubicBezTo>
                <a:cubicBezTo>
                  <a:pt x="2264287" y="1238515"/>
                  <a:pt x="2264287" y="1238515"/>
                  <a:pt x="2264287" y="1238488"/>
                </a:cubicBezTo>
                <a:cubicBezTo>
                  <a:pt x="2262732" y="1235459"/>
                  <a:pt x="2263938" y="1231759"/>
                  <a:pt x="2266968" y="1230204"/>
                </a:cubicBezTo>
                <a:close/>
                <a:moveTo>
                  <a:pt x="642716" y="1195046"/>
                </a:moveTo>
                <a:cubicBezTo>
                  <a:pt x="645760" y="1196061"/>
                  <a:pt x="648427" y="1198206"/>
                  <a:pt x="650036" y="1201249"/>
                </a:cubicBezTo>
                <a:cubicBezTo>
                  <a:pt x="653146" y="1207469"/>
                  <a:pt x="650626" y="1215029"/>
                  <a:pt x="644405" y="1218139"/>
                </a:cubicBezTo>
                <a:cubicBezTo>
                  <a:pt x="638427" y="1220820"/>
                  <a:pt x="631402" y="1218461"/>
                  <a:pt x="628239" y="1212751"/>
                </a:cubicBezTo>
                <a:cubicBezTo>
                  <a:pt x="624861" y="1206664"/>
                  <a:pt x="627059" y="1198997"/>
                  <a:pt x="633145" y="1195619"/>
                </a:cubicBezTo>
                <a:cubicBezTo>
                  <a:pt x="636255" y="1194145"/>
                  <a:pt x="639673" y="1194031"/>
                  <a:pt x="642716" y="1195046"/>
                </a:cubicBezTo>
                <a:close/>
                <a:moveTo>
                  <a:pt x="3367328" y="1159371"/>
                </a:moveTo>
                <a:cubicBezTo>
                  <a:pt x="3370167" y="1160397"/>
                  <a:pt x="3372613" y="1162508"/>
                  <a:pt x="3373994" y="1165457"/>
                </a:cubicBezTo>
                <a:cubicBezTo>
                  <a:pt x="3376755" y="1171355"/>
                  <a:pt x="3374235" y="1178379"/>
                  <a:pt x="3368337" y="1181141"/>
                </a:cubicBezTo>
                <a:cubicBezTo>
                  <a:pt x="3362546" y="1183849"/>
                  <a:pt x="3355656" y="1181489"/>
                  <a:pt x="3352787" y="1175779"/>
                </a:cubicBezTo>
                <a:cubicBezTo>
                  <a:pt x="3352733" y="1175671"/>
                  <a:pt x="3352679" y="1175591"/>
                  <a:pt x="3352653" y="1175484"/>
                </a:cubicBezTo>
                <a:cubicBezTo>
                  <a:pt x="3349864" y="1169586"/>
                  <a:pt x="3352411" y="1162561"/>
                  <a:pt x="3358310" y="1159800"/>
                </a:cubicBezTo>
                <a:cubicBezTo>
                  <a:pt x="3361259" y="1158406"/>
                  <a:pt x="3364490" y="1158346"/>
                  <a:pt x="3367328" y="1159371"/>
                </a:cubicBezTo>
                <a:close/>
                <a:moveTo>
                  <a:pt x="211864" y="1156151"/>
                </a:moveTo>
                <a:cubicBezTo>
                  <a:pt x="214670" y="1157059"/>
                  <a:pt x="217129" y="1159036"/>
                  <a:pt x="218577" y="1161864"/>
                </a:cubicBezTo>
                <a:cubicBezTo>
                  <a:pt x="221472" y="1167548"/>
                  <a:pt x="219220" y="1174492"/>
                  <a:pt x="213563" y="1177388"/>
                </a:cubicBezTo>
                <a:cubicBezTo>
                  <a:pt x="213539" y="1177388"/>
                  <a:pt x="213513" y="1177414"/>
                  <a:pt x="213488" y="1177414"/>
                </a:cubicBezTo>
                <a:cubicBezTo>
                  <a:pt x="207799" y="1180283"/>
                  <a:pt x="200869" y="1177977"/>
                  <a:pt x="198013" y="1172294"/>
                </a:cubicBezTo>
                <a:cubicBezTo>
                  <a:pt x="195172" y="1166637"/>
                  <a:pt x="197429" y="1159746"/>
                  <a:pt x="203070" y="1156851"/>
                </a:cubicBezTo>
                <a:cubicBezTo>
                  <a:pt x="205905" y="1155403"/>
                  <a:pt x="209058" y="1155242"/>
                  <a:pt x="211864" y="1156151"/>
                </a:cubicBezTo>
                <a:close/>
                <a:moveTo>
                  <a:pt x="3675255" y="1094591"/>
                </a:moveTo>
                <a:cubicBezTo>
                  <a:pt x="3679484" y="1096012"/>
                  <a:pt x="3683170" y="1099049"/>
                  <a:pt x="3685315" y="1103365"/>
                </a:cubicBezTo>
                <a:cubicBezTo>
                  <a:pt x="3689605" y="1111971"/>
                  <a:pt x="3686066" y="1122427"/>
                  <a:pt x="3677460" y="1126717"/>
                </a:cubicBezTo>
                <a:cubicBezTo>
                  <a:pt x="3668881" y="1130980"/>
                  <a:pt x="3658451" y="1127521"/>
                  <a:pt x="3654135" y="1118942"/>
                </a:cubicBezTo>
                <a:cubicBezTo>
                  <a:pt x="3654135" y="1118915"/>
                  <a:pt x="3654108" y="1118888"/>
                  <a:pt x="3654108" y="1118861"/>
                </a:cubicBezTo>
                <a:cubicBezTo>
                  <a:pt x="3649819" y="1110255"/>
                  <a:pt x="3653331" y="1099799"/>
                  <a:pt x="3661937" y="1095510"/>
                </a:cubicBezTo>
                <a:cubicBezTo>
                  <a:pt x="3666254" y="1093365"/>
                  <a:pt x="3671026" y="1093171"/>
                  <a:pt x="3675255" y="1094591"/>
                </a:cubicBezTo>
                <a:close/>
                <a:moveTo>
                  <a:pt x="2543650" y="1085697"/>
                </a:moveTo>
                <a:cubicBezTo>
                  <a:pt x="2546760" y="1084115"/>
                  <a:pt x="2550567" y="1085295"/>
                  <a:pt x="2552229" y="1088378"/>
                </a:cubicBezTo>
                <a:cubicBezTo>
                  <a:pt x="2552256" y="1088432"/>
                  <a:pt x="2552283" y="1088458"/>
                  <a:pt x="2552283" y="1088512"/>
                </a:cubicBezTo>
                <a:cubicBezTo>
                  <a:pt x="2553731" y="1091595"/>
                  <a:pt x="2552363" y="1095268"/>
                  <a:pt x="2549280" y="1096689"/>
                </a:cubicBezTo>
                <a:cubicBezTo>
                  <a:pt x="2549119" y="1096796"/>
                  <a:pt x="2548959" y="1096877"/>
                  <a:pt x="2548771" y="1096957"/>
                </a:cubicBezTo>
                <a:cubicBezTo>
                  <a:pt x="2545795" y="1098298"/>
                  <a:pt x="2542310" y="1096984"/>
                  <a:pt x="2540969" y="1094008"/>
                </a:cubicBezTo>
                <a:cubicBezTo>
                  <a:pt x="2540969" y="1094008"/>
                  <a:pt x="2540969" y="1094008"/>
                  <a:pt x="2540969" y="1093981"/>
                </a:cubicBezTo>
                <a:cubicBezTo>
                  <a:pt x="2539414" y="1090952"/>
                  <a:pt x="2540620" y="1087252"/>
                  <a:pt x="2543650" y="1085697"/>
                </a:cubicBezTo>
                <a:close/>
                <a:moveTo>
                  <a:pt x="4614948" y="1066069"/>
                </a:moveTo>
                <a:cubicBezTo>
                  <a:pt x="4623591" y="1068995"/>
                  <a:pt x="4631118" y="1075215"/>
                  <a:pt x="4635475" y="1084035"/>
                </a:cubicBezTo>
                <a:cubicBezTo>
                  <a:pt x="4644214" y="1101702"/>
                  <a:pt x="4636976" y="1123097"/>
                  <a:pt x="4619307" y="1131810"/>
                </a:cubicBezTo>
                <a:cubicBezTo>
                  <a:pt x="4619174" y="1131864"/>
                  <a:pt x="4619040" y="1131945"/>
                  <a:pt x="4618905" y="1131998"/>
                </a:cubicBezTo>
                <a:cubicBezTo>
                  <a:pt x="4601345" y="1140577"/>
                  <a:pt x="4580164" y="1133285"/>
                  <a:pt x="4571585" y="1115724"/>
                </a:cubicBezTo>
                <a:cubicBezTo>
                  <a:pt x="4571559" y="1115698"/>
                  <a:pt x="4571559" y="1115671"/>
                  <a:pt x="4571532" y="1115644"/>
                </a:cubicBezTo>
                <a:cubicBezTo>
                  <a:pt x="4562818" y="1097976"/>
                  <a:pt x="4570057" y="1076608"/>
                  <a:pt x="4587725" y="1067868"/>
                </a:cubicBezTo>
                <a:cubicBezTo>
                  <a:pt x="4596546" y="1063512"/>
                  <a:pt x="4606305" y="1063143"/>
                  <a:pt x="4614948" y="1066069"/>
                </a:cubicBezTo>
                <a:close/>
                <a:moveTo>
                  <a:pt x="3972830" y="1055696"/>
                </a:moveTo>
                <a:cubicBezTo>
                  <a:pt x="3985484" y="1050656"/>
                  <a:pt x="3999855" y="1056822"/>
                  <a:pt x="4004895" y="1069450"/>
                </a:cubicBezTo>
                <a:cubicBezTo>
                  <a:pt x="4009962" y="1082104"/>
                  <a:pt x="4003796" y="1096474"/>
                  <a:pt x="3991141" y="1101515"/>
                </a:cubicBezTo>
                <a:cubicBezTo>
                  <a:pt x="3979961" y="1105992"/>
                  <a:pt x="3967200" y="1101729"/>
                  <a:pt x="3960926" y="1091434"/>
                </a:cubicBezTo>
                <a:cubicBezTo>
                  <a:pt x="3953848" y="1079799"/>
                  <a:pt x="3957521" y="1064624"/>
                  <a:pt x="3969157" y="1057546"/>
                </a:cubicBezTo>
                <a:cubicBezTo>
                  <a:pt x="3970336" y="1056822"/>
                  <a:pt x="3971570" y="1056205"/>
                  <a:pt x="3972830" y="1055696"/>
                </a:cubicBezTo>
                <a:close/>
                <a:moveTo>
                  <a:pt x="4300686" y="1050501"/>
                </a:moveTo>
                <a:cubicBezTo>
                  <a:pt x="4307201" y="1052660"/>
                  <a:pt x="4312892" y="1057305"/>
                  <a:pt x="4316216" y="1063927"/>
                </a:cubicBezTo>
                <a:cubicBezTo>
                  <a:pt x="4322865" y="1077144"/>
                  <a:pt x="4317530" y="1093257"/>
                  <a:pt x="4304286" y="1099906"/>
                </a:cubicBezTo>
                <a:cubicBezTo>
                  <a:pt x="4304152" y="1099986"/>
                  <a:pt x="4304018" y="1100040"/>
                  <a:pt x="4303884" y="1100120"/>
                </a:cubicBezTo>
                <a:cubicBezTo>
                  <a:pt x="4290532" y="1106528"/>
                  <a:pt x="4274500" y="1100925"/>
                  <a:pt x="4268092" y="1087573"/>
                </a:cubicBezTo>
                <a:cubicBezTo>
                  <a:pt x="4261738" y="1074383"/>
                  <a:pt x="4267154" y="1058565"/>
                  <a:pt x="4280210" y="1051996"/>
                </a:cubicBezTo>
                <a:cubicBezTo>
                  <a:pt x="4286832" y="1048672"/>
                  <a:pt x="4294171" y="1048345"/>
                  <a:pt x="4300686" y="1050501"/>
                </a:cubicBezTo>
                <a:close/>
                <a:moveTo>
                  <a:pt x="1313403" y="1044893"/>
                </a:moveTo>
                <a:cubicBezTo>
                  <a:pt x="1316648" y="1043445"/>
                  <a:pt x="1320455" y="1044919"/>
                  <a:pt x="1321902" y="1048163"/>
                </a:cubicBezTo>
                <a:cubicBezTo>
                  <a:pt x="1323484" y="1051514"/>
                  <a:pt x="1322197" y="1055508"/>
                  <a:pt x="1318953" y="1057278"/>
                </a:cubicBezTo>
                <a:cubicBezTo>
                  <a:pt x="1318873" y="1057331"/>
                  <a:pt x="1318792" y="1057358"/>
                  <a:pt x="1318712" y="1057385"/>
                </a:cubicBezTo>
                <a:cubicBezTo>
                  <a:pt x="1315334" y="1058913"/>
                  <a:pt x="1311366" y="1057439"/>
                  <a:pt x="1309838" y="1054060"/>
                </a:cubicBezTo>
                <a:cubicBezTo>
                  <a:pt x="1308283" y="1050790"/>
                  <a:pt x="1309570" y="1046876"/>
                  <a:pt x="1312787" y="1045214"/>
                </a:cubicBezTo>
                <a:cubicBezTo>
                  <a:pt x="1313001" y="1045107"/>
                  <a:pt x="1313189" y="1045000"/>
                  <a:pt x="1313403" y="1044893"/>
                </a:cubicBezTo>
                <a:close/>
                <a:moveTo>
                  <a:pt x="865299" y="972434"/>
                </a:moveTo>
                <a:cubicBezTo>
                  <a:pt x="869016" y="973657"/>
                  <a:pt x="872266" y="976298"/>
                  <a:pt x="874170" y="980065"/>
                </a:cubicBezTo>
                <a:cubicBezTo>
                  <a:pt x="874170" y="980092"/>
                  <a:pt x="874196" y="980119"/>
                  <a:pt x="874196" y="980119"/>
                </a:cubicBezTo>
                <a:cubicBezTo>
                  <a:pt x="878030" y="987813"/>
                  <a:pt x="874894" y="997143"/>
                  <a:pt x="867199" y="1000977"/>
                </a:cubicBezTo>
                <a:lnTo>
                  <a:pt x="867199" y="1000173"/>
                </a:lnTo>
                <a:cubicBezTo>
                  <a:pt x="865778" y="1001245"/>
                  <a:pt x="864169" y="1002076"/>
                  <a:pt x="862454" y="1002586"/>
                </a:cubicBezTo>
                <a:cubicBezTo>
                  <a:pt x="854384" y="1005052"/>
                  <a:pt x="845831" y="1000521"/>
                  <a:pt x="843365" y="992451"/>
                </a:cubicBezTo>
                <a:cubicBezTo>
                  <a:pt x="840898" y="984381"/>
                  <a:pt x="845456" y="975829"/>
                  <a:pt x="853526" y="973363"/>
                </a:cubicBezTo>
                <a:cubicBezTo>
                  <a:pt x="853553" y="973336"/>
                  <a:pt x="853606" y="973336"/>
                  <a:pt x="853633" y="973309"/>
                </a:cubicBezTo>
                <a:cubicBezTo>
                  <a:pt x="857400" y="971405"/>
                  <a:pt x="861582" y="971211"/>
                  <a:pt x="865299" y="972434"/>
                </a:cubicBezTo>
                <a:close/>
                <a:moveTo>
                  <a:pt x="2829557" y="959932"/>
                </a:moveTo>
                <a:cubicBezTo>
                  <a:pt x="2834891" y="957358"/>
                  <a:pt x="2841299" y="959610"/>
                  <a:pt x="2843873" y="964945"/>
                </a:cubicBezTo>
                <a:cubicBezTo>
                  <a:pt x="2846420" y="970280"/>
                  <a:pt x="2844168" y="976688"/>
                  <a:pt x="2838833" y="979262"/>
                </a:cubicBezTo>
                <a:cubicBezTo>
                  <a:pt x="2838753" y="979316"/>
                  <a:pt x="2838645" y="979342"/>
                  <a:pt x="2838565" y="979396"/>
                </a:cubicBezTo>
                <a:cubicBezTo>
                  <a:pt x="2833337" y="981863"/>
                  <a:pt x="2827090" y="979664"/>
                  <a:pt x="2824623" y="974436"/>
                </a:cubicBezTo>
                <a:cubicBezTo>
                  <a:pt x="2824597" y="974382"/>
                  <a:pt x="2824543" y="974302"/>
                  <a:pt x="2824516" y="974222"/>
                </a:cubicBezTo>
                <a:cubicBezTo>
                  <a:pt x="2821969" y="968886"/>
                  <a:pt x="2824221" y="962479"/>
                  <a:pt x="2829557" y="959932"/>
                </a:cubicBezTo>
                <a:close/>
                <a:moveTo>
                  <a:pt x="2044200" y="956179"/>
                </a:moveTo>
                <a:cubicBezTo>
                  <a:pt x="2047820" y="954490"/>
                  <a:pt x="2052136" y="956071"/>
                  <a:pt x="2053825" y="959691"/>
                </a:cubicBezTo>
                <a:cubicBezTo>
                  <a:pt x="2055434" y="963257"/>
                  <a:pt x="2054040" y="967466"/>
                  <a:pt x="2050608" y="969343"/>
                </a:cubicBezTo>
                <a:cubicBezTo>
                  <a:pt x="2046988" y="971112"/>
                  <a:pt x="2042591" y="969611"/>
                  <a:pt x="2040822" y="965991"/>
                </a:cubicBezTo>
                <a:cubicBezTo>
                  <a:pt x="2039053" y="962372"/>
                  <a:pt x="2040554" y="957975"/>
                  <a:pt x="2044173" y="956206"/>
                </a:cubicBezTo>
                <a:cubicBezTo>
                  <a:pt x="2044173" y="956206"/>
                  <a:pt x="2044200" y="956206"/>
                  <a:pt x="2044200" y="956179"/>
                </a:cubicBezTo>
                <a:close/>
                <a:moveTo>
                  <a:pt x="411906" y="923441"/>
                </a:moveTo>
                <a:cubicBezTo>
                  <a:pt x="418448" y="921082"/>
                  <a:pt x="425660" y="924460"/>
                  <a:pt x="428046" y="931002"/>
                </a:cubicBezTo>
                <a:cubicBezTo>
                  <a:pt x="430593" y="936927"/>
                  <a:pt x="428153" y="943844"/>
                  <a:pt x="422416" y="946820"/>
                </a:cubicBezTo>
                <a:cubicBezTo>
                  <a:pt x="422362" y="946847"/>
                  <a:pt x="422308" y="946874"/>
                  <a:pt x="422255" y="946900"/>
                </a:cubicBezTo>
                <a:cubicBezTo>
                  <a:pt x="416276" y="950171"/>
                  <a:pt x="408796" y="947973"/>
                  <a:pt x="405525" y="941994"/>
                </a:cubicBezTo>
                <a:cubicBezTo>
                  <a:pt x="405042" y="941243"/>
                  <a:pt x="404667" y="940439"/>
                  <a:pt x="404345" y="939608"/>
                </a:cubicBezTo>
                <a:cubicBezTo>
                  <a:pt x="401986" y="933066"/>
                  <a:pt x="405364" y="925827"/>
                  <a:pt x="411906" y="923441"/>
                </a:cubicBezTo>
                <a:close/>
                <a:moveTo>
                  <a:pt x="3135780" y="856609"/>
                </a:moveTo>
                <a:cubicBezTo>
                  <a:pt x="3139758" y="857920"/>
                  <a:pt x="3143237" y="860748"/>
                  <a:pt x="3145275" y="864783"/>
                </a:cubicBezTo>
                <a:cubicBezTo>
                  <a:pt x="3149350" y="872853"/>
                  <a:pt x="3146106" y="882692"/>
                  <a:pt x="3138036" y="886767"/>
                </a:cubicBezTo>
                <a:cubicBezTo>
                  <a:pt x="3129966" y="890843"/>
                  <a:pt x="3120127" y="887599"/>
                  <a:pt x="3116051" y="879529"/>
                </a:cubicBezTo>
                <a:cubicBezTo>
                  <a:pt x="3111976" y="871459"/>
                  <a:pt x="3115220" y="861620"/>
                  <a:pt x="3123290" y="857544"/>
                </a:cubicBezTo>
                <a:cubicBezTo>
                  <a:pt x="3127325" y="855507"/>
                  <a:pt x="3131802" y="855299"/>
                  <a:pt x="3135780" y="856609"/>
                </a:cubicBezTo>
                <a:close/>
                <a:moveTo>
                  <a:pt x="1559711" y="852985"/>
                </a:moveTo>
                <a:cubicBezTo>
                  <a:pt x="1564751" y="850465"/>
                  <a:pt x="1570864" y="852503"/>
                  <a:pt x="1573384" y="857543"/>
                </a:cubicBezTo>
                <a:cubicBezTo>
                  <a:pt x="1575744" y="862583"/>
                  <a:pt x="1573759" y="868589"/>
                  <a:pt x="1568827" y="871216"/>
                </a:cubicBezTo>
                <a:cubicBezTo>
                  <a:pt x="1568800" y="871243"/>
                  <a:pt x="1568746" y="871243"/>
                  <a:pt x="1568719" y="871270"/>
                </a:cubicBezTo>
                <a:cubicBezTo>
                  <a:pt x="1563625" y="873656"/>
                  <a:pt x="1557539" y="871484"/>
                  <a:pt x="1555153" y="866390"/>
                </a:cubicBezTo>
                <a:cubicBezTo>
                  <a:pt x="1555126" y="866337"/>
                  <a:pt x="1555099" y="866283"/>
                  <a:pt x="1555073" y="866229"/>
                </a:cubicBezTo>
                <a:cubicBezTo>
                  <a:pt x="1552687" y="861296"/>
                  <a:pt x="1554778" y="855371"/>
                  <a:pt x="1559711" y="852985"/>
                </a:cubicBezTo>
                <a:close/>
                <a:moveTo>
                  <a:pt x="2325170" y="802375"/>
                </a:moveTo>
                <a:cubicBezTo>
                  <a:pt x="2327975" y="803340"/>
                  <a:pt x="2330415" y="805358"/>
                  <a:pt x="2331849" y="808213"/>
                </a:cubicBezTo>
                <a:cubicBezTo>
                  <a:pt x="2331849" y="808240"/>
                  <a:pt x="2331876" y="808267"/>
                  <a:pt x="2331876" y="808293"/>
                </a:cubicBezTo>
                <a:cubicBezTo>
                  <a:pt x="2334744" y="813977"/>
                  <a:pt x="2332438" y="820894"/>
                  <a:pt x="2326755" y="823763"/>
                </a:cubicBezTo>
                <a:cubicBezTo>
                  <a:pt x="2321741" y="825479"/>
                  <a:pt x="2316191" y="823629"/>
                  <a:pt x="2313189" y="819232"/>
                </a:cubicBezTo>
                <a:cubicBezTo>
                  <a:pt x="2309516" y="813870"/>
                  <a:pt x="2310910" y="806524"/>
                  <a:pt x="2316299" y="802851"/>
                </a:cubicBezTo>
                <a:cubicBezTo>
                  <a:pt x="2319195" y="801497"/>
                  <a:pt x="2322365" y="801410"/>
                  <a:pt x="2325170" y="802375"/>
                </a:cubicBezTo>
                <a:close/>
                <a:moveTo>
                  <a:pt x="3443842" y="776429"/>
                </a:moveTo>
                <a:cubicBezTo>
                  <a:pt x="3449465" y="778628"/>
                  <a:pt x="3454251" y="782971"/>
                  <a:pt x="3456865" y="788936"/>
                </a:cubicBezTo>
                <a:cubicBezTo>
                  <a:pt x="3462120" y="800867"/>
                  <a:pt x="3456677" y="814781"/>
                  <a:pt x="3444747" y="820009"/>
                </a:cubicBezTo>
                <a:cubicBezTo>
                  <a:pt x="3444022" y="820411"/>
                  <a:pt x="3443272" y="820787"/>
                  <a:pt x="3442521" y="821135"/>
                </a:cubicBezTo>
                <a:cubicBezTo>
                  <a:pt x="3430591" y="826363"/>
                  <a:pt x="3416676" y="820921"/>
                  <a:pt x="3411448" y="808990"/>
                </a:cubicBezTo>
                <a:cubicBezTo>
                  <a:pt x="3406193" y="797060"/>
                  <a:pt x="3411636" y="783145"/>
                  <a:pt x="3423566" y="777917"/>
                </a:cubicBezTo>
                <a:cubicBezTo>
                  <a:pt x="3424290" y="777515"/>
                  <a:pt x="3425041" y="777140"/>
                  <a:pt x="3425792" y="776791"/>
                </a:cubicBezTo>
                <a:cubicBezTo>
                  <a:pt x="3431757" y="774177"/>
                  <a:pt x="3438218" y="774231"/>
                  <a:pt x="3443842" y="776429"/>
                </a:cubicBezTo>
                <a:close/>
                <a:moveTo>
                  <a:pt x="1100118" y="763656"/>
                </a:moveTo>
                <a:cubicBezTo>
                  <a:pt x="1104867" y="765014"/>
                  <a:pt x="1109096" y="768184"/>
                  <a:pt x="1111683" y="772849"/>
                </a:cubicBezTo>
                <a:cubicBezTo>
                  <a:pt x="1116884" y="782152"/>
                  <a:pt x="1113533" y="793922"/>
                  <a:pt x="1104203" y="799097"/>
                </a:cubicBezTo>
                <a:cubicBezTo>
                  <a:pt x="1103694" y="799392"/>
                  <a:pt x="1103157" y="799659"/>
                  <a:pt x="1102621" y="799901"/>
                </a:cubicBezTo>
                <a:cubicBezTo>
                  <a:pt x="1093050" y="804271"/>
                  <a:pt x="1081763" y="800088"/>
                  <a:pt x="1077393" y="790517"/>
                </a:cubicBezTo>
                <a:cubicBezTo>
                  <a:pt x="1073023" y="781321"/>
                  <a:pt x="1076535" y="770302"/>
                  <a:pt x="1085436" y="765342"/>
                </a:cubicBezTo>
                <a:cubicBezTo>
                  <a:pt x="1090101" y="762755"/>
                  <a:pt x="1095369" y="762299"/>
                  <a:pt x="1100118" y="763656"/>
                </a:cubicBezTo>
                <a:close/>
                <a:moveTo>
                  <a:pt x="3752874" y="720440"/>
                </a:moveTo>
                <a:cubicBezTo>
                  <a:pt x="3760613" y="723057"/>
                  <a:pt x="3767356" y="728627"/>
                  <a:pt x="3771270" y="736523"/>
                </a:cubicBezTo>
                <a:cubicBezTo>
                  <a:pt x="3779072" y="752314"/>
                  <a:pt x="3772610" y="771429"/>
                  <a:pt x="3756819" y="779258"/>
                </a:cubicBezTo>
                <a:cubicBezTo>
                  <a:pt x="3756738" y="779312"/>
                  <a:pt x="3756658" y="779339"/>
                  <a:pt x="3756578" y="779392"/>
                </a:cubicBezTo>
                <a:cubicBezTo>
                  <a:pt x="3740920" y="787113"/>
                  <a:pt x="3721939" y="780706"/>
                  <a:pt x="3714191" y="765049"/>
                </a:cubicBezTo>
                <a:cubicBezTo>
                  <a:pt x="3714164" y="764968"/>
                  <a:pt x="3714110" y="764888"/>
                  <a:pt x="3714083" y="764807"/>
                </a:cubicBezTo>
                <a:cubicBezTo>
                  <a:pt x="3706255" y="749016"/>
                  <a:pt x="3712716" y="729874"/>
                  <a:pt x="3728507" y="722072"/>
                </a:cubicBezTo>
                <a:cubicBezTo>
                  <a:pt x="3736403" y="718158"/>
                  <a:pt x="3745136" y="717823"/>
                  <a:pt x="3752874" y="720440"/>
                </a:cubicBezTo>
                <a:close/>
                <a:moveTo>
                  <a:pt x="4690204" y="719863"/>
                </a:moveTo>
                <a:cubicBezTo>
                  <a:pt x="4700362" y="723245"/>
                  <a:pt x="4709230" y="730504"/>
                  <a:pt x="4714404" y="740839"/>
                </a:cubicBezTo>
                <a:cubicBezTo>
                  <a:pt x="4724726" y="761483"/>
                  <a:pt x="4716361" y="786604"/>
                  <a:pt x="4695717" y="796952"/>
                </a:cubicBezTo>
                <a:cubicBezTo>
                  <a:pt x="4695610" y="797006"/>
                  <a:pt x="4695475" y="797060"/>
                  <a:pt x="4695368" y="797140"/>
                </a:cubicBezTo>
                <a:cubicBezTo>
                  <a:pt x="4674590" y="807274"/>
                  <a:pt x="4649550" y="798668"/>
                  <a:pt x="4639415" y="777917"/>
                </a:cubicBezTo>
                <a:cubicBezTo>
                  <a:pt x="4629335" y="757300"/>
                  <a:pt x="4637753" y="732420"/>
                  <a:pt x="4658263" y="722152"/>
                </a:cubicBezTo>
                <a:cubicBezTo>
                  <a:pt x="4668598" y="716978"/>
                  <a:pt x="4680046" y="716481"/>
                  <a:pt x="4690204" y="719863"/>
                </a:cubicBezTo>
                <a:close/>
                <a:moveTo>
                  <a:pt x="4064467" y="696958"/>
                </a:moveTo>
                <a:cubicBezTo>
                  <a:pt x="4072389" y="699659"/>
                  <a:pt x="4079279" y="705383"/>
                  <a:pt x="4083261" y="713493"/>
                </a:cubicBezTo>
                <a:cubicBezTo>
                  <a:pt x="4091251" y="729686"/>
                  <a:pt x="4084575" y="749311"/>
                  <a:pt x="4068354" y="757274"/>
                </a:cubicBezTo>
                <a:cubicBezTo>
                  <a:pt x="4052215" y="765210"/>
                  <a:pt x="4032697" y="758615"/>
                  <a:pt x="4024653" y="742528"/>
                </a:cubicBezTo>
                <a:cubicBezTo>
                  <a:pt x="4024627" y="742475"/>
                  <a:pt x="4024600" y="742421"/>
                  <a:pt x="4024573" y="742367"/>
                </a:cubicBezTo>
                <a:cubicBezTo>
                  <a:pt x="4016611" y="726147"/>
                  <a:pt x="4023286" y="706549"/>
                  <a:pt x="4039480" y="698560"/>
                </a:cubicBezTo>
                <a:cubicBezTo>
                  <a:pt x="4047590" y="694578"/>
                  <a:pt x="4056545" y="694257"/>
                  <a:pt x="4064467" y="696958"/>
                </a:cubicBezTo>
                <a:close/>
                <a:moveTo>
                  <a:pt x="4379653" y="690654"/>
                </a:moveTo>
                <a:cubicBezTo>
                  <a:pt x="4389851" y="694122"/>
                  <a:pt x="4398726" y="701482"/>
                  <a:pt x="4403860" y="711911"/>
                </a:cubicBezTo>
                <a:cubicBezTo>
                  <a:pt x="4414155" y="732769"/>
                  <a:pt x="4405576" y="757997"/>
                  <a:pt x="4384717" y="768266"/>
                </a:cubicBezTo>
                <a:cubicBezTo>
                  <a:pt x="4363912" y="778507"/>
                  <a:pt x="4338738" y="770009"/>
                  <a:pt x="4328415" y="749231"/>
                </a:cubicBezTo>
                <a:cubicBezTo>
                  <a:pt x="4328389" y="749204"/>
                  <a:pt x="4328389" y="749150"/>
                  <a:pt x="4328362" y="749123"/>
                </a:cubicBezTo>
                <a:cubicBezTo>
                  <a:pt x="4318094" y="728265"/>
                  <a:pt x="4326646" y="703037"/>
                  <a:pt x="4347505" y="692741"/>
                </a:cubicBezTo>
                <a:cubicBezTo>
                  <a:pt x="4357934" y="687607"/>
                  <a:pt x="4369456" y="687185"/>
                  <a:pt x="4379653" y="690654"/>
                </a:cubicBezTo>
                <a:close/>
                <a:moveTo>
                  <a:pt x="1830136" y="676283"/>
                </a:moveTo>
                <a:cubicBezTo>
                  <a:pt x="1833699" y="677533"/>
                  <a:pt x="1836782" y="680140"/>
                  <a:pt x="1838538" y="683813"/>
                </a:cubicBezTo>
                <a:cubicBezTo>
                  <a:pt x="1842211" y="691212"/>
                  <a:pt x="1839235" y="700222"/>
                  <a:pt x="1831836" y="703920"/>
                </a:cubicBezTo>
                <a:cubicBezTo>
                  <a:pt x="1824409" y="707460"/>
                  <a:pt x="1815535" y="704484"/>
                  <a:pt x="1811728" y="697218"/>
                </a:cubicBezTo>
                <a:cubicBezTo>
                  <a:pt x="1808055" y="689818"/>
                  <a:pt x="1811031" y="680810"/>
                  <a:pt x="1818430" y="677110"/>
                </a:cubicBezTo>
                <a:cubicBezTo>
                  <a:pt x="1818565" y="677030"/>
                  <a:pt x="1818725" y="676949"/>
                  <a:pt x="1818860" y="676896"/>
                </a:cubicBezTo>
                <a:cubicBezTo>
                  <a:pt x="1822533" y="675140"/>
                  <a:pt x="1826574" y="675033"/>
                  <a:pt x="1830136" y="676283"/>
                </a:cubicBezTo>
                <a:close/>
                <a:moveTo>
                  <a:pt x="637094" y="671337"/>
                </a:moveTo>
                <a:cubicBezTo>
                  <a:pt x="654957" y="670268"/>
                  <a:pt x="672557" y="679764"/>
                  <a:pt x="681002" y="696815"/>
                </a:cubicBezTo>
                <a:cubicBezTo>
                  <a:pt x="692262" y="719550"/>
                  <a:pt x="682959" y="747084"/>
                  <a:pt x="660224" y="758344"/>
                </a:cubicBezTo>
                <a:cubicBezTo>
                  <a:pt x="637489" y="769605"/>
                  <a:pt x="609955" y="760302"/>
                  <a:pt x="598694" y="737567"/>
                </a:cubicBezTo>
                <a:cubicBezTo>
                  <a:pt x="587434" y="714831"/>
                  <a:pt x="596737" y="687297"/>
                  <a:pt x="619472" y="676037"/>
                </a:cubicBezTo>
                <a:cubicBezTo>
                  <a:pt x="625156" y="673222"/>
                  <a:pt x="631139" y="671693"/>
                  <a:pt x="637094" y="671337"/>
                </a:cubicBezTo>
                <a:close/>
                <a:moveTo>
                  <a:pt x="2610559" y="669420"/>
                </a:moveTo>
                <a:cubicBezTo>
                  <a:pt x="2614429" y="670710"/>
                  <a:pt x="2617848" y="673358"/>
                  <a:pt x="2620059" y="677111"/>
                </a:cubicBezTo>
                <a:cubicBezTo>
                  <a:pt x="2624939" y="685396"/>
                  <a:pt x="2622178" y="696093"/>
                  <a:pt x="2613893" y="700972"/>
                </a:cubicBezTo>
                <a:cubicBezTo>
                  <a:pt x="2613893" y="700972"/>
                  <a:pt x="2613866" y="700972"/>
                  <a:pt x="2613866" y="700999"/>
                </a:cubicBezTo>
                <a:cubicBezTo>
                  <a:pt x="2605206" y="705208"/>
                  <a:pt x="2594777" y="701589"/>
                  <a:pt x="2590568" y="692929"/>
                </a:cubicBezTo>
                <a:cubicBezTo>
                  <a:pt x="2590461" y="692742"/>
                  <a:pt x="2590380" y="692554"/>
                  <a:pt x="2590273" y="692366"/>
                </a:cubicBezTo>
                <a:cubicBezTo>
                  <a:pt x="2586305" y="683921"/>
                  <a:pt x="2589898" y="673867"/>
                  <a:pt x="2598343" y="669873"/>
                </a:cubicBezTo>
                <a:cubicBezTo>
                  <a:pt x="2602365" y="668197"/>
                  <a:pt x="2606688" y="668130"/>
                  <a:pt x="2610559" y="669420"/>
                </a:cubicBezTo>
                <a:close/>
                <a:moveTo>
                  <a:pt x="1351019" y="569109"/>
                </a:moveTo>
                <a:cubicBezTo>
                  <a:pt x="1356884" y="571040"/>
                  <a:pt x="1362011" y="575208"/>
                  <a:pt x="1365014" y="581156"/>
                </a:cubicBezTo>
                <a:cubicBezTo>
                  <a:pt x="1371019" y="593055"/>
                  <a:pt x="1366247" y="607567"/>
                  <a:pt x="1354343" y="613570"/>
                </a:cubicBezTo>
                <a:cubicBezTo>
                  <a:pt x="1354316" y="613578"/>
                  <a:pt x="1354316" y="613589"/>
                  <a:pt x="1354290" y="613597"/>
                </a:cubicBezTo>
                <a:cubicBezTo>
                  <a:pt x="1342386" y="619573"/>
                  <a:pt x="1327881" y="614757"/>
                  <a:pt x="1321902" y="602846"/>
                </a:cubicBezTo>
                <a:cubicBezTo>
                  <a:pt x="1315951" y="590955"/>
                  <a:pt x="1320723" y="576481"/>
                  <a:pt x="1332600" y="570488"/>
                </a:cubicBezTo>
                <a:cubicBezTo>
                  <a:pt x="1338552" y="567485"/>
                  <a:pt x="1345154" y="567178"/>
                  <a:pt x="1351019" y="569109"/>
                </a:cubicBezTo>
                <a:close/>
                <a:moveTo>
                  <a:pt x="2906890" y="555761"/>
                </a:moveTo>
                <a:cubicBezTo>
                  <a:pt x="2912828" y="557691"/>
                  <a:pt x="2918030" y="561886"/>
                  <a:pt x="2921086" y="567889"/>
                </a:cubicBezTo>
                <a:cubicBezTo>
                  <a:pt x="2927199" y="579894"/>
                  <a:pt x="2922426" y="594586"/>
                  <a:pt x="2910415" y="600702"/>
                </a:cubicBezTo>
                <a:cubicBezTo>
                  <a:pt x="2898270" y="606721"/>
                  <a:pt x="2883551" y="601812"/>
                  <a:pt x="2877439" y="589709"/>
                </a:cubicBezTo>
                <a:cubicBezTo>
                  <a:pt x="2871567" y="577741"/>
                  <a:pt x="2876393" y="563275"/>
                  <a:pt x="2888270" y="557223"/>
                </a:cubicBezTo>
                <a:cubicBezTo>
                  <a:pt x="2894276" y="554166"/>
                  <a:pt x="2900951" y="553831"/>
                  <a:pt x="2906890" y="555761"/>
                </a:cubicBezTo>
                <a:close/>
                <a:moveTo>
                  <a:pt x="2104792" y="518178"/>
                </a:moveTo>
                <a:cubicBezTo>
                  <a:pt x="2109959" y="519900"/>
                  <a:pt x="2114470" y="523594"/>
                  <a:pt x="2117097" y="528850"/>
                </a:cubicBezTo>
                <a:cubicBezTo>
                  <a:pt x="2120878" y="539146"/>
                  <a:pt x="2116400" y="550647"/>
                  <a:pt x="2106641" y="555661"/>
                </a:cubicBezTo>
                <a:cubicBezTo>
                  <a:pt x="2096802" y="560513"/>
                  <a:pt x="2084898" y="557156"/>
                  <a:pt x="2079027" y="547885"/>
                </a:cubicBezTo>
                <a:cubicBezTo>
                  <a:pt x="2073772" y="537373"/>
                  <a:pt x="2078035" y="524591"/>
                  <a:pt x="2088544" y="519332"/>
                </a:cubicBezTo>
                <a:cubicBezTo>
                  <a:pt x="2093799" y="516704"/>
                  <a:pt x="2099624" y="516455"/>
                  <a:pt x="2104792" y="518178"/>
                </a:cubicBezTo>
                <a:close/>
                <a:moveTo>
                  <a:pt x="872734" y="466128"/>
                </a:moveTo>
                <a:cubicBezTo>
                  <a:pt x="891112" y="465053"/>
                  <a:pt x="909205" y="474842"/>
                  <a:pt x="917871" y="492387"/>
                </a:cubicBezTo>
                <a:cubicBezTo>
                  <a:pt x="929426" y="515782"/>
                  <a:pt x="919828" y="544109"/>
                  <a:pt x="896423" y="555659"/>
                </a:cubicBezTo>
                <a:cubicBezTo>
                  <a:pt x="873017" y="567209"/>
                  <a:pt x="844705" y="557606"/>
                  <a:pt x="833150" y="534211"/>
                </a:cubicBezTo>
                <a:cubicBezTo>
                  <a:pt x="821595" y="510816"/>
                  <a:pt x="831193" y="482489"/>
                  <a:pt x="854599" y="470939"/>
                </a:cubicBezTo>
                <a:cubicBezTo>
                  <a:pt x="860450" y="468052"/>
                  <a:pt x="866608" y="466486"/>
                  <a:pt x="872734" y="466128"/>
                </a:cubicBezTo>
                <a:close/>
                <a:moveTo>
                  <a:pt x="3210987" y="463378"/>
                </a:moveTo>
                <a:cubicBezTo>
                  <a:pt x="3218829" y="466107"/>
                  <a:pt x="3225625" y="471827"/>
                  <a:pt x="3229513" y="479892"/>
                </a:cubicBezTo>
                <a:cubicBezTo>
                  <a:pt x="3237314" y="496021"/>
                  <a:pt x="3230585" y="515418"/>
                  <a:pt x="3214445" y="523220"/>
                </a:cubicBezTo>
                <a:cubicBezTo>
                  <a:pt x="3214391" y="523244"/>
                  <a:pt x="3214338" y="523268"/>
                  <a:pt x="3214311" y="523293"/>
                </a:cubicBezTo>
                <a:cubicBezTo>
                  <a:pt x="3198332" y="531078"/>
                  <a:pt x="3179055" y="524445"/>
                  <a:pt x="3171281" y="508474"/>
                </a:cubicBezTo>
                <a:cubicBezTo>
                  <a:pt x="3171227" y="508365"/>
                  <a:pt x="3171173" y="508252"/>
                  <a:pt x="3171119" y="508139"/>
                </a:cubicBezTo>
                <a:cubicBezTo>
                  <a:pt x="3163318" y="492010"/>
                  <a:pt x="3170074" y="472613"/>
                  <a:pt x="3186187" y="464811"/>
                </a:cubicBezTo>
                <a:cubicBezTo>
                  <a:pt x="3194257" y="460912"/>
                  <a:pt x="3203145" y="460649"/>
                  <a:pt x="3210987" y="463378"/>
                </a:cubicBezTo>
                <a:close/>
                <a:moveTo>
                  <a:pt x="3519329" y="392998"/>
                </a:moveTo>
                <a:cubicBezTo>
                  <a:pt x="3529413" y="396378"/>
                  <a:pt x="3538207" y="403605"/>
                  <a:pt x="3543328" y="413878"/>
                </a:cubicBezTo>
                <a:cubicBezTo>
                  <a:pt x="3553543" y="434425"/>
                  <a:pt x="3545178" y="459372"/>
                  <a:pt x="3524641" y="469600"/>
                </a:cubicBezTo>
                <a:cubicBezTo>
                  <a:pt x="3524614" y="469616"/>
                  <a:pt x="3524587" y="469630"/>
                  <a:pt x="3524560" y="469643"/>
                </a:cubicBezTo>
                <a:cubicBezTo>
                  <a:pt x="3503970" y="479826"/>
                  <a:pt x="3479063" y="471402"/>
                  <a:pt x="3468875" y="450833"/>
                </a:cubicBezTo>
                <a:cubicBezTo>
                  <a:pt x="3458714" y="430299"/>
                  <a:pt x="3467079" y="405411"/>
                  <a:pt x="3487589" y="395199"/>
                </a:cubicBezTo>
                <a:cubicBezTo>
                  <a:pt x="3497870" y="390084"/>
                  <a:pt x="3509245" y="389618"/>
                  <a:pt x="3519329" y="392998"/>
                </a:cubicBezTo>
                <a:close/>
                <a:moveTo>
                  <a:pt x="1611726" y="391251"/>
                </a:moveTo>
                <a:cubicBezTo>
                  <a:pt x="1619149" y="393245"/>
                  <a:pt x="1625812" y="398070"/>
                  <a:pt x="1629954" y="405253"/>
                </a:cubicBezTo>
                <a:cubicBezTo>
                  <a:pt x="1637165" y="420074"/>
                  <a:pt x="1631214" y="437944"/>
                  <a:pt x="1616548" y="445469"/>
                </a:cubicBezTo>
                <a:cubicBezTo>
                  <a:pt x="1601722" y="452684"/>
                  <a:pt x="1583866" y="446728"/>
                  <a:pt x="1576333" y="432063"/>
                </a:cubicBezTo>
                <a:cubicBezTo>
                  <a:pt x="1570354" y="418080"/>
                  <a:pt x="1575770" y="401830"/>
                  <a:pt x="1588934" y="394234"/>
                </a:cubicBezTo>
                <a:cubicBezTo>
                  <a:pt x="1596119" y="390093"/>
                  <a:pt x="1604303" y="389256"/>
                  <a:pt x="1611726" y="391251"/>
                </a:cubicBezTo>
                <a:close/>
                <a:moveTo>
                  <a:pt x="2388073" y="376704"/>
                </a:moveTo>
                <a:cubicBezTo>
                  <a:pt x="2394866" y="378984"/>
                  <a:pt x="2400792" y="383855"/>
                  <a:pt x="2404237" y="390777"/>
                </a:cubicBezTo>
                <a:cubicBezTo>
                  <a:pt x="2404639" y="391485"/>
                  <a:pt x="2404987" y="392212"/>
                  <a:pt x="2405309" y="392952"/>
                </a:cubicBezTo>
                <a:cubicBezTo>
                  <a:pt x="2411314" y="406494"/>
                  <a:pt x="2405175" y="422325"/>
                  <a:pt x="2391636" y="428312"/>
                </a:cubicBezTo>
                <a:cubicBezTo>
                  <a:pt x="2390939" y="428703"/>
                  <a:pt x="2390215" y="429065"/>
                  <a:pt x="2389464" y="429392"/>
                </a:cubicBezTo>
                <a:cubicBezTo>
                  <a:pt x="2375925" y="435379"/>
                  <a:pt x="2360080" y="429253"/>
                  <a:pt x="2354101" y="415711"/>
                </a:cubicBezTo>
                <a:cubicBezTo>
                  <a:pt x="2347211" y="401866"/>
                  <a:pt x="2352868" y="385062"/>
                  <a:pt x="2366702" y="378177"/>
                </a:cubicBezTo>
                <a:cubicBezTo>
                  <a:pt x="2373619" y="374734"/>
                  <a:pt x="2381280" y="374423"/>
                  <a:pt x="2388073" y="376704"/>
                </a:cubicBezTo>
                <a:close/>
                <a:moveTo>
                  <a:pt x="4748673" y="362482"/>
                </a:moveTo>
                <a:cubicBezTo>
                  <a:pt x="4769541" y="361582"/>
                  <a:pt x="4789916" y="373007"/>
                  <a:pt x="4799447" y="393073"/>
                </a:cubicBezTo>
                <a:cubicBezTo>
                  <a:pt x="4812155" y="419823"/>
                  <a:pt x="4800760" y="451806"/>
                  <a:pt x="4774004" y="464506"/>
                </a:cubicBezTo>
                <a:cubicBezTo>
                  <a:pt x="4747971" y="476860"/>
                  <a:pt x="4716843" y="466442"/>
                  <a:pt x="4703492" y="440913"/>
                </a:cubicBezTo>
                <a:cubicBezTo>
                  <a:pt x="4703171" y="440302"/>
                  <a:pt x="4702875" y="439684"/>
                  <a:pt x="4702581" y="439060"/>
                </a:cubicBezTo>
                <a:cubicBezTo>
                  <a:pt x="4689873" y="412309"/>
                  <a:pt x="4701267" y="380326"/>
                  <a:pt x="4728024" y="367626"/>
                </a:cubicBezTo>
                <a:cubicBezTo>
                  <a:pt x="4734706" y="364451"/>
                  <a:pt x="4741717" y="362782"/>
                  <a:pt x="4748673" y="362482"/>
                </a:cubicBezTo>
                <a:close/>
                <a:moveTo>
                  <a:pt x="3810814" y="345788"/>
                </a:moveTo>
                <a:cubicBezTo>
                  <a:pt x="3830810" y="343173"/>
                  <a:pt x="3851345" y="352446"/>
                  <a:pt x="3862183" y="370937"/>
                </a:cubicBezTo>
                <a:cubicBezTo>
                  <a:pt x="3874757" y="396484"/>
                  <a:pt x="3864355" y="427400"/>
                  <a:pt x="3838858" y="440109"/>
                </a:cubicBezTo>
                <a:cubicBezTo>
                  <a:pt x="3813308" y="452693"/>
                  <a:pt x="3782395" y="442269"/>
                  <a:pt x="3769687" y="416784"/>
                </a:cubicBezTo>
                <a:cubicBezTo>
                  <a:pt x="3759875" y="392936"/>
                  <a:pt x="3769124" y="365505"/>
                  <a:pt x="3791377" y="352465"/>
                </a:cubicBezTo>
                <a:cubicBezTo>
                  <a:pt x="3797543" y="348853"/>
                  <a:pt x="3804149" y="346660"/>
                  <a:pt x="3810814" y="345788"/>
                </a:cubicBezTo>
                <a:close/>
                <a:moveTo>
                  <a:pt x="4140830" y="339436"/>
                </a:moveTo>
                <a:cubicBezTo>
                  <a:pt x="4150797" y="342730"/>
                  <a:pt x="4159510" y="349827"/>
                  <a:pt x="4164604" y="359946"/>
                </a:cubicBezTo>
                <a:cubicBezTo>
                  <a:pt x="4174524" y="380318"/>
                  <a:pt x="4166293" y="404891"/>
                  <a:pt x="4146104" y="415175"/>
                </a:cubicBezTo>
                <a:cubicBezTo>
                  <a:pt x="4125889" y="425138"/>
                  <a:pt x="4101439" y="416943"/>
                  <a:pt x="4091331" y="396825"/>
                </a:cubicBezTo>
                <a:cubicBezTo>
                  <a:pt x="4081143" y="376589"/>
                  <a:pt x="4089294" y="351926"/>
                  <a:pt x="4109535" y="341743"/>
                </a:cubicBezTo>
                <a:cubicBezTo>
                  <a:pt x="4119643" y="336651"/>
                  <a:pt x="4130863" y="336142"/>
                  <a:pt x="4140830" y="339436"/>
                </a:cubicBezTo>
                <a:close/>
                <a:moveTo>
                  <a:pt x="4436802" y="335081"/>
                </a:moveTo>
                <a:cubicBezTo>
                  <a:pt x="4456722" y="333866"/>
                  <a:pt x="4476368" y="344427"/>
                  <a:pt x="4485819" y="363423"/>
                </a:cubicBezTo>
                <a:cubicBezTo>
                  <a:pt x="4498393" y="388748"/>
                  <a:pt x="4488070" y="419484"/>
                  <a:pt x="4462734" y="432066"/>
                </a:cubicBezTo>
                <a:cubicBezTo>
                  <a:pt x="4437399" y="444487"/>
                  <a:pt x="4406782" y="434206"/>
                  <a:pt x="4394100" y="409009"/>
                </a:cubicBezTo>
                <a:cubicBezTo>
                  <a:pt x="4394100" y="409004"/>
                  <a:pt x="4394100" y="408996"/>
                  <a:pt x="4394100" y="408991"/>
                </a:cubicBezTo>
                <a:cubicBezTo>
                  <a:pt x="4381499" y="383662"/>
                  <a:pt x="4391848" y="352930"/>
                  <a:pt x="4417157" y="340345"/>
                </a:cubicBezTo>
                <a:cubicBezTo>
                  <a:pt x="4423491" y="337200"/>
                  <a:pt x="4430161" y="335486"/>
                  <a:pt x="4436802" y="335081"/>
                </a:cubicBezTo>
                <a:close/>
                <a:moveTo>
                  <a:pt x="1119827" y="271003"/>
                </a:moveTo>
                <a:cubicBezTo>
                  <a:pt x="1139747" y="269789"/>
                  <a:pt x="1159392" y="280350"/>
                  <a:pt x="1168843" y="299345"/>
                </a:cubicBezTo>
                <a:cubicBezTo>
                  <a:pt x="1181417" y="324670"/>
                  <a:pt x="1171095" y="355405"/>
                  <a:pt x="1145760" y="367987"/>
                </a:cubicBezTo>
                <a:cubicBezTo>
                  <a:pt x="1120451" y="380567"/>
                  <a:pt x="1089726" y="370245"/>
                  <a:pt x="1077125" y="344930"/>
                </a:cubicBezTo>
                <a:cubicBezTo>
                  <a:pt x="1077125" y="344925"/>
                  <a:pt x="1077125" y="344917"/>
                  <a:pt x="1077125" y="344912"/>
                </a:cubicBezTo>
                <a:cubicBezTo>
                  <a:pt x="1064524" y="319584"/>
                  <a:pt x="1074873" y="288852"/>
                  <a:pt x="1100182" y="276267"/>
                </a:cubicBezTo>
                <a:cubicBezTo>
                  <a:pt x="1106516" y="273122"/>
                  <a:pt x="1113187" y="271408"/>
                  <a:pt x="1119827" y="271003"/>
                </a:cubicBezTo>
                <a:close/>
                <a:moveTo>
                  <a:pt x="2681187" y="254885"/>
                </a:moveTo>
                <a:cubicBezTo>
                  <a:pt x="2689967" y="257839"/>
                  <a:pt x="2697622" y="264142"/>
                  <a:pt x="2702072" y="273094"/>
                </a:cubicBezTo>
                <a:cubicBezTo>
                  <a:pt x="2710946" y="290998"/>
                  <a:pt x="2703654" y="312719"/>
                  <a:pt x="2685745" y="321607"/>
                </a:cubicBezTo>
                <a:cubicBezTo>
                  <a:pt x="2685745" y="321612"/>
                  <a:pt x="2685718" y="321615"/>
                  <a:pt x="2685718" y="321620"/>
                </a:cubicBezTo>
                <a:cubicBezTo>
                  <a:pt x="2667809" y="330495"/>
                  <a:pt x="2646092" y="323165"/>
                  <a:pt x="2637218" y="305253"/>
                </a:cubicBezTo>
                <a:cubicBezTo>
                  <a:pt x="2628344" y="287352"/>
                  <a:pt x="2635663" y="265651"/>
                  <a:pt x="2653546" y="256769"/>
                </a:cubicBezTo>
                <a:cubicBezTo>
                  <a:pt x="2662501" y="252325"/>
                  <a:pt x="2672407" y="251931"/>
                  <a:pt x="2681187" y="254885"/>
                </a:cubicBezTo>
                <a:close/>
                <a:moveTo>
                  <a:pt x="1885312" y="226634"/>
                </a:moveTo>
                <a:cubicBezTo>
                  <a:pt x="1894351" y="229673"/>
                  <a:pt x="1902227" y="236162"/>
                  <a:pt x="1906798" y="245379"/>
                </a:cubicBezTo>
                <a:cubicBezTo>
                  <a:pt x="1915967" y="263811"/>
                  <a:pt x="1908460" y="286176"/>
                  <a:pt x="1890014" y="295331"/>
                </a:cubicBezTo>
                <a:cubicBezTo>
                  <a:pt x="1871649" y="304455"/>
                  <a:pt x="1849370" y="297026"/>
                  <a:pt x="1840147" y="278709"/>
                </a:cubicBezTo>
                <a:cubicBezTo>
                  <a:pt x="1840120" y="278650"/>
                  <a:pt x="1840093" y="278594"/>
                  <a:pt x="1840067" y="278535"/>
                </a:cubicBezTo>
                <a:cubicBezTo>
                  <a:pt x="1830897" y="260103"/>
                  <a:pt x="1838431" y="237738"/>
                  <a:pt x="1856850" y="228582"/>
                </a:cubicBezTo>
                <a:cubicBezTo>
                  <a:pt x="1866073" y="224003"/>
                  <a:pt x="1876274" y="223594"/>
                  <a:pt x="1885312" y="226634"/>
                </a:cubicBezTo>
                <a:close/>
                <a:moveTo>
                  <a:pt x="2964450" y="150066"/>
                </a:moveTo>
                <a:cubicBezTo>
                  <a:pt x="2982068" y="148940"/>
                  <a:pt x="2999487" y="158235"/>
                  <a:pt x="3007872" y="175019"/>
                </a:cubicBezTo>
                <a:cubicBezTo>
                  <a:pt x="3019078" y="197397"/>
                  <a:pt x="3010016" y="224618"/>
                  <a:pt x="2987630" y="235814"/>
                </a:cubicBezTo>
                <a:cubicBezTo>
                  <a:pt x="2965189" y="246878"/>
                  <a:pt x="2938030" y="237782"/>
                  <a:pt x="2926770" y="215438"/>
                </a:cubicBezTo>
                <a:cubicBezTo>
                  <a:pt x="2915671" y="193073"/>
                  <a:pt x="2924759" y="165946"/>
                  <a:pt x="2947092" y="154775"/>
                </a:cubicBezTo>
                <a:cubicBezTo>
                  <a:pt x="2952682" y="151975"/>
                  <a:pt x="2958577" y="150442"/>
                  <a:pt x="2964450" y="150066"/>
                </a:cubicBezTo>
                <a:close/>
                <a:moveTo>
                  <a:pt x="1379070" y="90592"/>
                </a:moveTo>
                <a:cubicBezTo>
                  <a:pt x="1400983" y="89451"/>
                  <a:pt x="1422488" y="101256"/>
                  <a:pt x="1432683" y="122234"/>
                </a:cubicBezTo>
                <a:cubicBezTo>
                  <a:pt x="1446249" y="150203"/>
                  <a:pt x="1434587" y="183890"/>
                  <a:pt x="1406623" y="197475"/>
                </a:cubicBezTo>
                <a:cubicBezTo>
                  <a:pt x="1406543" y="197518"/>
                  <a:pt x="1406436" y="197563"/>
                  <a:pt x="1406355" y="197606"/>
                </a:cubicBezTo>
                <a:cubicBezTo>
                  <a:pt x="1378097" y="210968"/>
                  <a:pt x="1344370" y="198906"/>
                  <a:pt x="1331018" y="170664"/>
                </a:cubicBezTo>
                <a:cubicBezTo>
                  <a:pt x="1317988" y="142793"/>
                  <a:pt x="1329758" y="109625"/>
                  <a:pt x="1357426" y="96186"/>
                </a:cubicBezTo>
                <a:cubicBezTo>
                  <a:pt x="1364417" y="92790"/>
                  <a:pt x="1371766" y="90972"/>
                  <a:pt x="1379070" y="90592"/>
                </a:cubicBezTo>
                <a:close/>
                <a:moveTo>
                  <a:pt x="2150077" y="78661"/>
                </a:moveTo>
                <a:cubicBezTo>
                  <a:pt x="2167488" y="77574"/>
                  <a:pt x="2184680" y="86783"/>
                  <a:pt x="2192944" y="103379"/>
                </a:cubicBezTo>
                <a:cubicBezTo>
                  <a:pt x="2203990" y="125508"/>
                  <a:pt x="2194982" y="152393"/>
                  <a:pt x="2172863" y="163426"/>
                </a:cubicBezTo>
                <a:cubicBezTo>
                  <a:pt x="2172863" y="163428"/>
                  <a:pt x="2172863" y="163431"/>
                  <a:pt x="2172836" y="163434"/>
                </a:cubicBezTo>
                <a:cubicBezTo>
                  <a:pt x="2150718" y="174458"/>
                  <a:pt x="2123827" y="165452"/>
                  <a:pt x="2112808" y="143318"/>
                </a:cubicBezTo>
                <a:cubicBezTo>
                  <a:pt x="2101789" y="121191"/>
                  <a:pt x="2110797" y="94317"/>
                  <a:pt x="2132916" y="83287"/>
                </a:cubicBezTo>
                <a:cubicBezTo>
                  <a:pt x="2138446" y="80529"/>
                  <a:pt x="2144273" y="79023"/>
                  <a:pt x="2150077" y="78661"/>
                </a:cubicBezTo>
                <a:close/>
                <a:moveTo>
                  <a:pt x="3268805" y="66588"/>
                </a:moveTo>
                <a:cubicBezTo>
                  <a:pt x="3290400" y="65303"/>
                  <a:pt x="3311679" y="76780"/>
                  <a:pt x="3321874" y="97383"/>
                </a:cubicBezTo>
                <a:cubicBezTo>
                  <a:pt x="3335467" y="124850"/>
                  <a:pt x="3324233" y="158143"/>
                  <a:pt x="3296753" y="171738"/>
                </a:cubicBezTo>
                <a:cubicBezTo>
                  <a:pt x="3269352" y="185299"/>
                  <a:pt x="3236161" y="174151"/>
                  <a:pt x="3222488" y="146805"/>
                </a:cubicBezTo>
                <a:cubicBezTo>
                  <a:pt x="3222461" y="146743"/>
                  <a:pt x="3222434" y="146681"/>
                  <a:pt x="3222408" y="146620"/>
                </a:cubicBezTo>
                <a:cubicBezTo>
                  <a:pt x="3208788" y="119150"/>
                  <a:pt x="3220048" y="85860"/>
                  <a:pt x="3247502" y="72261"/>
                </a:cubicBezTo>
                <a:cubicBezTo>
                  <a:pt x="3254372" y="68862"/>
                  <a:pt x="3261606" y="67016"/>
                  <a:pt x="3268805" y="66588"/>
                </a:cubicBezTo>
                <a:close/>
                <a:moveTo>
                  <a:pt x="3575740" y="14517"/>
                </a:moveTo>
                <a:cubicBezTo>
                  <a:pt x="3597337" y="13278"/>
                  <a:pt x="3618591" y="24799"/>
                  <a:pt x="3628745" y="45424"/>
                </a:cubicBezTo>
                <a:cubicBezTo>
                  <a:pt x="3642285" y="72924"/>
                  <a:pt x="3630971" y="106190"/>
                  <a:pt x="3603463" y="119726"/>
                </a:cubicBezTo>
                <a:cubicBezTo>
                  <a:pt x="3603329" y="119793"/>
                  <a:pt x="3603195" y="119860"/>
                  <a:pt x="3603061" y="119925"/>
                </a:cubicBezTo>
                <a:cubicBezTo>
                  <a:pt x="3575661" y="133308"/>
                  <a:pt x="3542577" y="121936"/>
                  <a:pt x="3529199" y="94525"/>
                </a:cubicBezTo>
                <a:cubicBezTo>
                  <a:pt x="3529199" y="94498"/>
                  <a:pt x="3529172" y="94474"/>
                  <a:pt x="3529172" y="94447"/>
                </a:cubicBezTo>
                <a:cubicBezTo>
                  <a:pt x="3515633" y="66948"/>
                  <a:pt x="3526947" y="33682"/>
                  <a:pt x="3554427" y="20145"/>
                </a:cubicBezTo>
                <a:cubicBezTo>
                  <a:pt x="3561304" y="16761"/>
                  <a:pt x="3568541" y="14930"/>
                  <a:pt x="3575740" y="14517"/>
                </a:cubicBezTo>
                <a:close/>
                <a:moveTo>
                  <a:pt x="4819372" y="2917"/>
                </a:moveTo>
                <a:lnTo>
                  <a:pt x="4821378" y="3380"/>
                </a:lnTo>
                <a:lnTo>
                  <a:pt x="4821378" y="149188"/>
                </a:lnTo>
                <a:lnTo>
                  <a:pt x="4800428" y="146385"/>
                </a:lnTo>
                <a:cubicBezTo>
                  <a:pt x="4782549" y="140358"/>
                  <a:pt x="4766965" y="127510"/>
                  <a:pt x="4757917" y="109269"/>
                </a:cubicBezTo>
                <a:cubicBezTo>
                  <a:pt x="4739846" y="72837"/>
                  <a:pt x="4754700" y="28659"/>
                  <a:pt x="4791108" y="10527"/>
                </a:cubicBezTo>
                <a:cubicBezTo>
                  <a:pt x="4800217" y="5988"/>
                  <a:pt x="4809815" y="3511"/>
                  <a:pt x="4819372" y="2917"/>
                </a:cubicBezTo>
                <a:close/>
                <a:moveTo>
                  <a:pt x="4454144" y="0"/>
                </a:moveTo>
                <a:lnTo>
                  <a:pt x="4571035" y="0"/>
                </a:lnTo>
                <a:lnTo>
                  <a:pt x="4580244" y="9764"/>
                </a:lnTo>
                <a:cubicBezTo>
                  <a:pt x="4598449" y="46518"/>
                  <a:pt x="4583408" y="91069"/>
                  <a:pt x="4546651" y="109270"/>
                </a:cubicBezTo>
                <a:cubicBezTo>
                  <a:pt x="4509921" y="127298"/>
                  <a:pt x="4465523" y="112337"/>
                  <a:pt x="4447185" y="75758"/>
                </a:cubicBezTo>
                <a:cubicBezTo>
                  <a:pt x="4447158" y="75731"/>
                  <a:pt x="4447158" y="75701"/>
                  <a:pt x="4447131" y="75675"/>
                </a:cubicBezTo>
                <a:cubicBezTo>
                  <a:pt x="4438043" y="57297"/>
                  <a:pt x="4437258" y="36970"/>
                  <a:pt x="4443341" y="18962"/>
                </a:cubicBezTo>
                <a:close/>
                <a:moveTo>
                  <a:pt x="4149217" y="0"/>
                </a:moveTo>
                <a:lnTo>
                  <a:pt x="4257393" y="0"/>
                </a:lnTo>
                <a:lnTo>
                  <a:pt x="4260317" y="3285"/>
                </a:lnTo>
                <a:cubicBezTo>
                  <a:pt x="4274768" y="34771"/>
                  <a:pt x="4260960" y="72018"/>
                  <a:pt x="4229485" y="86482"/>
                </a:cubicBezTo>
                <a:cubicBezTo>
                  <a:pt x="4199323" y="100333"/>
                  <a:pt x="4163612" y="88311"/>
                  <a:pt x="4147981" y="59050"/>
                </a:cubicBezTo>
                <a:cubicBezTo>
                  <a:pt x="4139804" y="43772"/>
                  <a:pt x="4138598" y="26630"/>
                  <a:pt x="4143256" y="11266"/>
                </a:cubicBezTo>
                <a:close/>
                <a:moveTo>
                  <a:pt x="3860379" y="0"/>
                </a:moveTo>
                <a:lnTo>
                  <a:pt x="3921495" y="0"/>
                </a:lnTo>
                <a:lnTo>
                  <a:pt x="3936582" y="15837"/>
                </a:lnTo>
                <a:cubicBezTo>
                  <a:pt x="3949451" y="41527"/>
                  <a:pt x="3939075" y="72796"/>
                  <a:pt x="3913391" y="85678"/>
                </a:cubicBezTo>
                <a:cubicBezTo>
                  <a:pt x="3887707" y="98560"/>
                  <a:pt x="3856419" y="88177"/>
                  <a:pt x="3843550" y="62487"/>
                </a:cubicBezTo>
                <a:cubicBezTo>
                  <a:pt x="3837115" y="49642"/>
                  <a:pt x="3836492" y="35403"/>
                  <a:pt x="3840688" y="22764"/>
                </a:cubicBezTo>
                <a:close/>
                <a:moveTo>
                  <a:pt x="2391233" y="0"/>
                </a:moveTo>
                <a:lnTo>
                  <a:pt x="2491395" y="0"/>
                </a:lnTo>
                <a:lnTo>
                  <a:pt x="2492784" y="19856"/>
                </a:lnTo>
                <a:cubicBezTo>
                  <a:pt x="2488394" y="32980"/>
                  <a:pt x="2478997" y="44429"/>
                  <a:pt x="2465632" y="51092"/>
                </a:cubicBezTo>
                <a:cubicBezTo>
                  <a:pt x="2438903" y="64419"/>
                  <a:pt x="2406435" y="53556"/>
                  <a:pt x="2393110" y="26829"/>
                </a:cubicBezTo>
                <a:close/>
                <a:moveTo>
                  <a:pt x="1592732" y="0"/>
                </a:moveTo>
                <a:lnTo>
                  <a:pt x="1708961" y="0"/>
                </a:lnTo>
                <a:lnTo>
                  <a:pt x="1709486" y="7656"/>
                </a:lnTo>
                <a:cubicBezTo>
                  <a:pt x="1704372" y="22876"/>
                  <a:pt x="1693454" y="36145"/>
                  <a:pt x="1677944" y="43855"/>
                </a:cubicBezTo>
                <a:cubicBezTo>
                  <a:pt x="1677890" y="43882"/>
                  <a:pt x="1677837" y="43909"/>
                  <a:pt x="1677783" y="43935"/>
                </a:cubicBezTo>
                <a:cubicBezTo>
                  <a:pt x="1646710" y="59268"/>
                  <a:pt x="1609095" y="46507"/>
                  <a:pt x="1593759" y="15436"/>
                </a:cubicBezTo>
                <a:close/>
              </a:path>
            </a:pathLst>
          </a:custGeom>
          <a:solidFill>
            <a:schemeClr val="tx1">
              <a:alpha val="5000"/>
            </a:schemeClr>
          </a:solidFill>
          <a:ln w="14475" cap="flat">
            <a:noFill/>
            <a:prstDash val="solid"/>
            <a:miter/>
          </a:ln>
        </p:spPr>
        <p:txBody>
          <a:bodyPr wrap="square" rtlCol="0" anchor="ctr">
            <a:noAutofit/>
          </a:bodyPr>
          <a:lstStyle/>
          <a:p>
            <a:endParaRPr lang="fr-FR" sz="2700"/>
          </a:p>
        </p:txBody>
      </p:sp>
      <p:sp>
        <p:nvSpPr>
          <p:cNvPr id="562" name="Rectangle 561">
            <a:extLst>
              <a:ext uri="{FF2B5EF4-FFF2-40B4-BE49-F238E27FC236}">
                <a16:creationId xmlns:a16="http://schemas.microsoft.com/office/drawing/2014/main" id="{BABA2789-7FC9-411E-BCBB-09E056D07D56}"/>
              </a:ext>
            </a:extLst>
          </p:cNvPr>
          <p:cNvSpPr/>
          <p:nvPr userDrawn="1"/>
        </p:nvSpPr>
        <p:spPr>
          <a:xfrm>
            <a:off x="12104370" y="-1161745"/>
            <a:ext cx="6183630" cy="1161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73808" indent="-273808" algn="l">
              <a:buClr>
                <a:schemeClr val="accent4"/>
              </a:buClr>
              <a:buFont typeface="Arial" panose="020B0604020202020204" pitchFamily="34" charset="0"/>
              <a:buChar char="•"/>
            </a:pPr>
            <a:endParaRPr lang="fr-FR" sz="1800">
              <a:solidFill>
                <a:schemeClr val="accent1"/>
              </a:solidFill>
            </a:endParaRPr>
          </a:p>
        </p:txBody>
      </p:sp>
      <p:cxnSp>
        <p:nvCxnSpPr>
          <p:cNvPr id="1088" name="Connecteur droit 32">
            <a:extLst>
              <a:ext uri="{FF2B5EF4-FFF2-40B4-BE49-F238E27FC236}">
                <a16:creationId xmlns:a16="http://schemas.microsoft.com/office/drawing/2014/main" id="{22207EA1-29E9-4AEE-BA3E-300F7AEA328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96AB26-6B6F-42CE-BC77-F57E9367A0A6}"/>
              </a:ext>
            </a:extLst>
          </p:cNvPr>
          <p:cNvSpPr>
            <a:spLocks noGrp="1"/>
          </p:cNvSpPr>
          <p:nvPr>
            <p:ph type="title" idx="10" hasCustomPrompt="1"/>
          </p:nvPr>
        </p:nvSpPr>
        <p:spPr/>
        <p:txBody>
          <a:bodyPr/>
          <a:lstStyle>
            <a:lvl1pPr>
              <a:defRPr/>
            </a:lvl1pPr>
          </a:lstStyle>
          <a:p>
            <a:r>
              <a:rPr lang="fr-FR"/>
              <a:t>Click to add agenda title</a:t>
            </a:r>
          </a:p>
        </p:txBody>
      </p:sp>
      <p:sp>
        <p:nvSpPr>
          <p:cNvPr id="12" name="Text Placeholder 11">
            <a:extLst>
              <a:ext uri="{FF2B5EF4-FFF2-40B4-BE49-F238E27FC236}">
                <a16:creationId xmlns:a16="http://schemas.microsoft.com/office/drawing/2014/main" id="{6862D3A6-371B-459D-80A6-093853E28A34}"/>
              </a:ext>
            </a:extLst>
          </p:cNvPr>
          <p:cNvSpPr>
            <a:spLocks noGrp="1"/>
          </p:cNvSpPr>
          <p:nvPr>
            <p:ph type="body" sz="quarter" idx="18" hasCustomPrompt="1"/>
          </p:nvPr>
        </p:nvSpPr>
        <p:spPr>
          <a:xfrm>
            <a:off x="4134737" y="1935093"/>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14" name="Text Placeholder 13">
            <a:extLst>
              <a:ext uri="{FF2B5EF4-FFF2-40B4-BE49-F238E27FC236}">
                <a16:creationId xmlns:a16="http://schemas.microsoft.com/office/drawing/2014/main" id="{DD695242-FAF5-4117-83C2-18CEA62D0679}"/>
              </a:ext>
            </a:extLst>
          </p:cNvPr>
          <p:cNvSpPr>
            <a:spLocks noGrp="1"/>
          </p:cNvSpPr>
          <p:nvPr>
            <p:ph type="body" sz="quarter" idx="19" hasCustomPrompt="1"/>
          </p:nvPr>
        </p:nvSpPr>
        <p:spPr>
          <a:xfrm>
            <a:off x="5884660" y="1946335"/>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16" name="Text Placeholder 15">
            <a:extLst>
              <a:ext uri="{FF2B5EF4-FFF2-40B4-BE49-F238E27FC236}">
                <a16:creationId xmlns:a16="http://schemas.microsoft.com/office/drawing/2014/main" id="{BEA92701-D9A9-404B-B699-EDB659B8026F}"/>
              </a:ext>
            </a:extLst>
          </p:cNvPr>
          <p:cNvSpPr>
            <a:spLocks noGrp="1"/>
          </p:cNvSpPr>
          <p:nvPr>
            <p:ph type="body" sz="quarter" idx="20" hasCustomPrompt="1"/>
          </p:nvPr>
        </p:nvSpPr>
        <p:spPr>
          <a:xfrm>
            <a:off x="14906289" y="1946286"/>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51" name="Text Placeholder 11">
            <a:extLst>
              <a:ext uri="{FF2B5EF4-FFF2-40B4-BE49-F238E27FC236}">
                <a16:creationId xmlns:a16="http://schemas.microsoft.com/office/drawing/2014/main" id="{DF42EE5A-CA17-4395-B150-78F42B04CC46}"/>
              </a:ext>
            </a:extLst>
          </p:cNvPr>
          <p:cNvSpPr>
            <a:spLocks noGrp="1"/>
          </p:cNvSpPr>
          <p:nvPr>
            <p:ph type="body" sz="quarter" idx="21" hasCustomPrompt="1"/>
          </p:nvPr>
        </p:nvSpPr>
        <p:spPr>
          <a:xfrm>
            <a:off x="4134736" y="2840140"/>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52" name="Text Placeholder 13">
            <a:extLst>
              <a:ext uri="{FF2B5EF4-FFF2-40B4-BE49-F238E27FC236}">
                <a16:creationId xmlns:a16="http://schemas.microsoft.com/office/drawing/2014/main" id="{7A2AD319-10A2-42B2-AD18-192A9C5A8144}"/>
              </a:ext>
            </a:extLst>
          </p:cNvPr>
          <p:cNvSpPr>
            <a:spLocks noGrp="1"/>
          </p:cNvSpPr>
          <p:nvPr>
            <p:ph type="body" sz="quarter" idx="22" hasCustomPrompt="1"/>
          </p:nvPr>
        </p:nvSpPr>
        <p:spPr>
          <a:xfrm>
            <a:off x="5884658" y="2851383"/>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53" name="Text Placeholder 15">
            <a:extLst>
              <a:ext uri="{FF2B5EF4-FFF2-40B4-BE49-F238E27FC236}">
                <a16:creationId xmlns:a16="http://schemas.microsoft.com/office/drawing/2014/main" id="{0B392A36-0284-45CF-B971-9695EA9AF4A0}"/>
              </a:ext>
            </a:extLst>
          </p:cNvPr>
          <p:cNvSpPr>
            <a:spLocks noGrp="1"/>
          </p:cNvSpPr>
          <p:nvPr>
            <p:ph type="body" sz="quarter" idx="23" hasCustomPrompt="1"/>
          </p:nvPr>
        </p:nvSpPr>
        <p:spPr>
          <a:xfrm>
            <a:off x="14906288" y="2851334"/>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57" name="Text Placeholder 11">
            <a:extLst>
              <a:ext uri="{FF2B5EF4-FFF2-40B4-BE49-F238E27FC236}">
                <a16:creationId xmlns:a16="http://schemas.microsoft.com/office/drawing/2014/main" id="{56BB5ED8-9622-4FDE-9FD8-108F8CFAABAC}"/>
              </a:ext>
            </a:extLst>
          </p:cNvPr>
          <p:cNvSpPr>
            <a:spLocks noGrp="1"/>
          </p:cNvSpPr>
          <p:nvPr>
            <p:ph type="body" sz="quarter" idx="24" hasCustomPrompt="1"/>
          </p:nvPr>
        </p:nvSpPr>
        <p:spPr>
          <a:xfrm>
            <a:off x="4134734" y="3727735"/>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58" name="Text Placeholder 13">
            <a:extLst>
              <a:ext uri="{FF2B5EF4-FFF2-40B4-BE49-F238E27FC236}">
                <a16:creationId xmlns:a16="http://schemas.microsoft.com/office/drawing/2014/main" id="{D4D9E4C7-0175-492B-92CA-815CFC4BE1DC}"/>
              </a:ext>
            </a:extLst>
          </p:cNvPr>
          <p:cNvSpPr>
            <a:spLocks noGrp="1"/>
          </p:cNvSpPr>
          <p:nvPr>
            <p:ph type="body" sz="quarter" idx="25" hasCustomPrompt="1"/>
          </p:nvPr>
        </p:nvSpPr>
        <p:spPr>
          <a:xfrm>
            <a:off x="5884657" y="3738977"/>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59" name="Text Placeholder 15">
            <a:extLst>
              <a:ext uri="{FF2B5EF4-FFF2-40B4-BE49-F238E27FC236}">
                <a16:creationId xmlns:a16="http://schemas.microsoft.com/office/drawing/2014/main" id="{8E468B7C-2F32-4329-9B85-411839202531}"/>
              </a:ext>
            </a:extLst>
          </p:cNvPr>
          <p:cNvSpPr>
            <a:spLocks noGrp="1"/>
          </p:cNvSpPr>
          <p:nvPr>
            <p:ph type="body" sz="quarter" idx="26" hasCustomPrompt="1"/>
          </p:nvPr>
        </p:nvSpPr>
        <p:spPr>
          <a:xfrm>
            <a:off x="14906286" y="3738928"/>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60" name="Text Placeholder 11">
            <a:extLst>
              <a:ext uri="{FF2B5EF4-FFF2-40B4-BE49-F238E27FC236}">
                <a16:creationId xmlns:a16="http://schemas.microsoft.com/office/drawing/2014/main" id="{B3E5DDC1-B9F6-4D66-9FD4-83E5EBEE457D}"/>
              </a:ext>
            </a:extLst>
          </p:cNvPr>
          <p:cNvSpPr>
            <a:spLocks noGrp="1"/>
          </p:cNvSpPr>
          <p:nvPr>
            <p:ph type="body" sz="quarter" idx="27" hasCustomPrompt="1"/>
          </p:nvPr>
        </p:nvSpPr>
        <p:spPr>
          <a:xfrm>
            <a:off x="4134733" y="4653228"/>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61" name="Text Placeholder 13">
            <a:extLst>
              <a:ext uri="{FF2B5EF4-FFF2-40B4-BE49-F238E27FC236}">
                <a16:creationId xmlns:a16="http://schemas.microsoft.com/office/drawing/2014/main" id="{28ECB165-7A72-4582-898D-08DDD3749C72}"/>
              </a:ext>
            </a:extLst>
          </p:cNvPr>
          <p:cNvSpPr>
            <a:spLocks noGrp="1"/>
          </p:cNvSpPr>
          <p:nvPr>
            <p:ph type="body" sz="quarter" idx="28" hasCustomPrompt="1"/>
          </p:nvPr>
        </p:nvSpPr>
        <p:spPr>
          <a:xfrm>
            <a:off x="5884655" y="4664471"/>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62" name="Text Placeholder 15">
            <a:extLst>
              <a:ext uri="{FF2B5EF4-FFF2-40B4-BE49-F238E27FC236}">
                <a16:creationId xmlns:a16="http://schemas.microsoft.com/office/drawing/2014/main" id="{C03C4673-7DDA-4DF3-B3EB-637665A1E16C}"/>
              </a:ext>
            </a:extLst>
          </p:cNvPr>
          <p:cNvSpPr>
            <a:spLocks noGrp="1"/>
          </p:cNvSpPr>
          <p:nvPr>
            <p:ph type="body" sz="quarter" idx="29" hasCustomPrompt="1"/>
          </p:nvPr>
        </p:nvSpPr>
        <p:spPr>
          <a:xfrm>
            <a:off x="14906285" y="4664422"/>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63" name="Text Placeholder 11">
            <a:extLst>
              <a:ext uri="{FF2B5EF4-FFF2-40B4-BE49-F238E27FC236}">
                <a16:creationId xmlns:a16="http://schemas.microsoft.com/office/drawing/2014/main" id="{CEB81D5D-F72D-4AA4-8EAC-B348BAD48B73}"/>
              </a:ext>
            </a:extLst>
          </p:cNvPr>
          <p:cNvSpPr>
            <a:spLocks noGrp="1"/>
          </p:cNvSpPr>
          <p:nvPr>
            <p:ph type="body" sz="quarter" idx="30" hasCustomPrompt="1"/>
          </p:nvPr>
        </p:nvSpPr>
        <p:spPr>
          <a:xfrm>
            <a:off x="4134731" y="5551885"/>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64" name="Text Placeholder 13">
            <a:extLst>
              <a:ext uri="{FF2B5EF4-FFF2-40B4-BE49-F238E27FC236}">
                <a16:creationId xmlns:a16="http://schemas.microsoft.com/office/drawing/2014/main" id="{6C4DF4A5-CCCF-4C34-ADBE-1BA0FA65387C}"/>
              </a:ext>
            </a:extLst>
          </p:cNvPr>
          <p:cNvSpPr>
            <a:spLocks noGrp="1"/>
          </p:cNvSpPr>
          <p:nvPr>
            <p:ph type="body" sz="quarter" idx="31" hasCustomPrompt="1"/>
          </p:nvPr>
        </p:nvSpPr>
        <p:spPr>
          <a:xfrm>
            <a:off x="5884654" y="5563128"/>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65" name="Text Placeholder 15">
            <a:extLst>
              <a:ext uri="{FF2B5EF4-FFF2-40B4-BE49-F238E27FC236}">
                <a16:creationId xmlns:a16="http://schemas.microsoft.com/office/drawing/2014/main" id="{4E0A8621-8BDB-45F6-B43B-25FD66ECFBA5}"/>
              </a:ext>
            </a:extLst>
          </p:cNvPr>
          <p:cNvSpPr>
            <a:spLocks noGrp="1"/>
          </p:cNvSpPr>
          <p:nvPr>
            <p:ph type="body" sz="quarter" idx="32" hasCustomPrompt="1"/>
          </p:nvPr>
        </p:nvSpPr>
        <p:spPr>
          <a:xfrm>
            <a:off x="14906283" y="5563079"/>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66" name="Text Placeholder 11">
            <a:extLst>
              <a:ext uri="{FF2B5EF4-FFF2-40B4-BE49-F238E27FC236}">
                <a16:creationId xmlns:a16="http://schemas.microsoft.com/office/drawing/2014/main" id="{A879D6F3-E834-45C6-B684-C099608387E2}"/>
              </a:ext>
            </a:extLst>
          </p:cNvPr>
          <p:cNvSpPr>
            <a:spLocks noGrp="1"/>
          </p:cNvSpPr>
          <p:nvPr>
            <p:ph type="body" sz="quarter" idx="33" hasCustomPrompt="1"/>
          </p:nvPr>
        </p:nvSpPr>
        <p:spPr>
          <a:xfrm>
            <a:off x="4134730" y="6469442"/>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67" name="Text Placeholder 13">
            <a:extLst>
              <a:ext uri="{FF2B5EF4-FFF2-40B4-BE49-F238E27FC236}">
                <a16:creationId xmlns:a16="http://schemas.microsoft.com/office/drawing/2014/main" id="{A60C22D5-A084-41A3-A33E-10FF4378A1A9}"/>
              </a:ext>
            </a:extLst>
          </p:cNvPr>
          <p:cNvSpPr>
            <a:spLocks noGrp="1"/>
          </p:cNvSpPr>
          <p:nvPr>
            <p:ph type="body" sz="quarter" idx="34" hasCustomPrompt="1"/>
          </p:nvPr>
        </p:nvSpPr>
        <p:spPr>
          <a:xfrm>
            <a:off x="5884652" y="6480685"/>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68" name="Text Placeholder 15">
            <a:extLst>
              <a:ext uri="{FF2B5EF4-FFF2-40B4-BE49-F238E27FC236}">
                <a16:creationId xmlns:a16="http://schemas.microsoft.com/office/drawing/2014/main" id="{2A5BB103-DF35-486A-A5D5-DB14EF7E659F}"/>
              </a:ext>
            </a:extLst>
          </p:cNvPr>
          <p:cNvSpPr>
            <a:spLocks noGrp="1"/>
          </p:cNvSpPr>
          <p:nvPr>
            <p:ph type="body" sz="quarter" idx="35" hasCustomPrompt="1"/>
          </p:nvPr>
        </p:nvSpPr>
        <p:spPr>
          <a:xfrm>
            <a:off x="14906282" y="6480636"/>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69" name="Text Placeholder 11">
            <a:extLst>
              <a:ext uri="{FF2B5EF4-FFF2-40B4-BE49-F238E27FC236}">
                <a16:creationId xmlns:a16="http://schemas.microsoft.com/office/drawing/2014/main" id="{FFA1784F-1ED6-478C-9792-F84C6AFED42A}"/>
              </a:ext>
            </a:extLst>
          </p:cNvPr>
          <p:cNvSpPr>
            <a:spLocks noGrp="1"/>
          </p:cNvSpPr>
          <p:nvPr>
            <p:ph type="body" sz="quarter" idx="36" hasCustomPrompt="1"/>
          </p:nvPr>
        </p:nvSpPr>
        <p:spPr>
          <a:xfrm>
            <a:off x="4134728" y="7398139"/>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70" name="Text Placeholder 13">
            <a:extLst>
              <a:ext uri="{FF2B5EF4-FFF2-40B4-BE49-F238E27FC236}">
                <a16:creationId xmlns:a16="http://schemas.microsoft.com/office/drawing/2014/main" id="{C9420F78-4C39-4D68-8D65-F40DA3F83E1B}"/>
              </a:ext>
            </a:extLst>
          </p:cNvPr>
          <p:cNvSpPr>
            <a:spLocks noGrp="1"/>
          </p:cNvSpPr>
          <p:nvPr>
            <p:ph type="body" sz="quarter" idx="37" hasCustomPrompt="1"/>
          </p:nvPr>
        </p:nvSpPr>
        <p:spPr>
          <a:xfrm>
            <a:off x="5884651" y="7409382"/>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71" name="Text Placeholder 15">
            <a:extLst>
              <a:ext uri="{FF2B5EF4-FFF2-40B4-BE49-F238E27FC236}">
                <a16:creationId xmlns:a16="http://schemas.microsoft.com/office/drawing/2014/main" id="{2C051199-1172-4489-8515-A737EB52DBC3}"/>
              </a:ext>
            </a:extLst>
          </p:cNvPr>
          <p:cNvSpPr>
            <a:spLocks noGrp="1"/>
          </p:cNvSpPr>
          <p:nvPr>
            <p:ph type="body" sz="quarter" idx="38" hasCustomPrompt="1"/>
          </p:nvPr>
        </p:nvSpPr>
        <p:spPr>
          <a:xfrm>
            <a:off x="14906280" y="7409333"/>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72" name="Text Placeholder 11">
            <a:extLst>
              <a:ext uri="{FF2B5EF4-FFF2-40B4-BE49-F238E27FC236}">
                <a16:creationId xmlns:a16="http://schemas.microsoft.com/office/drawing/2014/main" id="{C50A6304-C20C-492C-8632-FAF2C2BC1802}"/>
              </a:ext>
            </a:extLst>
          </p:cNvPr>
          <p:cNvSpPr>
            <a:spLocks noGrp="1"/>
          </p:cNvSpPr>
          <p:nvPr>
            <p:ph type="body" sz="quarter" idx="39" hasCustomPrompt="1"/>
          </p:nvPr>
        </p:nvSpPr>
        <p:spPr>
          <a:xfrm>
            <a:off x="4134728" y="8296745"/>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73" name="Text Placeholder 13">
            <a:extLst>
              <a:ext uri="{FF2B5EF4-FFF2-40B4-BE49-F238E27FC236}">
                <a16:creationId xmlns:a16="http://schemas.microsoft.com/office/drawing/2014/main" id="{CC4C6B99-AC73-4CD8-997F-DAB5843B0FC6}"/>
              </a:ext>
            </a:extLst>
          </p:cNvPr>
          <p:cNvSpPr>
            <a:spLocks noGrp="1"/>
          </p:cNvSpPr>
          <p:nvPr>
            <p:ph type="body" sz="quarter" idx="40" hasCustomPrompt="1"/>
          </p:nvPr>
        </p:nvSpPr>
        <p:spPr>
          <a:xfrm>
            <a:off x="5884651" y="8307988"/>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74" name="Text Placeholder 15">
            <a:extLst>
              <a:ext uri="{FF2B5EF4-FFF2-40B4-BE49-F238E27FC236}">
                <a16:creationId xmlns:a16="http://schemas.microsoft.com/office/drawing/2014/main" id="{7F90DADD-533A-489F-B86B-B9EA0BFA0E8E}"/>
              </a:ext>
            </a:extLst>
          </p:cNvPr>
          <p:cNvSpPr>
            <a:spLocks noGrp="1"/>
          </p:cNvSpPr>
          <p:nvPr>
            <p:ph type="body" sz="quarter" idx="41" hasCustomPrompt="1"/>
          </p:nvPr>
        </p:nvSpPr>
        <p:spPr>
          <a:xfrm>
            <a:off x="14906280" y="8307939"/>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Tree>
    <p:custDataLst>
      <p:tags r:id="rId1"/>
    </p:custDataLst>
    <p:extLst>
      <p:ext uri="{BB962C8B-B14F-4D97-AF65-F5344CB8AC3E}">
        <p14:creationId xmlns:p14="http://schemas.microsoft.com/office/powerpoint/2010/main" val="2146622181"/>
      </p:ext>
    </p:extLst>
  </p:cSld>
  <p:clrMapOvr>
    <a:masterClrMapping/>
  </p:clrMapOvr>
  <p:extLst>
    <p:ext uri="{DCECCB84-F9BA-43D5-87BE-67443E8EF086}">
      <p15:sldGuideLst xmlns:p15="http://schemas.microsoft.com/office/powerpoint/2012/main">
        <p15:guide id="1" orient="horz" pos="2160">
          <p15:clr>
            <a:srgbClr val="FBAE40"/>
          </p15:clr>
        </p15:guide>
        <p15:guide id="2" pos="116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p:bg>
      <p:bgPr>
        <a:solidFill>
          <a:schemeClr val="bg1"/>
        </a:solidFill>
        <a:effectLst/>
      </p:bgPr>
    </p:bg>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62F38F47-C921-BB85-101F-7AD3C6F9FDDF}"/>
              </a:ext>
            </a:extLst>
          </p:cNvPr>
          <p:cNvSpPr/>
          <p:nvPr userDrawn="1"/>
        </p:nvSpPr>
        <p:spPr>
          <a:xfrm>
            <a:off x="1212761" y="1267228"/>
            <a:ext cx="6766530" cy="6766121"/>
          </a:xfrm>
          <a:prstGeom prst="ellipse">
            <a:avLst/>
          </a:prstGeom>
          <a:gradFill>
            <a:gsLst>
              <a:gs pos="0">
                <a:schemeClr val="tx2"/>
              </a:gs>
              <a:gs pos="100000">
                <a:schemeClr val="bg2"/>
              </a:gs>
            </a:gsLst>
            <a:lin ang="5400000" scaled="1"/>
          </a:gra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p>
            <a:pPr algn="l">
              <a:buClr>
                <a:schemeClr val="accent4"/>
              </a:buClr>
            </a:pPr>
            <a:endParaRPr lang="fr-FR" sz="1800" err="1">
              <a:solidFill>
                <a:schemeClr val="bg1">
                  <a:lumMod val="100000"/>
                </a:schemeClr>
              </a:solidFill>
              <a:latin typeface="Segoe UI Semilight" panose="020B0402040204020203" pitchFamily="34" charset="0"/>
            </a:endParaRPr>
          </a:p>
        </p:txBody>
      </p:sp>
      <p:pic>
        <p:nvPicPr>
          <p:cNvPr id="17" name="Graphique 16">
            <a:extLst>
              <a:ext uri="{FF2B5EF4-FFF2-40B4-BE49-F238E27FC236}">
                <a16:creationId xmlns:a16="http://schemas.microsoft.com/office/drawing/2014/main" id="{2A921758-2357-E2E4-7B6A-D082EAFFCDA3}"/>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18" name="Graphique 17">
            <a:extLst>
              <a:ext uri="{FF2B5EF4-FFF2-40B4-BE49-F238E27FC236}">
                <a16:creationId xmlns:a16="http://schemas.microsoft.com/office/drawing/2014/main" id="{DA05AF54-C2F8-B447-E830-1EC08F33AC0E}"/>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3" name="Espace réservé pour une image  2">
            <a:extLst>
              <a:ext uri="{FF2B5EF4-FFF2-40B4-BE49-F238E27FC236}">
                <a16:creationId xmlns:a16="http://schemas.microsoft.com/office/drawing/2014/main" id="{E0FD4F7F-6DD8-9D49-9E21-5D29466BC079}"/>
              </a:ext>
            </a:extLst>
          </p:cNvPr>
          <p:cNvSpPr>
            <a:spLocks noGrp="1"/>
          </p:cNvSpPr>
          <p:nvPr>
            <p:ph type="pic" sz="quarter" idx="12"/>
          </p:nvPr>
        </p:nvSpPr>
        <p:spPr>
          <a:xfrm>
            <a:off x="1230720" y="1267228"/>
            <a:ext cx="6609702" cy="6608682"/>
          </a:xfrm>
          <a:prstGeom prst="ellipse">
            <a:avLst/>
          </a:prstGeom>
          <a:solidFill>
            <a:schemeClr val="accent3"/>
          </a:solidFill>
          <a:effectLst/>
        </p:spPr>
        <p:txBody>
          <a:bodyPr tIns="720000" anchor="ctr" anchorCtr="1"/>
          <a:lstStyle>
            <a:lvl1pPr marL="0" indent="0" algn="ctr">
              <a:buNone/>
              <a:defRPr>
                <a:solidFill>
                  <a:schemeClr val="bg1"/>
                </a:solidFill>
              </a:defRPr>
            </a:lvl1pPr>
          </a:lstStyle>
          <a:p>
            <a:pPr marL="130952" marR="0" lvl="0" indent="-130952" algn="ctr" defTabSz="1371417" rtl="0" eaLnBrk="1" fontAlgn="auto" latinLnBrk="0" hangingPunct="1">
              <a:lnSpc>
                <a:spcPct val="100000"/>
              </a:lnSpc>
              <a:spcBef>
                <a:spcPts val="4499"/>
              </a:spcBef>
              <a:spcAft>
                <a:spcPts val="0"/>
              </a:spcAft>
              <a:buClrTx/>
              <a:buSzTx/>
              <a:buFont typeface="Malgun Gothic" panose="020B0503020000020004" pitchFamily="34" charset="-127"/>
              <a:buChar char="​"/>
              <a:tabLst/>
              <a:defRPr/>
            </a:pPr>
            <a:r>
              <a:rPr lang="fr-FR" sz="2700"/>
              <a:t>Click icon to add picture</a:t>
            </a:r>
          </a:p>
        </p:txBody>
      </p:sp>
      <p:cxnSp>
        <p:nvCxnSpPr>
          <p:cNvPr id="4" name="Connecteur droit 3">
            <a:extLst>
              <a:ext uri="{FF2B5EF4-FFF2-40B4-BE49-F238E27FC236}">
                <a16:creationId xmlns:a16="http://schemas.microsoft.com/office/drawing/2014/main" id="{38331C31-6630-E8B7-688D-0F53468FB2EF}"/>
              </a:ext>
            </a:extLst>
          </p:cNvPr>
          <p:cNvCxnSpPr>
            <a:cxnSpLocks/>
          </p:cNvCxnSpPr>
          <p:nvPr userDrawn="1"/>
        </p:nvCxnSpPr>
        <p:spPr>
          <a:xfrm flipV="1">
            <a:off x="9144000" y="2838012"/>
            <a:ext cx="0" cy="7447401"/>
          </a:xfrm>
          <a:prstGeom prst="line">
            <a:avLst/>
          </a:prstGeom>
          <a:ln w="19050" cap="rnd" cmpd="sng" algn="ctr">
            <a:gradFill flip="none" rotWithShape="1">
              <a:gsLst>
                <a:gs pos="0">
                  <a:schemeClr val="tx2"/>
                </a:gs>
                <a:gs pos="100000">
                  <a:schemeClr val="bg2"/>
                </a:gs>
              </a:gsLst>
              <a:lin ang="5400000" scaled="1"/>
              <a:tileRect/>
            </a:gra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 name="Groupe 8">
            <a:extLst>
              <a:ext uri="{FF2B5EF4-FFF2-40B4-BE49-F238E27FC236}">
                <a16:creationId xmlns:a16="http://schemas.microsoft.com/office/drawing/2014/main" id="{A1C31873-3E9F-65A7-1561-678A4DA175E7}"/>
              </a:ext>
            </a:extLst>
          </p:cNvPr>
          <p:cNvGrpSpPr/>
          <p:nvPr userDrawn="1"/>
        </p:nvGrpSpPr>
        <p:grpSpPr>
          <a:xfrm>
            <a:off x="419189" y="9321018"/>
            <a:ext cx="2452295" cy="488334"/>
            <a:chOff x="7804375" y="14663327"/>
            <a:chExt cx="7400924" cy="1473993"/>
          </a:xfrm>
          <a:solidFill>
            <a:schemeClr val="accent1"/>
          </a:solidFill>
        </p:grpSpPr>
        <p:grpSp>
          <p:nvGrpSpPr>
            <p:cNvPr id="10" name="Graphique 37">
              <a:extLst>
                <a:ext uri="{FF2B5EF4-FFF2-40B4-BE49-F238E27FC236}">
                  <a16:creationId xmlns:a16="http://schemas.microsoft.com/office/drawing/2014/main" id="{97971C10-5D99-4C6F-72C8-319C0EA7CAA3}"/>
                </a:ext>
              </a:extLst>
            </p:cNvPr>
            <p:cNvGrpSpPr/>
            <p:nvPr/>
          </p:nvGrpSpPr>
          <p:grpSpPr>
            <a:xfrm>
              <a:off x="7804375" y="14663327"/>
              <a:ext cx="2394966" cy="1473326"/>
              <a:chOff x="7804375" y="14663327"/>
              <a:chExt cx="2394966" cy="1473326"/>
            </a:xfrm>
            <a:grpFill/>
          </p:grpSpPr>
          <p:sp>
            <p:nvSpPr>
              <p:cNvPr id="12" name="Forme libre : forme 11">
                <a:extLst>
                  <a:ext uri="{FF2B5EF4-FFF2-40B4-BE49-F238E27FC236}">
                    <a16:creationId xmlns:a16="http://schemas.microsoft.com/office/drawing/2014/main" id="{1A97C1C7-C9CB-55F6-BEA2-812698B3303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13" name="Forme libre : forme 12">
                <a:extLst>
                  <a:ext uri="{FF2B5EF4-FFF2-40B4-BE49-F238E27FC236}">
                    <a16:creationId xmlns:a16="http://schemas.microsoft.com/office/drawing/2014/main" id="{A2367F20-25A9-E404-7F60-3D60889ED070}"/>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14" name="Forme libre : forme 13">
                <a:extLst>
                  <a:ext uri="{FF2B5EF4-FFF2-40B4-BE49-F238E27FC236}">
                    <a16:creationId xmlns:a16="http://schemas.microsoft.com/office/drawing/2014/main" id="{128E6044-04FD-C9F2-60D6-97F5CE4001C7}"/>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1" name="Forme libre : forme 10">
              <a:extLst>
                <a:ext uri="{FF2B5EF4-FFF2-40B4-BE49-F238E27FC236}">
                  <a16:creationId xmlns:a16="http://schemas.microsoft.com/office/drawing/2014/main" id="{D5A225B5-55F7-802C-B87B-0E0D7AE630E2}"/>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7" name="Slide Number Placeholder 6">
            <a:extLst>
              <a:ext uri="{FF2B5EF4-FFF2-40B4-BE49-F238E27FC236}">
                <a16:creationId xmlns:a16="http://schemas.microsoft.com/office/drawing/2014/main" id="{31F40700-64B7-CD82-9231-F0CF8DB0CBF6}"/>
              </a:ext>
            </a:extLst>
          </p:cNvPr>
          <p:cNvSpPr>
            <a:spLocks noGrp="1"/>
          </p:cNvSpPr>
          <p:nvPr>
            <p:ph type="sldNum" sz="quarter" idx="19"/>
          </p:nvPr>
        </p:nvSpPr>
        <p:spPr/>
        <p:txBody>
          <a:bodyPr/>
          <a:lstStyle/>
          <a:p>
            <a:fld id="{4BF46CD0-FBDC-4232-8F32-5100991AA633}" type="slidenum">
              <a:rPr lang="fr-FR" smtClean="0"/>
              <a:pPr/>
              <a:t>‹N°›</a:t>
            </a:fld>
            <a:endParaRPr lang="fr-FR"/>
          </a:p>
        </p:txBody>
      </p:sp>
      <p:sp>
        <p:nvSpPr>
          <p:cNvPr id="2" name="Espace réservé du texte 7">
            <a:extLst>
              <a:ext uri="{FF2B5EF4-FFF2-40B4-BE49-F238E27FC236}">
                <a16:creationId xmlns:a16="http://schemas.microsoft.com/office/drawing/2014/main" id="{3CB1F40A-62C6-9B52-5350-FCDE1357FAC6}"/>
              </a:ext>
            </a:extLst>
          </p:cNvPr>
          <p:cNvSpPr>
            <a:spLocks noGrp="1"/>
          </p:cNvSpPr>
          <p:nvPr>
            <p:ph type="body" sz="quarter" idx="11" hasCustomPrompt="1"/>
          </p:nvPr>
        </p:nvSpPr>
        <p:spPr>
          <a:xfrm>
            <a:off x="9390893" y="4169434"/>
            <a:ext cx="8649458" cy="3035626"/>
          </a:xfrm>
          <a:prstGeom prst="rect">
            <a:avLst/>
          </a:prstGeom>
          <a:effectLst/>
        </p:spPr>
        <p:txBody>
          <a:bodyPr>
            <a:normAutofit/>
          </a:bodyPr>
          <a:lstStyle>
            <a:lvl1pPr marL="0" indent="0">
              <a:spcBef>
                <a:spcPts val="0"/>
              </a:spcBef>
              <a:buNone/>
              <a:defRPr sz="7199" b="0" cap="all" baseline="0">
                <a:solidFill>
                  <a:schemeClr val="accent1"/>
                </a:solidFill>
                <a:latin typeface="+mj-lt"/>
              </a:defRPr>
            </a:lvl1pPr>
            <a:lvl2pPr marL="0" indent="0">
              <a:buFont typeface="Arial" panose="020B0604020202020204" pitchFamily="34" charset="0"/>
              <a:buChar char="​"/>
              <a:defRPr sz="7199" b="0" i="0" u="none" strike="noStrike" cap="all" baseline="0">
                <a:solidFill>
                  <a:schemeClr val="bg1">
                    <a:lumMod val="100000"/>
                  </a:schemeClr>
                </a:solidFill>
                <a:latin typeface="Bahnschrift" panose="020B0502040204020203" pitchFamily="34" charset="0"/>
              </a:defRPr>
            </a:lvl2pPr>
            <a:lvl3pPr marL="0" indent="0">
              <a:buFont typeface="Arial" panose="020B0604020202020204" pitchFamily="34" charset="0"/>
              <a:buChar char="​"/>
              <a:defRPr sz="7199" b="0" i="0" u="none" strike="noStrike" cap="all" baseline="0">
                <a:solidFill>
                  <a:schemeClr val="bg1">
                    <a:lumMod val="100000"/>
                  </a:schemeClr>
                </a:solidFill>
                <a:latin typeface="Bahnschrift" panose="020B0502040204020203" pitchFamily="34" charset="0"/>
              </a:defRPr>
            </a:lvl3pPr>
            <a:lvl4pPr>
              <a:defRPr sz="7199" b="0" i="0" u="none" strike="noStrike" cap="all" baseline="0">
                <a:solidFill>
                  <a:schemeClr val="bg1">
                    <a:lumMod val="100000"/>
                  </a:schemeClr>
                </a:solidFill>
                <a:latin typeface="Bahnschrift" panose="020B0502040204020203" pitchFamily="34" charset="0"/>
              </a:defRPr>
            </a:lvl4pPr>
            <a:lvl5pPr>
              <a:defRPr sz="7199" b="0" i="0" u="none" strike="noStrike" cap="all" baseline="0">
                <a:solidFill>
                  <a:schemeClr val="bg1">
                    <a:lumMod val="100000"/>
                  </a:schemeClr>
                </a:solidFill>
                <a:latin typeface="Bahnschrift" panose="020B0502040204020203" pitchFamily="34" charset="0"/>
              </a:defRPr>
            </a:lvl5pPr>
            <a:lvl6pPr marL="0" indent="0">
              <a:buFont typeface="Arial" panose="020B0604020202020204" pitchFamily="34" charset="0"/>
              <a:buChar char="​"/>
              <a:defRPr sz="7199" b="0" i="0" u="none" strike="noStrike" cap="all" baseline="0">
                <a:solidFill>
                  <a:schemeClr val="bg1">
                    <a:lumMod val="100000"/>
                  </a:schemeClr>
                </a:solidFill>
                <a:latin typeface="Bahnschrift" panose="020B0502040204020203" pitchFamily="34" charset="0"/>
              </a:defRPr>
            </a:lvl6pPr>
            <a:lvl7pPr>
              <a:defRPr sz="7199" b="0" i="0" u="none" strike="noStrike" cap="all" baseline="0">
                <a:solidFill>
                  <a:schemeClr val="bg1">
                    <a:lumMod val="100000"/>
                  </a:schemeClr>
                </a:solidFill>
                <a:latin typeface="Bahnschrift" panose="020B0502040204020203" pitchFamily="34" charset="0"/>
              </a:defRPr>
            </a:lvl7pPr>
            <a:lvl8pPr>
              <a:defRPr sz="7199" b="0" i="0" u="none" strike="noStrike" cap="all" baseline="0">
                <a:solidFill>
                  <a:schemeClr val="bg1">
                    <a:lumMod val="100000"/>
                  </a:schemeClr>
                </a:solidFill>
                <a:latin typeface="Bahnschrift" panose="020B0502040204020203" pitchFamily="34" charset="0"/>
              </a:defRPr>
            </a:lvl8pPr>
            <a:lvl9pPr>
              <a:defRPr sz="7199" b="0" i="0" u="none" strike="noStrike" cap="all" baseline="0">
                <a:solidFill>
                  <a:schemeClr val="bg1">
                    <a:lumMod val="100000"/>
                  </a:schemeClr>
                </a:solidFill>
                <a:latin typeface="Bahnschrift" panose="020B0502040204020203" pitchFamily="34" charset="0"/>
              </a:defRPr>
            </a:lvl9pPr>
          </a:lstStyle>
          <a:p>
            <a:pPr lvl="0"/>
            <a:r>
              <a:rPr lang="fr-FR"/>
              <a:t>Click to </a:t>
            </a:r>
            <a:r>
              <a:rPr lang="fr-FR" err="1"/>
              <a:t>add</a:t>
            </a:r>
            <a:r>
              <a:rPr lang="fr-FR"/>
              <a:t> section </a:t>
            </a:r>
            <a:r>
              <a:rPr lang="fr-FR" err="1"/>
              <a:t>title</a:t>
            </a:r>
            <a:endParaRPr lang="fr-FR"/>
          </a:p>
        </p:txBody>
      </p:sp>
      <p:sp>
        <p:nvSpPr>
          <p:cNvPr id="5" name="Espace réservé du texte 5">
            <a:extLst>
              <a:ext uri="{FF2B5EF4-FFF2-40B4-BE49-F238E27FC236}">
                <a16:creationId xmlns:a16="http://schemas.microsoft.com/office/drawing/2014/main" id="{0A566E59-3CFF-9478-FAC4-283701424656}"/>
              </a:ext>
            </a:extLst>
          </p:cNvPr>
          <p:cNvSpPr>
            <a:spLocks noGrp="1"/>
          </p:cNvSpPr>
          <p:nvPr>
            <p:ph type="body" sz="quarter" idx="10" hasCustomPrompt="1"/>
          </p:nvPr>
        </p:nvSpPr>
        <p:spPr>
          <a:xfrm>
            <a:off x="9390893" y="2683510"/>
            <a:ext cx="2555667" cy="1485924"/>
          </a:xfrm>
          <a:prstGeom prst="rect">
            <a:avLst/>
          </a:prstGeom>
          <a:effectLst/>
        </p:spPr>
        <p:txBody>
          <a:bodyPr anchor="ctr">
            <a:noAutofit/>
          </a:bodyPr>
          <a:lstStyle>
            <a:lvl1pPr marL="0" indent="0">
              <a:buNone/>
              <a:defRPr sz="13198" b="0">
                <a:gradFill>
                  <a:gsLst>
                    <a:gs pos="0">
                      <a:schemeClr val="bg2"/>
                    </a:gs>
                    <a:gs pos="100000">
                      <a:schemeClr val="tx2"/>
                    </a:gs>
                  </a:gsLst>
                  <a:lin ang="15000000" scaled="0"/>
                </a:gradFill>
                <a:latin typeface="+mj-lt"/>
              </a:defRPr>
            </a:lvl1pPr>
            <a:lvl2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2pPr>
            <a:lvl3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3pPr>
            <a:lvl4pPr>
              <a:defRPr sz="13198" b="0" i="0" u="none" strike="noStrike">
                <a:solidFill>
                  <a:schemeClr val="bg1">
                    <a:lumMod val="100000"/>
                  </a:schemeClr>
                </a:solidFill>
                <a:latin typeface="Bahnschrift" panose="020B0502040204020203" pitchFamily="34" charset="0"/>
              </a:defRPr>
            </a:lvl4pPr>
            <a:lvl5pPr>
              <a:defRPr sz="13198" b="0" i="0" u="none" strike="noStrike">
                <a:solidFill>
                  <a:schemeClr val="bg1">
                    <a:lumMod val="100000"/>
                  </a:schemeClr>
                </a:solidFill>
                <a:latin typeface="Bahnschrift" panose="020B0502040204020203" pitchFamily="34" charset="0"/>
              </a:defRPr>
            </a:lvl5pPr>
            <a:lvl6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6pPr>
            <a:lvl7pPr>
              <a:defRPr sz="13198" b="0" i="0" u="none" strike="noStrike">
                <a:solidFill>
                  <a:schemeClr val="bg1">
                    <a:lumMod val="100000"/>
                  </a:schemeClr>
                </a:solidFill>
                <a:latin typeface="Bahnschrift" panose="020B0502040204020203" pitchFamily="34" charset="0"/>
              </a:defRPr>
            </a:lvl7pPr>
            <a:lvl8pPr>
              <a:defRPr sz="13198" b="0" i="0" u="none" strike="noStrike">
                <a:solidFill>
                  <a:schemeClr val="bg1">
                    <a:lumMod val="100000"/>
                  </a:schemeClr>
                </a:solidFill>
                <a:latin typeface="Bahnschrift" panose="020B0502040204020203" pitchFamily="34" charset="0"/>
              </a:defRPr>
            </a:lvl8pPr>
            <a:lvl9pPr>
              <a:defRPr sz="13198" b="0" i="0" u="none" strike="noStrike">
                <a:solidFill>
                  <a:schemeClr val="bg1">
                    <a:lumMod val="100000"/>
                  </a:schemeClr>
                </a:solidFill>
                <a:latin typeface="Bahnschrift" panose="020B0502040204020203" pitchFamily="34" charset="0"/>
              </a:defRPr>
            </a:lvl9pPr>
          </a:lstStyle>
          <a:p>
            <a:pPr lvl="0"/>
            <a:r>
              <a:rPr lang="fr-FR"/>
              <a:t>01</a:t>
            </a:r>
          </a:p>
        </p:txBody>
      </p:sp>
    </p:spTree>
    <p:custDataLst>
      <p:tags r:id="rId1"/>
    </p:custDataLst>
    <p:extLst>
      <p:ext uri="{BB962C8B-B14F-4D97-AF65-F5344CB8AC3E}">
        <p14:creationId xmlns:p14="http://schemas.microsoft.com/office/powerpoint/2010/main" val="21434712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bsection ">
    <p:bg>
      <p:bgPr>
        <a:solidFill>
          <a:schemeClr val="bg1"/>
        </a:solidFill>
        <a:effectLst/>
      </p:bgPr>
    </p:bg>
    <p:spTree>
      <p:nvGrpSpPr>
        <p:cNvPr id="1" name=""/>
        <p:cNvGrpSpPr/>
        <p:nvPr/>
      </p:nvGrpSpPr>
      <p:grpSpPr>
        <a:xfrm>
          <a:off x="0" y="0"/>
          <a:ext cx="0" cy="0"/>
          <a:chOff x="0" y="0"/>
          <a:chExt cx="0" cy="0"/>
        </a:xfrm>
      </p:grpSpPr>
      <p:pic>
        <p:nvPicPr>
          <p:cNvPr id="17" name="Graphique 16">
            <a:extLst>
              <a:ext uri="{FF2B5EF4-FFF2-40B4-BE49-F238E27FC236}">
                <a16:creationId xmlns:a16="http://schemas.microsoft.com/office/drawing/2014/main" id="{2A921758-2357-E2E4-7B6A-D082EAFFCDA3}"/>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18" name="Graphique 17">
            <a:extLst>
              <a:ext uri="{FF2B5EF4-FFF2-40B4-BE49-F238E27FC236}">
                <a16:creationId xmlns:a16="http://schemas.microsoft.com/office/drawing/2014/main" id="{DA05AF54-C2F8-B447-E830-1EC08F33AC0E}"/>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2" y="2828853"/>
            <a:ext cx="4140264" cy="6671265"/>
          </a:xfrm>
          <a:prstGeom prst="rect">
            <a:avLst/>
          </a:prstGeom>
        </p:spPr>
      </p:pic>
      <p:sp>
        <p:nvSpPr>
          <p:cNvPr id="7" name="Slide Number Placeholder 6">
            <a:extLst>
              <a:ext uri="{FF2B5EF4-FFF2-40B4-BE49-F238E27FC236}">
                <a16:creationId xmlns:a16="http://schemas.microsoft.com/office/drawing/2014/main" id="{31F40700-64B7-CD82-9231-F0CF8DB0CBF6}"/>
              </a:ext>
            </a:extLst>
          </p:cNvPr>
          <p:cNvSpPr>
            <a:spLocks noGrp="1"/>
          </p:cNvSpPr>
          <p:nvPr>
            <p:ph type="sldNum" sz="quarter" idx="19"/>
          </p:nvPr>
        </p:nvSpPr>
        <p:spPr/>
        <p:txBody>
          <a:bodyPr/>
          <a:lstStyle/>
          <a:p>
            <a:fld id="{4BF46CD0-FBDC-4232-8F32-5100991AA633}" type="slidenum">
              <a:rPr lang="fr-FR" smtClean="0"/>
              <a:pPr/>
              <a:t>‹N°›</a:t>
            </a:fld>
            <a:endParaRPr lang="fr-FR"/>
          </a:p>
        </p:txBody>
      </p:sp>
      <p:sp>
        <p:nvSpPr>
          <p:cNvPr id="21" name="Espace réservé du texte 5">
            <a:extLst>
              <a:ext uri="{FF2B5EF4-FFF2-40B4-BE49-F238E27FC236}">
                <a16:creationId xmlns:a16="http://schemas.microsoft.com/office/drawing/2014/main" id="{C61A572D-AA4E-A9DF-B259-82A53906F317}"/>
              </a:ext>
            </a:extLst>
          </p:cNvPr>
          <p:cNvSpPr>
            <a:spLocks noGrp="1"/>
          </p:cNvSpPr>
          <p:nvPr>
            <p:ph type="body" sz="quarter" idx="10" hasCustomPrompt="1"/>
          </p:nvPr>
        </p:nvSpPr>
        <p:spPr>
          <a:xfrm>
            <a:off x="4967162" y="3044742"/>
            <a:ext cx="2471547" cy="1172479"/>
          </a:xfrm>
          <a:prstGeom prst="rect">
            <a:avLst/>
          </a:prstGeom>
          <a:effectLst/>
        </p:spPr>
        <p:txBody>
          <a:bodyPr wrap="none" anchor="ctr">
            <a:noAutofit/>
          </a:bodyPr>
          <a:lstStyle>
            <a:lvl1pPr marL="0" indent="0" algn="l">
              <a:buNone/>
              <a:defRPr sz="11998" b="0">
                <a:gradFill>
                  <a:gsLst>
                    <a:gs pos="0">
                      <a:schemeClr val="accent2">
                        <a:lumMod val="67000"/>
                      </a:schemeClr>
                    </a:gs>
                    <a:gs pos="22000">
                      <a:schemeClr val="tx2"/>
                    </a:gs>
                    <a:gs pos="89000">
                      <a:schemeClr val="bg2"/>
                    </a:gs>
                  </a:gsLst>
                  <a:lin ang="16200000" scaled="1"/>
                </a:gradFill>
                <a:latin typeface="+mj-lt"/>
              </a:defRPr>
            </a:lvl1pPr>
            <a:lvl2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2pPr>
            <a:lvl3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3pPr>
            <a:lvl4pPr>
              <a:defRPr sz="13198" b="0" i="0" u="none" strike="noStrike">
                <a:solidFill>
                  <a:schemeClr val="bg1">
                    <a:lumMod val="100000"/>
                  </a:schemeClr>
                </a:solidFill>
                <a:latin typeface="Bahnschrift" panose="020B0502040204020203" pitchFamily="34" charset="0"/>
              </a:defRPr>
            </a:lvl4pPr>
            <a:lvl5pPr>
              <a:defRPr sz="13198" b="0" i="0" u="none" strike="noStrike">
                <a:solidFill>
                  <a:schemeClr val="bg1">
                    <a:lumMod val="100000"/>
                  </a:schemeClr>
                </a:solidFill>
                <a:latin typeface="Bahnschrift" panose="020B0502040204020203" pitchFamily="34" charset="0"/>
              </a:defRPr>
            </a:lvl5pPr>
            <a:lvl6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6pPr>
            <a:lvl7pPr>
              <a:defRPr sz="13198" b="0" i="0" u="none" strike="noStrike">
                <a:solidFill>
                  <a:schemeClr val="bg1">
                    <a:lumMod val="100000"/>
                  </a:schemeClr>
                </a:solidFill>
                <a:latin typeface="Bahnschrift" panose="020B0502040204020203" pitchFamily="34" charset="0"/>
              </a:defRPr>
            </a:lvl7pPr>
            <a:lvl8pPr>
              <a:defRPr sz="13198" b="0" i="0" u="none" strike="noStrike">
                <a:solidFill>
                  <a:schemeClr val="bg1">
                    <a:lumMod val="100000"/>
                  </a:schemeClr>
                </a:solidFill>
                <a:latin typeface="Bahnschrift" panose="020B0502040204020203" pitchFamily="34" charset="0"/>
              </a:defRPr>
            </a:lvl8pPr>
            <a:lvl9pPr>
              <a:defRPr sz="13198" b="0" i="0" u="none" strike="noStrike">
                <a:solidFill>
                  <a:schemeClr val="bg1">
                    <a:lumMod val="100000"/>
                  </a:schemeClr>
                </a:solidFill>
                <a:latin typeface="Bahnschrift" panose="020B0502040204020203" pitchFamily="34" charset="0"/>
              </a:defRPr>
            </a:lvl9pPr>
          </a:lstStyle>
          <a:p>
            <a:pPr lvl="0"/>
            <a:r>
              <a:rPr lang="fr-FR"/>
              <a:t>01</a:t>
            </a:r>
          </a:p>
        </p:txBody>
      </p:sp>
      <p:sp>
        <p:nvSpPr>
          <p:cNvPr id="6" name="Espace réservé du texte 5">
            <a:extLst>
              <a:ext uri="{FF2B5EF4-FFF2-40B4-BE49-F238E27FC236}">
                <a16:creationId xmlns:a16="http://schemas.microsoft.com/office/drawing/2014/main" id="{B1660685-F833-ABEC-578B-9BEB016EBAFE}"/>
              </a:ext>
            </a:extLst>
          </p:cNvPr>
          <p:cNvSpPr>
            <a:spLocks noGrp="1"/>
          </p:cNvSpPr>
          <p:nvPr>
            <p:ph type="body" sz="quarter" idx="20" hasCustomPrompt="1"/>
          </p:nvPr>
        </p:nvSpPr>
        <p:spPr>
          <a:xfrm>
            <a:off x="4967162" y="4589974"/>
            <a:ext cx="4472334" cy="584179"/>
          </a:xfrm>
          <a:prstGeom prst="roundRect">
            <a:avLst>
              <a:gd name="adj" fmla="val 50000"/>
            </a:avLst>
          </a:prstGeom>
          <a:gradFill>
            <a:gsLst>
              <a:gs pos="0">
                <a:schemeClr val="accent2">
                  <a:lumMod val="67000"/>
                </a:schemeClr>
              </a:gs>
              <a:gs pos="22000">
                <a:schemeClr val="tx2"/>
              </a:gs>
              <a:gs pos="89000">
                <a:schemeClr val="bg2"/>
              </a:gs>
            </a:gsLst>
            <a:lin ang="15000000" scaled="0"/>
          </a:gradFill>
        </p:spPr>
        <p:txBody>
          <a:bodyPr wrap="none" lIns="72000" rIns="72000" anchor="ctr">
            <a:spAutoFit/>
          </a:bodyPr>
          <a:lstStyle>
            <a:lvl1pPr marL="0" indent="0" algn="l">
              <a:buNone/>
              <a:defRPr cap="all" baseline="0">
                <a:solidFill>
                  <a:schemeClr val="bg1"/>
                </a:solidFill>
                <a:latin typeface="+mj-lt"/>
              </a:defRPr>
            </a:lvl1pPr>
            <a:lvl2pPr marL="0" indent="0">
              <a:buNone/>
              <a:defRPr/>
            </a:lvl2pPr>
            <a:lvl3pPr marL="264283" indent="0">
              <a:buNone/>
              <a:defRPr/>
            </a:lvl3pPr>
            <a:lvl4pPr marL="0" indent="0">
              <a:buNone/>
              <a:defRPr/>
            </a:lvl4pPr>
            <a:lvl5pPr marL="0" indent="0">
              <a:buNone/>
              <a:defRPr/>
            </a:lvl5pPr>
          </a:lstStyle>
          <a:p>
            <a:pPr lvl="0"/>
            <a:r>
              <a:rPr lang="fr-FR"/>
              <a:t>Section </a:t>
            </a:r>
            <a:r>
              <a:rPr lang="fr-FR" err="1"/>
              <a:t>title</a:t>
            </a:r>
            <a:r>
              <a:rPr lang="fr-FR"/>
              <a:t> </a:t>
            </a:r>
            <a:r>
              <a:rPr lang="fr-FR" err="1"/>
              <a:t>reminder</a:t>
            </a:r>
            <a:endParaRPr lang="fr-FR"/>
          </a:p>
        </p:txBody>
      </p:sp>
      <p:grpSp>
        <p:nvGrpSpPr>
          <p:cNvPr id="3" name="Groupe 8">
            <a:extLst>
              <a:ext uri="{FF2B5EF4-FFF2-40B4-BE49-F238E27FC236}">
                <a16:creationId xmlns:a16="http://schemas.microsoft.com/office/drawing/2014/main" id="{2488CDA4-2931-1F30-8C40-995A320E2A82}"/>
              </a:ext>
            </a:extLst>
          </p:cNvPr>
          <p:cNvGrpSpPr/>
          <p:nvPr userDrawn="1"/>
        </p:nvGrpSpPr>
        <p:grpSpPr>
          <a:xfrm>
            <a:off x="419189" y="9321018"/>
            <a:ext cx="2452295" cy="488334"/>
            <a:chOff x="7804375" y="14663327"/>
            <a:chExt cx="7400924" cy="1473993"/>
          </a:xfrm>
          <a:solidFill>
            <a:schemeClr val="accent1"/>
          </a:solidFill>
        </p:grpSpPr>
        <p:grpSp>
          <p:nvGrpSpPr>
            <p:cNvPr id="4" name="Graphique 37">
              <a:extLst>
                <a:ext uri="{FF2B5EF4-FFF2-40B4-BE49-F238E27FC236}">
                  <a16:creationId xmlns:a16="http://schemas.microsoft.com/office/drawing/2014/main" id="{18CCAFC1-C99F-117F-3DCE-DD6E595BBCC1}"/>
                </a:ext>
              </a:extLst>
            </p:cNvPr>
            <p:cNvGrpSpPr/>
            <p:nvPr/>
          </p:nvGrpSpPr>
          <p:grpSpPr>
            <a:xfrm>
              <a:off x="7804375" y="14663327"/>
              <a:ext cx="2394966" cy="1473326"/>
              <a:chOff x="7804375" y="14663327"/>
              <a:chExt cx="2394966" cy="1473326"/>
            </a:xfrm>
            <a:grpFill/>
          </p:grpSpPr>
          <p:sp>
            <p:nvSpPr>
              <p:cNvPr id="8" name="Forme libre : forme 11">
                <a:extLst>
                  <a:ext uri="{FF2B5EF4-FFF2-40B4-BE49-F238E27FC236}">
                    <a16:creationId xmlns:a16="http://schemas.microsoft.com/office/drawing/2014/main" id="{B51745F8-62A8-01A4-ABFE-D22C09F27F3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9" name="Forme libre : forme 12">
                <a:extLst>
                  <a:ext uri="{FF2B5EF4-FFF2-40B4-BE49-F238E27FC236}">
                    <a16:creationId xmlns:a16="http://schemas.microsoft.com/office/drawing/2014/main" id="{1B6B8151-B497-07FF-64B2-4DB278ED6FF7}"/>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10" name="Forme libre : forme 13">
                <a:extLst>
                  <a:ext uri="{FF2B5EF4-FFF2-40B4-BE49-F238E27FC236}">
                    <a16:creationId xmlns:a16="http://schemas.microsoft.com/office/drawing/2014/main" id="{CE4C259A-31DF-A08A-8073-1900D7DADBA5}"/>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5" name="Forme libre : forme 10">
              <a:extLst>
                <a:ext uri="{FF2B5EF4-FFF2-40B4-BE49-F238E27FC236}">
                  <a16:creationId xmlns:a16="http://schemas.microsoft.com/office/drawing/2014/main" id="{91760123-5CD7-42B7-1CD5-37165B7BAC13}"/>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12" name="Espace réservé du texte 11">
            <a:extLst>
              <a:ext uri="{FF2B5EF4-FFF2-40B4-BE49-F238E27FC236}">
                <a16:creationId xmlns:a16="http://schemas.microsoft.com/office/drawing/2014/main" id="{26F8DEAD-FDDA-3BAA-7422-CD2195E924ED}"/>
              </a:ext>
            </a:extLst>
          </p:cNvPr>
          <p:cNvSpPr>
            <a:spLocks noGrp="1"/>
          </p:cNvSpPr>
          <p:nvPr>
            <p:ph type="body" sz="quarter" idx="21" hasCustomPrompt="1"/>
          </p:nvPr>
        </p:nvSpPr>
        <p:spPr>
          <a:xfrm>
            <a:off x="4967162" y="5636412"/>
            <a:ext cx="10551495" cy="2173745"/>
          </a:xfrm>
        </p:spPr>
        <p:txBody>
          <a:bodyPr rIns="36000">
            <a:noAutofit/>
          </a:bodyPr>
          <a:lstStyle>
            <a:lvl1pPr algn="l">
              <a:defRPr sz="4799" b="1" cap="all" baseline="0">
                <a:solidFill>
                  <a:schemeClr val="accent4"/>
                </a:solidFill>
                <a:latin typeface="+mj-lt"/>
              </a:defRPr>
            </a:lvl1pPr>
            <a:lvl2pPr algn="l">
              <a:defRPr sz="2700">
                <a:solidFill>
                  <a:schemeClr val="accent1"/>
                </a:solidFill>
              </a:defRPr>
            </a:lvl2pPr>
            <a:lvl3pPr algn="ctr">
              <a:defRPr/>
            </a:lvl3pPr>
            <a:lvl4pPr algn="ctr">
              <a:defRPr/>
            </a:lvl4pPr>
            <a:lvl5pPr algn="ctr">
              <a:defRPr/>
            </a:lvl5pPr>
          </a:lstStyle>
          <a:p>
            <a:pPr lvl="0"/>
            <a:r>
              <a:rPr lang="fr-FR"/>
              <a:t>Click to </a:t>
            </a:r>
            <a:r>
              <a:rPr lang="fr-FR" err="1"/>
              <a:t>add</a:t>
            </a:r>
            <a:r>
              <a:rPr lang="fr-FR"/>
              <a:t> </a:t>
            </a:r>
            <a:r>
              <a:rPr lang="fr-FR" err="1"/>
              <a:t>subsection</a:t>
            </a:r>
            <a:r>
              <a:rPr lang="fr-FR"/>
              <a:t> </a:t>
            </a:r>
            <a:r>
              <a:rPr lang="fr-FR" err="1"/>
              <a:t>title</a:t>
            </a:r>
            <a:endParaRPr lang="fr-FR"/>
          </a:p>
          <a:p>
            <a:pPr lvl="1"/>
            <a:r>
              <a:rPr lang="fr-FR"/>
              <a:t>Next </a:t>
            </a:r>
            <a:r>
              <a:rPr lang="fr-FR" err="1"/>
              <a:t>subsection</a:t>
            </a:r>
            <a:r>
              <a:rPr lang="fr-FR"/>
              <a:t> </a:t>
            </a:r>
            <a:r>
              <a:rPr lang="fr-FR" err="1"/>
              <a:t>title</a:t>
            </a:r>
            <a:endParaRPr lang="fr-FR"/>
          </a:p>
        </p:txBody>
      </p:sp>
    </p:spTree>
    <p:custDataLst>
      <p:tags r:id="rId1"/>
    </p:custDataLst>
    <p:extLst>
      <p:ext uri="{BB962C8B-B14F-4D97-AF65-F5344CB8AC3E}">
        <p14:creationId xmlns:p14="http://schemas.microsoft.com/office/powerpoint/2010/main" val="19869636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ubsection ">
    <p:bg>
      <p:bgPr>
        <a:solidFill>
          <a:schemeClr val="bg1"/>
        </a:solidFill>
        <a:effectLst/>
      </p:bgPr>
    </p:bg>
    <p:spTree>
      <p:nvGrpSpPr>
        <p:cNvPr id="1" name=""/>
        <p:cNvGrpSpPr/>
        <p:nvPr/>
      </p:nvGrpSpPr>
      <p:grpSpPr>
        <a:xfrm>
          <a:off x="0" y="0"/>
          <a:ext cx="0" cy="0"/>
          <a:chOff x="0" y="0"/>
          <a:chExt cx="0" cy="0"/>
        </a:xfrm>
      </p:grpSpPr>
      <p:pic>
        <p:nvPicPr>
          <p:cNvPr id="17" name="Graphique 16">
            <a:extLst>
              <a:ext uri="{FF2B5EF4-FFF2-40B4-BE49-F238E27FC236}">
                <a16:creationId xmlns:a16="http://schemas.microsoft.com/office/drawing/2014/main" id="{2A921758-2357-E2E4-7B6A-D082EAFFCDA3}"/>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18" name="Graphique 17">
            <a:extLst>
              <a:ext uri="{FF2B5EF4-FFF2-40B4-BE49-F238E27FC236}">
                <a16:creationId xmlns:a16="http://schemas.microsoft.com/office/drawing/2014/main" id="{DA05AF54-C2F8-B447-E830-1EC08F33AC0E}"/>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2" y="2828853"/>
            <a:ext cx="4140264" cy="6671265"/>
          </a:xfrm>
          <a:prstGeom prst="rect">
            <a:avLst/>
          </a:prstGeom>
        </p:spPr>
      </p:pic>
      <p:sp>
        <p:nvSpPr>
          <p:cNvPr id="7" name="Slide Number Placeholder 6">
            <a:extLst>
              <a:ext uri="{FF2B5EF4-FFF2-40B4-BE49-F238E27FC236}">
                <a16:creationId xmlns:a16="http://schemas.microsoft.com/office/drawing/2014/main" id="{31F40700-64B7-CD82-9231-F0CF8DB0CBF6}"/>
              </a:ext>
            </a:extLst>
          </p:cNvPr>
          <p:cNvSpPr>
            <a:spLocks noGrp="1"/>
          </p:cNvSpPr>
          <p:nvPr>
            <p:ph type="sldNum" sz="quarter" idx="19"/>
          </p:nvPr>
        </p:nvSpPr>
        <p:spPr/>
        <p:txBody>
          <a:bodyPr/>
          <a:lstStyle/>
          <a:p>
            <a:fld id="{4BF46CD0-FBDC-4232-8F32-5100991AA633}" type="slidenum">
              <a:rPr lang="fr-FR" smtClean="0"/>
              <a:pPr/>
              <a:t>‹N°›</a:t>
            </a:fld>
            <a:endParaRPr lang="fr-FR"/>
          </a:p>
        </p:txBody>
      </p:sp>
      <p:sp>
        <p:nvSpPr>
          <p:cNvPr id="21" name="Espace réservé du texte 5">
            <a:extLst>
              <a:ext uri="{FF2B5EF4-FFF2-40B4-BE49-F238E27FC236}">
                <a16:creationId xmlns:a16="http://schemas.microsoft.com/office/drawing/2014/main" id="{C61A572D-AA4E-A9DF-B259-82A53906F317}"/>
              </a:ext>
            </a:extLst>
          </p:cNvPr>
          <p:cNvSpPr>
            <a:spLocks noGrp="1"/>
          </p:cNvSpPr>
          <p:nvPr>
            <p:ph type="body" sz="quarter" idx="10" hasCustomPrompt="1"/>
          </p:nvPr>
        </p:nvSpPr>
        <p:spPr>
          <a:xfrm>
            <a:off x="4967162" y="3044742"/>
            <a:ext cx="2471547" cy="1172479"/>
          </a:xfrm>
          <a:prstGeom prst="rect">
            <a:avLst/>
          </a:prstGeom>
          <a:effectLst/>
        </p:spPr>
        <p:txBody>
          <a:bodyPr wrap="none" anchor="ctr">
            <a:noAutofit/>
          </a:bodyPr>
          <a:lstStyle>
            <a:lvl1pPr marL="0" indent="0" algn="l">
              <a:buNone/>
              <a:defRPr sz="11998" b="0">
                <a:gradFill>
                  <a:gsLst>
                    <a:gs pos="0">
                      <a:schemeClr val="accent2">
                        <a:lumMod val="67000"/>
                      </a:schemeClr>
                    </a:gs>
                    <a:gs pos="22000">
                      <a:schemeClr val="tx2"/>
                    </a:gs>
                    <a:gs pos="89000">
                      <a:schemeClr val="bg2"/>
                    </a:gs>
                  </a:gsLst>
                  <a:lin ang="16200000" scaled="1"/>
                </a:gradFill>
                <a:latin typeface="+mj-lt"/>
              </a:defRPr>
            </a:lvl1pPr>
            <a:lvl2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2pPr>
            <a:lvl3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3pPr>
            <a:lvl4pPr>
              <a:defRPr sz="13198" b="0" i="0" u="none" strike="noStrike">
                <a:solidFill>
                  <a:schemeClr val="bg1">
                    <a:lumMod val="100000"/>
                  </a:schemeClr>
                </a:solidFill>
                <a:latin typeface="Bahnschrift" panose="020B0502040204020203" pitchFamily="34" charset="0"/>
              </a:defRPr>
            </a:lvl4pPr>
            <a:lvl5pPr>
              <a:defRPr sz="13198" b="0" i="0" u="none" strike="noStrike">
                <a:solidFill>
                  <a:schemeClr val="bg1">
                    <a:lumMod val="100000"/>
                  </a:schemeClr>
                </a:solidFill>
                <a:latin typeface="Bahnschrift" panose="020B0502040204020203" pitchFamily="34" charset="0"/>
              </a:defRPr>
            </a:lvl5pPr>
            <a:lvl6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6pPr>
            <a:lvl7pPr>
              <a:defRPr sz="13198" b="0" i="0" u="none" strike="noStrike">
                <a:solidFill>
                  <a:schemeClr val="bg1">
                    <a:lumMod val="100000"/>
                  </a:schemeClr>
                </a:solidFill>
                <a:latin typeface="Bahnschrift" panose="020B0502040204020203" pitchFamily="34" charset="0"/>
              </a:defRPr>
            </a:lvl7pPr>
            <a:lvl8pPr>
              <a:defRPr sz="13198" b="0" i="0" u="none" strike="noStrike">
                <a:solidFill>
                  <a:schemeClr val="bg1">
                    <a:lumMod val="100000"/>
                  </a:schemeClr>
                </a:solidFill>
                <a:latin typeface="Bahnschrift" panose="020B0502040204020203" pitchFamily="34" charset="0"/>
              </a:defRPr>
            </a:lvl8pPr>
            <a:lvl9pPr>
              <a:defRPr sz="13198" b="0" i="0" u="none" strike="noStrike">
                <a:solidFill>
                  <a:schemeClr val="bg1">
                    <a:lumMod val="100000"/>
                  </a:schemeClr>
                </a:solidFill>
                <a:latin typeface="Bahnschrift" panose="020B0502040204020203" pitchFamily="34" charset="0"/>
              </a:defRPr>
            </a:lvl9pPr>
          </a:lstStyle>
          <a:p>
            <a:pPr lvl="0"/>
            <a:r>
              <a:rPr lang="fr-FR"/>
              <a:t>01</a:t>
            </a:r>
          </a:p>
        </p:txBody>
      </p:sp>
      <p:sp>
        <p:nvSpPr>
          <p:cNvPr id="6" name="Espace réservé du texte 5">
            <a:extLst>
              <a:ext uri="{FF2B5EF4-FFF2-40B4-BE49-F238E27FC236}">
                <a16:creationId xmlns:a16="http://schemas.microsoft.com/office/drawing/2014/main" id="{B1660685-F833-ABEC-578B-9BEB016EBAFE}"/>
              </a:ext>
            </a:extLst>
          </p:cNvPr>
          <p:cNvSpPr>
            <a:spLocks noGrp="1"/>
          </p:cNvSpPr>
          <p:nvPr>
            <p:ph type="body" sz="quarter" idx="20" hasCustomPrompt="1"/>
          </p:nvPr>
        </p:nvSpPr>
        <p:spPr>
          <a:xfrm>
            <a:off x="4967162" y="4589974"/>
            <a:ext cx="4472334" cy="584179"/>
          </a:xfrm>
          <a:prstGeom prst="roundRect">
            <a:avLst>
              <a:gd name="adj" fmla="val 50000"/>
            </a:avLst>
          </a:prstGeom>
          <a:gradFill>
            <a:gsLst>
              <a:gs pos="0">
                <a:schemeClr val="accent2">
                  <a:lumMod val="67000"/>
                </a:schemeClr>
              </a:gs>
              <a:gs pos="22000">
                <a:schemeClr val="tx2"/>
              </a:gs>
              <a:gs pos="89000">
                <a:schemeClr val="bg2"/>
              </a:gs>
            </a:gsLst>
            <a:lin ang="15000000" scaled="0"/>
          </a:gradFill>
        </p:spPr>
        <p:txBody>
          <a:bodyPr wrap="none" lIns="72000" rIns="72000" anchor="ctr">
            <a:spAutoFit/>
          </a:bodyPr>
          <a:lstStyle>
            <a:lvl1pPr marL="0" indent="0" algn="l">
              <a:buNone/>
              <a:defRPr cap="all" baseline="0">
                <a:solidFill>
                  <a:schemeClr val="bg1"/>
                </a:solidFill>
                <a:latin typeface="+mj-lt"/>
              </a:defRPr>
            </a:lvl1pPr>
            <a:lvl2pPr marL="0" indent="0">
              <a:buNone/>
              <a:defRPr/>
            </a:lvl2pPr>
            <a:lvl3pPr marL="264283" indent="0">
              <a:buNone/>
              <a:defRPr/>
            </a:lvl3pPr>
            <a:lvl4pPr marL="0" indent="0">
              <a:buNone/>
              <a:defRPr/>
            </a:lvl4pPr>
            <a:lvl5pPr marL="0" indent="0">
              <a:buNone/>
              <a:defRPr/>
            </a:lvl5pPr>
          </a:lstStyle>
          <a:p>
            <a:pPr lvl="0"/>
            <a:r>
              <a:rPr lang="fr-FR"/>
              <a:t>Section </a:t>
            </a:r>
            <a:r>
              <a:rPr lang="fr-FR" err="1"/>
              <a:t>title</a:t>
            </a:r>
            <a:r>
              <a:rPr lang="fr-FR"/>
              <a:t> </a:t>
            </a:r>
            <a:r>
              <a:rPr lang="fr-FR" err="1"/>
              <a:t>reminder</a:t>
            </a:r>
            <a:endParaRPr lang="fr-FR"/>
          </a:p>
        </p:txBody>
      </p:sp>
      <p:grpSp>
        <p:nvGrpSpPr>
          <p:cNvPr id="3" name="Groupe 8">
            <a:extLst>
              <a:ext uri="{FF2B5EF4-FFF2-40B4-BE49-F238E27FC236}">
                <a16:creationId xmlns:a16="http://schemas.microsoft.com/office/drawing/2014/main" id="{2488CDA4-2931-1F30-8C40-995A320E2A82}"/>
              </a:ext>
            </a:extLst>
          </p:cNvPr>
          <p:cNvGrpSpPr/>
          <p:nvPr userDrawn="1"/>
        </p:nvGrpSpPr>
        <p:grpSpPr>
          <a:xfrm>
            <a:off x="419189" y="9321018"/>
            <a:ext cx="2452295" cy="488334"/>
            <a:chOff x="7804375" y="14663327"/>
            <a:chExt cx="7400924" cy="1473993"/>
          </a:xfrm>
          <a:solidFill>
            <a:schemeClr val="accent1"/>
          </a:solidFill>
        </p:grpSpPr>
        <p:grpSp>
          <p:nvGrpSpPr>
            <p:cNvPr id="4" name="Graphique 37">
              <a:extLst>
                <a:ext uri="{FF2B5EF4-FFF2-40B4-BE49-F238E27FC236}">
                  <a16:creationId xmlns:a16="http://schemas.microsoft.com/office/drawing/2014/main" id="{18CCAFC1-C99F-117F-3DCE-DD6E595BBCC1}"/>
                </a:ext>
              </a:extLst>
            </p:cNvPr>
            <p:cNvGrpSpPr/>
            <p:nvPr/>
          </p:nvGrpSpPr>
          <p:grpSpPr>
            <a:xfrm>
              <a:off x="7804375" y="14663327"/>
              <a:ext cx="2394966" cy="1473326"/>
              <a:chOff x="7804375" y="14663327"/>
              <a:chExt cx="2394966" cy="1473326"/>
            </a:xfrm>
            <a:grpFill/>
          </p:grpSpPr>
          <p:sp>
            <p:nvSpPr>
              <p:cNvPr id="8" name="Forme libre : forme 11">
                <a:extLst>
                  <a:ext uri="{FF2B5EF4-FFF2-40B4-BE49-F238E27FC236}">
                    <a16:creationId xmlns:a16="http://schemas.microsoft.com/office/drawing/2014/main" id="{B51745F8-62A8-01A4-ABFE-D22C09F27F3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9" name="Forme libre : forme 12">
                <a:extLst>
                  <a:ext uri="{FF2B5EF4-FFF2-40B4-BE49-F238E27FC236}">
                    <a16:creationId xmlns:a16="http://schemas.microsoft.com/office/drawing/2014/main" id="{1B6B8151-B497-07FF-64B2-4DB278ED6FF7}"/>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10" name="Forme libre : forme 13">
                <a:extLst>
                  <a:ext uri="{FF2B5EF4-FFF2-40B4-BE49-F238E27FC236}">
                    <a16:creationId xmlns:a16="http://schemas.microsoft.com/office/drawing/2014/main" id="{CE4C259A-31DF-A08A-8073-1900D7DADBA5}"/>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5" name="Forme libre : forme 10">
              <a:extLst>
                <a:ext uri="{FF2B5EF4-FFF2-40B4-BE49-F238E27FC236}">
                  <a16:creationId xmlns:a16="http://schemas.microsoft.com/office/drawing/2014/main" id="{91760123-5CD7-42B7-1CD5-37165B7BAC13}"/>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12" name="Espace réservé du texte 11">
            <a:extLst>
              <a:ext uri="{FF2B5EF4-FFF2-40B4-BE49-F238E27FC236}">
                <a16:creationId xmlns:a16="http://schemas.microsoft.com/office/drawing/2014/main" id="{26F8DEAD-FDDA-3BAA-7422-CD2195E924ED}"/>
              </a:ext>
            </a:extLst>
          </p:cNvPr>
          <p:cNvSpPr>
            <a:spLocks noGrp="1"/>
          </p:cNvSpPr>
          <p:nvPr>
            <p:ph type="body" sz="quarter" idx="21" hasCustomPrompt="1"/>
          </p:nvPr>
        </p:nvSpPr>
        <p:spPr>
          <a:xfrm>
            <a:off x="4967162" y="5636412"/>
            <a:ext cx="10551495" cy="2173745"/>
          </a:xfrm>
        </p:spPr>
        <p:txBody>
          <a:bodyPr rIns="36000">
            <a:noAutofit/>
          </a:bodyPr>
          <a:lstStyle>
            <a:lvl1pPr algn="l">
              <a:defRPr sz="4799" b="1" cap="all" baseline="0">
                <a:solidFill>
                  <a:schemeClr val="accent4"/>
                </a:solidFill>
                <a:latin typeface="+mj-lt"/>
              </a:defRPr>
            </a:lvl1pPr>
            <a:lvl2pPr algn="l">
              <a:defRPr sz="2700">
                <a:solidFill>
                  <a:schemeClr val="accent1"/>
                </a:solidFill>
              </a:defRPr>
            </a:lvl2pPr>
            <a:lvl3pPr algn="ctr">
              <a:defRPr/>
            </a:lvl3pPr>
            <a:lvl4pPr algn="ctr">
              <a:defRPr/>
            </a:lvl4pPr>
            <a:lvl5pPr algn="ctr">
              <a:defRPr/>
            </a:lvl5pPr>
          </a:lstStyle>
          <a:p>
            <a:pPr lvl="0"/>
            <a:r>
              <a:rPr lang="fr-FR"/>
              <a:t>Click to </a:t>
            </a:r>
            <a:r>
              <a:rPr lang="fr-FR" err="1"/>
              <a:t>add</a:t>
            </a:r>
            <a:r>
              <a:rPr lang="fr-FR"/>
              <a:t> </a:t>
            </a:r>
            <a:r>
              <a:rPr lang="fr-FR" err="1"/>
              <a:t>subsection</a:t>
            </a:r>
            <a:r>
              <a:rPr lang="fr-FR"/>
              <a:t> </a:t>
            </a:r>
            <a:r>
              <a:rPr lang="fr-FR" err="1"/>
              <a:t>title</a:t>
            </a:r>
            <a:endParaRPr lang="fr-FR"/>
          </a:p>
          <a:p>
            <a:pPr lvl="1"/>
            <a:r>
              <a:rPr lang="fr-FR"/>
              <a:t>Next </a:t>
            </a:r>
            <a:r>
              <a:rPr lang="fr-FR" err="1"/>
              <a:t>subsection</a:t>
            </a:r>
            <a:r>
              <a:rPr lang="fr-FR"/>
              <a:t> </a:t>
            </a:r>
            <a:r>
              <a:rPr lang="fr-FR" err="1"/>
              <a:t>title</a:t>
            </a:r>
            <a:endParaRPr lang="fr-FR"/>
          </a:p>
        </p:txBody>
      </p:sp>
    </p:spTree>
    <p:custDataLst>
      <p:tags r:id="rId1"/>
    </p:custDataLst>
    <p:extLst>
      <p:ext uri="{BB962C8B-B14F-4D97-AF65-F5344CB8AC3E}">
        <p14:creationId xmlns:p14="http://schemas.microsoft.com/office/powerpoint/2010/main" val="2532159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 title subtitle text | dark">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bg1"/>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14" name="Espace réservé du texte 13">
            <a:extLst>
              <a:ext uri="{FF2B5EF4-FFF2-40B4-BE49-F238E27FC236}">
                <a16:creationId xmlns:a16="http://schemas.microsoft.com/office/drawing/2014/main" id="{09F99F1C-6B58-40E1-A2EF-ED51E7BFB669}"/>
              </a:ext>
            </a:extLst>
          </p:cNvPr>
          <p:cNvSpPr>
            <a:spLocks noGrp="1"/>
          </p:cNvSpPr>
          <p:nvPr>
            <p:ph type="body" sz="quarter" idx="12" hasCustomPrompt="1"/>
          </p:nvPr>
        </p:nvSpPr>
        <p:spPr>
          <a:xfrm>
            <a:off x="431006" y="1248267"/>
            <a:ext cx="17425988" cy="558728"/>
          </a:xfrm>
          <a:prstGeom prst="rect">
            <a:avLst/>
          </a:prstGeom>
        </p:spPr>
        <p:txBody>
          <a:bodyPr lIns="72000" anchor="ctr">
            <a:noAutofit/>
          </a:bodyPr>
          <a:lstStyle>
            <a:lvl1pPr marL="0" indent="0">
              <a:buFont typeface="Arial" panose="020B0604020202020204" pitchFamily="34" charset="0"/>
              <a:buChar char="​"/>
              <a:defRPr sz="2400" b="0" cap="all" baseline="0">
                <a:solidFill>
                  <a:schemeClr val="bg1"/>
                </a:solidFill>
                <a:latin typeface="+mn-lt"/>
                <a:cs typeface="Quire Sans" panose="020B0502040400020003" pitchFamily="34" charset="0"/>
              </a:defRPr>
            </a:lvl1pPr>
            <a:lvl2pPr marL="0" indent="0">
              <a:buFont typeface="Arial" panose="020B0604020202020204" pitchFamily="34" charset="0"/>
              <a:buNone/>
              <a:defRPr sz="2400" b="0">
                <a:solidFill>
                  <a:schemeClr val="bg1"/>
                </a:solidFill>
                <a:latin typeface="+mn-lt"/>
              </a:defRPr>
            </a:lvl2pPr>
            <a:lvl3pPr marL="0" indent="0">
              <a:buFont typeface="Arial" panose="020B0604020202020204" pitchFamily="34" charset="0"/>
              <a:buChar char="​"/>
              <a:defRPr sz="2400" b="0">
                <a:solidFill>
                  <a:schemeClr val="bg1"/>
                </a:solidFill>
                <a:latin typeface="+mn-lt"/>
              </a:defRPr>
            </a:lvl3pPr>
            <a:lvl4pPr marL="0" indent="0">
              <a:buFont typeface="Arial" panose="020B0604020202020204" pitchFamily="34" charset="0"/>
              <a:buChar char="​"/>
              <a:defRPr sz="2400" b="0">
                <a:solidFill>
                  <a:schemeClr val="bg1"/>
                </a:solidFill>
                <a:latin typeface="+mn-lt"/>
              </a:defRPr>
            </a:lvl4pPr>
            <a:lvl5pPr marL="0" indent="0">
              <a:buFont typeface="Arial" panose="020B0604020202020204" pitchFamily="34" charset="0"/>
              <a:buChar char="​"/>
              <a:defRPr sz="2400" b="0">
                <a:solidFill>
                  <a:schemeClr val="bg1"/>
                </a:solidFill>
                <a:latin typeface="+mn-lt"/>
              </a:defRPr>
            </a:lvl5pPr>
            <a:lvl6pPr marL="0" indent="0">
              <a:buFont typeface="Arial" panose="020B0604020202020204" pitchFamily="34" charset="0"/>
              <a:buChar char="​"/>
              <a:defRPr sz="2400" b="0">
                <a:solidFill>
                  <a:schemeClr val="bg1"/>
                </a:solidFill>
                <a:latin typeface="+mn-lt"/>
              </a:defRPr>
            </a:lvl6pPr>
            <a:lvl7pPr marL="0" indent="0">
              <a:buFont typeface="Arial" panose="020B0604020202020204" pitchFamily="34" charset="0"/>
              <a:buChar char="​"/>
              <a:defRPr sz="2400" b="0">
                <a:solidFill>
                  <a:schemeClr val="bg1"/>
                </a:solidFill>
                <a:latin typeface="+mn-lt"/>
              </a:defRPr>
            </a:lvl7pPr>
            <a:lvl8pPr marL="0" indent="0">
              <a:buFont typeface="Arial" panose="020B0604020202020204" pitchFamily="34" charset="0"/>
              <a:buChar char="​"/>
              <a:defRPr sz="2400" b="0">
                <a:solidFill>
                  <a:schemeClr val="bg1"/>
                </a:solidFill>
                <a:latin typeface="+mn-lt"/>
              </a:defRPr>
            </a:lvl8pPr>
            <a:lvl9pPr marL="0" indent="0">
              <a:buFont typeface="Arial" panose="020B0604020202020204" pitchFamily="34" charset="0"/>
              <a:buChar char="​"/>
              <a:defRPr sz="2400" b="0">
                <a:solidFill>
                  <a:schemeClr val="bg1"/>
                </a:solidFill>
                <a:latin typeface="+mn-lt"/>
              </a:defRPr>
            </a:lvl9pPr>
          </a:lstStyle>
          <a:p>
            <a:pPr lvl="0"/>
            <a:r>
              <a:rPr lang="fr-FR"/>
              <a:t>Click to add subtitle</a:t>
            </a:r>
          </a:p>
        </p:txBody>
      </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sp>
        <p:nvSpPr>
          <p:cNvPr id="4" name="Espace réservé du pied de page 3">
            <a:extLst>
              <a:ext uri="{FF2B5EF4-FFF2-40B4-BE49-F238E27FC236}">
                <a16:creationId xmlns:a16="http://schemas.microsoft.com/office/drawing/2014/main" id="{166D5807-5DA5-D620-E68E-A7F8B02782D0}"/>
              </a:ext>
            </a:extLst>
          </p:cNvPr>
          <p:cNvSpPr>
            <a:spLocks noGrp="1"/>
          </p:cNvSpPr>
          <p:nvPr>
            <p:ph type="ftr" sz="quarter" idx="17"/>
          </p:nvPr>
        </p:nvSpPr>
        <p:spPr/>
        <p:txBody>
          <a:bodyPr/>
          <a:lstStyle>
            <a:lvl1pPr>
              <a:defRPr>
                <a:solidFill>
                  <a:schemeClr val="bg1"/>
                </a:solidFill>
              </a:defRPr>
            </a:lvl1pPr>
          </a:lstStyle>
          <a:p>
            <a:pPr>
              <a:spcBef>
                <a:spcPts val="4499"/>
              </a:spcBef>
            </a:pPr>
            <a:r>
              <a:rPr lang="fr-FR"/>
              <a:t>BUDGET 2024 FRANCE</a:t>
            </a:r>
          </a:p>
        </p:txBody>
      </p:sp>
      <p:sp>
        <p:nvSpPr>
          <p:cNvPr id="7" name="Espace réservé du texte 6">
            <a:extLst>
              <a:ext uri="{FF2B5EF4-FFF2-40B4-BE49-F238E27FC236}">
                <a16:creationId xmlns:a16="http://schemas.microsoft.com/office/drawing/2014/main" id="{4033C924-CBD4-1665-71A1-FBA5DFAB8E28}"/>
              </a:ext>
            </a:extLst>
          </p:cNvPr>
          <p:cNvSpPr>
            <a:spLocks noGrp="1"/>
          </p:cNvSpPr>
          <p:nvPr>
            <p:ph type="body" sz="quarter" idx="20"/>
          </p:nvPr>
        </p:nvSpPr>
        <p:spPr>
          <a:xfrm>
            <a:off x="319088" y="2374867"/>
            <a:ext cx="17503805" cy="73365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Titre 2">
            <a:extLst>
              <a:ext uri="{FF2B5EF4-FFF2-40B4-BE49-F238E27FC236}">
                <a16:creationId xmlns:a16="http://schemas.microsoft.com/office/drawing/2014/main" id="{E583246B-75A4-3ED3-55B2-1B9B4928C7A3}"/>
              </a:ext>
            </a:extLst>
          </p:cNvPr>
          <p:cNvSpPr>
            <a:spLocks noGrp="1"/>
          </p:cNvSpPr>
          <p:nvPr>
            <p:ph type="title" hasCustomPrompt="1"/>
          </p:nvPr>
        </p:nvSpPr>
        <p:spPr/>
        <p:txBody>
          <a:bodyPr/>
          <a:lstStyle>
            <a:lvl1pPr>
              <a:defRPr>
                <a:solidFill>
                  <a:schemeClr val="bg1"/>
                </a:solidFill>
              </a:defRPr>
            </a:lvl1pPr>
          </a:lstStyle>
          <a:p>
            <a:r>
              <a:rPr lang="fr-FR"/>
              <a:t>Click to </a:t>
            </a:r>
            <a:r>
              <a:rPr lang="fr-FR" err="1"/>
              <a:t>add</a:t>
            </a:r>
            <a:r>
              <a:rPr lang="fr-FR"/>
              <a:t> </a:t>
            </a:r>
            <a:r>
              <a:rPr lang="fr-FR" err="1"/>
              <a:t>title</a:t>
            </a:r>
            <a:endParaRPr lang="fr-FR"/>
          </a:p>
        </p:txBody>
      </p:sp>
    </p:spTree>
    <p:custDataLst>
      <p:tags r:id="rId1"/>
    </p:custDataLst>
    <p:extLst>
      <p:ext uri="{BB962C8B-B14F-4D97-AF65-F5344CB8AC3E}">
        <p14:creationId xmlns:p14="http://schemas.microsoft.com/office/powerpoint/2010/main" val="3963709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 title text | dark">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bg1"/>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sp>
        <p:nvSpPr>
          <p:cNvPr id="4" name="Espace réservé du pied de page 3">
            <a:extLst>
              <a:ext uri="{FF2B5EF4-FFF2-40B4-BE49-F238E27FC236}">
                <a16:creationId xmlns:a16="http://schemas.microsoft.com/office/drawing/2014/main" id="{166D5807-5DA5-D620-E68E-A7F8B02782D0}"/>
              </a:ext>
            </a:extLst>
          </p:cNvPr>
          <p:cNvSpPr>
            <a:spLocks noGrp="1"/>
          </p:cNvSpPr>
          <p:nvPr>
            <p:ph type="ftr" sz="quarter" idx="17"/>
          </p:nvPr>
        </p:nvSpPr>
        <p:spPr/>
        <p:txBody>
          <a:bodyPr/>
          <a:lstStyle>
            <a:lvl1pPr>
              <a:defRPr>
                <a:solidFill>
                  <a:schemeClr val="bg1"/>
                </a:solidFill>
              </a:defRPr>
            </a:lvl1pPr>
          </a:lstStyle>
          <a:p>
            <a:pPr>
              <a:spcBef>
                <a:spcPts val="4499"/>
              </a:spcBef>
            </a:pPr>
            <a:r>
              <a:rPr lang="fr-FR"/>
              <a:t>BUDGET 2024 FRANCE</a:t>
            </a:r>
          </a:p>
        </p:txBody>
      </p:sp>
      <p:sp>
        <p:nvSpPr>
          <p:cNvPr id="7" name="Espace réservé du texte 6">
            <a:extLst>
              <a:ext uri="{FF2B5EF4-FFF2-40B4-BE49-F238E27FC236}">
                <a16:creationId xmlns:a16="http://schemas.microsoft.com/office/drawing/2014/main" id="{4033C924-CBD4-1665-71A1-FBA5DFAB8E28}"/>
              </a:ext>
            </a:extLst>
          </p:cNvPr>
          <p:cNvSpPr>
            <a:spLocks noGrp="1"/>
          </p:cNvSpPr>
          <p:nvPr>
            <p:ph type="body" sz="quarter" idx="20"/>
          </p:nvPr>
        </p:nvSpPr>
        <p:spPr>
          <a:xfrm>
            <a:off x="319088" y="2374867"/>
            <a:ext cx="17503805" cy="73365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Titre 2">
            <a:extLst>
              <a:ext uri="{FF2B5EF4-FFF2-40B4-BE49-F238E27FC236}">
                <a16:creationId xmlns:a16="http://schemas.microsoft.com/office/drawing/2014/main" id="{E583246B-75A4-3ED3-55B2-1B9B4928C7A3}"/>
              </a:ext>
            </a:extLst>
          </p:cNvPr>
          <p:cNvSpPr>
            <a:spLocks noGrp="1"/>
          </p:cNvSpPr>
          <p:nvPr>
            <p:ph type="title" hasCustomPrompt="1"/>
          </p:nvPr>
        </p:nvSpPr>
        <p:spPr/>
        <p:txBody>
          <a:bodyPr/>
          <a:lstStyle>
            <a:lvl1pPr>
              <a:defRPr>
                <a:solidFill>
                  <a:schemeClr val="bg1"/>
                </a:solidFill>
              </a:defRPr>
            </a:lvl1pPr>
          </a:lstStyle>
          <a:p>
            <a:r>
              <a:rPr lang="fr-FR"/>
              <a:t>Click to </a:t>
            </a:r>
            <a:r>
              <a:rPr lang="fr-FR" err="1"/>
              <a:t>add</a:t>
            </a:r>
            <a:r>
              <a:rPr lang="fr-FR"/>
              <a:t> </a:t>
            </a:r>
            <a:r>
              <a:rPr lang="fr-FR" err="1"/>
              <a:t>title</a:t>
            </a:r>
            <a:endParaRPr lang="fr-FR"/>
          </a:p>
        </p:txBody>
      </p:sp>
      <p:cxnSp>
        <p:nvCxnSpPr>
          <p:cNvPr id="2" name="Connecteur droit 32">
            <a:extLst>
              <a:ext uri="{FF2B5EF4-FFF2-40B4-BE49-F238E27FC236}">
                <a16:creationId xmlns:a16="http://schemas.microsoft.com/office/drawing/2014/main" id="{8B08495A-6A39-7F8F-A3E3-31458830E37C}"/>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7874205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ext | title text | dark">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bg1"/>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sp>
        <p:nvSpPr>
          <p:cNvPr id="4" name="Espace réservé du pied de page 3">
            <a:extLst>
              <a:ext uri="{FF2B5EF4-FFF2-40B4-BE49-F238E27FC236}">
                <a16:creationId xmlns:a16="http://schemas.microsoft.com/office/drawing/2014/main" id="{166D5807-5DA5-D620-E68E-A7F8B02782D0}"/>
              </a:ext>
            </a:extLst>
          </p:cNvPr>
          <p:cNvSpPr>
            <a:spLocks noGrp="1"/>
          </p:cNvSpPr>
          <p:nvPr>
            <p:ph type="ftr" sz="quarter" idx="17"/>
          </p:nvPr>
        </p:nvSpPr>
        <p:spPr/>
        <p:txBody>
          <a:bodyPr/>
          <a:lstStyle>
            <a:lvl1pPr>
              <a:defRPr>
                <a:solidFill>
                  <a:schemeClr val="bg1"/>
                </a:solidFill>
              </a:defRPr>
            </a:lvl1pPr>
          </a:lstStyle>
          <a:p>
            <a:pPr>
              <a:spcBef>
                <a:spcPts val="4499"/>
              </a:spcBef>
            </a:pPr>
            <a:r>
              <a:rPr lang="fr-FR"/>
              <a:t>BUDGET 2024 FRANCE</a:t>
            </a:r>
          </a:p>
        </p:txBody>
      </p:sp>
      <p:pic>
        <p:nvPicPr>
          <p:cNvPr id="5" name="Graphique 4">
            <a:extLst>
              <a:ext uri="{FF2B5EF4-FFF2-40B4-BE49-F238E27FC236}">
                <a16:creationId xmlns:a16="http://schemas.microsoft.com/office/drawing/2014/main" id="{53DD0FE7-47B4-56EA-6FD8-61F795C6269C}"/>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pic>
        <p:nvPicPr>
          <p:cNvPr id="6" name="Graphique 5">
            <a:extLst>
              <a:ext uri="{FF2B5EF4-FFF2-40B4-BE49-F238E27FC236}">
                <a16:creationId xmlns:a16="http://schemas.microsoft.com/office/drawing/2014/main" id="{DB82778E-C73C-A5BF-4E38-5BE7A93EB862}"/>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Tree>
    <p:custDataLst>
      <p:tags r:id="rId1"/>
    </p:custDataLst>
    <p:extLst>
      <p:ext uri="{BB962C8B-B14F-4D97-AF65-F5344CB8AC3E}">
        <p14:creationId xmlns:p14="http://schemas.microsoft.com/office/powerpoint/2010/main" val="21278271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 title subtitle text | dark header">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815C426-3FA6-D44D-E6D3-A3DB1C488A36}"/>
              </a:ext>
            </a:extLst>
          </p:cNvPr>
          <p:cNvSpPr/>
          <p:nvPr userDrawn="1"/>
        </p:nvSpPr>
        <p:spPr>
          <a:xfrm>
            <a:off x="1" y="3614148"/>
            <a:ext cx="18287999" cy="66712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sp>
        <p:nvSpPr>
          <p:cNvPr id="14" name="Espace réservé du texte 13">
            <a:extLst>
              <a:ext uri="{FF2B5EF4-FFF2-40B4-BE49-F238E27FC236}">
                <a16:creationId xmlns:a16="http://schemas.microsoft.com/office/drawing/2014/main" id="{09F99F1C-6B58-40E1-A2EF-ED51E7BFB669}"/>
              </a:ext>
            </a:extLst>
          </p:cNvPr>
          <p:cNvSpPr>
            <a:spLocks noGrp="1"/>
          </p:cNvSpPr>
          <p:nvPr>
            <p:ph type="body" sz="quarter" idx="12" hasCustomPrompt="1"/>
          </p:nvPr>
        </p:nvSpPr>
        <p:spPr>
          <a:xfrm>
            <a:off x="431006" y="1248267"/>
            <a:ext cx="17425988" cy="558728"/>
          </a:xfrm>
          <a:prstGeom prst="rect">
            <a:avLst/>
          </a:prstGeom>
        </p:spPr>
        <p:txBody>
          <a:bodyPr lIns="72000" anchor="ctr">
            <a:noAutofit/>
          </a:bodyPr>
          <a:lstStyle>
            <a:lvl1pPr marL="0" indent="0">
              <a:buFont typeface="Arial" panose="020B0604020202020204" pitchFamily="34" charset="0"/>
              <a:buChar char="​"/>
              <a:defRPr sz="2400" b="0" cap="all" baseline="0">
                <a:solidFill>
                  <a:schemeClr val="bg1"/>
                </a:solidFill>
                <a:latin typeface="+mn-lt"/>
                <a:cs typeface="Quire Sans" panose="020B0502040400020003" pitchFamily="34" charset="0"/>
              </a:defRPr>
            </a:lvl1pPr>
            <a:lvl2pPr marL="0" indent="0">
              <a:buFont typeface="Arial" panose="020B0604020202020204" pitchFamily="34" charset="0"/>
              <a:buNone/>
              <a:defRPr sz="2400" b="0">
                <a:solidFill>
                  <a:schemeClr val="bg1"/>
                </a:solidFill>
                <a:latin typeface="+mn-lt"/>
              </a:defRPr>
            </a:lvl2pPr>
            <a:lvl3pPr marL="0" indent="0">
              <a:buFont typeface="Arial" panose="020B0604020202020204" pitchFamily="34" charset="0"/>
              <a:buChar char="​"/>
              <a:defRPr sz="2400" b="0">
                <a:solidFill>
                  <a:schemeClr val="bg1"/>
                </a:solidFill>
                <a:latin typeface="+mn-lt"/>
              </a:defRPr>
            </a:lvl3pPr>
            <a:lvl4pPr marL="0" indent="0">
              <a:buFont typeface="Arial" panose="020B0604020202020204" pitchFamily="34" charset="0"/>
              <a:buChar char="​"/>
              <a:defRPr sz="2400" b="0">
                <a:solidFill>
                  <a:schemeClr val="bg1"/>
                </a:solidFill>
                <a:latin typeface="+mn-lt"/>
              </a:defRPr>
            </a:lvl4pPr>
            <a:lvl5pPr marL="0" indent="0">
              <a:buFont typeface="Arial" panose="020B0604020202020204" pitchFamily="34" charset="0"/>
              <a:buChar char="​"/>
              <a:defRPr sz="2400" b="0">
                <a:solidFill>
                  <a:schemeClr val="bg1"/>
                </a:solidFill>
                <a:latin typeface="+mn-lt"/>
              </a:defRPr>
            </a:lvl5pPr>
            <a:lvl6pPr marL="0" indent="0">
              <a:buFont typeface="Arial" panose="020B0604020202020204" pitchFamily="34" charset="0"/>
              <a:buChar char="​"/>
              <a:defRPr sz="2400" b="0">
                <a:solidFill>
                  <a:schemeClr val="bg1"/>
                </a:solidFill>
                <a:latin typeface="+mn-lt"/>
              </a:defRPr>
            </a:lvl6pPr>
            <a:lvl7pPr marL="0" indent="0">
              <a:buFont typeface="Arial" panose="020B0604020202020204" pitchFamily="34" charset="0"/>
              <a:buChar char="​"/>
              <a:defRPr sz="2400" b="0">
                <a:solidFill>
                  <a:schemeClr val="bg1"/>
                </a:solidFill>
                <a:latin typeface="+mn-lt"/>
              </a:defRPr>
            </a:lvl7pPr>
            <a:lvl8pPr marL="0" indent="0">
              <a:buFont typeface="Arial" panose="020B0604020202020204" pitchFamily="34" charset="0"/>
              <a:buChar char="​"/>
              <a:defRPr sz="2400" b="0">
                <a:solidFill>
                  <a:schemeClr val="bg1"/>
                </a:solidFill>
                <a:latin typeface="+mn-lt"/>
              </a:defRPr>
            </a:lvl8pPr>
            <a:lvl9pPr marL="0" indent="0">
              <a:buFont typeface="Arial" panose="020B0604020202020204" pitchFamily="34" charset="0"/>
              <a:buChar char="​"/>
              <a:defRPr sz="2400" b="0">
                <a:solidFill>
                  <a:schemeClr val="bg1"/>
                </a:solidFill>
                <a:latin typeface="+mn-lt"/>
              </a:defRPr>
            </a:lvl9pPr>
          </a:lstStyle>
          <a:p>
            <a:pPr lvl="0"/>
            <a:r>
              <a:rPr lang="fr-FR"/>
              <a:t>Click to add subtitle</a:t>
            </a:r>
          </a:p>
        </p:txBody>
      </p:sp>
      <p:sp>
        <p:nvSpPr>
          <p:cNvPr id="5" name="Titre 4">
            <a:extLst>
              <a:ext uri="{FF2B5EF4-FFF2-40B4-BE49-F238E27FC236}">
                <a16:creationId xmlns:a16="http://schemas.microsoft.com/office/drawing/2014/main" id="{62E70154-91F3-98D7-261D-A6EB7BACAFC7}"/>
              </a:ext>
            </a:extLst>
          </p:cNvPr>
          <p:cNvSpPr>
            <a:spLocks noGrp="1"/>
          </p:cNvSpPr>
          <p:nvPr>
            <p:ph type="title" hasCustomPrompt="1"/>
          </p:nvPr>
        </p:nvSpPr>
        <p:spPr/>
        <p:txBody>
          <a:bodyPr/>
          <a:lstStyle>
            <a:lvl1pPr>
              <a:defRPr>
                <a:solidFill>
                  <a:schemeClr val="bg1"/>
                </a:solidFill>
              </a:defRPr>
            </a:lvl1pPr>
          </a:lstStyle>
          <a:p>
            <a:r>
              <a:rPr lang="fr-FR"/>
              <a:t>Click to </a:t>
            </a:r>
            <a:r>
              <a:rPr lang="fr-FR" err="1"/>
              <a:t>add</a:t>
            </a:r>
            <a:r>
              <a:rPr lang="fr-FR"/>
              <a:t> </a:t>
            </a:r>
            <a:r>
              <a:rPr lang="fr-FR" err="1"/>
              <a:t>title</a:t>
            </a:r>
            <a:endParaRPr lang="fr-FR"/>
          </a:p>
        </p:txBody>
      </p:sp>
      <p:pic>
        <p:nvPicPr>
          <p:cNvPr id="9" name="Graphique 8">
            <a:extLst>
              <a:ext uri="{FF2B5EF4-FFF2-40B4-BE49-F238E27FC236}">
                <a16:creationId xmlns:a16="http://schemas.microsoft.com/office/drawing/2014/main" id="{58F944CC-EF14-4927-4C9D-6686F18D66DC}"/>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10" name="Ellipse 9">
            <a:extLst>
              <a:ext uri="{FF2B5EF4-FFF2-40B4-BE49-F238E27FC236}">
                <a16:creationId xmlns:a16="http://schemas.microsoft.com/office/drawing/2014/main" id="{38D5E398-82E5-855C-4969-E6D1880C88DE}"/>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1" name="Groupe 10">
            <a:extLst>
              <a:ext uri="{FF2B5EF4-FFF2-40B4-BE49-F238E27FC236}">
                <a16:creationId xmlns:a16="http://schemas.microsoft.com/office/drawing/2014/main" id="{ED43DC06-107F-CD22-5279-8B1C4EBB4408}"/>
              </a:ext>
            </a:extLst>
          </p:cNvPr>
          <p:cNvGrpSpPr/>
          <p:nvPr userDrawn="1"/>
        </p:nvGrpSpPr>
        <p:grpSpPr>
          <a:xfrm>
            <a:off x="438240" y="9762428"/>
            <a:ext cx="1348263" cy="268484"/>
            <a:chOff x="7804375" y="14663327"/>
            <a:chExt cx="7400924" cy="1473993"/>
          </a:xfrm>
          <a:solidFill>
            <a:schemeClr val="accent2"/>
          </a:solidFill>
        </p:grpSpPr>
        <p:grpSp>
          <p:nvGrpSpPr>
            <p:cNvPr id="13" name="Graphique 37">
              <a:extLst>
                <a:ext uri="{FF2B5EF4-FFF2-40B4-BE49-F238E27FC236}">
                  <a16:creationId xmlns:a16="http://schemas.microsoft.com/office/drawing/2014/main" id="{06F8BF05-73E2-ADB8-3A7D-6AC28EF5E10E}"/>
                </a:ext>
              </a:extLst>
            </p:cNvPr>
            <p:cNvGrpSpPr/>
            <p:nvPr/>
          </p:nvGrpSpPr>
          <p:grpSpPr>
            <a:xfrm>
              <a:off x="7804375" y="14663327"/>
              <a:ext cx="2394966" cy="1473326"/>
              <a:chOff x="7804375" y="14663327"/>
              <a:chExt cx="2394966" cy="1473326"/>
            </a:xfrm>
            <a:grpFill/>
          </p:grpSpPr>
          <p:sp>
            <p:nvSpPr>
              <p:cNvPr id="19" name="Forme libre : forme 18">
                <a:extLst>
                  <a:ext uri="{FF2B5EF4-FFF2-40B4-BE49-F238E27FC236}">
                    <a16:creationId xmlns:a16="http://schemas.microsoft.com/office/drawing/2014/main" id="{2E970334-F4C5-FFA8-7084-4B151BF8700D}"/>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2" name="Forme libre : forme 21">
                <a:extLst>
                  <a:ext uri="{FF2B5EF4-FFF2-40B4-BE49-F238E27FC236}">
                    <a16:creationId xmlns:a16="http://schemas.microsoft.com/office/drawing/2014/main" id="{85BBC285-5341-47B7-6521-58FC7EDC87B7}"/>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3" name="Forme libre : forme 22">
                <a:extLst>
                  <a:ext uri="{FF2B5EF4-FFF2-40B4-BE49-F238E27FC236}">
                    <a16:creationId xmlns:a16="http://schemas.microsoft.com/office/drawing/2014/main" id="{68B373C0-DF3B-8FFC-156E-1052EA883B33}"/>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8" name="Forme libre : forme 17">
              <a:extLst>
                <a:ext uri="{FF2B5EF4-FFF2-40B4-BE49-F238E27FC236}">
                  <a16:creationId xmlns:a16="http://schemas.microsoft.com/office/drawing/2014/main" id="{98F98F34-8C93-BFD6-E74E-531EBA72C78F}"/>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28" name="Espace réservé du numéro de diapositive 7">
            <a:extLst>
              <a:ext uri="{FF2B5EF4-FFF2-40B4-BE49-F238E27FC236}">
                <a16:creationId xmlns:a16="http://schemas.microsoft.com/office/drawing/2014/main" id="{2727DCC8-ED02-3C64-43EE-B4D5A81D3A98}"/>
              </a:ext>
            </a:extLst>
          </p:cNvPr>
          <p:cNvSpPr>
            <a:spLocks noGrp="1"/>
          </p:cNvSpPr>
          <p:nvPr>
            <p:ph type="sldNum" sz="quarter" idx="16"/>
          </p:nvPr>
        </p:nvSpPr>
        <p:spPr>
          <a:xfrm>
            <a:off x="17582755" y="9702572"/>
            <a:ext cx="446282" cy="446213"/>
          </a:xfrm>
        </p:spPr>
        <p:txBody>
          <a:bodyPr/>
          <a:lstStyle/>
          <a:p>
            <a:fld id="{4BF46CD0-FBDC-4232-8F32-5100991AA633}" type="slidenum">
              <a:rPr lang="fr-FR" smtClean="0"/>
              <a:pPr/>
              <a:t>‹N°›</a:t>
            </a:fld>
            <a:endParaRPr lang="fr-FR"/>
          </a:p>
        </p:txBody>
      </p:sp>
      <p:sp>
        <p:nvSpPr>
          <p:cNvPr id="29" name="Espace réservé du pied de page 10">
            <a:extLst>
              <a:ext uri="{FF2B5EF4-FFF2-40B4-BE49-F238E27FC236}">
                <a16:creationId xmlns:a16="http://schemas.microsoft.com/office/drawing/2014/main" id="{EA973883-6D1D-5CA1-A974-FDD6CE72BF1D}"/>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30" name="Espace réservé du texte 6">
            <a:extLst>
              <a:ext uri="{FF2B5EF4-FFF2-40B4-BE49-F238E27FC236}">
                <a16:creationId xmlns:a16="http://schemas.microsoft.com/office/drawing/2014/main" id="{00318684-F6F3-E812-FD23-B9242B844A55}"/>
              </a:ext>
            </a:extLst>
          </p:cNvPr>
          <p:cNvSpPr>
            <a:spLocks noGrp="1"/>
          </p:cNvSpPr>
          <p:nvPr>
            <p:ph type="body" sz="quarter" idx="20"/>
          </p:nvPr>
        </p:nvSpPr>
        <p:spPr>
          <a:xfrm>
            <a:off x="319088" y="3812761"/>
            <a:ext cx="17503805" cy="58987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31" name="Image 30">
            <a:extLst>
              <a:ext uri="{FF2B5EF4-FFF2-40B4-BE49-F238E27FC236}">
                <a16:creationId xmlns:a16="http://schemas.microsoft.com/office/drawing/2014/main" id="{09422DAB-18E8-699B-90E9-B2226C15581D}"/>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rot="16200000">
            <a:off x="8973423" y="-5271629"/>
            <a:ext cx="341157" cy="17414273"/>
          </a:xfrm>
          <a:prstGeom prst="rect">
            <a:avLst/>
          </a:prstGeom>
        </p:spPr>
      </p:pic>
      <p:sp>
        <p:nvSpPr>
          <p:cNvPr id="2" name="Espace réservé du texte 27">
            <a:extLst>
              <a:ext uri="{FF2B5EF4-FFF2-40B4-BE49-F238E27FC236}">
                <a16:creationId xmlns:a16="http://schemas.microsoft.com/office/drawing/2014/main" id="{ABB1E2D8-0CCE-3D37-0F3D-3BF35D452FA3}"/>
              </a:ext>
            </a:extLst>
          </p:cNvPr>
          <p:cNvSpPr>
            <a:spLocks noGrp="1"/>
          </p:cNvSpPr>
          <p:nvPr>
            <p:ph type="body" sz="quarter" idx="21" hasCustomPrompt="1"/>
          </p:nvPr>
        </p:nvSpPr>
        <p:spPr>
          <a:xfrm>
            <a:off x="319088" y="2373741"/>
            <a:ext cx="17532048" cy="98427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spTree>
    <p:custDataLst>
      <p:tags r:id="rId1"/>
    </p:custDataLst>
    <p:extLst>
      <p:ext uri="{BB962C8B-B14F-4D97-AF65-F5344CB8AC3E}">
        <p14:creationId xmlns:p14="http://schemas.microsoft.com/office/powerpoint/2010/main" val="35000701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 title  text | dark header">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67E5278-A341-1DC0-ACA1-3AD6F38CC143}"/>
              </a:ext>
            </a:extLst>
          </p:cNvPr>
          <p:cNvGrpSpPr/>
          <p:nvPr userDrawn="1"/>
        </p:nvGrpSpPr>
        <p:grpSpPr>
          <a:xfrm>
            <a:off x="1" y="3332995"/>
            <a:ext cx="18287999" cy="6952419"/>
            <a:chOff x="0" y="1211183"/>
            <a:chExt cx="12191999" cy="5646817"/>
          </a:xfrm>
        </p:grpSpPr>
        <p:sp>
          <p:nvSpPr>
            <p:cNvPr id="3" name="Rectangle 2">
              <a:extLst>
                <a:ext uri="{FF2B5EF4-FFF2-40B4-BE49-F238E27FC236}">
                  <a16:creationId xmlns:a16="http://schemas.microsoft.com/office/drawing/2014/main" id="{C815C426-3FA6-D44D-E6D3-A3DB1C488A36}"/>
                </a:ext>
              </a:extLst>
            </p:cNvPr>
            <p:cNvSpPr/>
            <p:nvPr userDrawn="1"/>
          </p:nvSpPr>
          <p:spPr>
            <a:xfrm>
              <a:off x="0" y="1438656"/>
              <a:ext cx="12191999" cy="54193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pic>
          <p:nvPicPr>
            <p:cNvPr id="22" name="Image 21">
              <a:extLst>
                <a:ext uri="{FF2B5EF4-FFF2-40B4-BE49-F238E27FC236}">
                  <a16:creationId xmlns:a16="http://schemas.microsoft.com/office/drawing/2014/main" id="{36355A1C-F476-2262-A18E-979D071DDD8D}"/>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5982264" y="-4479838"/>
              <a:ext cx="227473" cy="11609515"/>
            </a:xfrm>
            <a:prstGeom prst="rect">
              <a:avLst/>
            </a:prstGeom>
          </p:spPr>
        </p:pic>
      </p:grp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sp>
        <p:nvSpPr>
          <p:cNvPr id="5" name="Titre 4">
            <a:extLst>
              <a:ext uri="{FF2B5EF4-FFF2-40B4-BE49-F238E27FC236}">
                <a16:creationId xmlns:a16="http://schemas.microsoft.com/office/drawing/2014/main" id="{62E70154-91F3-98D7-261D-A6EB7BACAFC7}"/>
              </a:ext>
            </a:extLst>
          </p:cNvPr>
          <p:cNvSpPr>
            <a:spLocks noGrp="1"/>
          </p:cNvSpPr>
          <p:nvPr>
            <p:ph type="title" hasCustomPrompt="1"/>
          </p:nvPr>
        </p:nvSpPr>
        <p:spPr/>
        <p:txBody>
          <a:bodyPr/>
          <a:lstStyle>
            <a:lvl1pPr>
              <a:defRPr>
                <a:solidFill>
                  <a:schemeClr val="bg1"/>
                </a:solidFill>
              </a:defRPr>
            </a:lvl1pPr>
          </a:lstStyle>
          <a:p>
            <a:r>
              <a:rPr lang="fr-FR"/>
              <a:t>Click to </a:t>
            </a:r>
            <a:r>
              <a:rPr lang="fr-FR" err="1"/>
              <a:t>add</a:t>
            </a:r>
            <a:r>
              <a:rPr lang="fr-FR"/>
              <a:t> </a:t>
            </a:r>
            <a:r>
              <a:rPr lang="fr-FR" err="1"/>
              <a:t>title</a:t>
            </a:r>
            <a:endParaRPr lang="fr-FR"/>
          </a:p>
        </p:txBody>
      </p:sp>
      <p:cxnSp>
        <p:nvCxnSpPr>
          <p:cNvPr id="2" name="Connecteur droit 32">
            <a:extLst>
              <a:ext uri="{FF2B5EF4-FFF2-40B4-BE49-F238E27FC236}">
                <a16:creationId xmlns:a16="http://schemas.microsoft.com/office/drawing/2014/main" id="{19049D6F-2A5B-D71B-1AC1-30DF5C337686}"/>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Graphique 5">
            <a:extLst>
              <a:ext uri="{FF2B5EF4-FFF2-40B4-BE49-F238E27FC236}">
                <a16:creationId xmlns:a16="http://schemas.microsoft.com/office/drawing/2014/main" id="{5DE78F35-BFFA-707F-AB95-AFB8F925D752}"/>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8861" t="-3712" r="64117" b="61920"/>
          <a:stretch/>
        </p:blipFill>
        <p:spPr>
          <a:xfrm rot="10800000">
            <a:off x="-2" y="2828853"/>
            <a:ext cx="4140264" cy="6671265"/>
          </a:xfrm>
          <a:prstGeom prst="rect">
            <a:avLst/>
          </a:prstGeom>
        </p:spPr>
      </p:pic>
      <p:sp>
        <p:nvSpPr>
          <p:cNvPr id="7" name="Ellipse 6">
            <a:extLst>
              <a:ext uri="{FF2B5EF4-FFF2-40B4-BE49-F238E27FC236}">
                <a16:creationId xmlns:a16="http://schemas.microsoft.com/office/drawing/2014/main" id="{EEAFDF30-0193-92E5-0311-C71F5607E299}"/>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8" name="Groupe 7">
            <a:extLst>
              <a:ext uri="{FF2B5EF4-FFF2-40B4-BE49-F238E27FC236}">
                <a16:creationId xmlns:a16="http://schemas.microsoft.com/office/drawing/2014/main" id="{89432BFD-0D07-DC7B-559F-611D35C7071D}"/>
              </a:ext>
            </a:extLst>
          </p:cNvPr>
          <p:cNvGrpSpPr/>
          <p:nvPr userDrawn="1"/>
        </p:nvGrpSpPr>
        <p:grpSpPr>
          <a:xfrm>
            <a:off x="438240" y="9762428"/>
            <a:ext cx="1348263" cy="268484"/>
            <a:chOff x="7804375" y="14663327"/>
            <a:chExt cx="7400924" cy="1473993"/>
          </a:xfrm>
          <a:solidFill>
            <a:schemeClr val="accent2"/>
          </a:solidFill>
        </p:grpSpPr>
        <p:grpSp>
          <p:nvGrpSpPr>
            <p:cNvPr id="9" name="Graphique 37">
              <a:extLst>
                <a:ext uri="{FF2B5EF4-FFF2-40B4-BE49-F238E27FC236}">
                  <a16:creationId xmlns:a16="http://schemas.microsoft.com/office/drawing/2014/main" id="{A7F0F5A8-6A76-D4DF-623A-C7ECCBE149CE}"/>
                </a:ext>
              </a:extLst>
            </p:cNvPr>
            <p:cNvGrpSpPr/>
            <p:nvPr/>
          </p:nvGrpSpPr>
          <p:grpSpPr>
            <a:xfrm>
              <a:off x="7804375" y="14663327"/>
              <a:ext cx="2394966" cy="1473326"/>
              <a:chOff x="7804375" y="14663327"/>
              <a:chExt cx="2394966" cy="1473326"/>
            </a:xfrm>
            <a:grpFill/>
          </p:grpSpPr>
          <p:sp>
            <p:nvSpPr>
              <p:cNvPr id="11" name="Forme libre : forme 10">
                <a:extLst>
                  <a:ext uri="{FF2B5EF4-FFF2-40B4-BE49-F238E27FC236}">
                    <a16:creationId xmlns:a16="http://schemas.microsoft.com/office/drawing/2014/main" id="{6203F968-83C4-18A7-D923-6B3CC5C02B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13" name="Forme libre : forme 12">
                <a:extLst>
                  <a:ext uri="{FF2B5EF4-FFF2-40B4-BE49-F238E27FC236}">
                    <a16:creationId xmlns:a16="http://schemas.microsoft.com/office/drawing/2014/main" id="{5CAF4B1E-699C-3119-63A3-016BC16F9F15}"/>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15" name="Forme libre : forme 14">
                <a:extLst>
                  <a:ext uri="{FF2B5EF4-FFF2-40B4-BE49-F238E27FC236}">
                    <a16:creationId xmlns:a16="http://schemas.microsoft.com/office/drawing/2014/main" id="{CFDE273E-BF42-F364-52E9-1053A170C54D}"/>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0" name="Forme libre : forme 9">
              <a:extLst>
                <a:ext uri="{FF2B5EF4-FFF2-40B4-BE49-F238E27FC236}">
                  <a16:creationId xmlns:a16="http://schemas.microsoft.com/office/drawing/2014/main" id="{99B6114A-C3AE-7B34-C8EB-1DB8B14B6873}"/>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16" name="Espace réservé du numéro de diapositive 7">
            <a:extLst>
              <a:ext uri="{FF2B5EF4-FFF2-40B4-BE49-F238E27FC236}">
                <a16:creationId xmlns:a16="http://schemas.microsoft.com/office/drawing/2014/main" id="{05C612D4-C70F-A2C9-893C-1529F7EBE7F2}"/>
              </a:ext>
            </a:extLst>
          </p:cNvPr>
          <p:cNvSpPr>
            <a:spLocks noGrp="1"/>
          </p:cNvSpPr>
          <p:nvPr>
            <p:ph type="sldNum" sz="quarter" idx="16"/>
          </p:nvPr>
        </p:nvSpPr>
        <p:spPr>
          <a:xfrm>
            <a:off x="17582755" y="9702572"/>
            <a:ext cx="446282" cy="446213"/>
          </a:xfrm>
        </p:spPr>
        <p:txBody>
          <a:bodyPr/>
          <a:lstStyle/>
          <a:p>
            <a:fld id="{4BF46CD0-FBDC-4232-8F32-5100991AA633}" type="slidenum">
              <a:rPr lang="fr-FR" smtClean="0"/>
              <a:pPr/>
              <a:t>‹N°›</a:t>
            </a:fld>
            <a:endParaRPr lang="fr-FR"/>
          </a:p>
        </p:txBody>
      </p:sp>
      <p:sp>
        <p:nvSpPr>
          <p:cNvPr id="17" name="Espace réservé du pied de page 10">
            <a:extLst>
              <a:ext uri="{FF2B5EF4-FFF2-40B4-BE49-F238E27FC236}">
                <a16:creationId xmlns:a16="http://schemas.microsoft.com/office/drawing/2014/main" id="{CCD1084F-1E88-C6AE-EC5D-22910B39A59B}"/>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14" name="Espace réservé du texte 6">
            <a:extLst>
              <a:ext uri="{FF2B5EF4-FFF2-40B4-BE49-F238E27FC236}">
                <a16:creationId xmlns:a16="http://schemas.microsoft.com/office/drawing/2014/main" id="{465EF8B4-406E-CB69-E687-5898FC525AB0}"/>
              </a:ext>
            </a:extLst>
          </p:cNvPr>
          <p:cNvSpPr>
            <a:spLocks noGrp="1"/>
          </p:cNvSpPr>
          <p:nvPr>
            <p:ph type="body" sz="quarter" idx="20"/>
          </p:nvPr>
        </p:nvSpPr>
        <p:spPr>
          <a:xfrm>
            <a:off x="319088" y="3812761"/>
            <a:ext cx="17503805" cy="58987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9" name="Espace réservé du texte 27">
            <a:extLst>
              <a:ext uri="{FF2B5EF4-FFF2-40B4-BE49-F238E27FC236}">
                <a16:creationId xmlns:a16="http://schemas.microsoft.com/office/drawing/2014/main" id="{B8C80CD4-6261-55E8-FED6-26FE2F04CEA6}"/>
              </a:ext>
            </a:extLst>
          </p:cNvPr>
          <p:cNvSpPr>
            <a:spLocks noGrp="1"/>
          </p:cNvSpPr>
          <p:nvPr>
            <p:ph type="body" sz="quarter" idx="21" hasCustomPrompt="1"/>
          </p:nvPr>
        </p:nvSpPr>
        <p:spPr>
          <a:xfrm>
            <a:off x="319088" y="2373741"/>
            <a:ext cx="17532048" cy="98427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spTree>
    <p:custDataLst>
      <p:tags r:id="rId1"/>
    </p:custDataLst>
    <p:extLst>
      <p:ext uri="{BB962C8B-B14F-4D97-AF65-F5344CB8AC3E}">
        <p14:creationId xmlns:p14="http://schemas.microsoft.com/office/powerpoint/2010/main" val="3001743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 title subtitle text | dark - zone éditable">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bg1"/>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sp>
        <p:nvSpPr>
          <p:cNvPr id="5" name="Espace réservé du texte 13">
            <a:extLst>
              <a:ext uri="{FF2B5EF4-FFF2-40B4-BE49-F238E27FC236}">
                <a16:creationId xmlns:a16="http://schemas.microsoft.com/office/drawing/2014/main" id="{0895CE28-3B79-E3A4-1CF7-093890568716}"/>
              </a:ext>
            </a:extLst>
          </p:cNvPr>
          <p:cNvSpPr>
            <a:spLocks noGrp="1"/>
          </p:cNvSpPr>
          <p:nvPr>
            <p:ph type="body" sz="quarter" idx="12" hasCustomPrompt="1"/>
          </p:nvPr>
        </p:nvSpPr>
        <p:spPr>
          <a:xfrm>
            <a:off x="431006" y="1248267"/>
            <a:ext cx="11018009" cy="558728"/>
          </a:xfrm>
          <a:prstGeom prst="rect">
            <a:avLst/>
          </a:prstGeom>
        </p:spPr>
        <p:txBody>
          <a:bodyPr lIns="72000" anchor="ctr">
            <a:noAutofit/>
          </a:bodyPr>
          <a:lstStyle>
            <a:lvl1pPr marL="0" indent="0">
              <a:buFont typeface="Arial" panose="020B0604020202020204" pitchFamily="34" charset="0"/>
              <a:buChar char="​"/>
              <a:defRPr sz="2400" b="0" cap="all" baseline="0">
                <a:solidFill>
                  <a:schemeClr val="accent1"/>
                </a:solidFill>
                <a:latin typeface="+mn-lt"/>
                <a:cs typeface="Quire Sans" panose="020B0502040400020003" pitchFamily="34" charset="0"/>
              </a:defRPr>
            </a:lvl1pPr>
            <a:lvl2pPr marL="0" indent="0">
              <a:buFont typeface="Arial" panose="020B0604020202020204" pitchFamily="34" charset="0"/>
              <a:buNone/>
              <a:defRPr sz="2400" b="0">
                <a:solidFill>
                  <a:schemeClr val="bg1"/>
                </a:solidFill>
                <a:latin typeface="+mn-lt"/>
              </a:defRPr>
            </a:lvl2pPr>
            <a:lvl3pPr marL="0" indent="0">
              <a:buFont typeface="Arial" panose="020B0604020202020204" pitchFamily="34" charset="0"/>
              <a:buChar char="​"/>
              <a:defRPr sz="2400" b="0">
                <a:solidFill>
                  <a:schemeClr val="bg1"/>
                </a:solidFill>
                <a:latin typeface="+mn-lt"/>
              </a:defRPr>
            </a:lvl3pPr>
            <a:lvl4pPr marL="0" indent="0">
              <a:buFont typeface="Arial" panose="020B0604020202020204" pitchFamily="34" charset="0"/>
              <a:buChar char="​"/>
              <a:defRPr sz="2400" b="0">
                <a:solidFill>
                  <a:schemeClr val="bg1"/>
                </a:solidFill>
                <a:latin typeface="+mn-lt"/>
              </a:defRPr>
            </a:lvl4pPr>
            <a:lvl5pPr marL="0" indent="0">
              <a:buFont typeface="Arial" panose="020B0604020202020204" pitchFamily="34" charset="0"/>
              <a:buChar char="​"/>
              <a:defRPr sz="2400" b="0">
                <a:solidFill>
                  <a:schemeClr val="bg1"/>
                </a:solidFill>
                <a:latin typeface="+mn-lt"/>
              </a:defRPr>
            </a:lvl5pPr>
            <a:lvl6pPr marL="0" indent="0">
              <a:buFont typeface="Arial" panose="020B0604020202020204" pitchFamily="34" charset="0"/>
              <a:buChar char="​"/>
              <a:defRPr sz="2400" b="0">
                <a:solidFill>
                  <a:schemeClr val="bg1"/>
                </a:solidFill>
                <a:latin typeface="+mn-lt"/>
              </a:defRPr>
            </a:lvl6pPr>
            <a:lvl7pPr marL="0" indent="0">
              <a:buFont typeface="Arial" panose="020B0604020202020204" pitchFamily="34" charset="0"/>
              <a:buChar char="​"/>
              <a:defRPr sz="2400" b="0">
                <a:solidFill>
                  <a:schemeClr val="bg1"/>
                </a:solidFill>
                <a:latin typeface="+mn-lt"/>
              </a:defRPr>
            </a:lvl7pPr>
            <a:lvl8pPr marL="0" indent="0">
              <a:buFont typeface="Arial" panose="020B0604020202020204" pitchFamily="34" charset="0"/>
              <a:buChar char="​"/>
              <a:defRPr sz="2400" b="0">
                <a:solidFill>
                  <a:schemeClr val="bg1"/>
                </a:solidFill>
                <a:latin typeface="+mn-lt"/>
              </a:defRPr>
            </a:lvl8pPr>
            <a:lvl9pPr marL="0" indent="0">
              <a:buFont typeface="Arial" panose="020B0604020202020204" pitchFamily="34" charset="0"/>
              <a:buChar char="​"/>
              <a:defRPr sz="2400" b="0">
                <a:solidFill>
                  <a:schemeClr val="bg1"/>
                </a:solidFill>
                <a:latin typeface="+mn-lt"/>
              </a:defRPr>
            </a:lvl9pPr>
          </a:lstStyle>
          <a:p>
            <a:pPr lvl="0"/>
            <a:r>
              <a:rPr lang="fr-FR"/>
              <a:t>Click to add subtitle</a:t>
            </a:r>
          </a:p>
        </p:txBody>
      </p:sp>
      <p:sp>
        <p:nvSpPr>
          <p:cNvPr id="6" name="Espace réservé du texte 6">
            <a:extLst>
              <a:ext uri="{FF2B5EF4-FFF2-40B4-BE49-F238E27FC236}">
                <a16:creationId xmlns:a16="http://schemas.microsoft.com/office/drawing/2014/main" id="{5F6A5A21-1A7D-6049-7C7F-3465857F9E2F}"/>
              </a:ext>
            </a:extLst>
          </p:cNvPr>
          <p:cNvSpPr>
            <a:spLocks noGrp="1"/>
          </p:cNvSpPr>
          <p:nvPr>
            <p:ph type="body" sz="quarter" idx="20"/>
          </p:nvPr>
        </p:nvSpPr>
        <p:spPr>
          <a:xfrm>
            <a:off x="319088" y="2374867"/>
            <a:ext cx="11129717" cy="73365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u pied de page 10">
            <a:extLst>
              <a:ext uri="{FF2B5EF4-FFF2-40B4-BE49-F238E27FC236}">
                <a16:creationId xmlns:a16="http://schemas.microsoft.com/office/drawing/2014/main" id="{EA30B0FB-7495-124D-C72C-AD175BB463F3}"/>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10" name="Espace réservé du texte 27">
            <a:extLst>
              <a:ext uri="{FF2B5EF4-FFF2-40B4-BE49-F238E27FC236}">
                <a16:creationId xmlns:a16="http://schemas.microsoft.com/office/drawing/2014/main" id="{8E66610B-F9E3-B475-9766-89BD9AB2086A}"/>
              </a:ext>
            </a:extLst>
          </p:cNvPr>
          <p:cNvSpPr>
            <a:spLocks noGrp="1"/>
          </p:cNvSpPr>
          <p:nvPr>
            <p:ph type="body" sz="quarter" idx="21"/>
          </p:nvPr>
        </p:nvSpPr>
        <p:spPr>
          <a:xfrm>
            <a:off x="12253913" y="2373741"/>
            <a:ext cx="5774532" cy="71688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Titre 10">
            <a:extLst>
              <a:ext uri="{FF2B5EF4-FFF2-40B4-BE49-F238E27FC236}">
                <a16:creationId xmlns:a16="http://schemas.microsoft.com/office/drawing/2014/main" id="{914A948E-50BC-3959-69FF-4036E888AE96}"/>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Tree>
    <p:custDataLst>
      <p:tags r:id="rId1"/>
    </p:custDataLst>
    <p:extLst>
      <p:ext uri="{BB962C8B-B14F-4D97-AF65-F5344CB8AC3E}">
        <p14:creationId xmlns:p14="http://schemas.microsoft.com/office/powerpoint/2010/main" val="36801208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 title text | dark - zone éditable">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bg1"/>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sp>
        <p:nvSpPr>
          <p:cNvPr id="6" name="Espace réservé du texte 6">
            <a:extLst>
              <a:ext uri="{FF2B5EF4-FFF2-40B4-BE49-F238E27FC236}">
                <a16:creationId xmlns:a16="http://schemas.microsoft.com/office/drawing/2014/main" id="{5F6A5A21-1A7D-6049-7C7F-3465857F9E2F}"/>
              </a:ext>
            </a:extLst>
          </p:cNvPr>
          <p:cNvSpPr>
            <a:spLocks noGrp="1"/>
          </p:cNvSpPr>
          <p:nvPr>
            <p:ph type="body" sz="quarter" idx="20"/>
          </p:nvPr>
        </p:nvSpPr>
        <p:spPr>
          <a:xfrm>
            <a:off x="319088" y="2374867"/>
            <a:ext cx="11129717" cy="73365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u pied de page 10">
            <a:extLst>
              <a:ext uri="{FF2B5EF4-FFF2-40B4-BE49-F238E27FC236}">
                <a16:creationId xmlns:a16="http://schemas.microsoft.com/office/drawing/2014/main" id="{EA30B0FB-7495-124D-C72C-AD175BB463F3}"/>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10" name="Espace réservé du texte 27">
            <a:extLst>
              <a:ext uri="{FF2B5EF4-FFF2-40B4-BE49-F238E27FC236}">
                <a16:creationId xmlns:a16="http://schemas.microsoft.com/office/drawing/2014/main" id="{8E66610B-F9E3-B475-9766-89BD9AB2086A}"/>
              </a:ext>
            </a:extLst>
          </p:cNvPr>
          <p:cNvSpPr>
            <a:spLocks noGrp="1"/>
          </p:cNvSpPr>
          <p:nvPr>
            <p:ph type="body" sz="quarter" idx="21"/>
          </p:nvPr>
        </p:nvSpPr>
        <p:spPr>
          <a:xfrm>
            <a:off x="12253913" y="2373741"/>
            <a:ext cx="5774532" cy="71688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Titre 10">
            <a:extLst>
              <a:ext uri="{FF2B5EF4-FFF2-40B4-BE49-F238E27FC236}">
                <a16:creationId xmlns:a16="http://schemas.microsoft.com/office/drawing/2014/main" id="{914A948E-50BC-3959-69FF-4036E888AE96}"/>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cxnSp>
        <p:nvCxnSpPr>
          <p:cNvPr id="2" name="Connecteur droit 32">
            <a:extLst>
              <a:ext uri="{FF2B5EF4-FFF2-40B4-BE49-F238E27FC236}">
                <a16:creationId xmlns:a16="http://schemas.microsoft.com/office/drawing/2014/main" id="{0D9FC090-84D4-CE4E-E011-9E538EF3E512}"/>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1570100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 title subtitle text | dark higlight">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39AF8A-B89D-AE94-2A4E-13F25CCDF21D}"/>
              </a:ext>
            </a:extLst>
          </p:cNvPr>
          <p:cNvSpPr/>
          <p:nvPr userDrawn="1"/>
        </p:nvSpPr>
        <p:spPr>
          <a:xfrm>
            <a:off x="2" y="0"/>
            <a:ext cx="11993322" cy="10285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sp>
        <p:nvSpPr>
          <p:cNvPr id="14" name="Espace réservé du texte 13">
            <a:extLst>
              <a:ext uri="{FF2B5EF4-FFF2-40B4-BE49-F238E27FC236}">
                <a16:creationId xmlns:a16="http://schemas.microsoft.com/office/drawing/2014/main" id="{09F99F1C-6B58-40E1-A2EF-ED51E7BFB669}"/>
              </a:ext>
            </a:extLst>
          </p:cNvPr>
          <p:cNvSpPr>
            <a:spLocks noGrp="1"/>
          </p:cNvSpPr>
          <p:nvPr>
            <p:ph type="body" sz="quarter" idx="12" hasCustomPrompt="1"/>
          </p:nvPr>
        </p:nvSpPr>
        <p:spPr>
          <a:xfrm>
            <a:off x="431006" y="1248267"/>
            <a:ext cx="11018009" cy="558728"/>
          </a:xfrm>
          <a:prstGeom prst="rect">
            <a:avLst/>
          </a:prstGeom>
        </p:spPr>
        <p:txBody>
          <a:bodyPr lIns="72000" anchor="ctr">
            <a:noAutofit/>
          </a:bodyPr>
          <a:lstStyle>
            <a:lvl1pPr marL="0" indent="0">
              <a:buFont typeface="Arial" panose="020B0604020202020204" pitchFamily="34" charset="0"/>
              <a:buChar char="​"/>
              <a:defRPr sz="2400" b="0" cap="all" baseline="0">
                <a:solidFill>
                  <a:schemeClr val="accent1"/>
                </a:solidFill>
                <a:latin typeface="+mn-lt"/>
                <a:cs typeface="Quire Sans" panose="020B0502040400020003" pitchFamily="34" charset="0"/>
              </a:defRPr>
            </a:lvl1pPr>
            <a:lvl2pPr marL="0" indent="0">
              <a:buFont typeface="Arial" panose="020B0604020202020204" pitchFamily="34" charset="0"/>
              <a:buNone/>
              <a:defRPr sz="2400" b="0">
                <a:solidFill>
                  <a:schemeClr val="bg1"/>
                </a:solidFill>
                <a:latin typeface="+mn-lt"/>
              </a:defRPr>
            </a:lvl2pPr>
            <a:lvl3pPr marL="0" indent="0">
              <a:buFont typeface="Arial" panose="020B0604020202020204" pitchFamily="34" charset="0"/>
              <a:buChar char="​"/>
              <a:defRPr sz="2400" b="0">
                <a:solidFill>
                  <a:schemeClr val="bg1"/>
                </a:solidFill>
                <a:latin typeface="+mn-lt"/>
              </a:defRPr>
            </a:lvl3pPr>
            <a:lvl4pPr marL="0" indent="0">
              <a:buFont typeface="Arial" panose="020B0604020202020204" pitchFamily="34" charset="0"/>
              <a:buChar char="​"/>
              <a:defRPr sz="2400" b="0">
                <a:solidFill>
                  <a:schemeClr val="bg1"/>
                </a:solidFill>
                <a:latin typeface="+mn-lt"/>
              </a:defRPr>
            </a:lvl4pPr>
            <a:lvl5pPr marL="0" indent="0">
              <a:buFont typeface="Arial" panose="020B0604020202020204" pitchFamily="34" charset="0"/>
              <a:buChar char="​"/>
              <a:defRPr sz="2400" b="0">
                <a:solidFill>
                  <a:schemeClr val="bg1"/>
                </a:solidFill>
                <a:latin typeface="+mn-lt"/>
              </a:defRPr>
            </a:lvl5pPr>
            <a:lvl6pPr marL="0" indent="0">
              <a:buFont typeface="Arial" panose="020B0604020202020204" pitchFamily="34" charset="0"/>
              <a:buChar char="​"/>
              <a:defRPr sz="2400" b="0">
                <a:solidFill>
                  <a:schemeClr val="bg1"/>
                </a:solidFill>
                <a:latin typeface="+mn-lt"/>
              </a:defRPr>
            </a:lvl6pPr>
            <a:lvl7pPr marL="0" indent="0">
              <a:buFont typeface="Arial" panose="020B0604020202020204" pitchFamily="34" charset="0"/>
              <a:buChar char="​"/>
              <a:defRPr sz="2400" b="0">
                <a:solidFill>
                  <a:schemeClr val="bg1"/>
                </a:solidFill>
                <a:latin typeface="+mn-lt"/>
              </a:defRPr>
            </a:lvl7pPr>
            <a:lvl8pPr marL="0" indent="0">
              <a:buFont typeface="Arial" panose="020B0604020202020204" pitchFamily="34" charset="0"/>
              <a:buChar char="​"/>
              <a:defRPr sz="2400" b="0">
                <a:solidFill>
                  <a:schemeClr val="bg1"/>
                </a:solidFill>
                <a:latin typeface="+mn-lt"/>
              </a:defRPr>
            </a:lvl8pPr>
            <a:lvl9pPr marL="0" indent="0">
              <a:buFont typeface="Arial" panose="020B0604020202020204" pitchFamily="34" charset="0"/>
              <a:buChar char="​"/>
              <a:defRPr sz="2400" b="0">
                <a:solidFill>
                  <a:schemeClr val="bg1"/>
                </a:solidFill>
                <a:latin typeface="+mn-lt"/>
              </a:defRPr>
            </a:lvl9pPr>
          </a:lstStyle>
          <a:p>
            <a:pPr lvl="0"/>
            <a:r>
              <a:rPr lang="fr-FR"/>
              <a:t>Click to </a:t>
            </a:r>
            <a:r>
              <a:rPr lang="fr-FR" err="1"/>
              <a:t>add</a:t>
            </a:r>
            <a:r>
              <a:rPr lang="fr-FR"/>
              <a:t> </a:t>
            </a:r>
            <a:r>
              <a:rPr lang="fr-FR" err="1"/>
              <a:t>subtitle</a:t>
            </a:r>
            <a:endParaRPr lang="fr-FR"/>
          </a:p>
        </p:txBody>
      </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pic>
        <p:nvPicPr>
          <p:cNvPr id="3" name="Image 2">
            <a:extLst>
              <a:ext uri="{FF2B5EF4-FFF2-40B4-BE49-F238E27FC236}">
                <a16:creationId xmlns:a16="http://schemas.microsoft.com/office/drawing/2014/main" id="{E70A7CF9-D006-5D4E-4C87-ABE73DC5C084}"/>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11993324" y="86344"/>
            <a:ext cx="341210" cy="10112725"/>
          </a:xfrm>
          <a:prstGeom prst="rect">
            <a:avLst/>
          </a:prstGeom>
        </p:spPr>
      </p:pic>
      <p:sp>
        <p:nvSpPr>
          <p:cNvPr id="6" name="Espace réservé du pied de page 10">
            <a:extLst>
              <a:ext uri="{FF2B5EF4-FFF2-40B4-BE49-F238E27FC236}">
                <a16:creationId xmlns:a16="http://schemas.microsoft.com/office/drawing/2014/main" id="{49CCD4D4-CC68-450B-0039-C35809E124DC}"/>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9" name="Espace réservé du texte 6">
            <a:extLst>
              <a:ext uri="{FF2B5EF4-FFF2-40B4-BE49-F238E27FC236}">
                <a16:creationId xmlns:a16="http://schemas.microsoft.com/office/drawing/2014/main" id="{A29C3E1F-9DA4-DA0F-99F4-ADAF96111A13}"/>
              </a:ext>
            </a:extLst>
          </p:cNvPr>
          <p:cNvSpPr>
            <a:spLocks noGrp="1"/>
          </p:cNvSpPr>
          <p:nvPr>
            <p:ph type="body" sz="quarter" idx="20"/>
          </p:nvPr>
        </p:nvSpPr>
        <p:spPr>
          <a:xfrm>
            <a:off x="319088" y="2374867"/>
            <a:ext cx="11129717" cy="73365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0" name="Groupe 9">
            <a:extLst>
              <a:ext uri="{FF2B5EF4-FFF2-40B4-BE49-F238E27FC236}">
                <a16:creationId xmlns:a16="http://schemas.microsoft.com/office/drawing/2014/main" id="{A9053039-A576-9ABD-2479-4BF25C0C798D}"/>
              </a:ext>
            </a:extLst>
          </p:cNvPr>
          <p:cNvGrpSpPr/>
          <p:nvPr userDrawn="1"/>
        </p:nvGrpSpPr>
        <p:grpSpPr>
          <a:xfrm>
            <a:off x="438240" y="9762428"/>
            <a:ext cx="1348263" cy="268484"/>
            <a:chOff x="7804375" y="14663327"/>
            <a:chExt cx="7400924" cy="1473993"/>
          </a:xfrm>
          <a:solidFill>
            <a:schemeClr val="accent2"/>
          </a:solidFill>
        </p:grpSpPr>
        <p:grpSp>
          <p:nvGrpSpPr>
            <p:cNvPr id="11" name="Graphique 37">
              <a:extLst>
                <a:ext uri="{FF2B5EF4-FFF2-40B4-BE49-F238E27FC236}">
                  <a16:creationId xmlns:a16="http://schemas.microsoft.com/office/drawing/2014/main" id="{C06926C0-D160-317E-1F81-F3A35AC601C8}"/>
                </a:ext>
              </a:extLst>
            </p:cNvPr>
            <p:cNvGrpSpPr/>
            <p:nvPr/>
          </p:nvGrpSpPr>
          <p:grpSpPr>
            <a:xfrm>
              <a:off x="7804375" y="14663327"/>
              <a:ext cx="2394966" cy="1473326"/>
              <a:chOff x="7804375" y="14663327"/>
              <a:chExt cx="2394966" cy="1473326"/>
            </a:xfrm>
            <a:grpFill/>
          </p:grpSpPr>
          <p:sp>
            <p:nvSpPr>
              <p:cNvPr id="18" name="Forme libre : forme 17">
                <a:extLst>
                  <a:ext uri="{FF2B5EF4-FFF2-40B4-BE49-F238E27FC236}">
                    <a16:creationId xmlns:a16="http://schemas.microsoft.com/office/drawing/2014/main" id="{1C4D9228-FE3B-86E2-D6D3-175A2C937912}"/>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19" name="Forme libre : forme 18">
                <a:extLst>
                  <a:ext uri="{FF2B5EF4-FFF2-40B4-BE49-F238E27FC236}">
                    <a16:creationId xmlns:a16="http://schemas.microsoft.com/office/drawing/2014/main" id="{D44D0F29-260B-CF5B-DEF1-BE6CAB919E4F}"/>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2" name="Forme libre : forme 21">
                <a:extLst>
                  <a:ext uri="{FF2B5EF4-FFF2-40B4-BE49-F238E27FC236}">
                    <a16:creationId xmlns:a16="http://schemas.microsoft.com/office/drawing/2014/main" id="{5743E238-9647-7F09-A731-CD05B6E3A7AD}"/>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3" name="Forme libre : forme 12">
              <a:extLst>
                <a:ext uri="{FF2B5EF4-FFF2-40B4-BE49-F238E27FC236}">
                  <a16:creationId xmlns:a16="http://schemas.microsoft.com/office/drawing/2014/main" id="{C28E269F-2397-442B-B843-A3098B821F19}"/>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28" name="Espace réservé du texte 27">
            <a:extLst>
              <a:ext uri="{FF2B5EF4-FFF2-40B4-BE49-F238E27FC236}">
                <a16:creationId xmlns:a16="http://schemas.microsoft.com/office/drawing/2014/main" id="{8279EFA9-2960-15FF-6CFB-D05D84583AD7}"/>
              </a:ext>
            </a:extLst>
          </p:cNvPr>
          <p:cNvSpPr>
            <a:spLocks noGrp="1"/>
          </p:cNvSpPr>
          <p:nvPr>
            <p:ph type="body" sz="quarter" idx="21"/>
          </p:nvPr>
        </p:nvSpPr>
        <p:spPr>
          <a:xfrm>
            <a:off x="12253913" y="2373741"/>
            <a:ext cx="5774532" cy="71688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29" name="Graphique 28">
            <a:extLst>
              <a:ext uri="{FF2B5EF4-FFF2-40B4-BE49-F238E27FC236}">
                <a16:creationId xmlns:a16="http://schemas.microsoft.com/office/drawing/2014/main" id="{E4D7909A-A989-13FC-86E4-80491D64A9E3}"/>
              </a:ext>
            </a:extLst>
          </p:cNvPr>
          <p:cNvPicPr>
            <a:picLocks noChangeAspect="1"/>
          </p:cNvPicPr>
          <p:nvPr userDrawn="1"/>
        </p:nvPicPr>
        <p:blipFill rotWithShape="1">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rcRect l="8861" t="-3712" r="64117" b="61920"/>
          <a:stretch/>
        </p:blipFill>
        <p:spPr>
          <a:xfrm rot="10800000">
            <a:off x="-2" y="2828853"/>
            <a:ext cx="4140264" cy="6671265"/>
          </a:xfrm>
          <a:prstGeom prst="rect">
            <a:avLst/>
          </a:prstGeom>
        </p:spPr>
      </p:pic>
      <p:sp>
        <p:nvSpPr>
          <p:cNvPr id="30" name="Titre 29">
            <a:extLst>
              <a:ext uri="{FF2B5EF4-FFF2-40B4-BE49-F238E27FC236}">
                <a16:creationId xmlns:a16="http://schemas.microsoft.com/office/drawing/2014/main" id="{3085E8CF-DB8B-1E63-64A6-873ACB10BB16}"/>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Tree>
    <p:custDataLst>
      <p:tags r:id="rId1"/>
    </p:custDataLst>
    <p:extLst>
      <p:ext uri="{BB962C8B-B14F-4D97-AF65-F5344CB8AC3E}">
        <p14:creationId xmlns:p14="http://schemas.microsoft.com/office/powerpoint/2010/main" val="41398245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 title text | dark highlight">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39AF8A-B89D-AE94-2A4E-13F25CCDF21D}"/>
              </a:ext>
            </a:extLst>
          </p:cNvPr>
          <p:cNvSpPr/>
          <p:nvPr userDrawn="1"/>
        </p:nvSpPr>
        <p:spPr>
          <a:xfrm>
            <a:off x="2" y="0"/>
            <a:ext cx="11993322" cy="10285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pic>
        <p:nvPicPr>
          <p:cNvPr id="3" name="Image 2">
            <a:extLst>
              <a:ext uri="{FF2B5EF4-FFF2-40B4-BE49-F238E27FC236}">
                <a16:creationId xmlns:a16="http://schemas.microsoft.com/office/drawing/2014/main" id="{E70A7CF9-D006-5D4E-4C87-ABE73DC5C084}"/>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11993324" y="86344"/>
            <a:ext cx="341210" cy="10112725"/>
          </a:xfrm>
          <a:prstGeom prst="rect">
            <a:avLst/>
          </a:prstGeom>
        </p:spPr>
      </p:pic>
      <p:sp>
        <p:nvSpPr>
          <p:cNvPr id="6" name="Espace réservé du pied de page 10">
            <a:extLst>
              <a:ext uri="{FF2B5EF4-FFF2-40B4-BE49-F238E27FC236}">
                <a16:creationId xmlns:a16="http://schemas.microsoft.com/office/drawing/2014/main" id="{49CCD4D4-CC68-450B-0039-C35809E124DC}"/>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9" name="Espace réservé du texte 6">
            <a:extLst>
              <a:ext uri="{FF2B5EF4-FFF2-40B4-BE49-F238E27FC236}">
                <a16:creationId xmlns:a16="http://schemas.microsoft.com/office/drawing/2014/main" id="{A29C3E1F-9DA4-DA0F-99F4-ADAF96111A13}"/>
              </a:ext>
            </a:extLst>
          </p:cNvPr>
          <p:cNvSpPr>
            <a:spLocks noGrp="1"/>
          </p:cNvSpPr>
          <p:nvPr>
            <p:ph type="body" sz="quarter" idx="20"/>
          </p:nvPr>
        </p:nvSpPr>
        <p:spPr>
          <a:xfrm>
            <a:off x="319088" y="2374867"/>
            <a:ext cx="11129717" cy="73365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0" name="Groupe 9">
            <a:extLst>
              <a:ext uri="{FF2B5EF4-FFF2-40B4-BE49-F238E27FC236}">
                <a16:creationId xmlns:a16="http://schemas.microsoft.com/office/drawing/2014/main" id="{A9053039-A576-9ABD-2479-4BF25C0C798D}"/>
              </a:ext>
            </a:extLst>
          </p:cNvPr>
          <p:cNvGrpSpPr/>
          <p:nvPr userDrawn="1"/>
        </p:nvGrpSpPr>
        <p:grpSpPr>
          <a:xfrm>
            <a:off x="438240" y="9762428"/>
            <a:ext cx="1348263" cy="268484"/>
            <a:chOff x="7804375" y="14663327"/>
            <a:chExt cx="7400924" cy="1473993"/>
          </a:xfrm>
          <a:solidFill>
            <a:schemeClr val="accent2"/>
          </a:solidFill>
        </p:grpSpPr>
        <p:grpSp>
          <p:nvGrpSpPr>
            <p:cNvPr id="11" name="Graphique 37">
              <a:extLst>
                <a:ext uri="{FF2B5EF4-FFF2-40B4-BE49-F238E27FC236}">
                  <a16:creationId xmlns:a16="http://schemas.microsoft.com/office/drawing/2014/main" id="{C06926C0-D160-317E-1F81-F3A35AC601C8}"/>
                </a:ext>
              </a:extLst>
            </p:cNvPr>
            <p:cNvGrpSpPr/>
            <p:nvPr/>
          </p:nvGrpSpPr>
          <p:grpSpPr>
            <a:xfrm>
              <a:off x="7804375" y="14663327"/>
              <a:ext cx="2394966" cy="1473326"/>
              <a:chOff x="7804375" y="14663327"/>
              <a:chExt cx="2394966" cy="1473326"/>
            </a:xfrm>
            <a:grpFill/>
          </p:grpSpPr>
          <p:sp>
            <p:nvSpPr>
              <p:cNvPr id="18" name="Forme libre : forme 17">
                <a:extLst>
                  <a:ext uri="{FF2B5EF4-FFF2-40B4-BE49-F238E27FC236}">
                    <a16:creationId xmlns:a16="http://schemas.microsoft.com/office/drawing/2014/main" id="{1C4D9228-FE3B-86E2-D6D3-175A2C937912}"/>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19" name="Forme libre : forme 18">
                <a:extLst>
                  <a:ext uri="{FF2B5EF4-FFF2-40B4-BE49-F238E27FC236}">
                    <a16:creationId xmlns:a16="http://schemas.microsoft.com/office/drawing/2014/main" id="{D44D0F29-260B-CF5B-DEF1-BE6CAB919E4F}"/>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2" name="Forme libre : forme 21">
                <a:extLst>
                  <a:ext uri="{FF2B5EF4-FFF2-40B4-BE49-F238E27FC236}">
                    <a16:creationId xmlns:a16="http://schemas.microsoft.com/office/drawing/2014/main" id="{5743E238-9647-7F09-A731-CD05B6E3A7AD}"/>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3" name="Forme libre : forme 12">
              <a:extLst>
                <a:ext uri="{FF2B5EF4-FFF2-40B4-BE49-F238E27FC236}">
                  <a16:creationId xmlns:a16="http://schemas.microsoft.com/office/drawing/2014/main" id="{C28E269F-2397-442B-B843-A3098B821F19}"/>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28" name="Espace réservé du texte 27">
            <a:extLst>
              <a:ext uri="{FF2B5EF4-FFF2-40B4-BE49-F238E27FC236}">
                <a16:creationId xmlns:a16="http://schemas.microsoft.com/office/drawing/2014/main" id="{8279EFA9-2960-15FF-6CFB-D05D84583AD7}"/>
              </a:ext>
            </a:extLst>
          </p:cNvPr>
          <p:cNvSpPr>
            <a:spLocks noGrp="1"/>
          </p:cNvSpPr>
          <p:nvPr>
            <p:ph type="body" sz="quarter" idx="21"/>
          </p:nvPr>
        </p:nvSpPr>
        <p:spPr>
          <a:xfrm>
            <a:off x="12253913" y="2373741"/>
            <a:ext cx="5774532" cy="71688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29" name="Graphique 28">
            <a:extLst>
              <a:ext uri="{FF2B5EF4-FFF2-40B4-BE49-F238E27FC236}">
                <a16:creationId xmlns:a16="http://schemas.microsoft.com/office/drawing/2014/main" id="{E4D7909A-A989-13FC-86E4-80491D64A9E3}"/>
              </a:ext>
            </a:extLst>
          </p:cNvPr>
          <p:cNvPicPr>
            <a:picLocks noChangeAspect="1"/>
          </p:cNvPicPr>
          <p:nvPr userDrawn="1"/>
        </p:nvPicPr>
        <p:blipFill rotWithShape="1">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rcRect l="8861" t="-3712" r="64117" b="61920"/>
          <a:stretch/>
        </p:blipFill>
        <p:spPr>
          <a:xfrm rot="10800000">
            <a:off x="-2" y="2828853"/>
            <a:ext cx="4140264" cy="6671265"/>
          </a:xfrm>
          <a:prstGeom prst="rect">
            <a:avLst/>
          </a:prstGeom>
        </p:spPr>
      </p:pic>
      <p:sp>
        <p:nvSpPr>
          <p:cNvPr id="30" name="Titre 29">
            <a:extLst>
              <a:ext uri="{FF2B5EF4-FFF2-40B4-BE49-F238E27FC236}">
                <a16:creationId xmlns:a16="http://schemas.microsoft.com/office/drawing/2014/main" id="{3085E8CF-DB8B-1E63-64A6-873ACB10BB16}"/>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cxnSp>
        <p:nvCxnSpPr>
          <p:cNvPr id="2" name="Connecteur droit 32">
            <a:extLst>
              <a:ext uri="{FF2B5EF4-FFF2-40B4-BE49-F238E27FC236}">
                <a16:creationId xmlns:a16="http://schemas.microsoft.com/office/drawing/2014/main" id="{B7A1FDF7-57B4-27B7-624B-97528FB8066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0114817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 title subtitle text white">
    <p:spTree>
      <p:nvGrpSpPr>
        <p:cNvPr id="1" name=""/>
        <p:cNvGrpSpPr/>
        <p:nvPr/>
      </p:nvGrpSpPr>
      <p:grpSpPr>
        <a:xfrm>
          <a:off x="0" y="0"/>
          <a:ext cx="0" cy="0"/>
          <a:chOff x="0" y="0"/>
          <a:chExt cx="0" cy="0"/>
        </a:xfrm>
      </p:grpSpPr>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11" name="Espace réservé du pied de page 10">
            <a:extLst>
              <a:ext uri="{FF2B5EF4-FFF2-40B4-BE49-F238E27FC236}">
                <a16:creationId xmlns:a16="http://schemas.microsoft.com/office/drawing/2014/main" id="{58B155ED-97D6-3C7F-101D-5AFD078E91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7" name="Espace réservé du texte 6">
            <a:extLst>
              <a:ext uri="{FF2B5EF4-FFF2-40B4-BE49-F238E27FC236}">
                <a16:creationId xmlns:a16="http://schemas.microsoft.com/office/drawing/2014/main" id="{9944C5AA-B436-81E8-8020-F4FA96F1A64B}"/>
              </a:ext>
            </a:extLst>
          </p:cNvPr>
          <p:cNvSpPr>
            <a:spLocks noGrp="1"/>
          </p:cNvSpPr>
          <p:nvPr>
            <p:ph type="body" sz="quarter" idx="20"/>
          </p:nvPr>
        </p:nvSpPr>
        <p:spPr>
          <a:xfrm>
            <a:off x="319088" y="2374867"/>
            <a:ext cx="17503805" cy="73365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texte 13">
            <a:extLst>
              <a:ext uri="{FF2B5EF4-FFF2-40B4-BE49-F238E27FC236}">
                <a16:creationId xmlns:a16="http://schemas.microsoft.com/office/drawing/2014/main" id="{0361BEEB-4FC3-BA9C-A3B1-CE00AA1F463D}"/>
              </a:ext>
            </a:extLst>
          </p:cNvPr>
          <p:cNvSpPr>
            <a:spLocks noGrp="1"/>
          </p:cNvSpPr>
          <p:nvPr>
            <p:ph type="body" sz="quarter" idx="12" hasCustomPrompt="1"/>
          </p:nvPr>
        </p:nvSpPr>
        <p:spPr>
          <a:xfrm>
            <a:off x="431006" y="1336822"/>
            <a:ext cx="17424401" cy="381618"/>
          </a:xfrm>
          <a:prstGeom prst="rect">
            <a:avLst/>
          </a:prstGeom>
        </p:spPr>
        <p:txBody>
          <a:bodyPr lIns="72000" anchor="ctr">
            <a:noAutofit/>
          </a:bodyPr>
          <a:lstStyle>
            <a:lvl1pPr marL="0" indent="0">
              <a:buFont typeface="Arial" panose="020B0604020202020204" pitchFamily="34" charset="0"/>
              <a:buChar char="​"/>
              <a:defRPr sz="2400" b="0" cap="all" baseline="0">
                <a:solidFill>
                  <a:schemeClr val="accent1"/>
                </a:solidFill>
                <a:latin typeface="+mn-lt"/>
                <a:cs typeface="Quire Sans" panose="020B0502040400020003" pitchFamily="34" charset="0"/>
              </a:defRPr>
            </a:lvl1pPr>
            <a:lvl2pPr marL="0" indent="0">
              <a:buFont typeface="Arial" panose="020B0604020202020204" pitchFamily="34" charset="0"/>
              <a:buNone/>
              <a:defRPr sz="2400" b="0">
                <a:solidFill>
                  <a:schemeClr val="bg1"/>
                </a:solidFill>
                <a:latin typeface="+mn-lt"/>
              </a:defRPr>
            </a:lvl2pPr>
            <a:lvl3pPr marL="0" indent="0">
              <a:buFont typeface="Arial" panose="020B0604020202020204" pitchFamily="34" charset="0"/>
              <a:buChar char="​"/>
              <a:defRPr sz="2400" b="0">
                <a:solidFill>
                  <a:schemeClr val="bg1"/>
                </a:solidFill>
                <a:latin typeface="+mn-lt"/>
              </a:defRPr>
            </a:lvl3pPr>
            <a:lvl4pPr marL="0" indent="0">
              <a:buFont typeface="Arial" panose="020B0604020202020204" pitchFamily="34" charset="0"/>
              <a:buChar char="​"/>
              <a:defRPr sz="2400" b="0">
                <a:solidFill>
                  <a:schemeClr val="bg1"/>
                </a:solidFill>
                <a:latin typeface="+mn-lt"/>
              </a:defRPr>
            </a:lvl4pPr>
            <a:lvl5pPr marL="0" indent="0">
              <a:buFont typeface="Arial" panose="020B0604020202020204" pitchFamily="34" charset="0"/>
              <a:buChar char="​"/>
              <a:defRPr sz="2400" b="0">
                <a:solidFill>
                  <a:schemeClr val="bg1"/>
                </a:solidFill>
                <a:latin typeface="+mn-lt"/>
              </a:defRPr>
            </a:lvl5pPr>
            <a:lvl6pPr marL="0" indent="0">
              <a:buFont typeface="Arial" panose="020B0604020202020204" pitchFamily="34" charset="0"/>
              <a:buChar char="​"/>
              <a:defRPr sz="2400" b="0">
                <a:solidFill>
                  <a:schemeClr val="bg1"/>
                </a:solidFill>
                <a:latin typeface="+mn-lt"/>
              </a:defRPr>
            </a:lvl6pPr>
            <a:lvl7pPr marL="0" indent="0">
              <a:buFont typeface="Arial" panose="020B0604020202020204" pitchFamily="34" charset="0"/>
              <a:buChar char="​"/>
              <a:defRPr sz="2400" b="0">
                <a:solidFill>
                  <a:schemeClr val="bg1"/>
                </a:solidFill>
                <a:latin typeface="+mn-lt"/>
              </a:defRPr>
            </a:lvl7pPr>
            <a:lvl8pPr marL="0" indent="0">
              <a:buFont typeface="Arial" panose="020B0604020202020204" pitchFamily="34" charset="0"/>
              <a:buChar char="​"/>
              <a:defRPr sz="2400" b="0">
                <a:solidFill>
                  <a:schemeClr val="bg1"/>
                </a:solidFill>
                <a:latin typeface="+mn-lt"/>
              </a:defRPr>
            </a:lvl8pPr>
            <a:lvl9pPr marL="0" indent="0">
              <a:buFont typeface="Arial" panose="020B0604020202020204" pitchFamily="34" charset="0"/>
              <a:buChar char="​"/>
              <a:defRPr sz="2400" b="0">
                <a:solidFill>
                  <a:schemeClr val="bg1"/>
                </a:solidFill>
                <a:latin typeface="+mn-lt"/>
              </a:defRPr>
            </a:lvl9pPr>
          </a:lstStyle>
          <a:p>
            <a:pPr lvl="0"/>
            <a:r>
              <a:rPr lang="fr-FR"/>
              <a:t>Click to </a:t>
            </a:r>
            <a:r>
              <a:rPr lang="fr-FR" err="1"/>
              <a:t>add</a:t>
            </a:r>
            <a:r>
              <a:rPr lang="fr-FR"/>
              <a:t> </a:t>
            </a:r>
            <a:r>
              <a:rPr lang="fr-FR" err="1"/>
              <a:t>subtitle</a:t>
            </a:r>
            <a:endParaRPr lang="fr-FR"/>
          </a:p>
        </p:txBody>
      </p:sp>
      <p:sp>
        <p:nvSpPr>
          <p:cNvPr id="4" name="Titre 3">
            <a:extLst>
              <a:ext uri="{FF2B5EF4-FFF2-40B4-BE49-F238E27FC236}">
                <a16:creationId xmlns:a16="http://schemas.microsoft.com/office/drawing/2014/main" id="{AB3BD377-255E-C72F-8B83-9457ED445CD4}"/>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Tree>
    <p:custDataLst>
      <p:tags r:id="rId1"/>
    </p:custDataLst>
    <p:extLst>
      <p:ext uri="{BB962C8B-B14F-4D97-AF65-F5344CB8AC3E}">
        <p14:creationId xmlns:p14="http://schemas.microsoft.com/office/powerpoint/2010/main" val="22982060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ext | title subtitle text white">
    <p:spTree>
      <p:nvGrpSpPr>
        <p:cNvPr id="1" name=""/>
        <p:cNvGrpSpPr/>
        <p:nvPr/>
      </p:nvGrpSpPr>
      <p:grpSpPr>
        <a:xfrm>
          <a:off x="0" y="0"/>
          <a:ext cx="0" cy="0"/>
          <a:chOff x="0" y="0"/>
          <a:chExt cx="0" cy="0"/>
        </a:xfrm>
      </p:grpSpPr>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11" name="Espace réservé du pied de page 10">
            <a:extLst>
              <a:ext uri="{FF2B5EF4-FFF2-40B4-BE49-F238E27FC236}">
                <a16:creationId xmlns:a16="http://schemas.microsoft.com/office/drawing/2014/main" id="{58B155ED-97D6-3C7F-101D-5AFD078E91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3" name="Espace réservé du texte 13">
            <a:extLst>
              <a:ext uri="{FF2B5EF4-FFF2-40B4-BE49-F238E27FC236}">
                <a16:creationId xmlns:a16="http://schemas.microsoft.com/office/drawing/2014/main" id="{0361BEEB-4FC3-BA9C-A3B1-CE00AA1F463D}"/>
              </a:ext>
            </a:extLst>
          </p:cNvPr>
          <p:cNvSpPr>
            <a:spLocks noGrp="1"/>
          </p:cNvSpPr>
          <p:nvPr>
            <p:ph type="body" sz="quarter" idx="12" hasCustomPrompt="1"/>
          </p:nvPr>
        </p:nvSpPr>
        <p:spPr>
          <a:xfrm>
            <a:off x="431006" y="1336822"/>
            <a:ext cx="17424401" cy="381618"/>
          </a:xfrm>
          <a:prstGeom prst="rect">
            <a:avLst/>
          </a:prstGeom>
        </p:spPr>
        <p:txBody>
          <a:bodyPr lIns="72000" anchor="ctr">
            <a:noAutofit/>
          </a:bodyPr>
          <a:lstStyle>
            <a:lvl1pPr marL="0" indent="0">
              <a:buFont typeface="Arial" panose="020B0604020202020204" pitchFamily="34" charset="0"/>
              <a:buChar char="​"/>
              <a:defRPr sz="2400" b="0" cap="all" baseline="0">
                <a:solidFill>
                  <a:schemeClr val="accent1"/>
                </a:solidFill>
                <a:latin typeface="+mn-lt"/>
                <a:cs typeface="Quire Sans" panose="020B0502040400020003" pitchFamily="34" charset="0"/>
              </a:defRPr>
            </a:lvl1pPr>
            <a:lvl2pPr marL="0" indent="0">
              <a:buFont typeface="Arial" panose="020B0604020202020204" pitchFamily="34" charset="0"/>
              <a:buNone/>
              <a:defRPr sz="2400" b="0">
                <a:solidFill>
                  <a:schemeClr val="bg1"/>
                </a:solidFill>
                <a:latin typeface="+mn-lt"/>
              </a:defRPr>
            </a:lvl2pPr>
            <a:lvl3pPr marL="0" indent="0">
              <a:buFont typeface="Arial" panose="020B0604020202020204" pitchFamily="34" charset="0"/>
              <a:buChar char="​"/>
              <a:defRPr sz="2400" b="0">
                <a:solidFill>
                  <a:schemeClr val="bg1"/>
                </a:solidFill>
                <a:latin typeface="+mn-lt"/>
              </a:defRPr>
            </a:lvl3pPr>
            <a:lvl4pPr marL="0" indent="0">
              <a:buFont typeface="Arial" panose="020B0604020202020204" pitchFamily="34" charset="0"/>
              <a:buChar char="​"/>
              <a:defRPr sz="2400" b="0">
                <a:solidFill>
                  <a:schemeClr val="bg1"/>
                </a:solidFill>
                <a:latin typeface="+mn-lt"/>
              </a:defRPr>
            </a:lvl4pPr>
            <a:lvl5pPr marL="0" indent="0">
              <a:buFont typeface="Arial" panose="020B0604020202020204" pitchFamily="34" charset="0"/>
              <a:buChar char="​"/>
              <a:defRPr sz="2400" b="0">
                <a:solidFill>
                  <a:schemeClr val="bg1"/>
                </a:solidFill>
                <a:latin typeface="+mn-lt"/>
              </a:defRPr>
            </a:lvl5pPr>
            <a:lvl6pPr marL="0" indent="0">
              <a:buFont typeface="Arial" panose="020B0604020202020204" pitchFamily="34" charset="0"/>
              <a:buChar char="​"/>
              <a:defRPr sz="2400" b="0">
                <a:solidFill>
                  <a:schemeClr val="bg1"/>
                </a:solidFill>
                <a:latin typeface="+mn-lt"/>
              </a:defRPr>
            </a:lvl6pPr>
            <a:lvl7pPr marL="0" indent="0">
              <a:buFont typeface="Arial" panose="020B0604020202020204" pitchFamily="34" charset="0"/>
              <a:buChar char="​"/>
              <a:defRPr sz="2400" b="0">
                <a:solidFill>
                  <a:schemeClr val="bg1"/>
                </a:solidFill>
                <a:latin typeface="+mn-lt"/>
              </a:defRPr>
            </a:lvl7pPr>
            <a:lvl8pPr marL="0" indent="0">
              <a:buFont typeface="Arial" panose="020B0604020202020204" pitchFamily="34" charset="0"/>
              <a:buChar char="​"/>
              <a:defRPr sz="2400" b="0">
                <a:solidFill>
                  <a:schemeClr val="bg1"/>
                </a:solidFill>
                <a:latin typeface="+mn-lt"/>
              </a:defRPr>
            </a:lvl8pPr>
            <a:lvl9pPr marL="0" indent="0">
              <a:buFont typeface="Arial" panose="020B0604020202020204" pitchFamily="34" charset="0"/>
              <a:buChar char="​"/>
              <a:defRPr sz="2400" b="0">
                <a:solidFill>
                  <a:schemeClr val="bg1"/>
                </a:solidFill>
                <a:latin typeface="+mn-lt"/>
              </a:defRPr>
            </a:lvl9pPr>
          </a:lstStyle>
          <a:p>
            <a:pPr lvl="0"/>
            <a:r>
              <a:rPr lang="fr-FR"/>
              <a:t>Click to </a:t>
            </a:r>
            <a:r>
              <a:rPr lang="fr-FR" err="1"/>
              <a:t>add</a:t>
            </a:r>
            <a:r>
              <a:rPr lang="fr-FR"/>
              <a:t> </a:t>
            </a:r>
            <a:r>
              <a:rPr lang="fr-FR" err="1"/>
              <a:t>subtitle</a:t>
            </a:r>
            <a:endParaRPr lang="fr-FR"/>
          </a:p>
        </p:txBody>
      </p:sp>
      <p:sp>
        <p:nvSpPr>
          <p:cNvPr id="4" name="Titre 3">
            <a:extLst>
              <a:ext uri="{FF2B5EF4-FFF2-40B4-BE49-F238E27FC236}">
                <a16:creationId xmlns:a16="http://schemas.microsoft.com/office/drawing/2014/main" id="{AB3BD377-255E-C72F-8B83-9457ED445CD4}"/>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2" name="Espace réservé du contenu 4">
            <a:extLst>
              <a:ext uri="{FF2B5EF4-FFF2-40B4-BE49-F238E27FC236}">
                <a16:creationId xmlns:a16="http://schemas.microsoft.com/office/drawing/2014/main" id="{B75BB2B8-E33A-B5B8-7F50-D82AE138B37A}"/>
              </a:ext>
            </a:extLst>
          </p:cNvPr>
          <p:cNvSpPr>
            <a:spLocks noGrp="1"/>
          </p:cNvSpPr>
          <p:nvPr>
            <p:ph sz="quarter" idx="21"/>
          </p:nvPr>
        </p:nvSpPr>
        <p:spPr>
          <a:xfrm>
            <a:off x="319088" y="2373742"/>
            <a:ext cx="17535525" cy="733788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ustDataLst>
      <p:tags r:id="rId1"/>
    </p:custDataLst>
    <p:extLst>
      <p:ext uri="{BB962C8B-B14F-4D97-AF65-F5344CB8AC3E}">
        <p14:creationId xmlns:p14="http://schemas.microsoft.com/office/powerpoint/2010/main" val="16378280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ext | title subtitle text white">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11" name="Espace réservé du pied de page 10">
            <a:extLst>
              <a:ext uri="{FF2B5EF4-FFF2-40B4-BE49-F238E27FC236}">
                <a16:creationId xmlns:a16="http://schemas.microsoft.com/office/drawing/2014/main" id="{58B155ED-97D6-3C7F-101D-5AFD078E91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4" name="Titre 3">
            <a:extLst>
              <a:ext uri="{FF2B5EF4-FFF2-40B4-BE49-F238E27FC236}">
                <a16:creationId xmlns:a16="http://schemas.microsoft.com/office/drawing/2014/main" id="{AB3BD377-255E-C72F-8B83-9457ED445CD4}"/>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2" name="Espace réservé du contenu 4">
            <a:extLst>
              <a:ext uri="{FF2B5EF4-FFF2-40B4-BE49-F238E27FC236}">
                <a16:creationId xmlns:a16="http://schemas.microsoft.com/office/drawing/2014/main" id="{B75BB2B8-E33A-B5B8-7F50-D82AE138B37A}"/>
              </a:ext>
            </a:extLst>
          </p:cNvPr>
          <p:cNvSpPr>
            <a:spLocks noGrp="1"/>
          </p:cNvSpPr>
          <p:nvPr>
            <p:ph sz="quarter" idx="21"/>
          </p:nvPr>
        </p:nvSpPr>
        <p:spPr>
          <a:xfrm>
            <a:off x="319088" y="2373742"/>
            <a:ext cx="17535525" cy="733788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5" name="Connecteur droit 32">
            <a:extLst>
              <a:ext uri="{FF2B5EF4-FFF2-40B4-BE49-F238E27FC236}">
                <a16:creationId xmlns:a16="http://schemas.microsoft.com/office/drawing/2014/main" id="{3A0CBCE9-B0EF-4210-9062-C35B1E5D9886}"/>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0406820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 title white">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2" name="Titre 1">
            <a:extLst>
              <a:ext uri="{FF2B5EF4-FFF2-40B4-BE49-F238E27FC236}">
                <a16:creationId xmlns:a16="http://schemas.microsoft.com/office/drawing/2014/main" id="{D75F6318-4AF8-4C78-8C5D-D38F344AF06F}"/>
              </a:ext>
            </a:extLst>
          </p:cNvPr>
          <p:cNvSpPr>
            <a:spLocks noGrp="1"/>
          </p:cNvSpPr>
          <p:nvPr>
            <p:ph type="title" hasCustomPrompt="1"/>
          </p:nvPr>
        </p:nvSpPr>
        <p:spPr/>
        <p:txBody>
          <a:bodyPr/>
          <a:lstStyle>
            <a:lvl1pPr>
              <a:defRPr/>
            </a:lvl1pPr>
          </a:lstStyle>
          <a:p>
            <a:r>
              <a:rPr lang="fr-FR"/>
              <a:t>Click to </a:t>
            </a:r>
            <a:r>
              <a:rPr lang="fr-FR" err="1"/>
              <a:t>add</a:t>
            </a:r>
            <a:r>
              <a:rPr lang="fr-FR"/>
              <a:t> </a:t>
            </a:r>
            <a:r>
              <a:rPr lang="fr-FR" err="1"/>
              <a:t>title</a:t>
            </a:r>
            <a:endParaRPr lang="fr-FR"/>
          </a:p>
        </p:txBody>
      </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11" name="Espace réservé du pied de page 10">
            <a:extLst>
              <a:ext uri="{FF2B5EF4-FFF2-40B4-BE49-F238E27FC236}">
                <a16:creationId xmlns:a16="http://schemas.microsoft.com/office/drawing/2014/main" id="{58B155ED-97D6-3C7F-101D-5AFD078E91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7" name="Espace réservé du texte 6">
            <a:extLst>
              <a:ext uri="{FF2B5EF4-FFF2-40B4-BE49-F238E27FC236}">
                <a16:creationId xmlns:a16="http://schemas.microsoft.com/office/drawing/2014/main" id="{9944C5AA-B436-81E8-8020-F4FA96F1A64B}"/>
              </a:ext>
            </a:extLst>
          </p:cNvPr>
          <p:cNvSpPr>
            <a:spLocks noGrp="1"/>
          </p:cNvSpPr>
          <p:nvPr>
            <p:ph type="body" sz="quarter" idx="20"/>
          </p:nvPr>
        </p:nvSpPr>
        <p:spPr>
          <a:xfrm>
            <a:off x="319088" y="2374867"/>
            <a:ext cx="17503805" cy="73365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3" name="Connecteur droit 32">
            <a:extLst>
              <a:ext uri="{FF2B5EF4-FFF2-40B4-BE49-F238E27FC236}">
                <a16:creationId xmlns:a16="http://schemas.microsoft.com/office/drawing/2014/main" id="{28C99FD0-1D3F-4C22-5006-D49E24EF2153}"/>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5881460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35B2D-509A-4C28-663B-D45E7325320B}"/>
              </a:ext>
            </a:extLst>
          </p:cNvPr>
          <p:cNvSpPr/>
          <p:nvPr userDrawn="1"/>
        </p:nvSpPr>
        <p:spPr>
          <a:xfrm>
            <a:off x="0" y="0"/>
            <a:ext cx="18288000" cy="10285413"/>
          </a:xfrm>
          <a:prstGeom prst="rect">
            <a:avLst/>
          </a:prstGeom>
          <a:blipFill>
            <a:blip r:embed="rId3"/>
            <a:srcRect/>
            <a:stretch>
              <a:fillRect/>
            </a:stretch>
          </a:blip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p>
            <a:pPr algn="l">
              <a:buClr>
                <a:schemeClr val="accent4"/>
              </a:buClr>
            </a:pPr>
            <a:endParaRPr lang="fr-FR" sz="1800" err="1">
              <a:solidFill>
                <a:schemeClr val="bg1">
                  <a:lumMod val="100000"/>
                </a:schemeClr>
              </a:solidFill>
              <a:latin typeface="Segoe UI Semilight" panose="020B0402040204020203" pitchFamily="34" charset="0"/>
            </a:endParaRPr>
          </a:p>
        </p:txBody>
      </p:sp>
      <p:sp>
        <p:nvSpPr>
          <p:cNvPr id="28" name="Rectangle 27">
            <a:extLst>
              <a:ext uri="{FF2B5EF4-FFF2-40B4-BE49-F238E27FC236}">
                <a16:creationId xmlns:a16="http://schemas.microsoft.com/office/drawing/2014/main" id="{75DA8362-FBB8-3740-48AF-974524370FEC}"/>
              </a:ext>
            </a:extLst>
          </p:cNvPr>
          <p:cNvSpPr/>
          <p:nvPr userDrawn="1"/>
        </p:nvSpPr>
        <p:spPr>
          <a:xfrm>
            <a:off x="0" y="0"/>
            <a:ext cx="13590270" cy="10285413"/>
          </a:xfrm>
          <a:prstGeom prst="rect">
            <a:avLst/>
          </a:prstGeom>
          <a:gradFill>
            <a:gsLst>
              <a:gs pos="0">
                <a:schemeClr val="tx1">
                  <a:alpha val="0"/>
                </a:schemeClr>
              </a:gs>
              <a:gs pos="100000">
                <a:schemeClr val="tx1">
                  <a:alpha val="36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sp>
        <p:nvSpPr>
          <p:cNvPr id="6" name="Rectangle : avec coins arrondis en haut 5">
            <a:extLst>
              <a:ext uri="{FF2B5EF4-FFF2-40B4-BE49-F238E27FC236}">
                <a16:creationId xmlns:a16="http://schemas.microsoft.com/office/drawing/2014/main" id="{BEEBB81D-917B-BBDB-735A-E5AA289A871C}"/>
              </a:ext>
            </a:extLst>
          </p:cNvPr>
          <p:cNvSpPr/>
          <p:nvPr userDrawn="1"/>
        </p:nvSpPr>
        <p:spPr>
          <a:xfrm>
            <a:off x="2416224" y="3131643"/>
            <a:ext cx="4973541" cy="7153770"/>
          </a:xfrm>
          <a:prstGeom prst="round2SameRect">
            <a:avLst/>
          </a:prstGeom>
          <a:solidFill>
            <a:schemeClr val="bg1"/>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p>
            <a:pPr algn="l">
              <a:buClr>
                <a:schemeClr val="accent4"/>
              </a:buClr>
            </a:pPr>
            <a:endParaRPr lang="fr-FR" sz="1800" err="1">
              <a:solidFill>
                <a:schemeClr val="bg1">
                  <a:lumMod val="100000"/>
                </a:schemeClr>
              </a:solidFill>
              <a:latin typeface="Segoe UI Semilight" panose="020B0402040204020203" pitchFamily="34" charset="0"/>
            </a:endParaRPr>
          </a:p>
        </p:txBody>
      </p:sp>
      <p:grpSp>
        <p:nvGrpSpPr>
          <p:cNvPr id="2" name="Groupe 1">
            <a:extLst>
              <a:ext uri="{FF2B5EF4-FFF2-40B4-BE49-F238E27FC236}">
                <a16:creationId xmlns:a16="http://schemas.microsoft.com/office/drawing/2014/main" id="{0BE7EBDF-1A28-F0F1-F1F0-C9D6D262DA76}"/>
              </a:ext>
            </a:extLst>
          </p:cNvPr>
          <p:cNvGrpSpPr/>
          <p:nvPr userDrawn="1"/>
        </p:nvGrpSpPr>
        <p:grpSpPr>
          <a:xfrm>
            <a:off x="3188330" y="4207938"/>
            <a:ext cx="3429330" cy="682894"/>
            <a:chOff x="7804375" y="14663327"/>
            <a:chExt cx="7400924" cy="1473993"/>
          </a:xfrm>
          <a:solidFill>
            <a:schemeClr val="accent2"/>
          </a:solidFill>
        </p:grpSpPr>
        <p:grpSp>
          <p:nvGrpSpPr>
            <p:cNvPr id="3" name="Graphique 37">
              <a:extLst>
                <a:ext uri="{FF2B5EF4-FFF2-40B4-BE49-F238E27FC236}">
                  <a16:creationId xmlns:a16="http://schemas.microsoft.com/office/drawing/2014/main" id="{E9E69481-BB2E-D5A4-E0B2-8576371C0A4E}"/>
                </a:ext>
              </a:extLst>
            </p:cNvPr>
            <p:cNvGrpSpPr/>
            <p:nvPr/>
          </p:nvGrpSpPr>
          <p:grpSpPr>
            <a:xfrm>
              <a:off x="7804375" y="14663327"/>
              <a:ext cx="2394966" cy="1473326"/>
              <a:chOff x="7804375" y="14663327"/>
              <a:chExt cx="2394966" cy="1473326"/>
            </a:xfrm>
            <a:grpFill/>
          </p:grpSpPr>
          <p:sp>
            <p:nvSpPr>
              <p:cNvPr id="7" name="Forme libre : forme 6">
                <a:extLst>
                  <a:ext uri="{FF2B5EF4-FFF2-40B4-BE49-F238E27FC236}">
                    <a16:creationId xmlns:a16="http://schemas.microsoft.com/office/drawing/2014/main" id="{A62260C7-5BF8-4B98-3673-1F3A07362007}"/>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8" name="Forme libre : forme 7">
                <a:extLst>
                  <a:ext uri="{FF2B5EF4-FFF2-40B4-BE49-F238E27FC236}">
                    <a16:creationId xmlns:a16="http://schemas.microsoft.com/office/drawing/2014/main" id="{2B527527-3A08-2DF5-2352-3E804E682D19}"/>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10" name="Forme libre : forme 9">
                <a:extLst>
                  <a:ext uri="{FF2B5EF4-FFF2-40B4-BE49-F238E27FC236}">
                    <a16:creationId xmlns:a16="http://schemas.microsoft.com/office/drawing/2014/main" id="{CA7992E6-A080-1183-6E40-B458317C5C0F}"/>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5" name="Forme libre : forme 4">
              <a:extLst>
                <a:ext uri="{FF2B5EF4-FFF2-40B4-BE49-F238E27FC236}">
                  <a16:creationId xmlns:a16="http://schemas.microsoft.com/office/drawing/2014/main" id="{FF3D8E2E-C6F4-2E80-44C0-71FDD009DAA7}"/>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15" name="ZoneTexte 14">
            <a:extLst>
              <a:ext uri="{FF2B5EF4-FFF2-40B4-BE49-F238E27FC236}">
                <a16:creationId xmlns:a16="http://schemas.microsoft.com/office/drawing/2014/main" id="{564C6C0C-2F7A-5EEF-9CB8-9744437A8217}"/>
              </a:ext>
            </a:extLst>
          </p:cNvPr>
          <p:cNvSpPr txBox="1"/>
          <p:nvPr userDrawn="1"/>
        </p:nvSpPr>
        <p:spPr>
          <a:xfrm>
            <a:off x="2416224" y="6052082"/>
            <a:ext cx="4973541" cy="2400657"/>
          </a:xfrm>
          <a:prstGeom prst="rect">
            <a:avLst/>
          </a:prstGeom>
          <a:noFill/>
          <a:effectLst/>
        </p:spPr>
        <p:txBody>
          <a:bodyPr wrap="square">
            <a:spAutoFit/>
          </a:bodyPr>
          <a:lstStyle/>
          <a:p>
            <a:pPr algn="ctr"/>
            <a:r>
              <a:rPr lang="fr-FR" sz="2100">
                <a:solidFill>
                  <a:schemeClr val="accent1"/>
                </a:solidFill>
              </a:rPr>
              <a:t>55, Chemin des Engranauds</a:t>
            </a:r>
            <a:br>
              <a:rPr lang="fr-FR" sz="2100">
                <a:solidFill>
                  <a:schemeClr val="accent1"/>
                </a:solidFill>
              </a:rPr>
            </a:br>
            <a:r>
              <a:rPr lang="fr-FR" sz="2100">
                <a:solidFill>
                  <a:schemeClr val="accent1"/>
                </a:solidFill>
              </a:rPr>
              <a:t>CS 20040</a:t>
            </a:r>
          </a:p>
          <a:p>
            <a:pPr algn="ctr"/>
            <a:r>
              <a:rPr lang="fr-FR" sz="2100">
                <a:solidFill>
                  <a:schemeClr val="accent1"/>
                </a:solidFill>
              </a:rPr>
              <a:t>13660 Orgon France</a:t>
            </a:r>
          </a:p>
          <a:p>
            <a:pPr algn="ctr">
              <a:spcBef>
                <a:spcPts val="2700"/>
              </a:spcBef>
            </a:pPr>
            <a:r>
              <a:rPr lang="fr-FR" sz="2100">
                <a:solidFill>
                  <a:schemeClr val="accent4"/>
                </a:solidFill>
                <a:sym typeface="Wingdings 2" panose="05020102010507070707" pitchFamily="18" charset="2"/>
              </a:rPr>
              <a:t></a:t>
            </a:r>
            <a:endParaRPr lang="fr-FR" sz="2100">
              <a:solidFill>
                <a:schemeClr val="accent4"/>
              </a:solidFill>
            </a:endParaRPr>
          </a:p>
          <a:p>
            <a:pPr algn="ctr">
              <a:spcBef>
                <a:spcPts val="2700"/>
              </a:spcBef>
            </a:pPr>
            <a:r>
              <a:rPr lang="fr-FR" sz="2100">
                <a:solidFill>
                  <a:schemeClr val="accent1"/>
                </a:solidFill>
              </a:rPr>
              <a:t>+33 (0)4 42 110 600</a:t>
            </a:r>
          </a:p>
        </p:txBody>
      </p:sp>
      <p:sp>
        <p:nvSpPr>
          <p:cNvPr id="17" name="Espace réservé du texte 16">
            <a:extLst>
              <a:ext uri="{FF2B5EF4-FFF2-40B4-BE49-F238E27FC236}">
                <a16:creationId xmlns:a16="http://schemas.microsoft.com/office/drawing/2014/main" id="{52DB090C-FFA2-23A2-F680-1FDA58DBACDA}"/>
              </a:ext>
            </a:extLst>
          </p:cNvPr>
          <p:cNvSpPr>
            <a:spLocks noGrp="1"/>
          </p:cNvSpPr>
          <p:nvPr>
            <p:ph type="body" sz="quarter" idx="10" hasCustomPrompt="1"/>
          </p:nvPr>
        </p:nvSpPr>
        <p:spPr>
          <a:xfrm>
            <a:off x="888326" y="975874"/>
            <a:ext cx="8029340" cy="1914230"/>
          </a:xfrm>
        </p:spPr>
        <p:txBody>
          <a:bodyPr anchor="ctr">
            <a:normAutofit/>
          </a:bodyPr>
          <a:lstStyle>
            <a:lvl1pPr marL="0" indent="0" algn="ctr">
              <a:buNone/>
              <a:defRPr sz="10799" b="1">
                <a:solidFill>
                  <a:schemeClr val="bg1"/>
                </a:solidFill>
                <a:effectLst>
                  <a:outerShdw blurRad="228600" algn="ctr" rotWithShape="0">
                    <a:prstClr val="black">
                      <a:alpha val="40000"/>
                    </a:prstClr>
                  </a:outerShdw>
                </a:effectLst>
                <a:latin typeface="+mj-lt"/>
              </a:defRPr>
            </a:lvl1pPr>
          </a:lstStyle>
          <a:p>
            <a:pPr lvl="0"/>
            <a:r>
              <a:rPr lang="fr-FR"/>
              <a:t>THANK YOU</a:t>
            </a:r>
          </a:p>
        </p:txBody>
      </p:sp>
      <p:pic>
        <p:nvPicPr>
          <p:cNvPr id="19" name="Graphique 18">
            <a:extLst>
              <a:ext uri="{FF2B5EF4-FFF2-40B4-BE49-F238E27FC236}">
                <a16:creationId xmlns:a16="http://schemas.microsoft.com/office/drawing/2014/main" id="{2BB3CB78-B4DE-60B0-639A-3F46F122BA1A}"/>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8861" t="-3712" r="64117" b="61920"/>
          <a:stretch/>
        </p:blipFill>
        <p:spPr>
          <a:xfrm rot="10800000">
            <a:off x="-58988" y="2872117"/>
            <a:ext cx="4140264" cy="6671265"/>
          </a:xfrm>
          <a:prstGeom prst="rect">
            <a:avLst/>
          </a:prstGeom>
        </p:spPr>
      </p:pic>
      <p:pic>
        <p:nvPicPr>
          <p:cNvPr id="21" name="Graphique 20">
            <a:extLst>
              <a:ext uri="{FF2B5EF4-FFF2-40B4-BE49-F238E27FC236}">
                <a16:creationId xmlns:a16="http://schemas.microsoft.com/office/drawing/2014/main" id="{CA48B1F8-A244-039B-A72D-3BCC140CA784}"/>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8861" t="-3712" r="37096" b="61920"/>
          <a:stretch/>
        </p:blipFill>
        <p:spPr>
          <a:xfrm>
            <a:off x="10007471" y="-46613"/>
            <a:ext cx="8280530" cy="6671265"/>
          </a:xfrm>
          <a:prstGeom prst="rect">
            <a:avLst/>
          </a:prstGeom>
        </p:spPr>
      </p:pic>
    </p:spTree>
    <p:custDataLst>
      <p:tags r:id="rId1"/>
    </p:custDataLst>
    <p:extLst>
      <p:ext uri="{BB962C8B-B14F-4D97-AF65-F5344CB8AC3E}">
        <p14:creationId xmlns:p14="http://schemas.microsoft.com/office/powerpoint/2010/main" val="11538203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Cover | small image | vert. logo">
    <p:bg>
      <p:bgRef idx="1001">
        <a:schemeClr val="bg1"/>
      </p:bgRef>
    </p:bg>
    <p:spTree>
      <p:nvGrpSpPr>
        <p:cNvPr id="1" name=""/>
        <p:cNvGrpSpPr/>
        <p:nvPr/>
      </p:nvGrpSpPr>
      <p:grpSpPr>
        <a:xfrm>
          <a:off x="0" y="0"/>
          <a:ext cx="0" cy="0"/>
          <a:chOff x="0" y="0"/>
          <a:chExt cx="0" cy="0"/>
        </a:xfrm>
      </p:grpSpPr>
      <p:sp>
        <p:nvSpPr>
          <p:cNvPr id="29" name="Forme libre : forme 28">
            <a:extLst>
              <a:ext uri="{FF2B5EF4-FFF2-40B4-BE49-F238E27FC236}">
                <a16:creationId xmlns:a16="http://schemas.microsoft.com/office/drawing/2014/main" id="{8A0199DB-E7D8-5ABB-9212-57476B552BEA}"/>
              </a:ext>
            </a:extLst>
          </p:cNvPr>
          <p:cNvSpPr/>
          <p:nvPr userDrawn="1"/>
        </p:nvSpPr>
        <p:spPr>
          <a:xfrm rot="161556">
            <a:off x="10613559" y="-169364"/>
            <a:ext cx="7895691" cy="10621459"/>
          </a:xfrm>
          <a:custGeom>
            <a:avLst/>
            <a:gdLst>
              <a:gd name="connsiteX0" fmla="*/ 260945 w 5263794"/>
              <a:gd name="connsiteY0" fmla="*/ 220642 h 7082065"/>
              <a:gd name="connsiteX1" fmla="*/ 4952507 w 5263794"/>
              <a:gd name="connsiteY1" fmla="*/ 0 h 7082065"/>
              <a:gd name="connsiteX2" fmla="*/ 5263794 w 5263794"/>
              <a:gd name="connsiteY2" fmla="*/ 6618981 h 7082065"/>
              <a:gd name="connsiteX3" fmla="*/ 5263794 w 5263794"/>
              <a:gd name="connsiteY3" fmla="*/ 6850940 h 7082065"/>
              <a:gd name="connsiteX4" fmla="*/ 349307 w 5263794"/>
              <a:gd name="connsiteY4" fmla="*/ 7082065 h 7082065"/>
              <a:gd name="connsiteX5" fmla="*/ 313616 w 5263794"/>
              <a:gd name="connsiteY5" fmla="*/ 6954002 h 7082065"/>
              <a:gd name="connsiteX6" fmla="*/ 0 w 5263794"/>
              <a:gd name="connsiteY6" fmla="*/ 3470255 h 7082065"/>
              <a:gd name="connsiteX7" fmla="*/ 245816 w 5263794"/>
              <a:gd name="connsiteY7" fmla="*/ 293488 h 7082065"/>
              <a:gd name="connsiteX8" fmla="*/ 260945 w 5263794"/>
              <a:gd name="connsiteY8" fmla="*/ 220642 h 708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3794" h="7082065">
                <a:moveTo>
                  <a:pt x="260945" y="220642"/>
                </a:moveTo>
                <a:lnTo>
                  <a:pt x="4952507" y="0"/>
                </a:lnTo>
                <a:lnTo>
                  <a:pt x="5263794" y="6618981"/>
                </a:lnTo>
                <a:lnTo>
                  <a:pt x="5263794" y="6850940"/>
                </a:lnTo>
                <a:lnTo>
                  <a:pt x="349307" y="7082065"/>
                </a:lnTo>
                <a:lnTo>
                  <a:pt x="313616" y="6954002"/>
                </a:lnTo>
                <a:cubicBezTo>
                  <a:pt x="124403" y="6199005"/>
                  <a:pt x="0" y="4920436"/>
                  <a:pt x="0" y="3470255"/>
                </a:cubicBezTo>
                <a:cubicBezTo>
                  <a:pt x="0" y="2201347"/>
                  <a:pt x="95246" y="1063829"/>
                  <a:pt x="245816" y="293488"/>
                </a:cubicBezTo>
                <a:lnTo>
                  <a:pt x="260945" y="220642"/>
                </a:lnTo>
                <a:close/>
              </a:path>
            </a:pathLst>
          </a:custGeom>
          <a:gradFill flip="none" rotWithShape="1">
            <a:gsLst>
              <a:gs pos="0">
                <a:schemeClr val="accent2">
                  <a:lumMod val="67000"/>
                </a:schemeClr>
              </a:gs>
              <a:gs pos="22000">
                <a:schemeClr val="tx2"/>
              </a:gs>
              <a:gs pos="89000">
                <a:schemeClr val="bg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GB" sz="2700" err="1"/>
          </a:p>
        </p:txBody>
      </p:sp>
      <p:sp>
        <p:nvSpPr>
          <p:cNvPr id="24" name="Forme libre : forme 23">
            <a:extLst>
              <a:ext uri="{FF2B5EF4-FFF2-40B4-BE49-F238E27FC236}">
                <a16:creationId xmlns:a16="http://schemas.microsoft.com/office/drawing/2014/main" id="{C7632510-529A-433C-4D7D-3AB063B882A7}"/>
              </a:ext>
            </a:extLst>
          </p:cNvPr>
          <p:cNvSpPr/>
          <p:nvPr userDrawn="1"/>
        </p:nvSpPr>
        <p:spPr>
          <a:xfrm rot="161556">
            <a:off x="18279820" y="9938103"/>
            <a:ext cx="16328" cy="347885"/>
          </a:xfrm>
          <a:custGeom>
            <a:avLst/>
            <a:gdLst>
              <a:gd name="connsiteX0" fmla="*/ 0 w 10885"/>
              <a:gd name="connsiteY0" fmla="*/ 0 h 231959"/>
              <a:gd name="connsiteX1" fmla="*/ 10885 w 10885"/>
              <a:gd name="connsiteY1" fmla="*/ 231447 h 231959"/>
              <a:gd name="connsiteX2" fmla="*/ 0 w 10885"/>
              <a:gd name="connsiteY2" fmla="*/ 231959 h 231959"/>
              <a:gd name="connsiteX3" fmla="*/ 0 w 10885"/>
              <a:gd name="connsiteY3" fmla="*/ 0 h 231959"/>
            </a:gdLst>
            <a:ahLst/>
            <a:cxnLst>
              <a:cxn ang="0">
                <a:pos x="connsiteX0" y="connsiteY0"/>
              </a:cxn>
              <a:cxn ang="0">
                <a:pos x="connsiteX1" y="connsiteY1"/>
              </a:cxn>
              <a:cxn ang="0">
                <a:pos x="connsiteX2" y="connsiteY2"/>
              </a:cxn>
              <a:cxn ang="0">
                <a:pos x="connsiteX3" y="connsiteY3"/>
              </a:cxn>
            </a:cxnLst>
            <a:rect l="l" t="t" r="r" b="b"/>
            <a:pathLst>
              <a:path w="10885" h="231959">
                <a:moveTo>
                  <a:pt x="0" y="0"/>
                </a:moveTo>
                <a:lnTo>
                  <a:pt x="10885" y="231447"/>
                </a:lnTo>
                <a:lnTo>
                  <a:pt x="0" y="231959"/>
                </a:lnTo>
                <a:lnTo>
                  <a:pt x="0" y="0"/>
                </a:lnTo>
                <a:close/>
              </a:path>
            </a:pathLst>
          </a:custGeom>
          <a:gradFill flip="none" rotWithShape="1">
            <a:gsLst>
              <a:gs pos="0">
                <a:schemeClr val="accent2">
                  <a:lumMod val="67000"/>
                </a:schemeClr>
              </a:gs>
              <a:gs pos="22000">
                <a:schemeClr val="tx2"/>
              </a:gs>
              <a:gs pos="89000">
                <a:schemeClr val="bg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GB" sz="2700" err="1"/>
          </a:p>
        </p:txBody>
      </p:sp>
      <p:pic>
        <p:nvPicPr>
          <p:cNvPr id="3" name="Picture 2" descr="Logo, company name&#10;&#10;Description automatically generated">
            <a:extLst>
              <a:ext uri="{FF2B5EF4-FFF2-40B4-BE49-F238E27FC236}">
                <a16:creationId xmlns:a16="http://schemas.microsoft.com/office/drawing/2014/main" id="{2977D7CD-E5A3-B124-49DC-1F0AB00A935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7281" y="1036518"/>
            <a:ext cx="4930016" cy="1013458"/>
          </a:xfrm>
          <a:prstGeom prst="rect">
            <a:avLst/>
          </a:prstGeom>
        </p:spPr>
      </p:pic>
      <p:pic>
        <p:nvPicPr>
          <p:cNvPr id="27" name="Graphique 26">
            <a:extLst>
              <a:ext uri="{FF2B5EF4-FFF2-40B4-BE49-F238E27FC236}">
                <a16:creationId xmlns:a16="http://schemas.microsoft.com/office/drawing/2014/main" id="{617688A8-008D-8D72-81DD-775C18FBC12D}"/>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8862" t="-3712" r="47539" b="61920"/>
          <a:stretch/>
        </p:blipFill>
        <p:spPr>
          <a:xfrm flipH="1" flipV="1">
            <a:off x="-1" y="3362694"/>
            <a:ext cx="6680330" cy="6671265"/>
          </a:xfrm>
          <a:prstGeom prst="rect">
            <a:avLst/>
          </a:prstGeom>
        </p:spPr>
      </p:pic>
      <p:sp>
        <p:nvSpPr>
          <p:cNvPr id="18" name="Title 2">
            <a:extLst>
              <a:ext uri="{FF2B5EF4-FFF2-40B4-BE49-F238E27FC236}">
                <a16:creationId xmlns:a16="http://schemas.microsoft.com/office/drawing/2014/main" id="{C761C861-9FB3-4A2D-8830-B282EE488F99}"/>
              </a:ext>
            </a:extLst>
          </p:cNvPr>
          <p:cNvSpPr>
            <a:spLocks noGrp="1"/>
          </p:cNvSpPr>
          <p:nvPr>
            <p:ph type="title" hasCustomPrompt="1"/>
          </p:nvPr>
        </p:nvSpPr>
        <p:spPr>
          <a:xfrm>
            <a:off x="869157" y="2963196"/>
            <a:ext cx="9402354" cy="2166837"/>
          </a:xfrm>
          <a:effectLst/>
        </p:spPr>
        <p:txBody>
          <a:bodyPr lIns="0" tIns="0" rIns="0" bIns="0" anchor="b"/>
          <a:lstStyle>
            <a:lvl1pPr>
              <a:lnSpc>
                <a:spcPct val="100000"/>
              </a:lnSpc>
              <a:defRPr sz="7199" b="1" i="0" u="none" strike="noStrike">
                <a:solidFill>
                  <a:schemeClr val="accent1">
                    <a:lumMod val="100000"/>
                  </a:schemeClr>
                </a:solidFill>
                <a:latin typeface="Bahnschrift" panose="020B0502040204020203" pitchFamily="34" charset="0"/>
              </a:defRPr>
            </a:lvl1pPr>
          </a:lstStyle>
          <a:p>
            <a:r>
              <a:rPr lang="en-GB"/>
              <a:t>Click to add title</a:t>
            </a:r>
          </a:p>
        </p:txBody>
      </p:sp>
      <p:sp>
        <p:nvSpPr>
          <p:cNvPr id="26" name="Subtitle 2">
            <a:extLst>
              <a:ext uri="{FF2B5EF4-FFF2-40B4-BE49-F238E27FC236}">
                <a16:creationId xmlns:a16="http://schemas.microsoft.com/office/drawing/2014/main" id="{183E8090-5E21-4E51-AD03-98755F547D6E}"/>
              </a:ext>
            </a:extLst>
          </p:cNvPr>
          <p:cNvSpPr>
            <a:spLocks noGrp="1"/>
          </p:cNvSpPr>
          <p:nvPr>
            <p:ph type="subTitle" idx="1" hasCustomPrompt="1"/>
          </p:nvPr>
        </p:nvSpPr>
        <p:spPr>
          <a:xfrm>
            <a:off x="869159" y="5130029"/>
            <a:ext cx="9402354" cy="902357"/>
          </a:xfrm>
          <a:effectLst/>
        </p:spPr>
        <p:txBody>
          <a:bodyPr anchor="b">
            <a:noAutofit/>
          </a:bodyPr>
          <a:lstStyle>
            <a:lvl1pPr marL="0" indent="0" algn="l">
              <a:spcBef>
                <a:spcPts val="0"/>
              </a:spcBef>
              <a:buFont typeface="Arial" panose="020B0604020202020204" pitchFamily="34" charset="0"/>
              <a:buChar char="​"/>
              <a:defRPr sz="4199" b="0" i="0" u="none" strike="noStrike">
                <a:solidFill>
                  <a:schemeClr val="accent1">
                    <a:lumMod val="100000"/>
                  </a:schemeClr>
                </a:solidFill>
                <a:latin typeface="Bahnschrift" panose="020B0502040204020203" pitchFamily="34" charset="0"/>
              </a:defRPr>
            </a:lvl1pPr>
            <a:lvl2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2pPr>
            <a:lvl3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3pPr>
            <a:lvl4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4pPr>
            <a:lvl5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5pPr>
            <a:lvl6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6pPr>
            <a:lvl7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7pPr>
            <a:lvl8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8pPr>
            <a:lvl9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9pPr>
          </a:lstStyle>
          <a:p>
            <a:r>
              <a:rPr lang="en-GB"/>
              <a:t>Click to add subtitle</a:t>
            </a:r>
          </a:p>
        </p:txBody>
      </p:sp>
      <p:sp>
        <p:nvSpPr>
          <p:cNvPr id="30" name="Espace réservé du texte 41">
            <a:extLst>
              <a:ext uri="{FF2B5EF4-FFF2-40B4-BE49-F238E27FC236}">
                <a16:creationId xmlns:a16="http://schemas.microsoft.com/office/drawing/2014/main" id="{BA71B36A-617B-4455-BAF9-D56BC8506149}"/>
              </a:ext>
            </a:extLst>
          </p:cNvPr>
          <p:cNvSpPr>
            <a:spLocks noGrp="1"/>
          </p:cNvSpPr>
          <p:nvPr>
            <p:ph type="body" sz="quarter" idx="10" hasCustomPrompt="1"/>
          </p:nvPr>
        </p:nvSpPr>
        <p:spPr>
          <a:xfrm>
            <a:off x="869156" y="6550191"/>
            <a:ext cx="9402353" cy="711928"/>
          </a:xfrm>
          <a:effectLst/>
        </p:spPr>
        <p:txBody>
          <a:bodyPr>
            <a:noAutofit/>
          </a:bodyPr>
          <a:lstStyle>
            <a:lvl1pPr marL="0" indent="0">
              <a:buNone/>
              <a:defRPr sz="2400" b="0" i="0" u="none" strike="noStrike" cap="all" baseline="0">
                <a:solidFill>
                  <a:schemeClr val="accent1">
                    <a:lumMod val="100000"/>
                  </a:schemeClr>
                </a:solidFill>
                <a:latin typeface="Segoe UI Semilight" panose="020B0402040204020203" pitchFamily="34" charset="0"/>
              </a:defRPr>
            </a:lvl1pPr>
            <a:lvl2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2pPr>
            <a:lvl3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3pPr>
            <a:lvl4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4pPr>
            <a:lvl5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5pPr>
            <a:lvl6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6pPr>
            <a:lvl7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7pPr>
            <a:lvl8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8pPr>
            <a:lvl9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9pPr>
          </a:lstStyle>
          <a:p>
            <a:pPr lvl="0"/>
            <a:r>
              <a:rPr lang="en-GB"/>
              <a:t>DATE</a:t>
            </a:r>
          </a:p>
        </p:txBody>
      </p:sp>
      <p:sp>
        <p:nvSpPr>
          <p:cNvPr id="20" name="Espace réservé pour une image  19">
            <a:extLst>
              <a:ext uri="{FF2B5EF4-FFF2-40B4-BE49-F238E27FC236}">
                <a16:creationId xmlns:a16="http://schemas.microsoft.com/office/drawing/2014/main" id="{26093B41-00FF-637E-5BA9-292E15C16A79}"/>
              </a:ext>
            </a:extLst>
          </p:cNvPr>
          <p:cNvSpPr>
            <a:spLocks noGrp="1"/>
          </p:cNvSpPr>
          <p:nvPr>
            <p:ph type="pic" sz="quarter" idx="15"/>
          </p:nvPr>
        </p:nvSpPr>
        <p:spPr>
          <a:xfrm>
            <a:off x="10844784" y="2"/>
            <a:ext cx="7443216" cy="10285414"/>
          </a:xfrm>
          <a:custGeom>
            <a:avLst/>
            <a:gdLst>
              <a:gd name="connsiteX0" fmla="*/ 336026 w 4962144"/>
              <a:gd name="connsiteY0" fmla="*/ 0 h 6858001"/>
              <a:gd name="connsiteX1" fmla="*/ 1005095 w 4962144"/>
              <a:gd name="connsiteY1" fmla="*/ 0 h 6858001"/>
              <a:gd name="connsiteX2" fmla="*/ 1005095 w 4962144"/>
              <a:gd name="connsiteY2" fmla="*/ 1 h 6858001"/>
              <a:gd name="connsiteX3" fmla="*/ 4962144 w 4962144"/>
              <a:gd name="connsiteY3" fmla="*/ 1 h 6858001"/>
              <a:gd name="connsiteX4" fmla="*/ 4962144 w 4962144"/>
              <a:gd name="connsiteY4" fmla="*/ 6858001 h 6858001"/>
              <a:gd name="connsiteX5" fmla="*/ 1005095 w 4962144"/>
              <a:gd name="connsiteY5" fmla="*/ 6858001 h 6858001"/>
              <a:gd name="connsiteX6" fmla="*/ 336026 w 4962144"/>
              <a:gd name="connsiteY6" fmla="*/ 6858001 h 6858001"/>
              <a:gd name="connsiteX7" fmla="*/ 295644 w 4962144"/>
              <a:gd name="connsiteY7" fmla="*/ 6713106 h 6858001"/>
              <a:gd name="connsiteX8" fmla="*/ 0 w 4962144"/>
              <a:gd name="connsiteY8" fmla="*/ 3429001 h 6858001"/>
              <a:gd name="connsiteX9" fmla="*/ 295644 w 4962144"/>
              <a:gd name="connsiteY9" fmla="*/ 14489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2144" h="6858001">
                <a:moveTo>
                  <a:pt x="336026" y="0"/>
                </a:moveTo>
                <a:lnTo>
                  <a:pt x="1005095" y="0"/>
                </a:lnTo>
                <a:lnTo>
                  <a:pt x="1005095" y="1"/>
                </a:lnTo>
                <a:lnTo>
                  <a:pt x="4962144" y="1"/>
                </a:lnTo>
                <a:lnTo>
                  <a:pt x="4962144" y="6858001"/>
                </a:lnTo>
                <a:lnTo>
                  <a:pt x="1005095" y="6858001"/>
                </a:lnTo>
                <a:lnTo>
                  <a:pt x="336026" y="6858001"/>
                </a:lnTo>
                <a:lnTo>
                  <a:pt x="295644" y="6713106"/>
                </a:lnTo>
                <a:cubicBezTo>
                  <a:pt x="117274" y="6001376"/>
                  <a:pt x="0" y="4796077"/>
                  <a:pt x="0" y="3429001"/>
                </a:cubicBezTo>
                <a:cubicBezTo>
                  <a:pt x="0" y="2061926"/>
                  <a:pt x="117274" y="856626"/>
                  <a:pt x="295644" y="144896"/>
                </a:cubicBezTo>
                <a:close/>
              </a:path>
            </a:pathLst>
          </a:custGeom>
          <a:solidFill>
            <a:schemeClr val="accent3"/>
          </a:solidFill>
        </p:spPr>
        <p:txBody>
          <a:bodyPr wrap="square">
            <a:noAutofit/>
          </a:bodyPr>
          <a:lstStyle>
            <a:lvl1pPr>
              <a:defRPr>
                <a:noFill/>
              </a:defRPr>
            </a:lvl1pPr>
          </a:lstStyle>
          <a:p>
            <a:endParaRPr lang="fr-FR"/>
          </a:p>
        </p:txBody>
      </p:sp>
    </p:spTree>
    <p:custDataLst>
      <p:tags r:id="rId1"/>
    </p:custDataLst>
    <p:extLst>
      <p:ext uri="{BB962C8B-B14F-4D97-AF65-F5344CB8AC3E}">
        <p14:creationId xmlns:p14="http://schemas.microsoft.com/office/powerpoint/2010/main" val="352187589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3_ Text | title subtitle only">
    <p:spTree>
      <p:nvGrpSpPr>
        <p:cNvPr id="1" name=""/>
        <p:cNvGrpSpPr/>
        <p:nvPr/>
      </p:nvGrpSpPr>
      <p:grpSpPr>
        <a:xfrm>
          <a:off x="0" y="0"/>
          <a:ext cx="0" cy="0"/>
          <a:chOff x="0" y="0"/>
          <a:chExt cx="0" cy="0"/>
        </a:xfrm>
      </p:grpSpPr>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2" name="Titre 1">
            <a:extLst>
              <a:ext uri="{FF2B5EF4-FFF2-40B4-BE49-F238E27FC236}">
                <a16:creationId xmlns:a16="http://schemas.microsoft.com/office/drawing/2014/main" id="{D75F6318-4AF8-4C78-8C5D-D38F344AF06F}"/>
              </a:ext>
            </a:extLst>
          </p:cNvPr>
          <p:cNvSpPr>
            <a:spLocks noGrp="1"/>
          </p:cNvSpPr>
          <p:nvPr>
            <p:ph type="title" hasCustomPrompt="1"/>
          </p:nvPr>
        </p:nvSpPr>
        <p:spPr/>
        <p:txBody>
          <a:bodyPr/>
          <a:lstStyle>
            <a:lvl1pPr>
              <a:defRPr/>
            </a:lvl1pPr>
          </a:lstStyle>
          <a:p>
            <a:r>
              <a:rPr lang="fr-FR"/>
              <a:t>Click to add title</a:t>
            </a:r>
          </a:p>
        </p:txBody>
      </p:sp>
      <p:sp>
        <p:nvSpPr>
          <p:cNvPr id="14" name="Espace réservé du texte 13">
            <a:extLst>
              <a:ext uri="{FF2B5EF4-FFF2-40B4-BE49-F238E27FC236}">
                <a16:creationId xmlns:a16="http://schemas.microsoft.com/office/drawing/2014/main" id="{09F99F1C-6B58-40E1-A2EF-ED51E7BFB669}"/>
              </a:ext>
            </a:extLst>
          </p:cNvPr>
          <p:cNvSpPr>
            <a:spLocks noGrp="1"/>
          </p:cNvSpPr>
          <p:nvPr>
            <p:ph type="body" sz="quarter" idx="12" hasCustomPrompt="1"/>
          </p:nvPr>
        </p:nvSpPr>
        <p:spPr>
          <a:xfrm>
            <a:off x="431006" y="1376116"/>
            <a:ext cx="17425988" cy="440974"/>
          </a:xfrm>
          <a:prstGeom prst="rect">
            <a:avLst/>
          </a:prstGeom>
        </p:spPr>
        <p:txBody>
          <a:bodyPr lIns="72000">
            <a:normAutofit/>
          </a:bodyPr>
          <a:lstStyle>
            <a:lvl1pPr marL="0" indent="0">
              <a:buNone/>
              <a:defRPr sz="2400" b="0" cap="all" baseline="0">
                <a:solidFill>
                  <a:schemeClr val="accent1"/>
                </a:solidFill>
                <a:latin typeface="+mn-lt"/>
                <a:cs typeface="Quire Sans" panose="020B0502040400020003" pitchFamily="34" charset="0"/>
              </a:defRPr>
            </a:lvl1pPr>
          </a:lstStyle>
          <a:p>
            <a:pPr lvl="0"/>
            <a:r>
              <a:rPr lang="fr-FR"/>
              <a:t>Click to add sub title</a:t>
            </a:r>
          </a:p>
        </p:txBody>
      </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4" name="Espace réservé du pied de page 10">
            <a:extLst>
              <a:ext uri="{FF2B5EF4-FFF2-40B4-BE49-F238E27FC236}">
                <a16:creationId xmlns:a16="http://schemas.microsoft.com/office/drawing/2014/main" id="{5C60B2D5-C5FC-0EEB-CCF8-A923F9211B0F}"/>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3" name="Espace réservé du tableau 5">
            <a:extLst>
              <a:ext uri="{FF2B5EF4-FFF2-40B4-BE49-F238E27FC236}">
                <a16:creationId xmlns:a16="http://schemas.microsoft.com/office/drawing/2014/main" id="{46A6CFA6-AC66-113B-DECA-E1D600E5CDDA}"/>
              </a:ext>
            </a:extLst>
          </p:cNvPr>
          <p:cNvSpPr>
            <a:spLocks noGrp="1"/>
          </p:cNvSpPr>
          <p:nvPr>
            <p:ph type="tbl" sz="quarter" idx="11"/>
          </p:nvPr>
        </p:nvSpPr>
        <p:spPr>
          <a:xfrm>
            <a:off x="488158" y="2650225"/>
            <a:ext cx="17368838" cy="6326006"/>
          </a:xfrm>
        </p:spPr>
        <p:txBody>
          <a:bodyPr/>
          <a:lstStyle/>
          <a:p>
            <a:endParaRPr lang="fr-FR"/>
          </a:p>
        </p:txBody>
      </p:sp>
    </p:spTree>
    <p:custDataLst>
      <p:tags r:id="rId1"/>
    </p:custDataLst>
    <p:extLst>
      <p:ext uri="{BB962C8B-B14F-4D97-AF65-F5344CB8AC3E}">
        <p14:creationId xmlns:p14="http://schemas.microsoft.com/office/powerpoint/2010/main" val="14438264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4_ Text | title subtitle only">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82491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Tree>
    <p:custDataLst>
      <p:tags r:id="rId1"/>
    </p:custDataLst>
    <p:extLst>
      <p:ext uri="{BB962C8B-B14F-4D97-AF65-F5344CB8AC3E}">
        <p14:creationId xmlns:p14="http://schemas.microsoft.com/office/powerpoint/2010/main" val="37174630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 Text | title subtitle only">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261511B-6297-730A-4AF1-CF07B124E855}"/>
              </a:ext>
            </a:extLst>
          </p:cNvPr>
          <p:cNvSpPr>
            <a:spLocks noGrp="1"/>
          </p:cNvSpPr>
          <p:nvPr>
            <p:ph type="title" idx="10" hasCustomPrompt="1"/>
          </p:nvPr>
        </p:nvSpPr>
        <p:spPr>
          <a:xfrm>
            <a:off x="431800" y="573951"/>
            <a:ext cx="17424401" cy="742517"/>
          </a:xfrm>
        </p:spPr>
        <p:txBody>
          <a:bodyPr/>
          <a:lstStyle>
            <a:lvl1pPr>
              <a:defRPr/>
            </a:lvl1pPr>
          </a:lstStyle>
          <a:p>
            <a:r>
              <a:rPr lang="fr-FR"/>
              <a:t>Click to </a:t>
            </a:r>
            <a:r>
              <a:rPr lang="fr-FR" err="1"/>
              <a:t>add</a:t>
            </a:r>
            <a:r>
              <a:rPr lang="fr-FR"/>
              <a:t> </a:t>
            </a:r>
            <a:r>
              <a:rPr lang="fr-FR" err="1"/>
              <a:t>title</a:t>
            </a:r>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3" name="Espace réservé du graphique 5">
            <a:extLst>
              <a:ext uri="{FF2B5EF4-FFF2-40B4-BE49-F238E27FC236}">
                <a16:creationId xmlns:a16="http://schemas.microsoft.com/office/drawing/2014/main" id="{62A67A85-F52C-3739-05CB-BA5B35916F68}"/>
              </a:ext>
            </a:extLst>
          </p:cNvPr>
          <p:cNvSpPr>
            <a:spLocks noGrp="1"/>
          </p:cNvSpPr>
          <p:nvPr>
            <p:ph type="chart" sz="quarter" idx="11"/>
          </p:nvPr>
        </p:nvSpPr>
        <p:spPr>
          <a:xfrm>
            <a:off x="566977" y="1937032"/>
            <a:ext cx="17023319" cy="3605663"/>
          </a:xfrm>
        </p:spPr>
        <p:txBody>
          <a:bodyPr/>
          <a:lstStyle/>
          <a:p>
            <a:endParaRPr lang="fr-FR"/>
          </a:p>
        </p:txBody>
      </p:sp>
      <p:sp>
        <p:nvSpPr>
          <p:cNvPr id="6" name="Espace réservé du graphique 7">
            <a:extLst>
              <a:ext uri="{FF2B5EF4-FFF2-40B4-BE49-F238E27FC236}">
                <a16:creationId xmlns:a16="http://schemas.microsoft.com/office/drawing/2014/main" id="{B5BD902B-26A2-D7A8-F511-A6F5357DBB50}"/>
              </a:ext>
            </a:extLst>
          </p:cNvPr>
          <p:cNvSpPr>
            <a:spLocks noGrp="1"/>
          </p:cNvSpPr>
          <p:nvPr>
            <p:ph type="chart" sz="quarter" idx="12"/>
          </p:nvPr>
        </p:nvSpPr>
        <p:spPr>
          <a:xfrm>
            <a:off x="568330" y="5959053"/>
            <a:ext cx="17021966" cy="3605663"/>
          </a:xfrm>
        </p:spPr>
        <p:txBody>
          <a:bodyPr/>
          <a:lstStyle/>
          <a:p>
            <a:endParaRPr lang="fr-FR"/>
          </a:p>
        </p:txBody>
      </p:sp>
    </p:spTree>
    <p:custDataLst>
      <p:tags r:id="rId1"/>
    </p:custDataLst>
    <p:extLst>
      <p:ext uri="{BB962C8B-B14F-4D97-AF65-F5344CB8AC3E}">
        <p14:creationId xmlns:p14="http://schemas.microsoft.com/office/powerpoint/2010/main" val="17826503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1_ Text | title subtitle only">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261511B-6297-730A-4AF1-CF07B124E855}"/>
              </a:ext>
            </a:extLst>
          </p:cNvPr>
          <p:cNvSpPr>
            <a:spLocks noGrp="1"/>
          </p:cNvSpPr>
          <p:nvPr>
            <p:ph type="title" idx="10" hasCustomPrompt="1"/>
          </p:nvPr>
        </p:nvSpPr>
        <p:spPr>
          <a:xfrm>
            <a:off x="431800" y="573951"/>
            <a:ext cx="17424401" cy="742517"/>
          </a:xfrm>
        </p:spPr>
        <p:txBody>
          <a:bodyPr/>
          <a:lstStyle>
            <a:lvl1pPr>
              <a:defRPr/>
            </a:lvl1pPr>
          </a:lstStyle>
          <a:p>
            <a:r>
              <a:rPr lang="fr-FR"/>
              <a:t>Click to </a:t>
            </a:r>
            <a:r>
              <a:rPr lang="fr-FR" err="1"/>
              <a:t>add</a:t>
            </a:r>
            <a:r>
              <a:rPr lang="fr-FR"/>
              <a:t> </a:t>
            </a:r>
            <a:r>
              <a:rPr lang="fr-FR" err="1"/>
              <a:t>title</a:t>
            </a:r>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grpSp>
        <p:nvGrpSpPr>
          <p:cNvPr id="54" name="Groupe 53">
            <a:extLst>
              <a:ext uri="{FF2B5EF4-FFF2-40B4-BE49-F238E27FC236}">
                <a16:creationId xmlns:a16="http://schemas.microsoft.com/office/drawing/2014/main" id="{33D10F4F-D6AD-043D-A429-3E178CE8D1B3}"/>
              </a:ext>
            </a:extLst>
          </p:cNvPr>
          <p:cNvGrpSpPr/>
          <p:nvPr userDrawn="1"/>
        </p:nvGrpSpPr>
        <p:grpSpPr>
          <a:xfrm>
            <a:off x="5103814" y="2670088"/>
            <a:ext cx="11665487" cy="2157092"/>
            <a:chOff x="3402542" y="1390068"/>
            <a:chExt cx="7776991" cy="1624481"/>
          </a:xfrm>
        </p:grpSpPr>
        <p:sp>
          <p:nvSpPr>
            <p:cNvPr id="6" name="Rectangle 5">
              <a:extLst>
                <a:ext uri="{FF2B5EF4-FFF2-40B4-BE49-F238E27FC236}">
                  <a16:creationId xmlns:a16="http://schemas.microsoft.com/office/drawing/2014/main" id="{BFB58A7F-C86D-0F1C-D21E-713C7A7955DC}"/>
                </a:ext>
              </a:extLst>
            </p:cNvPr>
            <p:cNvSpPr/>
            <p:nvPr userDrawn="1"/>
          </p:nvSpPr>
          <p:spPr>
            <a:xfrm>
              <a:off x="3402542" y="1390068"/>
              <a:ext cx="7776991" cy="16244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cxnSp>
          <p:nvCxnSpPr>
            <p:cNvPr id="31" name="Connecteur droit 30">
              <a:extLst>
                <a:ext uri="{FF2B5EF4-FFF2-40B4-BE49-F238E27FC236}">
                  <a16:creationId xmlns:a16="http://schemas.microsoft.com/office/drawing/2014/main" id="{84D1F9B6-114B-7362-17C5-982CA31F7370}"/>
                </a:ext>
              </a:extLst>
            </p:cNvPr>
            <p:cNvCxnSpPr>
              <a:cxnSpLocks/>
            </p:cNvCxnSpPr>
            <p:nvPr userDrawn="1"/>
          </p:nvCxnSpPr>
          <p:spPr>
            <a:xfrm rot="5400000">
              <a:off x="5433911" y="2312306"/>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1D07B50E-DC6C-D95B-F9FB-FDB4F9F50F36}"/>
                </a:ext>
              </a:extLst>
            </p:cNvPr>
            <p:cNvCxnSpPr>
              <a:cxnSpLocks/>
            </p:cNvCxnSpPr>
            <p:nvPr userDrawn="1"/>
          </p:nvCxnSpPr>
          <p:spPr>
            <a:xfrm rot="5400000">
              <a:off x="8026242" y="2312306"/>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41B5CB79-F613-5382-E105-1D5C660C5D67}"/>
              </a:ext>
            </a:extLst>
          </p:cNvPr>
          <p:cNvSpPr/>
          <p:nvPr userDrawn="1"/>
        </p:nvSpPr>
        <p:spPr>
          <a:xfrm>
            <a:off x="556454" y="4790425"/>
            <a:ext cx="4547361" cy="444806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7" name="Group 13">
            <a:extLst>
              <a:ext uri="{FF2B5EF4-FFF2-40B4-BE49-F238E27FC236}">
                <a16:creationId xmlns:a16="http://schemas.microsoft.com/office/drawing/2014/main" id="{B2630822-9CD3-CFC0-6752-7734CBC55A77}"/>
              </a:ext>
            </a:extLst>
          </p:cNvPr>
          <p:cNvGrpSpPr/>
          <p:nvPr userDrawn="1"/>
        </p:nvGrpSpPr>
        <p:grpSpPr>
          <a:xfrm>
            <a:off x="431007" y="4525343"/>
            <a:ext cx="3592353" cy="530164"/>
            <a:chOff x="381011" y="1338868"/>
            <a:chExt cx="2394902" cy="353497"/>
          </a:xfrm>
        </p:grpSpPr>
        <p:sp>
          <p:nvSpPr>
            <p:cNvPr id="9" name="ZoneTexte 7">
              <a:extLst>
                <a:ext uri="{FF2B5EF4-FFF2-40B4-BE49-F238E27FC236}">
                  <a16:creationId xmlns:a16="http://schemas.microsoft.com/office/drawing/2014/main" id="{4B148945-D170-078B-BB1B-B60028F7972D}"/>
                </a:ext>
              </a:extLst>
            </p:cNvPr>
            <p:cNvSpPr txBox="1"/>
            <p:nvPr/>
          </p:nvSpPr>
          <p:spPr>
            <a:xfrm>
              <a:off x="381011" y="1338868"/>
              <a:ext cx="2394902" cy="277041"/>
            </a:xfrm>
            <a:prstGeom prst="rect">
              <a:avLst/>
            </a:prstGeom>
            <a:solidFill>
              <a:schemeClr val="accent2"/>
            </a:solidFill>
          </p:spPr>
          <p:txBody>
            <a:bodyPr wrap="square">
              <a:spAutoFit/>
            </a:bodyPr>
            <a:lstStyle/>
            <a:p>
              <a:pPr algn="ctr"/>
              <a:r>
                <a:rPr lang="fr-FR" sz="2100">
                  <a:solidFill>
                    <a:schemeClr val="bg1"/>
                  </a:solidFill>
                  <a:latin typeface="+mj-lt"/>
                </a:rPr>
                <a:t>Niveau maîtrise du poste</a:t>
              </a:r>
            </a:p>
          </p:txBody>
        </p:sp>
        <p:sp>
          <p:nvSpPr>
            <p:cNvPr id="10" name="Triangle rectangle 8">
              <a:extLst>
                <a:ext uri="{FF2B5EF4-FFF2-40B4-BE49-F238E27FC236}">
                  <a16:creationId xmlns:a16="http://schemas.microsoft.com/office/drawing/2014/main" id="{4C6A9C2E-F44C-0D22-FA17-2B9F610394BD}"/>
                </a:ext>
              </a:extLst>
            </p:cNvPr>
            <p:cNvSpPr/>
            <p:nvPr/>
          </p:nvSpPr>
          <p:spPr>
            <a:xfrm rot="16200000" flipH="1">
              <a:off x="404481" y="1623176"/>
              <a:ext cx="45719" cy="92659"/>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grpSp>
        <p:nvGrpSpPr>
          <p:cNvPr id="11" name="Group 13">
            <a:extLst>
              <a:ext uri="{FF2B5EF4-FFF2-40B4-BE49-F238E27FC236}">
                <a16:creationId xmlns:a16="http://schemas.microsoft.com/office/drawing/2014/main" id="{54B366CF-FA68-A1FF-CF41-93870B7BE78D}"/>
              </a:ext>
            </a:extLst>
          </p:cNvPr>
          <p:cNvGrpSpPr/>
          <p:nvPr userDrawn="1"/>
        </p:nvGrpSpPr>
        <p:grpSpPr>
          <a:xfrm>
            <a:off x="4966238" y="2441155"/>
            <a:ext cx="3036287" cy="530164"/>
            <a:chOff x="381010" y="1338868"/>
            <a:chExt cx="2024191" cy="353497"/>
          </a:xfrm>
        </p:grpSpPr>
        <p:sp>
          <p:nvSpPr>
            <p:cNvPr id="12" name="ZoneTexte 7">
              <a:extLst>
                <a:ext uri="{FF2B5EF4-FFF2-40B4-BE49-F238E27FC236}">
                  <a16:creationId xmlns:a16="http://schemas.microsoft.com/office/drawing/2014/main" id="{C9064E96-C02C-B010-1083-0F043E578A9C}"/>
                </a:ext>
              </a:extLst>
            </p:cNvPr>
            <p:cNvSpPr txBox="1"/>
            <p:nvPr/>
          </p:nvSpPr>
          <p:spPr>
            <a:xfrm>
              <a:off x="381010" y="1338868"/>
              <a:ext cx="2024191" cy="277041"/>
            </a:xfrm>
            <a:prstGeom prst="rect">
              <a:avLst/>
            </a:prstGeom>
            <a:solidFill>
              <a:schemeClr val="accent3"/>
            </a:solidFill>
          </p:spPr>
          <p:txBody>
            <a:bodyPr wrap="square">
              <a:spAutoFit/>
            </a:bodyPr>
            <a:lstStyle/>
            <a:p>
              <a:pPr algn="ctr"/>
              <a:r>
                <a:rPr lang="fr-FR" sz="2100">
                  <a:solidFill>
                    <a:schemeClr val="bg1"/>
                  </a:solidFill>
                  <a:latin typeface="+mj-lt"/>
                </a:rPr>
                <a:t>Potentiel d’évolution</a:t>
              </a:r>
            </a:p>
          </p:txBody>
        </p:sp>
        <p:sp>
          <p:nvSpPr>
            <p:cNvPr id="13" name="Triangle rectangle 8">
              <a:extLst>
                <a:ext uri="{FF2B5EF4-FFF2-40B4-BE49-F238E27FC236}">
                  <a16:creationId xmlns:a16="http://schemas.microsoft.com/office/drawing/2014/main" id="{AE3A5B6C-D02C-EB19-D94D-6DFA08D3C3C1}"/>
                </a:ext>
              </a:extLst>
            </p:cNvPr>
            <p:cNvSpPr/>
            <p:nvPr/>
          </p:nvSpPr>
          <p:spPr>
            <a:xfrm rot="16200000" flipH="1">
              <a:off x="404481" y="1623176"/>
              <a:ext cx="45719" cy="92659"/>
            </a:xfrm>
            <a:prstGeom prst="r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sp>
        <p:nvSpPr>
          <p:cNvPr id="14" name="ZoneTexte 13">
            <a:extLst>
              <a:ext uri="{FF2B5EF4-FFF2-40B4-BE49-F238E27FC236}">
                <a16:creationId xmlns:a16="http://schemas.microsoft.com/office/drawing/2014/main" id="{393F4DA5-54F7-FAF3-C40F-52629DF88A5D}"/>
              </a:ext>
            </a:extLst>
          </p:cNvPr>
          <p:cNvSpPr txBox="1"/>
          <p:nvPr userDrawn="1"/>
        </p:nvSpPr>
        <p:spPr>
          <a:xfrm>
            <a:off x="569996" y="5127081"/>
            <a:ext cx="4547361" cy="923330"/>
          </a:xfrm>
          <a:prstGeom prst="rect">
            <a:avLst/>
          </a:prstGeom>
          <a:noFill/>
        </p:spPr>
        <p:txBody>
          <a:bodyPr wrap="square">
            <a:spAutoFit/>
          </a:bodyPr>
          <a:lstStyle/>
          <a:p>
            <a:pPr marL="0" algn="ctr" defTabSz="1371417" rtl="0" eaLnBrk="1" latinLnBrk="0" hangingPunct="1"/>
            <a:r>
              <a:rPr lang="fr-FR" sz="2700" b="1" kern="1200">
                <a:gradFill>
                  <a:gsLst>
                    <a:gs pos="0">
                      <a:schemeClr val="bg2"/>
                    </a:gs>
                    <a:gs pos="100000">
                      <a:schemeClr val="tx2"/>
                    </a:gs>
                  </a:gsLst>
                  <a:lin ang="1800000" scaled="0"/>
                </a:gradFill>
                <a:latin typeface="+mj-lt"/>
                <a:ea typeface="+mn-ea"/>
                <a:cs typeface="+mn-cs"/>
              </a:rPr>
              <a:t>3</a:t>
            </a:r>
          </a:p>
          <a:p>
            <a:pPr algn="ctr"/>
            <a:r>
              <a:rPr lang="fr-FR" sz="1350">
                <a:solidFill>
                  <a:schemeClr val="accent1"/>
                </a:solidFill>
              </a:rPr>
              <a:t>Le collaborateur dépasse les attentes</a:t>
            </a:r>
            <a:br>
              <a:rPr lang="fr-FR" sz="1350">
                <a:solidFill>
                  <a:schemeClr val="accent1"/>
                </a:solidFill>
              </a:rPr>
            </a:br>
            <a:r>
              <a:rPr lang="fr-FR" sz="1350">
                <a:solidFill>
                  <a:schemeClr val="accent1"/>
                </a:solidFill>
              </a:rPr>
              <a:t>du poste. C’est une référence dans l’équipe</a:t>
            </a:r>
          </a:p>
        </p:txBody>
      </p:sp>
      <p:sp>
        <p:nvSpPr>
          <p:cNvPr id="18" name="ZoneTexte 17">
            <a:extLst>
              <a:ext uri="{FF2B5EF4-FFF2-40B4-BE49-F238E27FC236}">
                <a16:creationId xmlns:a16="http://schemas.microsoft.com/office/drawing/2014/main" id="{B092FDA2-AD27-2DD1-9ACD-3F2F486B0B04}"/>
              </a:ext>
            </a:extLst>
          </p:cNvPr>
          <p:cNvSpPr txBox="1"/>
          <p:nvPr userDrawn="1"/>
        </p:nvSpPr>
        <p:spPr>
          <a:xfrm>
            <a:off x="569996" y="6551195"/>
            <a:ext cx="4547361" cy="923330"/>
          </a:xfrm>
          <a:prstGeom prst="rect">
            <a:avLst/>
          </a:prstGeom>
          <a:noFill/>
        </p:spPr>
        <p:txBody>
          <a:bodyPr wrap="square">
            <a:spAutoFit/>
          </a:bodyPr>
          <a:lstStyle/>
          <a:p>
            <a:pPr marL="0" algn="ctr" defTabSz="1371417" rtl="0" eaLnBrk="1" latinLnBrk="0" hangingPunct="1"/>
            <a:r>
              <a:rPr lang="fr-FR" sz="2700" b="1" kern="1200">
                <a:gradFill>
                  <a:gsLst>
                    <a:gs pos="0">
                      <a:schemeClr val="bg2"/>
                    </a:gs>
                    <a:gs pos="100000">
                      <a:schemeClr val="tx2"/>
                    </a:gs>
                  </a:gsLst>
                  <a:lin ang="1800000" scaled="0"/>
                </a:gradFill>
                <a:latin typeface="+mj-lt"/>
                <a:ea typeface="+mn-ea"/>
                <a:cs typeface="+mn-cs"/>
              </a:rPr>
              <a:t>2</a:t>
            </a:r>
          </a:p>
          <a:p>
            <a:pPr algn="ctr"/>
            <a:r>
              <a:rPr lang="fr-FR" sz="1350">
                <a:solidFill>
                  <a:schemeClr val="accent1"/>
                </a:solidFill>
              </a:rPr>
              <a:t>Le collaborateur répond aux attentes</a:t>
            </a:r>
            <a:br>
              <a:rPr lang="fr-FR" sz="1350">
                <a:solidFill>
                  <a:schemeClr val="accent1"/>
                </a:solidFill>
              </a:rPr>
            </a:br>
            <a:r>
              <a:rPr lang="fr-FR" sz="1350">
                <a:solidFill>
                  <a:schemeClr val="accent1"/>
                </a:solidFill>
              </a:rPr>
              <a:t>du poste et occupe son poste en toute autonomie </a:t>
            </a:r>
          </a:p>
        </p:txBody>
      </p:sp>
      <p:sp>
        <p:nvSpPr>
          <p:cNvPr id="19" name="ZoneTexte 18">
            <a:extLst>
              <a:ext uri="{FF2B5EF4-FFF2-40B4-BE49-F238E27FC236}">
                <a16:creationId xmlns:a16="http://schemas.microsoft.com/office/drawing/2014/main" id="{AF26264F-FBF5-52CF-A2D3-F7F97584920A}"/>
              </a:ext>
            </a:extLst>
          </p:cNvPr>
          <p:cNvSpPr txBox="1"/>
          <p:nvPr userDrawn="1"/>
        </p:nvSpPr>
        <p:spPr>
          <a:xfrm>
            <a:off x="569996" y="7952631"/>
            <a:ext cx="4547361" cy="923330"/>
          </a:xfrm>
          <a:prstGeom prst="rect">
            <a:avLst/>
          </a:prstGeom>
          <a:noFill/>
        </p:spPr>
        <p:txBody>
          <a:bodyPr wrap="square">
            <a:spAutoFit/>
          </a:bodyPr>
          <a:lstStyle/>
          <a:p>
            <a:pPr marL="0" algn="ctr" defTabSz="1371417" rtl="0" eaLnBrk="1" latinLnBrk="0" hangingPunct="1"/>
            <a:r>
              <a:rPr lang="fr-FR" sz="2700" b="1" kern="1200">
                <a:gradFill>
                  <a:gsLst>
                    <a:gs pos="0">
                      <a:schemeClr val="bg2"/>
                    </a:gs>
                    <a:gs pos="100000">
                      <a:schemeClr val="tx2"/>
                    </a:gs>
                  </a:gsLst>
                  <a:lin ang="1800000" scaled="0"/>
                </a:gradFill>
                <a:latin typeface="+mj-lt"/>
                <a:ea typeface="+mn-ea"/>
                <a:cs typeface="+mn-cs"/>
              </a:rPr>
              <a:t>1</a:t>
            </a:r>
          </a:p>
          <a:p>
            <a:pPr algn="ctr"/>
            <a:r>
              <a:rPr lang="fr-FR" sz="1350">
                <a:solidFill>
                  <a:schemeClr val="accent1"/>
                </a:solidFill>
              </a:rPr>
              <a:t>Le collaborateur est en deçà des attentes</a:t>
            </a:r>
            <a:br>
              <a:rPr lang="fr-FR" sz="1350">
                <a:solidFill>
                  <a:schemeClr val="accent1"/>
                </a:solidFill>
              </a:rPr>
            </a:br>
            <a:r>
              <a:rPr lang="fr-FR" sz="1350">
                <a:solidFill>
                  <a:schemeClr val="accent1"/>
                </a:solidFill>
              </a:rPr>
              <a:t>sur son poste et/ ou n’est pas autonome sur son poste</a:t>
            </a:r>
          </a:p>
        </p:txBody>
      </p:sp>
      <p:cxnSp>
        <p:nvCxnSpPr>
          <p:cNvPr id="22" name="Connecteur droit 21">
            <a:extLst>
              <a:ext uri="{FF2B5EF4-FFF2-40B4-BE49-F238E27FC236}">
                <a16:creationId xmlns:a16="http://schemas.microsoft.com/office/drawing/2014/main" id="{1ED7EE43-45DA-49CF-0C1C-FD56A68DC206}"/>
              </a:ext>
            </a:extLst>
          </p:cNvPr>
          <p:cNvCxnSpPr>
            <a:cxnSpLocks/>
          </p:cNvCxnSpPr>
          <p:nvPr userDrawn="1"/>
        </p:nvCxnSpPr>
        <p:spPr>
          <a:xfrm>
            <a:off x="826698" y="6369771"/>
            <a:ext cx="3901965"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BC8FDF4B-9987-733A-E7BE-36F08E787AB8}"/>
              </a:ext>
            </a:extLst>
          </p:cNvPr>
          <p:cNvCxnSpPr>
            <a:cxnSpLocks/>
          </p:cNvCxnSpPr>
          <p:nvPr userDrawn="1"/>
        </p:nvCxnSpPr>
        <p:spPr>
          <a:xfrm>
            <a:off x="826698" y="7771204"/>
            <a:ext cx="3901965"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357F95A3-D3FC-B239-76AB-0D61C50E07AB}"/>
              </a:ext>
            </a:extLst>
          </p:cNvPr>
          <p:cNvCxnSpPr>
            <a:cxnSpLocks/>
          </p:cNvCxnSpPr>
          <p:nvPr userDrawn="1"/>
        </p:nvCxnSpPr>
        <p:spPr>
          <a:xfrm>
            <a:off x="5243133" y="6369771"/>
            <a:ext cx="11321574"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71E004B3-C44F-C08C-A1F0-F2C6E78C2016}"/>
              </a:ext>
            </a:extLst>
          </p:cNvPr>
          <p:cNvCxnSpPr>
            <a:cxnSpLocks/>
          </p:cNvCxnSpPr>
          <p:nvPr userDrawn="1"/>
        </p:nvCxnSpPr>
        <p:spPr>
          <a:xfrm>
            <a:off x="5243133" y="7827850"/>
            <a:ext cx="11321574"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30" name="ZoneTexte 29">
            <a:extLst>
              <a:ext uri="{FF2B5EF4-FFF2-40B4-BE49-F238E27FC236}">
                <a16:creationId xmlns:a16="http://schemas.microsoft.com/office/drawing/2014/main" id="{533334D4-7D5E-BED8-43F8-39B16024231B}"/>
              </a:ext>
            </a:extLst>
          </p:cNvPr>
          <p:cNvSpPr txBox="1"/>
          <p:nvPr userDrawn="1"/>
        </p:nvSpPr>
        <p:spPr>
          <a:xfrm>
            <a:off x="5117357" y="3095473"/>
            <a:ext cx="3874950" cy="1131079"/>
          </a:xfrm>
          <a:prstGeom prst="rect">
            <a:avLst/>
          </a:prstGeom>
          <a:noFill/>
        </p:spPr>
        <p:txBody>
          <a:bodyPr wrap="square">
            <a:spAutoFit/>
          </a:bodyPr>
          <a:lstStyle/>
          <a:p>
            <a:pPr algn="ctr"/>
            <a:r>
              <a:rPr lang="fr-FR" sz="2700" b="1">
                <a:gradFill>
                  <a:gsLst>
                    <a:gs pos="0">
                      <a:schemeClr val="bg2"/>
                    </a:gs>
                    <a:gs pos="100000">
                      <a:schemeClr val="tx2"/>
                    </a:gs>
                  </a:gsLst>
                  <a:lin ang="1800000" scaled="0"/>
                </a:gradFill>
                <a:latin typeface="+mj-lt"/>
              </a:rPr>
              <a:t>1</a:t>
            </a:r>
          </a:p>
          <a:p>
            <a:pPr algn="ctr"/>
            <a:r>
              <a:rPr lang="fr-FR" sz="1350">
                <a:solidFill>
                  <a:schemeClr val="accent1"/>
                </a:solidFill>
              </a:rPr>
              <a:t>La personne ne démontre pas de</a:t>
            </a:r>
            <a:br>
              <a:rPr lang="fr-FR" sz="1350">
                <a:solidFill>
                  <a:schemeClr val="accent1"/>
                </a:solidFill>
              </a:rPr>
            </a:br>
            <a:r>
              <a:rPr lang="fr-FR" sz="1350">
                <a:solidFill>
                  <a:schemeClr val="accent1"/>
                </a:solidFill>
              </a:rPr>
              <a:t>potentiel d’évolution au delà de son domaine d’expertise et son périmètre</a:t>
            </a:r>
          </a:p>
        </p:txBody>
      </p:sp>
      <p:grpSp>
        <p:nvGrpSpPr>
          <p:cNvPr id="33" name="Groupe 32">
            <a:extLst>
              <a:ext uri="{FF2B5EF4-FFF2-40B4-BE49-F238E27FC236}">
                <a16:creationId xmlns:a16="http://schemas.microsoft.com/office/drawing/2014/main" id="{E9488A02-D324-BC87-E311-88C51382618A}"/>
              </a:ext>
            </a:extLst>
          </p:cNvPr>
          <p:cNvGrpSpPr/>
          <p:nvPr userDrawn="1"/>
        </p:nvGrpSpPr>
        <p:grpSpPr>
          <a:xfrm>
            <a:off x="8992309" y="4965938"/>
            <a:ext cx="3888497" cy="1281365"/>
            <a:chOff x="5994872" y="3144572"/>
            <a:chExt cx="2592331" cy="1121921"/>
          </a:xfrm>
        </p:grpSpPr>
        <p:cxnSp>
          <p:nvCxnSpPr>
            <p:cNvPr id="34" name="Connecteur droit 33">
              <a:extLst>
                <a:ext uri="{FF2B5EF4-FFF2-40B4-BE49-F238E27FC236}">
                  <a16:creationId xmlns:a16="http://schemas.microsoft.com/office/drawing/2014/main" id="{60DB528C-B6FA-921A-339C-404F2F726AC9}"/>
                </a:ext>
              </a:extLst>
            </p:cNvPr>
            <p:cNvCxnSpPr>
              <a:cxnSpLocks/>
            </p:cNvCxnSpPr>
            <p:nvPr/>
          </p:nvCxnSpPr>
          <p:spPr>
            <a:xfrm rot="5400000">
              <a:off x="5433911" y="3705533"/>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C830A6F9-9129-5781-576C-42290ACAA677}"/>
                </a:ext>
              </a:extLst>
            </p:cNvPr>
            <p:cNvCxnSpPr>
              <a:cxnSpLocks/>
            </p:cNvCxnSpPr>
            <p:nvPr/>
          </p:nvCxnSpPr>
          <p:spPr>
            <a:xfrm rot="5400000">
              <a:off x="8026242" y="3705533"/>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grpSp>
      <p:grpSp>
        <p:nvGrpSpPr>
          <p:cNvPr id="36" name="Groupe 35">
            <a:extLst>
              <a:ext uri="{FF2B5EF4-FFF2-40B4-BE49-F238E27FC236}">
                <a16:creationId xmlns:a16="http://schemas.microsoft.com/office/drawing/2014/main" id="{25A4BC1B-5146-90D4-0869-D2B7F4EFEA9B}"/>
              </a:ext>
            </a:extLst>
          </p:cNvPr>
          <p:cNvGrpSpPr/>
          <p:nvPr userDrawn="1"/>
        </p:nvGrpSpPr>
        <p:grpSpPr>
          <a:xfrm>
            <a:off x="8992309" y="6492237"/>
            <a:ext cx="3888497" cy="1213149"/>
            <a:chOff x="5994872" y="3144572"/>
            <a:chExt cx="2592331" cy="1121921"/>
          </a:xfrm>
        </p:grpSpPr>
        <p:cxnSp>
          <p:nvCxnSpPr>
            <p:cNvPr id="37" name="Connecteur droit 36">
              <a:extLst>
                <a:ext uri="{FF2B5EF4-FFF2-40B4-BE49-F238E27FC236}">
                  <a16:creationId xmlns:a16="http://schemas.microsoft.com/office/drawing/2014/main" id="{7B6A8FF4-C8E7-9F63-58F3-03DA76B0DA98}"/>
                </a:ext>
              </a:extLst>
            </p:cNvPr>
            <p:cNvCxnSpPr>
              <a:cxnSpLocks/>
            </p:cNvCxnSpPr>
            <p:nvPr/>
          </p:nvCxnSpPr>
          <p:spPr>
            <a:xfrm rot="5400000">
              <a:off x="5433911" y="3705533"/>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9325966C-97BE-D7F2-63DD-52640429FC20}"/>
                </a:ext>
              </a:extLst>
            </p:cNvPr>
            <p:cNvCxnSpPr>
              <a:cxnSpLocks/>
            </p:cNvCxnSpPr>
            <p:nvPr/>
          </p:nvCxnSpPr>
          <p:spPr>
            <a:xfrm rot="5400000">
              <a:off x="8026242" y="3705533"/>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grpSp>
      <p:grpSp>
        <p:nvGrpSpPr>
          <p:cNvPr id="39" name="Groupe 38">
            <a:extLst>
              <a:ext uri="{FF2B5EF4-FFF2-40B4-BE49-F238E27FC236}">
                <a16:creationId xmlns:a16="http://schemas.microsoft.com/office/drawing/2014/main" id="{662A9E9E-B2FD-4BEF-F9B8-1125DF850A22}"/>
              </a:ext>
            </a:extLst>
          </p:cNvPr>
          <p:cNvGrpSpPr/>
          <p:nvPr userDrawn="1"/>
        </p:nvGrpSpPr>
        <p:grpSpPr>
          <a:xfrm>
            <a:off x="8992307" y="7973631"/>
            <a:ext cx="3888497" cy="1061665"/>
            <a:chOff x="5994872" y="3144572"/>
            <a:chExt cx="2592331" cy="1121921"/>
          </a:xfrm>
        </p:grpSpPr>
        <p:cxnSp>
          <p:nvCxnSpPr>
            <p:cNvPr id="40" name="Connecteur droit 39">
              <a:extLst>
                <a:ext uri="{FF2B5EF4-FFF2-40B4-BE49-F238E27FC236}">
                  <a16:creationId xmlns:a16="http://schemas.microsoft.com/office/drawing/2014/main" id="{D2B2C1C8-D760-C975-B922-D442816CBB10}"/>
                </a:ext>
              </a:extLst>
            </p:cNvPr>
            <p:cNvCxnSpPr>
              <a:cxnSpLocks/>
            </p:cNvCxnSpPr>
            <p:nvPr/>
          </p:nvCxnSpPr>
          <p:spPr>
            <a:xfrm rot="5400000">
              <a:off x="5433911" y="3705533"/>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325D4076-6FB5-C570-7586-349213B6F7ED}"/>
                </a:ext>
              </a:extLst>
            </p:cNvPr>
            <p:cNvCxnSpPr>
              <a:cxnSpLocks/>
            </p:cNvCxnSpPr>
            <p:nvPr/>
          </p:nvCxnSpPr>
          <p:spPr>
            <a:xfrm rot="5400000">
              <a:off x="8026242" y="3705533"/>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grpSp>
      <p:sp>
        <p:nvSpPr>
          <p:cNvPr id="42" name="ZoneTexte 41">
            <a:extLst>
              <a:ext uri="{FF2B5EF4-FFF2-40B4-BE49-F238E27FC236}">
                <a16:creationId xmlns:a16="http://schemas.microsoft.com/office/drawing/2014/main" id="{270B94A6-77E9-CB75-B6FF-92F24EF43E5E}"/>
              </a:ext>
            </a:extLst>
          </p:cNvPr>
          <p:cNvSpPr txBox="1"/>
          <p:nvPr userDrawn="1"/>
        </p:nvSpPr>
        <p:spPr>
          <a:xfrm>
            <a:off x="9175216" y="3095473"/>
            <a:ext cx="3522683" cy="1131079"/>
          </a:xfrm>
          <a:prstGeom prst="rect">
            <a:avLst/>
          </a:prstGeom>
          <a:noFill/>
        </p:spPr>
        <p:txBody>
          <a:bodyPr wrap="square">
            <a:spAutoFit/>
          </a:bodyPr>
          <a:lstStyle/>
          <a:p>
            <a:pPr marL="0" algn="ctr" defTabSz="1371417" rtl="0" eaLnBrk="1" latinLnBrk="0" hangingPunct="1"/>
            <a:r>
              <a:rPr lang="fr-FR" sz="2700" b="1" kern="1200">
                <a:gradFill>
                  <a:gsLst>
                    <a:gs pos="0">
                      <a:schemeClr val="bg2"/>
                    </a:gs>
                    <a:gs pos="100000">
                      <a:schemeClr val="tx2"/>
                    </a:gs>
                  </a:gsLst>
                  <a:lin ang="1800000" scaled="0"/>
                </a:gradFill>
                <a:latin typeface="+mj-lt"/>
                <a:ea typeface="+mn-ea"/>
                <a:cs typeface="+mn-cs"/>
              </a:rPr>
              <a:t>2</a:t>
            </a:r>
          </a:p>
          <a:p>
            <a:pPr algn="ctr"/>
            <a:r>
              <a:rPr lang="fr-FR" sz="1350">
                <a:solidFill>
                  <a:schemeClr val="accent1"/>
                </a:solidFill>
              </a:rPr>
              <a:t>La personne est capable d’élargir son périmètre dans son métier ou d’évoluer sur un poste de même niveau de complexité.</a:t>
            </a:r>
          </a:p>
        </p:txBody>
      </p:sp>
      <p:sp>
        <p:nvSpPr>
          <p:cNvPr id="43" name="ZoneTexte 42">
            <a:extLst>
              <a:ext uri="{FF2B5EF4-FFF2-40B4-BE49-F238E27FC236}">
                <a16:creationId xmlns:a16="http://schemas.microsoft.com/office/drawing/2014/main" id="{3F1B4B8B-6282-F96F-EC3E-3559D6D431F9}"/>
              </a:ext>
            </a:extLst>
          </p:cNvPr>
          <p:cNvSpPr txBox="1"/>
          <p:nvPr userDrawn="1"/>
        </p:nvSpPr>
        <p:spPr>
          <a:xfrm>
            <a:off x="12880805" y="3095474"/>
            <a:ext cx="3874950" cy="1338828"/>
          </a:xfrm>
          <a:prstGeom prst="rect">
            <a:avLst/>
          </a:prstGeom>
          <a:noFill/>
        </p:spPr>
        <p:txBody>
          <a:bodyPr wrap="square">
            <a:spAutoFit/>
          </a:bodyPr>
          <a:lstStyle/>
          <a:p>
            <a:pPr marL="0" algn="ctr" defTabSz="1371417" rtl="0" eaLnBrk="1" latinLnBrk="0" hangingPunct="1"/>
            <a:r>
              <a:rPr lang="fr-FR" sz="2700" b="1" kern="1200">
                <a:gradFill>
                  <a:gsLst>
                    <a:gs pos="0">
                      <a:schemeClr val="bg2"/>
                    </a:gs>
                    <a:gs pos="100000">
                      <a:schemeClr val="tx2"/>
                    </a:gs>
                  </a:gsLst>
                  <a:lin ang="1800000" scaled="0"/>
                </a:gradFill>
                <a:latin typeface="+mj-lt"/>
                <a:ea typeface="+mn-ea"/>
                <a:cs typeface="+mn-cs"/>
              </a:rPr>
              <a:t>3</a:t>
            </a:r>
          </a:p>
          <a:p>
            <a:pPr algn="ctr"/>
            <a:r>
              <a:rPr lang="fr-FR" sz="1350">
                <a:solidFill>
                  <a:schemeClr val="accent1"/>
                </a:solidFill>
              </a:rPr>
              <a:t>La personne démontre clairement</a:t>
            </a:r>
            <a:br>
              <a:rPr lang="fr-FR" sz="1350">
                <a:solidFill>
                  <a:schemeClr val="accent1"/>
                </a:solidFill>
              </a:rPr>
            </a:br>
            <a:r>
              <a:rPr lang="fr-FR" sz="1350">
                <a:solidFill>
                  <a:schemeClr val="accent1"/>
                </a:solidFill>
              </a:rPr>
              <a:t>un potentiel d’évolution hiérarchique à N+2</a:t>
            </a:r>
          </a:p>
          <a:p>
            <a:pPr algn="ctr"/>
            <a:r>
              <a:rPr lang="fr-FR" sz="1350">
                <a:solidFill>
                  <a:schemeClr val="accent1"/>
                </a:solidFill>
              </a:rPr>
              <a:t>Elle est prête à occuper un poste de niveau de complexité supérieur, en dehors de son périmètre</a:t>
            </a:r>
          </a:p>
        </p:txBody>
      </p:sp>
      <p:sp>
        <p:nvSpPr>
          <p:cNvPr id="44" name="Espace réservé du texte 6">
            <a:extLst>
              <a:ext uri="{FF2B5EF4-FFF2-40B4-BE49-F238E27FC236}">
                <a16:creationId xmlns:a16="http://schemas.microsoft.com/office/drawing/2014/main" id="{7279542B-41E2-B750-40B2-32BB43545907}"/>
              </a:ext>
            </a:extLst>
          </p:cNvPr>
          <p:cNvSpPr>
            <a:spLocks noGrp="1"/>
          </p:cNvSpPr>
          <p:nvPr>
            <p:ph type="body" sz="quarter" idx="14" hasCustomPrompt="1"/>
          </p:nvPr>
        </p:nvSpPr>
        <p:spPr>
          <a:xfrm>
            <a:off x="5440458" y="5202241"/>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45" name="Espace réservé du texte 6">
            <a:extLst>
              <a:ext uri="{FF2B5EF4-FFF2-40B4-BE49-F238E27FC236}">
                <a16:creationId xmlns:a16="http://schemas.microsoft.com/office/drawing/2014/main" id="{B69532A8-FA85-9812-973F-16AA852E3A49}"/>
              </a:ext>
            </a:extLst>
          </p:cNvPr>
          <p:cNvSpPr>
            <a:spLocks noGrp="1"/>
          </p:cNvSpPr>
          <p:nvPr>
            <p:ph type="body" sz="quarter" idx="15" hasCustomPrompt="1"/>
          </p:nvPr>
        </p:nvSpPr>
        <p:spPr>
          <a:xfrm>
            <a:off x="9330455" y="5202241"/>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46" name="Espace réservé du texte 6">
            <a:extLst>
              <a:ext uri="{FF2B5EF4-FFF2-40B4-BE49-F238E27FC236}">
                <a16:creationId xmlns:a16="http://schemas.microsoft.com/office/drawing/2014/main" id="{879200D0-8C32-DD7F-ED7F-A3621570EFB0}"/>
              </a:ext>
            </a:extLst>
          </p:cNvPr>
          <p:cNvSpPr>
            <a:spLocks noGrp="1"/>
          </p:cNvSpPr>
          <p:nvPr>
            <p:ph type="body" sz="quarter" idx="18" hasCustomPrompt="1"/>
          </p:nvPr>
        </p:nvSpPr>
        <p:spPr>
          <a:xfrm>
            <a:off x="13220451" y="5202241"/>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47" name="Espace réservé du texte 6">
            <a:extLst>
              <a:ext uri="{FF2B5EF4-FFF2-40B4-BE49-F238E27FC236}">
                <a16:creationId xmlns:a16="http://schemas.microsoft.com/office/drawing/2014/main" id="{780AD327-21B5-49E6-32CF-97BD90369A04}"/>
              </a:ext>
            </a:extLst>
          </p:cNvPr>
          <p:cNvSpPr>
            <a:spLocks noGrp="1"/>
          </p:cNvSpPr>
          <p:nvPr>
            <p:ph type="body" sz="quarter" idx="19" hasCustomPrompt="1"/>
          </p:nvPr>
        </p:nvSpPr>
        <p:spPr>
          <a:xfrm>
            <a:off x="5440458" y="6626355"/>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48" name="Espace réservé du texte 6">
            <a:extLst>
              <a:ext uri="{FF2B5EF4-FFF2-40B4-BE49-F238E27FC236}">
                <a16:creationId xmlns:a16="http://schemas.microsoft.com/office/drawing/2014/main" id="{10850CE7-047F-D068-39C5-6B4DC63359DC}"/>
              </a:ext>
            </a:extLst>
          </p:cNvPr>
          <p:cNvSpPr>
            <a:spLocks noGrp="1"/>
          </p:cNvSpPr>
          <p:nvPr>
            <p:ph type="body" sz="quarter" idx="20" hasCustomPrompt="1"/>
          </p:nvPr>
        </p:nvSpPr>
        <p:spPr>
          <a:xfrm>
            <a:off x="9330455" y="6626355"/>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49" name="Espace réservé du texte 6">
            <a:extLst>
              <a:ext uri="{FF2B5EF4-FFF2-40B4-BE49-F238E27FC236}">
                <a16:creationId xmlns:a16="http://schemas.microsoft.com/office/drawing/2014/main" id="{CD2AEBF8-C9DC-26E3-18A9-4405D621FA2A}"/>
              </a:ext>
            </a:extLst>
          </p:cNvPr>
          <p:cNvSpPr>
            <a:spLocks noGrp="1"/>
          </p:cNvSpPr>
          <p:nvPr>
            <p:ph type="body" sz="quarter" idx="21" hasCustomPrompt="1"/>
          </p:nvPr>
        </p:nvSpPr>
        <p:spPr>
          <a:xfrm>
            <a:off x="13220451" y="6626355"/>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50" name="Espace réservé du texte 6">
            <a:extLst>
              <a:ext uri="{FF2B5EF4-FFF2-40B4-BE49-F238E27FC236}">
                <a16:creationId xmlns:a16="http://schemas.microsoft.com/office/drawing/2014/main" id="{2A03491A-8AF1-EEAA-CFE3-8395C786E9D4}"/>
              </a:ext>
            </a:extLst>
          </p:cNvPr>
          <p:cNvSpPr>
            <a:spLocks noGrp="1"/>
          </p:cNvSpPr>
          <p:nvPr>
            <p:ph type="body" sz="quarter" idx="22" hasCustomPrompt="1"/>
          </p:nvPr>
        </p:nvSpPr>
        <p:spPr>
          <a:xfrm>
            <a:off x="5440458" y="8027792"/>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51" name="Espace réservé du texte 6">
            <a:extLst>
              <a:ext uri="{FF2B5EF4-FFF2-40B4-BE49-F238E27FC236}">
                <a16:creationId xmlns:a16="http://schemas.microsoft.com/office/drawing/2014/main" id="{6D402AFD-B92E-E7F3-DC2B-AB09DDADFC62}"/>
              </a:ext>
            </a:extLst>
          </p:cNvPr>
          <p:cNvSpPr>
            <a:spLocks noGrp="1"/>
          </p:cNvSpPr>
          <p:nvPr>
            <p:ph type="body" sz="quarter" idx="23" hasCustomPrompt="1"/>
          </p:nvPr>
        </p:nvSpPr>
        <p:spPr>
          <a:xfrm>
            <a:off x="9330455" y="8027792"/>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52" name="Espace réservé du texte 6">
            <a:extLst>
              <a:ext uri="{FF2B5EF4-FFF2-40B4-BE49-F238E27FC236}">
                <a16:creationId xmlns:a16="http://schemas.microsoft.com/office/drawing/2014/main" id="{D72634EB-E644-1930-218B-1922FA34C00B}"/>
              </a:ext>
            </a:extLst>
          </p:cNvPr>
          <p:cNvSpPr>
            <a:spLocks noGrp="1"/>
          </p:cNvSpPr>
          <p:nvPr>
            <p:ph type="body" sz="quarter" idx="24" hasCustomPrompt="1"/>
          </p:nvPr>
        </p:nvSpPr>
        <p:spPr>
          <a:xfrm>
            <a:off x="13220451" y="8027792"/>
            <a:ext cx="3213702" cy="819024"/>
          </a:xfrm>
        </p:spPr>
        <p:txBody>
          <a:bodyPr anchor="ctr">
            <a:normAutofit/>
          </a:bodyPr>
          <a:lstStyle>
            <a:lvl1pPr marL="0" indent="0" algn="ctr">
              <a:buNone/>
              <a:defRPr sz="2400">
                <a:latin typeface="+mj-lt"/>
              </a:defRPr>
            </a:lvl1pPr>
          </a:lstStyle>
          <a:p>
            <a:pPr lvl="0"/>
            <a:r>
              <a:rPr lang="fr-FR"/>
              <a:t>À compléter</a:t>
            </a:r>
          </a:p>
        </p:txBody>
      </p:sp>
    </p:spTree>
    <p:custDataLst>
      <p:tags r:id="rId1"/>
    </p:custDataLst>
    <p:extLst>
      <p:ext uri="{BB962C8B-B14F-4D97-AF65-F5344CB8AC3E}">
        <p14:creationId xmlns:p14="http://schemas.microsoft.com/office/powerpoint/2010/main" val="24569540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0_ Text | title subtitle only">
    <p:spTree>
      <p:nvGrpSpPr>
        <p:cNvPr id="1" name=""/>
        <p:cNvGrpSpPr/>
        <p:nvPr/>
      </p:nvGrpSpPr>
      <p:grpSpPr>
        <a:xfrm>
          <a:off x="0" y="0"/>
          <a:ext cx="0" cy="0"/>
          <a:chOff x="0" y="0"/>
          <a:chExt cx="0" cy="0"/>
        </a:xfrm>
      </p:grpSpPr>
      <p:sp>
        <p:nvSpPr>
          <p:cNvPr id="3" name="Espace réservé du graphique 4">
            <a:extLst>
              <a:ext uri="{FF2B5EF4-FFF2-40B4-BE49-F238E27FC236}">
                <a16:creationId xmlns:a16="http://schemas.microsoft.com/office/drawing/2014/main" id="{2E23A6F6-F5C1-E1FF-2B15-15A83EDB9BE0}"/>
              </a:ext>
            </a:extLst>
          </p:cNvPr>
          <p:cNvSpPr>
            <a:spLocks noGrp="1"/>
          </p:cNvSpPr>
          <p:nvPr>
            <p:ph type="chart" sz="quarter" idx="12"/>
          </p:nvPr>
        </p:nvSpPr>
        <p:spPr>
          <a:xfrm>
            <a:off x="13127831" y="5048189"/>
            <a:ext cx="4605185" cy="4218206"/>
          </a:xfrm>
        </p:spPr>
        <p:txBody>
          <a:bodyPr/>
          <a:lstStyle/>
          <a:p>
            <a:endParaRPr lang="fr-FR"/>
          </a:p>
        </p:txBody>
      </p:sp>
      <p:pic>
        <p:nvPicPr>
          <p:cNvPr id="6" name="Image 5">
            <a:extLst>
              <a:ext uri="{FF2B5EF4-FFF2-40B4-BE49-F238E27FC236}">
                <a16:creationId xmlns:a16="http://schemas.microsoft.com/office/drawing/2014/main" id="{AE182CC7-736C-5B1D-462E-E4D2D5DAEB4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
            <a:ext cx="18288000" cy="4412774"/>
          </a:xfrm>
          <a:prstGeom prst="rect">
            <a:avLst/>
          </a:prstGeom>
        </p:spPr>
      </p:pic>
      <p:sp>
        <p:nvSpPr>
          <p:cNvPr id="7" name="Espace réservé du tableau 5">
            <a:extLst>
              <a:ext uri="{FF2B5EF4-FFF2-40B4-BE49-F238E27FC236}">
                <a16:creationId xmlns:a16="http://schemas.microsoft.com/office/drawing/2014/main" id="{A189E9F9-F63F-23D1-A98D-76299A7CDCD4}"/>
              </a:ext>
            </a:extLst>
          </p:cNvPr>
          <p:cNvSpPr>
            <a:spLocks noGrp="1"/>
          </p:cNvSpPr>
          <p:nvPr>
            <p:ph type="tbl" sz="quarter" idx="11"/>
          </p:nvPr>
        </p:nvSpPr>
        <p:spPr>
          <a:xfrm>
            <a:off x="487680" y="5872640"/>
            <a:ext cx="12221739" cy="2836628"/>
          </a:xfrm>
        </p:spPr>
        <p:txBody>
          <a:bodyPr/>
          <a:lstStyle/>
          <a:p>
            <a:endParaRPr lang="fr-FR"/>
          </a:p>
        </p:txBody>
      </p: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261511B-6297-730A-4AF1-CF07B124E855}"/>
              </a:ext>
            </a:extLst>
          </p:cNvPr>
          <p:cNvSpPr>
            <a:spLocks noGrp="1"/>
          </p:cNvSpPr>
          <p:nvPr>
            <p:ph type="title" idx="10" hasCustomPrompt="1"/>
          </p:nvPr>
        </p:nvSpPr>
        <p:spPr>
          <a:xfrm>
            <a:off x="431800" y="573951"/>
            <a:ext cx="17424401" cy="742517"/>
          </a:xfrm>
        </p:spPr>
        <p:txBody>
          <a:bodyPr/>
          <a:lstStyle>
            <a:lvl1pPr>
              <a:defRPr>
                <a:solidFill>
                  <a:schemeClr val="bg1"/>
                </a:solidFill>
              </a:defRPr>
            </a:lvl1pPr>
          </a:lstStyle>
          <a:p>
            <a:r>
              <a:rPr lang="fr-FR"/>
              <a:t>Click to </a:t>
            </a:r>
            <a:r>
              <a:rPr lang="fr-FR" err="1"/>
              <a:t>add</a:t>
            </a:r>
            <a:r>
              <a:rPr lang="fr-FR"/>
              <a:t> </a:t>
            </a:r>
            <a:r>
              <a:rPr lang="fr-FR" err="1"/>
              <a:t>title</a:t>
            </a:r>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Tree>
    <p:custDataLst>
      <p:tags r:id="rId1"/>
    </p:custDataLst>
    <p:extLst>
      <p:ext uri="{BB962C8B-B14F-4D97-AF65-F5344CB8AC3E}">
        <p14:creationId xmlns:p14="http://schemas.microsoft.com/office/powerpoint/2010/main" val="39233920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 Text | title subtitle only">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261511B-6297-730A-4AF1-CF07B124E855}"/>
              </a:ext>
            </a:extLst>
          </p:cNvPr>
          <p:cNvSpPr>
            <a:spLocks noGrp="1"/>
          </p:cNvSpPr>
          <p:nvPr>
            <p:ph type="title" idx="10" hasCustomPrompt="1"/>
          </p:nvPr>
        </p:nvSpPr>
        <p:spPr>
          <a:xfrm>
            <a:off x="431800" y="573951"/>
            <a:ext cx="17424401" cy="742517"/>
          </a:xfrm>
        </p:spPr>
        <p:txBody>
          <a:bodyPr/>
          <a:lstStyle>
            <a:lvl1pPr>
              <a:defRPr/>
            </a:lvl1pPr>
          </a:lstStyle>
          <a:p>
            <a:r>
              <a:rPr lang="fr-FR"/>
              <a:t>Click to </a:t>
            </a:r>
            <a:r>
              <a:rPr lang="fr-FR" err="1"/>
              <a:t>add</a:t>
            </a:r>
            <a:r>
              <a:rPr lang="fr-FR"/>
              <a:t> </a:t>
            </a:r>
            <a:r>
              <a:rPr lang="fr-FR" err="1"/>
              <a:t>title</a:t>
            </a:r>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3" name="Espace réservé du graphique 5">
            <a:extLst>
              <a:ext uri="{FF2B5EF4-FFF2-40B4-BE49-F238E27FC236}">
                <a16:creationId xmlns:a16="http://schemas.microsoft.com/office/drawing/2014/main" id="{A919C397-0406-38BB-3775-53C4C295B613}"/>
              </a:ext>
            </a:extLst>
          </p:cNvPr>
          <p:cNvSpPr>
            <a:spLocks noGrp="1"/>
          </p:cNvSpPr>
          <p:nvPr>
            <p:ph type="chart" sz="quarter" idx="11"/>
          </p:nvPr>
        </p:nvSpPr>
        <p:spPr>
          <a:xfrm>
            <a:off x="4567562" y="2208438"/>
            <a:ext cx="13022733" cy="3171843"/>
          </a:xfrm>
        </p:spPr>
        <p:txBody>
          <a:bodyPr/>
          <a:lstStyle/>
          <a:p>
            <a:endParaRPr lang="fr-FR"/>
          </a:p>
        </p:txBody>
      </p:sp>
      <p:sp>
        <p:nvSpPr>
          <p:cNvPr id="7" name="Espace réservé du graphique 5">
            <a:extLst>
              <a:ext uri="{FF2B5EF4-FFF2-40B4-BE49-F238E27FC236}">
                <a16:creationId xmlns:a16="http://schemas.microsoft.com/office/drawing/2014/main" id="{5DE8863F-2820-72E1-CE93-B0DC7F124007}"/>
              </a:ext>
            </a:extLst>
          </p:cNvPr>
          <p:cNvSpPr>
            <a:spLocks noGrp="1"/>
          </p:cNvSpPr>
          <p:nvPr>
            <p:ph type="chart" sz="quarter" idx="12"/>
          </p:nvPr>
        </p:nvSpPr>
        <p:spPr>
          <a:xfrm>
            <a:off x="4567562" y="6119181"/>
            <a:ext cx="13022733" cy="3345481"/>
          </a:xfrm>
        </p:spPr>
        <p:txBody>
          <a:bodyPr/>
          <a:lstStyle/>
          <a:p>
            <a:endParaRPr lang="fr-FR"/>
          </a:p>
        </p:txBody>
      </p:sp>
    </p:spTree>
    <p:custDataLst>
      <p:tags r:id="rId1"/>
    </p:custDataLst>
    <p:extLst>
      <p:ext uri="{BB962C8B-B14F-4D97-AF65-F5344CB8AC3E}">
        <p14:creationId xmlns:p14="http://schemas.microsoft.com/office/powerpoint/2010/main" val="30928189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8_ Text | title subtitle only">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07B564CE-AA59-32B0-45CC-A55C55AC2786}"/>
              </a:ext>
            </a:extLst>
          </p:cNvPr>
          <p:cNvSpPr>
            <a:spLocks noGrp="1"/>
          </p:cNvSpPr>
          <p:nvPr>
            <p:ph type="pic" sz="quarter" idx="18"/>
          </p:nvPr>
        </p:nvSpPr>
        <p:spPr>
          <a:xfrm>
            <a:off x="1847850" y="1797567"/>
            <a:ext cx="14592300" cy="7702155"/>
          </a:xfrm>
          <a:solidFill>
            <a:schemeClr val="bg1">
              <a:lumMod val="85000"/>
            </a:schemeClr>
          </a:solidFill>
        </p:spPr>
        <p:txBody>
          <a:bodyPr/>
          <a:lstStyle>
            <a:lvl1pPr>
              <a:defRPr>
                <a:noFill/>
              </a:defRPr>
            </a:lvl1pPr>
          </a:lstStyle>
          <a:p>
            <a:endParaRPr lang="fr-FR"/>
          </a:p>
        </p:txBody>
      </p: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261511B-6297-730A-4AF1-CF07B124E855}"/>
              </a:ext>
            </a:extLst>
          </p:cNvPr>
          <p:cNvSpPr>
            <a:spLocks noGrp="1"/>
          </p:cNvSpPr>
          <p:nvPr>
            <p:ph type="title" idx="10" hasCustomPrompt="1"/>
          </p:nvPr>
        </p:nvSpPr>
        <p:spPr>
          <a:xfrm>
            <a:off x="431800" y="573951"/>
            <a:ext cx="17424401" cy="742517"/>
          </a:xfrm>
        </p:spPr>
        <p:txBody>
          <a:bodyPr/>
          <a:lstStyle>
            <a:lvl1pPr>
              <a:defRPr/>
            </a:lvl1pPr>
          </a:lstStyle>
          <a:p>
            <a:r>
              <a:rPr lang="fr-FR"/>
              <a:t>Click to </a:t>
            </a:r>
            <a:r>
              <a:rPr lang="fr-FR" err="1"/>
              <a:t>add</a:t>
            </a:r>
            <a:r>
              <a:rPr lang="fr-FR"/>
              <a:t> </a:t>
            </a:r>
            <a:r>
              <a:rPr lang="fr-FR" err="1"/>
              <a:t>title</a:t>
            </a:r>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Tree>
    <p:custDataLst>
      <p:tags r:id="rId1"/>
    </p:custDataLst>
    <p:extLst>
      <p:ext uri="{BB962C8B-B14F-4D97-AF65-F5344CB8AC3E}">
        <p14:creationId xmlns:p14="http://schemas.microsoft.com/office/powerpoint/2010/main" val="12431756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7_ Text | title subtitle only">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Tree>
    <p:custDataLst>
      <p:tags r:id="rId1"/>
    </p:custDataLst>
    <p:extLst>
      <p:ext uri="{BB962C8B-B14F-4D97-AF65-F5344CB8AC3E}">
        <p14:creationId xmlns:p14="http://schemas.microsoft.com/office/powerpoint/2010/main" val="5759007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1598CCB-F270-3995-EBA4-6D5392307D35}"/>
              </a:ext>
            </a:extLst>
          </p:cNvPr>
          <p:cNvSpPr>
            <a:spLocks noGrp="1"/>
          </p:cNvSpPr>
          <p:nvPr>
            <p:ph type="dt" sz="half" idx="10"/>
          </p:nvPr>
        </p:nvSpPr>
        <p:spPr/>
        <p:txBody>
          <a:bodyPr/>
          <a:lstStyle/>
          <a:p>
            <a:fld id="{B9995F92-1F02-4792-85F4-D670AE183E10}" type="datetimeFigureOut">
              <a:rPr lang="fr-FR" smtClean="0"/>
              <a:t>17/11/2025</a:t>
            </a:fld>
            <a:endParaRPr lang="fr-FR"/>
          </a:p>
        </p:txBody>
      </p:sp>
      <p:sp>
        <p:nvSpPr>
          <p:cNvPr id="3" name="Espace réservé du pied de page 2">
            <a:extLst>
              <a:ext uri="{FF2B5EF4-FFF2-40B4-BE49-F238E27FC236}">
                <a16:creationId xmlns:a16="http://schemas.microsoft.com/office/drawing/2014/main" id="{5475C33D-563F-21A0-1F67-E3AD19AB6EF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306C451-5AA4-44B9-3117-04AB4B0A6DD8}"/>
              </a:ext>
            </a:extLst>
          </p:cNvPr>
          <p:cNvSpPr>
            <a:spLocks noGrp="1"/>
          </p:cNvSpPr>
          <p:nvPr>
            <p:ph type="sldNum" sz="quarter" idx="12"/>
          </p:nvPr>
        </p:nvSpPr>
        <p:spPr/>
        <p:txBody>
          <a:bodyPr/>
          <a:lstStyle/>
          <a:p>
            <a:fld id="{F32144E3-FA40-4D20-9EAA-AFA23763072A}" type="slidenum">
              <a:rPr lang="fr-FR" smtClean="0"/>
              <a:t>‹N°›</a:t>
            </a:fld>
            <a:endParaRPr lang="fr-FR"/>
          </a:p>
        </p:txBody>
      </p:sp>
    </p:spTree>
    <p:extLst>
      <p:ext uri="{BB962C8B-B14F-4D97-AF65-F5344CB8AC3E}">
        <p14:creationId xmlns:p14="http://schemas.microsoft.com/office/powerpoint/2010/main" val="41829991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6_ Text | title subtitle only">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261511B-6297-730A-4AF1-CF07B124E855}"/>
              </a:ext>
            </a:extLst>
          </p:cNvPr>
          <p:cNvSpPr>
            <a:spLocks noGrp="1"/>
          </p:cNvSpPr>
          <p:nvPr>
            <p:ph type="title" idx="10" hasCustomPrompt="1"/>
          </p:nvPr>
        </p:nvSpPr>
        <p:spPr>
          <a:xfrm>
            <a:off x="431800" y="573951"/>
            <a:ext cx="17424401" cy="742517"/>
          </a:xfrm>
        </p:spPr>
        <p:txBody>
          <a:bodyPr/>
          <a:lstStyle>
            <a:lvl1pPr>
              <a:defRPr/>
            </a:lvl1pPr>
          </a:lstStyle>
          <a:p>
            <a:r>
              <a:rPr lang="fr-FR"/>
              <a:t>Click to </a:t>
            </a:r>
            <a:r>
              <a:rPr lang="fr-FR" err="1"/>
              <a:t>add</a:t>
            </a:r>
            <a:r>
              <a:rPr lang="fr-FR"/>
              <a:t> </a:t>
            </a:r>
            <a:r>
              <a:rPr lang="fr-FR" err="1"/>
              <a:t>title</a:t>
            </a:r>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Tree>
    <p:custDataLst>
      <p:tags r:id="rId1"/>
    </p:custDataLst>
    <p:extLst>
      <p:ext uri="{BB962C8B-B14F-4D97-AF65-F5344CB8AC3E}">
        <p14:creationId xmlns:p14="http://schemas.microsoft.com/office/powerpoint/2010/main" val="258141984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ver | small image">
    <p:bg>
      <p:bgRef idx="1001">
        <a:schemeClr val="bg1"/>
      </p:bgRef>
    </p:bg>
    <p:spTree>
      <p:nvGrpSpPr>
        <p:cNvPr id="1" name=""/>
        <p:cNvGrpSpPr/>
        <p:nvPr/>
      </p:nvGrpSpPr>
      <p:grpSpPr>
        <a:xfrm>
          <a:off x="0" y="0"/>
          <a:ext cx="0" cy="0"/>
          <a:chOff x="0" y="0"/>
          <a:chExt cx="0" cy="0"/>
        </a:xfrm>
      </p:grpSpPr>
      <p:sp>
        <p:nvSpPr>
          <p:cNvPr id="29" name="Forme libre : forme 28">
            <a:extLst>
              <a:ext uri="{FF2B5EF4-FFF2-40B4-BE49-F238E27FC236}">
                <a16:creationId xmlns:a16="http://schemas.microsoft.com/office/drawing/2014/main" id="{8A0199DB-E7D8-5ABB-9212-57476B552BEA}"/>
              </a:ext>
            </a:extLst>
          </p:cNvPr>
          <p:cNvSpPr/>
          <p:nvPr userDrawn="1"/>
        </p:nvSpPr>
        <p:spPr>
          <a:xfrm rot="161556">
            <a:off x="10613559" y="-169364"/>
            <a:ext cx="7895691" cy="10621459"/>
          </a:xfrm>
          <a:custGeom>
            <a:avLst/>
            <a:gdLst>
              <a:gd name="connsiteX0" fmla="*/ 260945 w 5263794"/>
              <a:gd name="connsiteY0" fmla="*/ 220642 h 7082065"/>
              <a:gd name="connsiteX1" fmla="*/ 4952507 w 5263794"/>
              <a:gd name="connsiteY1" fmla="*/ 0 h 7082065"/>
              <a:gd name="connsiteX2" fmla="*/ 5263794 w 5263794"/>
              <a:gd name="connsiteY2" fmla="*/ 6618981 h 7082065"/>
              <a:gd name="connsiteX3" fmla="*/ 5263794 w 5263794"/>
              <a:gd name="connsiteY3" fmla="*/ 6850940 h 7082065"/>
              <a:gd name="connsiteX4" fmla="*/ 349307 w 5263794"/>
              <a:gd name="connsiteY4" fmla="*/ 7082065 h 7082065"/>
              <a:gd name="connsiteX5" fmla="*/ 313616 w 5263794"/>
              <a:gd name="connsiteY5" fmla="*/ 6954002 h 7082065"/>
              <a:gd name="connsiteX6" fmla="*/ 0 w 5263794"/>
              <a:gd name="connsiteY6" fmla="*/ 3470255 h 7082065"/>
              <a:gd name="connsiteX7" fmla="*/ 245816 w 5263794"/>
              <a:gd name="connsiteY7" fmla="*/ 293488 h 7082065"/>
              <a:gd name="connsiteX8" fmla="*/ 260945 w 5263794"/>
              <a:gd name="connsiteY8" fmla="*/ 220642 h 708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3794" h="7082065">
                <a:moveTo>
                  <a:pt x="260945" y="220642"/>
                </a:moveTo>
                <a:lnTo>
                  <a:pt x="4952507" y="0"/>
                </a:lnTo>
                <a:lnTo>
                  <a:pt x="5263794" y="6618981"/>
                </a:lnTo>
                <a:lnTo>
                  <a:pt x="5263794" y="6850940"/>
                </a:lnTo>
                <a:lnTo>
                  <a:pt x="349307" y="7082065"/>
                </a:lnTo>
                <a:lnTo>
                  <a:pt x="313616" y="6954002"/>
                </a:lnTo>
                <a:cubicBezTo>
                  <a:pt x="124403" y="6199005"/>
                  <a:pt x="0" y="4920436"/>
                  <a:pt x="0" y="3470255"/>
                </a:cubicBezTo>
                <a:cubicBezTo>
                  <a:pt x="0" y="2201347"/>
                  <a:pt x="95246" y="1063829"/>
                  <a:pt x="245816" y="293488"/>
                </a:cubicBezTo>
                <a:lnTo>
                  <a:pt x="260945" y="220642"/>
                </a:lnTo>
                <a:close/>
              </a:path>
            </a:pathLst>
          </a:custGeom>
          <a:gradFill flip="none" rotWithShape="1">
            <a:gsLst>
              <a:gs pos="0">
                <a:schemeClr val="accent2">
                  <a:lumMod val="67000"/>
                </a:schemeClr>
              </a:gs>
              <a:gs pos="22000">
                <a:schemeClr val="tx2"/>
              </a:gs>
              <a:gs pos="89000">
                <a:schemeClr val="bg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fr-FR" sz="2700" err="1"/>
          </a:p>
        </p:txBody>
      </p:sp>
      <p:pic>
        <p:nvPicPr>
          <p:cNvPr id="3" name="Picture 2" descr="Logo, company name&#10;&#10;Description automatically generated">
            <a:extLst>
              <a:ext uri="{FF2B5EF4-FFF2-40B4-BE49-F238E27FC236}">
                <a16:creationId xmlns:a16="http://schemas.microsoft.com/office/drawing/2014/main" id="{2977D7CD-E5A3-B124-49DC-1F0AB00A935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7281" y="1036518"/>
            <a:ext cx="4930016" cy="1013458"/>
          </a:xfrm>
          <a:prstGeom prst="rect">
            <a:avLst/>
          </a:prstGeom>
        </p:spPr>
      </p:pic>
      <p:pic>
        <p:nvPicPr>
          <p:cNvPr id="27" name="Graphique 26">
            <a:extLst>
              <a:ext uri="{FF2B5EF4-FFF2-40B4-BE49-F238E27FC236}">
                <a16:creationId xmlns:a16="http://schemas.microsoft.com/office/drawing/2014/main" id="{617688A8-008D-8D72-81DD-775C18FBC12D}"/>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8862" t="-3712" r="47539" b="61920"/>
          <a:stretch/>
        </p:blipFill>
        <p:spPr>
          <a:xfrm flipH="1" flipV="1">
            <a:off x="-1" y="3362694"/>
            <a:ext cx="6680330" cy="6671265"/>
          </a:xfrm>
          <a:prstGeom prst="rect">
            <a:avLst/>
          </a:prstGeom>
        </p:spPr>
      </p:pic>
      <p:cxnSp>
        <p:nvCxnSpPr>
          <p:cNvPr id="16" name="Connecteur droit 15">
            <a:extLst>
              <a:ext uri="{FF2B5EF4-FFF2-40B4-BE49-F238E27FC236}">
                <a16:creationId xmlns:a16="http://schemas.microsoft.com/office/drawing/2014/main" id="{92BCF3E4-F819-8E52-849F-274EB8289FA7}"/>
              </a:ext>
            </a:extLst>
          </p:cNvPr>
          <p:cNvCxnSpPr>
            <a:cxnSpLocks/>
          </p:cNvCxnSpPr>
          <p:nvPr userDrawn="1"/>
        </p:nvCxnSpPr>
        <p:spPr>
          <a:xfrm>
            <a:off x="933164" y="6314972"/>
            <a:ext cx="593883" cy="0"/>
          </a:xfrm>
          <a:prstGeom prst="line">
            <a:avLst/>
          </a:prstGeom>
          <a:ln w="50800"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30" name="Espace réservé du texte 41">
            <a:extLst>
              <a:ext uri="{FF2B5EF4-FFF2-40B4-BE49-F238E27FC236}">
                <a16:creationId xmlns:a16="http://schemas.microsoft.com/office/drawing/2014/main" id="{BA71B36A-617B-4455-BAF9-D56BC8506149}"/>
              </a:ext>
            </a:extLst>
          </p:cNvPr>
          <p:cNvSpPr>
            <a:spLocks noGrp="1"/>
          </p:cNvSpPr>
          <p:nvPr>
            <p:ph type="body" sz="quarter" idx="10" hasCustomPrompt="1"/>
          </p:nvPr>
        </p:nvSpPr>
        <p:spPr>
          <a:xfrm>
            <a:off x="869156" y="6550191"/>
            <a:ext cx="9402353" cy="711928"/>
          </a:xfrm>
          <a:effectLst/>
        </p:spPr>
        <p:txBody>
          <a:bodyPr>
            <a:noAutofit/>
          </a:bodyPr>
          <a:lstStyle>
            <a:lvl1pPr marL="0" indent="0">
              <a:buNone/>
              <a:defRPr sz="2400" b="0" i="0" u="none" strike="noStrike" cap="all" baseline="0">
                <a:solidFill>
                  <a:schemeClr val="accent1">
                    <a:lumMod val="100000"/>
                  </a:schemeClr>
                </a:solidFill>
                <a:latin typeface="Segoe UI Semilight" panose="020B0402040204020203" pitchFamily="34" charset="0"/>
              </a:defRPr>
            </a:lvl1pPr>
            <a:lvl2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2pPr>
            <a:lvl3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3pPr>
            <a:lvl4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4pPr>
            <a:lvl5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5pPr>
            <a:lvl6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6pPr>
            <a:lvl7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7pPr>
            <a:lvl8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8pPr>
            <a:lvl9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9pPr>
          </a:lstStyle>
          <a:p>
            <a:pPr lvl="0"/>
            <a:r>
              <a:rPr lang="fr-FR"/>
              <a:t>DATE</a:t>
            </a:r>
          </a:p>
        </p:txBody>
      </p:sp>
      <p:sp>
        <p:nvSpPr>
          <p:cNvPr id="20" name="Espace réservé pour une image  19">
            <a:extLst>
              <a:ext uri="{FF2B5EF4-FFF2-40B4-BE49-F238E27FC236}">
                <a16:creationId xmlns:a16="http://schemas.microsoft.com/office/drawing/2014/main" id="{26093B41-00FF-637E-5BA9-292E15C16A79}"/>
              </a:ext>
            </a:extLst>
          </p:cNvPr>
          <p:cNvSpPr>
            <a:spLocks noGrp="1"/>
          </p:cNvSpPr>
          <p:nvPr>
            <p:ph type="pic" sz="quarter" idx="15"/>
          </p:nvPr>
        </p:nvSpPr>
        <p:spPr>
          <a:xfrm>
            <a:off x="10844784" y="2"/>
            <a:ext cx="7443216" cy="10285414"/>
          </a:xfrm>
          <a:custGeom>
            <a:avLst/>
            <a:gdLst>
              <a:gd name="connsiteX0" fmla="*/ 336026 w 4962144"/>
              <a:gd name="connsiteY0" fmla="*/ 0 h 6858001"/>
              <a:gd name="connsiteX1" fmla="*/ 1005095 w 4962144"/>
              <a:gd name="connsiteY1" fmla="*/ 0 h 6858001"/>
              <a:gd name="connsiteX2" fmla="*/ 1005095 w 4962144"/>
              <a:gd name="connsiteY2" fmla="*/ 1 h 6858001"/>
              <a:gd name="connsiteX3" fmla="*/ 4962144 w 4962144"/>
              <a:gd name="connsiteY3" fmla="*/ 1 h 6858001"/>
              <a:gd name="connsiteX4" fmla="*/ 4962144 w 4962144"/>
              <a:gd name="connsiteY4" fmla="*/ 6858001 h 6858001"/>
              <a:gd name="connsiteX5" fmla="*/ 1005095 w 4962144"/>
              <a:gd name="connsiteY5" fmla="*/ 6858001 h 6858001"/>
              <a:gd name="connsiteX6" fmla="*/ 336026 w 4962144"/>
              <a:gd name="connsiteY6" fmla="*/ 6858001 h 6858001"/>
              <a:gd name="connsiteX7" fmla="*/ 295644 w 4962144"/>
              <a:gd name="connsiteY7" fmla="*/ 6713106 h 6858001"/>
              <a:gd name="connsiteX8" fmla="*/ 0 w 4962144"/>
              <a:gd name="connsiteY8" fmla="*/ 3429001 h 6858001"/>
              <a:gd name="connsiteX9" fmla="*/ 295644 w 4962144"/>
              <a:gd name="connsiteY9" fmla="*/ 14489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2144" h="6858001">
                <a:moveTo>
                  <a:pt x="336026" y="0"/>
                </a:moveTo>
                <a:lnTo>
                  <a:pt x="1005095" y="0"/>
                </a:lnTo>
                <a:lnTo>
                  <a:pt x="1005095" y="1"/>
                </a:lnTo>
                <a:lnTo>
                  <a:pt x="4962144" y="1"/>
                </a:lnTo>
                <a:lnTo>
                  <a:pt x="4962144" y="6858001"/>
                </a:lnTo>
                <a:lnTo>
                  <a:pt x="1005095" y="6858001"/>
                </a:lnTo>
                <a:lnTo>
                  <a:pt x="336026" y="6858001"/>
                </a:lnTo>
                <a:lnTo>
                  <a:pt x="295644" y="6713106"/>
                </a:lnTo>
                <a:cubicBezTo>
                  <a:pt x="117274" y="6001376"/>
                  <a:pt x="0" y="4796077"/>
                  <a:pt x="0" y="3429001"/>
                </a:cubicBezTo>
                <a:cubicBezTo>
                  <a:pt x="0" y="2061926"/>
                  <a:pt x="117274" y="856626"/>
                  <a:pt x="295644" y="144896"/>
                </a:cubicBezTo>
                <a:close/>
              </a:path>
            </a:pathLst>
          </a:custGeom>
          <a:solidFill>
            <a:schemeClr val="accent3"/>
          </a:solidFill>
        </p:spPr>
        <p:txBody>
          <a:bodyPr wrap="square">
            <a:noAutofit/>
          </a:bodyPr>
          <a:lstStyle>
            <a:lvl1pPr>
              <a:defRPr>
                <a:noFill/>
              </a:defRPr>
            </a:lvl1pPr>
          </a:lstStyle>
          <a:p>
            <a:endParaRPr lang="fr-FR"/>
          </a:p>
        </p:txBody>
      </p:sp>
      <p:sp>
        <p:nvSpPr>
          <p:cNvPr id="4" name="Espace réservé du texte 3">
            <a:extLst>
              <a:ext uri="{FF2B5EF4-FFF2-40B4-BE49-F238E27FC236}">
                <a16:creationId xmlns:a16="http://schemas.microsoft.com/office/drawing/2014/main" id="{1D93F96C-1536-20A5-19A2-1E72116958FC}"/>
              </a:ext>
            </a:extLst>
          </p:cNvPr>
          <p:cNvSpPr>
            <a:spLocks noGrp="1"/>
          </p:cNvSpPr>
          <p:nvPr>
            <p:ph type="body" sz="quarter" idx="16" hasCustomPrompt="1"/>
          </p:nvPr>
        </p:nvSpPr>
        <p:spPr>
          <a:xfrm>
            <a:off x="615952" y="3083083"/>
            <a:ext cx="9655556" cy="3068957"/>
          </a:xfrm>
        </p:spPr>
        <p:txBody>
          <a:bodyPr anchor="b"/>
          <a:lstStyle>
            <a:lvl1pPr>
              <a:lnSpc>
                <a:spcPct val="90000"/>
              </a:lnSpc>
              <a:spcAft>
                <a:spcPts val="0"/>
              </a:spcAft>
              <a:defRPr sz="7199" cap="all" baseline="0">
                <a:latin typeface="+mj-lt"/>
              </a:defRPr>
            </a:lvl1pPr>
            <a:lvl2pPr>
              <a:lnSpc>
                <a:spcPct val="90000"/>
              </a:lnSpc>
              <a:spcAft>
                <a:spcPts val="0"/>
              </a:spcAft>
              <a:defRPr sz="3600">
                <a:latin typeface="+mj-lt"/>
              </a:defRPr>
            </a:lvl2pPr>
          </a:lstStyle>
          <a:p>
            <a:pPr lvl="0"/>
            <a:r>
              <a:rPr lang="fr-FR"/>
              <a:t>Click to </a:t>
            </a:r>
            <a:r>
              <a:rPr lang="fr-FR" err="1"/>
              <a:t>add</a:t>
            </a:r>
            <a:r>
              <a:rPr lang="fr-FR"/>
              <a:t> </a:t>
            </a:r>
            <a:r>
              <a:rPr lang="fr-FR" err="1"/>
              <a:t>title</a:t>
            </a:r>
            <a:endParaRPr lang="fr-FR"/>
          </a:p>
          <a:p>
            <a:pPr lvl="1"/>
            <a:r>
              <a:rPr lang="fr-FR"/>
              <a:t>Deuxième niveau</a:t>
            </a:r>
          </a:p>
        </p:txBody>
      </p:sp>
    </p:spTree>
    <p:custDataLst>
      <p:tags r:id="rId1"/>
    </p:custDataLst>
    <p:extLst>
      <p:ext uri="{BB962C8B-B14F-4D97-AF65-F5344CB8AC3E}">
        <p14:creationId xmlns:p14="http://schemas.microsoft.com/office/powerpoint/2010/main" val="1291685000"/>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genda | main option">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0AF3D92D-1CBB-2AF6-443B-A1D637F520F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rot="10800000">
            <a:off x="-5529" y="1251329"/>
            <a:ext cx="8280530" cy="6671265"/>
          </a:xfrm>
          <a:prstGeom prst="rect">
            <a:avLst/>
          </a:prstGeom>
        </p:spPr>
      </p:pic>
      <p:sp>
        <p:nvSpPr>
          <p:cNvPr id="549" name="Ellipse 46">
            <a:extLst>
              <a:ext uri="{FF2B5EF4-FFF2-40B4-BE49-F238E27FC236}">
                <a16:creationId xmlns:a16="http://schemas.microsoft.com/office/drawing/2014/main" id="{5332DB2D-CD79-4B23-8B8E-4E378F9D3DDB}"/>
              </a:ext>
            </a:extLst>
          </p:cNvPr>
          <p:cNvSpPr/>
          <p:nvPr/>
        </p:nvSpPr>
        <p:spPr>
          <a:xfrm>
            <a:off x="2353757" y="1970867"/>
            <a:ext cx="500985" cy="5984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73808" indent="-273808" algn="l">
              <a:buClr>
                <a:schemeClr val="accent4"/>
              </a:buClr>
              <a:buFont typeface="Arial" panose="020B0604020202020204" pitchFamily="34" charset="0"/>
              <a:buChar char="•"/>
            </a:pPr>
            <a:endParaRPr lang="fr-FR" sz="1800">
              <a:solidFill>
                <a:schemeClr val="accent1"/>
              </a:solidFill>
            </a:endParaRPr>
          </a:p>
        </p:txBody>
      </p:sp>
      <p:sp>
        <p:nvSpPr>
          <p:cNvPr id="552" name="Ellipse 23">
            <a:extLst>
              <a:ext uri="{FF2B5EF4-FFF2-40B4-BE49-F238E27FC236}">
                <a16:creationId xmlns:a16="http://schemas.microsoft.com/office/drawing/2014/main" id="{CE645A3E-A9A1-43F9-83FD-CE77066C2A1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553" name="Groupe 14">
            <a:extLst>
              <a:ext uri="{FF2B5EF4-FFF2-40B4-BE49-F238E27FC236}">
                <a16:creationId xmlns:a16="http://schemas.microsoft.com/office/drawing/2014/main" id="{B1C20C3B-5DC6-4C0C-BE94-D5455204C716}"/>
              </a:ext>
            </a:extLst>
          </p:cNvPr>
          <p:cNvGrpSpPr/>
          <p:nvPr userDrawn="1"/>
        </p:nvGrpSpPr>
        <p:grpSpPr>
          <a:xfrm>
            <a:off x="438240" y="9762428"/>
            <a:ext cx="1348263" cy="268484"/>
            <a:chOff x="7804375" y="14663327"/>
            <a:chExt cx="7400924" cy="1473993"/>
          </a:xfrm>
          <a:solidFill>
            <a:schemeClr val="accent2"/>
          </a:solidFill>
        </p:grpSpPr>
        <p:grpSp>
          <p:nvGrpSpPr>
            <p:cNvPr id="554" name="Graphique 37">
              <a:extLst>
                <a:ext uri="{FF2B5EF4-FFF2-40B4-BE49-F238E27FC236}">
                  <a16:creationId xmlns:a16="http://schemas.microsoft.com/office/drawing/2014/main" id="{F8E1BB82-EA10-46E4-99A1-B377D15EB46E}"/>
                </a:ext>
              </a:extLst>
            </p:cNvPr>
            <p:cNvGrpSpPr/>
            <p:nvPr/>
          </p:nvGrpSpPr>
          <p:grpSpPr>
            <a:xfrm>
              <a:off x="7804375" y="14663327"/>
              <a:ext cx="2394966" cy="1473326"/>
              <a:chOff x="7804375" y="14663327"/>
              <a:chExt cx="2394966" cy="1473326"/>
            </a:xfrm>
            <a:grpFill/>
          </p:grpSpPr>
          <p:sp>
            <p:nvSpPr>
              <p:cNvPr id="556" name="Forme libre : forme 24">
                <a:extLst>
                  <a:ext uri="{FF2B5EF4-FFF2-40B4-BE49-F238E27FC236}">
                    <a16:creationId xmlns:a16="http://schemas.microsoft.com/office/drawing/2014/main" id="{B2DC262E-8308-4169-8734-03FBB8115869}"/>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557" name="Forme libre : forme 25">
                <a:extLst>
                  <a:ext uri="{FF2B5EF4-FFF2-40B4-BE49-F238E27FC236}">
                    <a16:creationId xmlns:a16="http://schemas.microsoft.com/office/drawing/2014/main" id="{A9B65857-E05E-4962-9013-6FCE00A1BC27}"/>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558" name="Forme libre : forme 26">
                <a:extLst>
                  <a:ext uri="{FF2B5EF4-FFF2-40B4-BE49-F238E27FC236}">
                    <a16:creationId xmlns:a16="http://schemas.microsoft.com/office/drawing/2014/main" id="{742FA224-66DF-46D9-844A-F2A94C6F36B6}"/>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555" name="Forme libre : forme 16">
              <a:extLst>
                <a:ext uri="{FF2B5EF4-FFF2-40B4-BE49-F238E27FC236}">
                  <a16:creationId xmlns:a16="http://schemas.microsoft.com/office/drawing/2014/main" id="{E7B6B7CA-3DE0-4C36-9EE5-E961269BC7F5}"/>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559" name="Espace réservé du pied de page 10">
            <a:extLst>
              <a:ext uri="{FF2B5EF4-FFF2-40B4-BE49-F238E27FC236}">
                <a16:creationId xmlns:a16="http://schemas.microsoft.com/office/drawing/2014/main" id="{49B5F393-E291-45C3-8436-AEA105CC29D6}"/>
              </a:ext>
            </a:extLst>
          </p:cNvPr>
          <p:cNvSpPr>
            <a:spLocks noGrp="1"/>
          </p:cNvSpPr>
          <p:nvPr>
            <p:ph type="ftr" sz="quarter" idx="17"/>
          </p:nvPr>
        </p:nvSpPr>
        <p:spPr>
          <a:xfrm>
            <a:off x="2353757" y="9822747"/>
            <a:ext cx="1902039" cy="253876"/>
          </a:xfrm>
        </p:spPr>
        <p:txBody>
          <a:bodyPr/>
          <a:lstStyle/>
          <a:p>
            <a:pPr>
              <a:spcBef>
                <a:spcPts val="4499"/>
              </a:spcBef>
            </a:pPr>
            <a:r>
              <a:rPr lang="fr-FR"/>
              <a:t>BUDGET 2024 FRANCE</a:t>
            </a:r>
          </a:p>
        </p:txBody>
      </p:sp>
      <p:sp>
        <p:nvSpPr>
          <p:cNvPr id="560" name="Espace réservé du numéro de diapositive 7">
            <a:extLst>
              <a:ext uri="{FF2B5EF4-FFF2-40B4-BE49-F238E27FC236}">
                <a16:creationId xmlns:a16="http://schemas.microsoft.com/office/drawing/2014/main" id="{9B38318A-AF0A-4408-B9E1-57DF9ED0D509}"/>
              </a:ext>
            </a:extLst>
          </p:cNvPr>
          <p:cNvSpPr>
            <a:spLocks noGrp="1"/>
          </p:cNvSpPr>
          <p:nvPr>
            <p:ph type="sldNum" sz="quarter" idx="16"/>
          </p:nvPr>
        </p:nvSpPr>
        <p:spPr>
          <a:xfrm>
            <a:off x="17582755" y="9702572"/>
            <a:ext cx="446282" cy="446213"/>
          </a:xfrm>
        </p:spPr>
        <p:txBody>
          <a:bodyPr/>
          <a:lstStyle/>
          <a:p>
            <a:fld id="{4BF46CD0-FBDC-4232-8F32-5100991AA633}" type="slidenum">
              <a:rPr lang="fr-FR" smtClean="0"/>
              <a:pPr/>
              <a:t>‹N°›</a:t>
            </a:fld>
            <a:endParaRPr lang="fr-FR"/>
          </a:p>
        </p:txBody>
      </p:sp>
      <p:sp>
        <p:nvSpPr>
          <p:cNvPr id="35" name="Freeform: Shape 34">
            <a:extLst>
              <a:ext uri="{FF2B5EF4-FFF2-40B4-BE49-F238E27FC236}">
                <a16:creationId xmlns:a16="http://schemas.microsoft.com/office/drawing/2014/main" id="{B8D8EF7C-A131-44DB-818D-662C3658107E}"/>
              </a:ext>
            </a:extLst>
          </p:cNvPr>
          <p:cNvSpPr/>
          <p:nvPr userDrawn="1"/>
        </p:nvSpPr>
        <p:spPr>
          <a:xfrm>
            <a:off x="11055933" y="1"/>
            <a:ext cx="7516005" cy="3411489"/>
          </a:xfrm>
          <a:custGeom>
            <a:avLst/>
            <a:gdLst>
              <a:gd name="connsiteX0" fmla="*/ 4987279 w 5010670"/>
              <a:gd name="connsiteY0" fmla="*/ 2240091 h 2274677"/>
              <a:gd name="connsiteX1" fmla="*/ 5009612 w 5010670"/>
              <a:gd name="connsiteY1" fmla="*/ 2250520 h 2274677"/>
              <a:gd name="connsiteX2" fmla="*/ 4999210 w 5010670"/>
              <a:gd name="connsiteY2" fmla="*/ 2272853 h 2274677"/>
              <a:gd name="connsiteX3" fmla="*/ 4975885 w 5010670"/>
              <a:gd name="connsiteY3" fmla="*/ 2265078 h 2274677"/>
              <a:gd name="connsiteX4" fmla="*/ 4983928 w 5010670"/>
              <a:gd name="connsiteY4" fmla="*/ 2241754 h 2274677"/>
              <a:gd name="connsiteX5" fmla="*/ 4987279 w 5010670"/>
              <a:gd name="connsiteY5" fmla="*/ 2240091 h 2274677"/>
              <a:gd name="connsiteX6" fmla="*/ 4771285 w 5010670"/>
              <a:gd name="connsiteY6" fmla="*/ 1813537 h 2274677"/>
              <a:gd name="connsiteX7" fmla="*/ 4782850 w 5010670"/>
              <a:gd name="connsiteY7" fmla="*/ 1823514 h 2274677"/>
              <a:gd name="connsiteX8" fmla="*/ 4773735 w 5010670"/>
              <a:gd name="connsiteY8" fmla="*/ 1850324 h 2274677"/>
              <a:gd name="connsiteX9" fmla="*/ 4774003 w 5010670"/>
              <a:gd name="connsiteY9" fmla="*/ 1850861 h 2274677"/>
              <a:gd name="connsiteX10" fmla="*/ 4748748 w 5010670"/>
              <a:gd name="connsiteY10" fmla="*/ 1842282 h 2274677"/>
              <a:gd name="connsiteX11" fmla="*/ 4756040 w 5010670"/>
              <a:gd name="connsiteY11" fmla="*/ 1814399 h 2274677"/>
              <a:gd name="connsiteX12" fmla="*/ 4771285 w 5010670"/>
              <a:gd name="connsiteY12" fmla="*/ 1813537 h 2274677"/>
              <a:gd name="connsiteX13" fmla="*/ 4461679 w 5010670"/>
              <a:gd name="connsiteY13" fmla="*/ 1764920 h 2274677"/>
              <a:gd name="connsiteX14" fmla="*/ 4472708 w 5010670"/>
              <a:gd name="connsiteY14" fmla="*/ 1773915 h 2274677"/>
              <a:gd name="connsiteX15" fmla="*/ 4465416 w 5010670"/>
              <a:gd name="connsiteY15" fmla="*/ 1801798 h 2274677"/>
              <a:gd name="connsiteX16" fmla="*/ 4440161 w 5010670"/>
              <a:gd name="connsiteY16" fmla="*/ 1793219 h 2274677"/>
              <a:gd name="connsiteX17" fmla="*/ 4447453 w 5010670"/>
              <a:gd name="connsiteY17" fmla="*/ 1765336 h 2274677"/>
              <a:gd name="connsiteX18" fmla="*/ 4461679 w 5010670"/>
              <a:gd name="connsiteY18" fmla="*/ 1764920 h 2274677"/>
              <a:gd name="connsiteX19" fmla="*/ 859317 w 5010670"/>
              <a:gd name="connsiteY19" fmla="*/ 1474632 h 2274677"/>
              <a:gd name="connsiteX20" fmla="*/ 865054 w 5010670"/>
              <a:gd name="connsiteY20" fmla="*/ 1476590 h 2274677"/>
              <a:gd name="connsiteX21" fmla="*/ 862909 w 5010670"/>
              <a:gd name="connsiteY21" fmla="*/ 1482488 h 2274677"/>
              <a:gd name="connsiteX22" fmla="*/ 857279 w 5010670"/>
              <a:gd name="connsiteY22" fmla="*/ 1480343 h 2274677"/>
              <a:gd name="connsiteX23" fmla="*/ 857118 w 5010670"/>
              <a:gd name="connsiteY23" fmla="*/ 1480021 h 2274677"/>
              <a:gd name="connsiteX24" fmla="*/ 859156 w 5010670"/>
              <a:gd name="connsiteY24" fmla="*/ 1474713 h 2274677"/>
              <a:gd name="connsiteX25" fmla="*/ 859317 w 5010670"/>
              <a:gd name="connsiteY25" fmla="*/ 1474632 h 2274677"/>
              <a:gd name="connsiteX26" fmla="*/ 4821378 w 5010670"/>
              <a:gd name="connsiteY26" fmla="*/ 1471300 h 2274677"/>
              <a:gd name="connsiteX27" fmla="*/ 4821378 w 5010670"/>
              <a:gd name="connsiteY27" fmla="*/ 1511570 h 2274677"/>
              <a:gd name="connsiteX28" fmla="*/ 4812610 w 5010670"/>
              <a:gd name="connsiteY28" fmla="*/ 1503936 h 2274677"/>
              <a:gd name="connsiteX29" fmla="*/ 4811176 w 5010670"/>
              <a:gd name="connsiteY29" fmla="*/ 1483017 h 2274677"/>
              <a:gd name="connsiteX30" fmla="*/ 4537419 w 5010670"/>
              <a:gd name="connsiteY30" fmla="*/ 1419678 h 2274677"/>
              <a:gd name="connsiteX31" fmla="*/ 4550673 w 5010670"/>
              <a:gd name="connsiteY31" fmla="*/ 1431280 h 2274677"/>
              <a:gd name="connsiteX32" fmla="*/ 4540217 w 5010670"/>
              <a:gd name="connsiteY32" fmla="*/ 1462380 h 2274677"/>
              <a:gd name="connsiteX33" fmla="*/ 4509117 w 5010670"/>
              <a:gd name="connsiteY33" fmla="*/ 1451924 h 2274677"/>
              <a:gd name="connsiteX34" fmla="*/ 4519841 w 5010670"/>
              <a:gd name="connsiteY34" fmla="*/ 1420824 h 2274677"/>
              <a:gd name="connsiteX35" fmla="*/ 4537419 w 5010670"/>
              <a:gd name="connsiteY35" fmla="*/ 1419678 h 2274677"/>
              <a:gd name="connsiteX36" fmla="*/ 3911028 w 5010670"/>
              <a:gd name="connsiteY36" fmla="*/ 1415587 h 2274677"/>
              <a:gd name="connsiteX37" fmla="*/ 3921380 w 5010670"/>
              <a:gd name="connsiteY37" fmla="*/ 1423747 h 2274677"/>
              <a:gd name="connsiteX38" fmla="*/ 3915268 w 5010670"/>
              <a:gd name="connsiteY38" fmla="*/ 1451120 h 2274677"/>
              <a:gd name="connsiteX39" fmla="*/ 3911434 w 5010670"/>
              <a:gd name="connsiteY39" fmla="*/ 1453024 h 2274677"/>
              <a:gd name="connsiteX40" fmla="*/ 3885991 w 5010670"/>
              <a:gd name="connsiteY40" fmla="*/ 1441174 h 2274677"/>
              <a:gd name="connsiteX41" fmla="*/ 3897841 w 5010670"/>
              <a:gd name="connsiteY41" fmla="*/ 1415731 h 2274677"/>
              <a:gd name="connsiteX42" fmla="*/ 3911028 w 5010670"/>
              <a:gd name="connsiteY42" fmla="*/ 1415587 h 2274677"/>
              <a:gd name="connsiteX43" fmla="*/ 4223580 w 5010670"/>
              <a:gd name="connsiteY43" fmla="*/ 1407024 h 2274677"/>
              <a:gd name="connsiteX44" fmla="*/ 4232702 w 5010670"/>
              <a:gd name="connsiteY44" fmla="*/ 1414926 h 2274677"/>
              <a:gd name="connsiteX45" fmla="*/ 4232943 w 5010670"/>
              <a:gd name="connsiteY45" fmla="*/ 1415436 h 2274677"/>
              <a:gd name="connsiteX46" fmla="*/ 4225463 w 5010670"/>
              <a:gd name="connsiteY46" fmla="*/ 1436106 h 2274677"/>
              <a:gd name="connsiteX47" fmla="*/ 4225061 w 5010670"/>
              <a:gd name="connsiteY47" fmla="*/ 1436294 h 2274677"/>
              <a:gd name="connsiteX48" fmla="*/ 4204283 w 5010670"/>
              <a:gd name="connsiteY48" fmla="*/ 1429136 h 2274677"/>
              <a:gd name="connsiteX49" fmla="*/ 4204122 w 5010670"/>
              <a:gd name="connsiteY49" fmla="*/ 1428787 h 2274677"/>
              <a:gd name="connsiteX50" fmla="*/ 4211522 w 5010670"/>
              <a:gd name="connsiteY50" fmla="*/ 1407688 h 2274677"/>
              <a:gd name="connsiteX51" fmla="*/ 4223580 w 5010670"/>
              <a:gd name="connsiteY51" fmla="*/ 1407024 h 2274677"/>
              <a:gd name="connsiteX52" fmla="*/ 15836 w 5010670"/>
              <a:gd name="connsiteY52" fmla="*/ 1399373 h 2274677"/>
              <a:gd name="connsiteX53" fmla="*/ 22137 w 5010670"/>
              <a:gd name="connsiteY53" fmla="*/ 1405542 h 2274677"/>
              <a:gd name="connsiteX54" fmla="*/ 22229 w 5010670"/>
              <a:gd name="connsiteY54" fmla="*/ 1405730 h 2274677"/>
              <a:gd name="connsiteX55" fmla="*/ 16775 w 5010670"/>
              <a:gd name="connsiteY55" fmla="*/ 1421092 h 2274677"/>
              <a:gd name="connsiteX56" fmla="*/ 16427 w 5010670"/>
              <a:gd name="connsiteY56" fmla="*/ 1421253 h 2274677"/>
              <a:gd name="connsiteX57" fmla="*/ 1493 w 5010670"/>
              <a:gd name="connsiteY57" fmla="*/ 1415730 h 2274677"/>
              <a:gd name="connsiteX58" fmla="*/ 925 w 5010670"/>
              <a:gd name="connsiteY58" fmla="*/ 1414577 h 2274677"/>
              <a:gd name="connsiteX59" fmla="*/ 7014 w 5010670"/>
              <a:gd name="connsiteY59" fmla="*/ 1399457 h 2274677"/>
              <a:gd name="connsiteX60" fmla="*/ 15836 w 5010670"/>
              <a:gd name="connsiteY60" fmla="*/ 1399373 h 2274677"/>
              <a:gd name="connsiteX61" fmla="*/ 1079269 w 5010670"/>
              <a:gd name="connsiteY61" fmla="*/ 1252993 h 2274677"/>
              <a:gd name="connsiteX62" fmla="*/ 1084899 w 5010670"/>
              <a:gd name="connsiteY62" fmla="*/ 1255137 h 2274677"/>
              <a:gd name="connsiteX63" fmla="*/ 1085060 w 5010670"/>
              <a:gd name="connsiteY63" fmla="*/ 1255459 h 2274677"/>
              <a:gd name="connsiteX64" fmla="*/ 1083022 w 5010670"/>
              <a:gd name="connsiteY64" fmla="*/ 1260768 h 2274677"/>
              <a:gd name="connsiteX65" fmla="*/ 1082862 w 5010670"/>
              <a:gd name="connsiteY65" fmla="*/ 1260848 h 2274677"/>
              <a:gd name="connsiteX66" fmla="*/ 1077125 w 5010670"/>
              <a:gd name="connsiteY66" fmla="*/ 1258891 h 2274677"/>
              <a:gd name="connsiteX67" fmla="*/ 1079269 w 5010670"/>
              <a:gd name="connsiteY67" fmla="*/ 1252993 h 2274677"/>
              <a:gd name="connsiteX68" fmla="*/ 2266968 w 5010670"/>
              <a:gd name="connsiteY68" fmla="*/ 1230204 h 2274677"/>
              <a:gd name="connsiteX69" fmla="*/ 2275547 w 5010670"/>
              <a:gd name="connsiteY69" fmla="*/ 1232885 h 2274677"/>
              <a:gd name="connsiteX70" fmla="*/ 2275601 w 5010670"/>
              <a:gd name="connsiteY70" fmla="*/ 1233019 h 2274677"/>
              <a:gd name="connsiteX71" fmla="*/ 2272598 w 5010670"/>
              <a:gd name="connsiteY71" fmla="*/ 1241196 h 2274677"/>
              <a:gd name="connsiteX72" fmla="*/ 2272089 w 5010670"/>
              <a:gd name="connsiteY72" fmla="*/ 1241464 h 2274677"/>
              <a:gd name="connsiteX73" fmla="*/ 2264287 w 5010670"/>
              <a:gd name="connsiteY73" fmla="*/ 1238515 h 2274677"/>
              <a:gd name="connsiteX74" fmla="*/ 2264287 w 5010670"/>
              <a:gd name="connsiteY74" fmla="*/ 1238488 h 2274677"/>
              <a:gd name="connsiteX75" fmla="*/ 2266968 w 5010670"/>
              <a:gd name="connsiteY75" fmla="*/ 1230204 h 2274677"/>
              <a:gd name="connsiteX76" fmla="*/ 642716 w 5010670"/>
              <a:gd name="connsiteY76" fmla="*/ 1195046 h 2274677"/>
              <a:gd name="connsiteX77" fmla="*/ 650036 w 5010670"/>
              <a:gd name="connsiteY77" fmla="*/ 1201249 h 2274677"/>
              <a:gd name="connsiteX78" fmla="*/ 644405 w 5010670"/>
              <a:gd name="connsiteY78" fmla="*/ 1218139 h 2274677"/>
              <a:gd name="connsiteX79" fmla="*/ 628239 w 5010670"/>
              <a:gd name="connsiteY79" fmla="*/ 1212751 h 2274677"/>
              <a:gd name="connsiteX80" fmla="*/ 633145 w 5010670"/>
              <a:gd name="connsiteY80" fmla="*/ 1195619 h 2274677"/>
              <a:gd name="connsiteX81" fmla="*/ 642716 w 5010670"/>
              <a:gd name="connsiteY81" fmla="*/ 1195046 h 2274677"/>
              <a:gd name="connsiteX82" fmla="*/ 3367328 w 5010670"/>
              <a:gd name="connsiteY82" fmla="*/ 1159371 h 2274677"/>
              <a:gd name="connsiteX83" fmla="*/ 3373994 w 5010670"/>
              <a:gd name="connsiteY83" fmla="*/ 1165457 h 2274677"/>
              <a:gd name="connsiteX84" fmla="*/ 3368337 w 5010670"/>
              <a:gd name="connsiteY84" fmla="*/ 1181141 h 2274677"/>
              <a:gd name="connsiteX85" fmla="*/ 3352787 w 5010670"/>
              <a:gd name="connsiteY85" fmla="*/ 1175779 h 2274677"/>
              <a:gd name="connsiteX86" fmla="*/ 3352653 w 5010670"/>
              <a:gd name="connsiteY86" fmla="*/ 1175484 h 2274677"/>
              <a:gd name="connsiteX87" fmla="*/ 3358310 w 5010670"/>
              <a:gd name="connsiteY87" fmla="*/ 1159800 h 2274677"/>
              <a:gd name="connsiteX88" fmla="*/ 3367328 w 5010670"/>
              <a:gd name="connsiteY88" fmla="*/ 1159371 h 2274677"/>
              <a:gd name="connsiteX89" fmla="*/ 211864 w 5010670"/>
              <a:gd name="connsiteY89" fmla="*/ 1156151 h 2274677"/>
              <a:gd name="connsiteX90" fmla="*/ 218577 w 5010670"/>
              <a:gd name="connsiteY90" fmla="*/ 1161864 h 2274677"/>
              <a:gd name="connsiteX91" fmla="*/ 213563 w 5010670"/>
              <a:gd name="connsiteY91" fmla="*/ 1177388 h 2274677"/>
              <a:gd name="connsiteX92" fmla="*/ 213488 w 5010670"/>
              <a:gd name="connsiteY92" fmla="*/ 1177414 h 2274677"/>
              <a:gd name="connsiteX93" fmla="*/ 198013 w 5010670"/>
              <a:gd name="connsiteY93" fmla="*/ 1172294 h 2274677"/>
              <a:gd name="connsiteX94" fmla="*/ 203070 w 5010670"/>
              <a:gd name="connsiteY94" fmla="*/ 1156851 h 2274677"/>
              <a:gd name="connsiteX95" fmla="*/ 211864 w 5010670"/>
              <a:gd name="connsiteY95" fmla="*/ 1156151 h 2274677"/>
              <a:gd name="connsiteX96" fmla="*/ 3675255 w 5010670"/>
              <a:gd name="connsiteY96" fmla="*/ 1094591 h 2274677"/>
              <a:gd name="connsiteX97" fmla="*/ 3685315 w 5010670"/>
              <a:gd name="connsiteY97" fmla="*/ 1103365 h 2274677"/>
              <a:gd name="connsiteX98" fmla="*/ 3677460 w 5010670"/>
              <a:gd name="connsiteY98" fmla="*/ 1126717 h 2274677"/>
              <a:gd name="connsiteX99" fmla="*/ 3654135 w 5010670"/>
              <a:gd name="connsiteY99" fmla="*/ 1118942 h 2274677"/>
              <a:gd name="connsiteX100" fmla="*/ 3654108 w 5010670"/>
              <a:gd name="connsiteY100" fmla="*/ 1118861 h 2274677"/>
              <a:gd name="connsiteX101" fmla="*/ 3661937 w 5010670"/>
              <a:gd name="connsiteY101" fmla="*/ 1095510 h 2274677"/>
              <a:gd name="connsiteX102" fmla="*/ 3675255 w 5010670"/>
              <a:gd name="connsiteY102" fmla="*/ 1094591 h 2274677"/>
              <a:gd name="connsiteX103" fmla="*/ 2543650 w 5010670"/>
              <a:gd name="connsiteY103" fmla="*/ 1085697 h 2274677"/>
              <a:gd name="connsiteX104" fmla="*/ 2552229 w 5010670"/>
              <a:gd name="connsiteY104" fmla="*/ 1088378 h 2274677"/>
              <a:gd name="connsiteX105" fmla="*/ 2552283 w 5010670"/>
              <a:gd name="connsiteY105" fmla="*/ 1088512 h 2274677"/>
              <a:gd name="connsiteX106" fmla="*/ 2549280 w 5010670"/>
              <a:gd name="connsiteY106" fmla="*/ 1096689 h 2274677"/>
              <a:gd name="connsiteX107" fmla="*/ 2548771 w 5010670"/>
              <a:gd name="connsiteY107" fmla="*/ 1096957 h 2274677"/>
              <a:gd name="connsiteX108" fmla="*/ 2540969 w 5010670"/>
              <a:gd name="connsiteY108" fmla="*/ 1094008 h 2274677"/>
              <a:gd name="connsiteX109" fmla="*/ 2540969 w 5010670"/>
              <a:gd name="connsiteY109" fmla="*/ 1093981 h 2274677"/>
              <a:gd name="connsiteX110" fmla="*/ 2543650 w 5010670"/>
              <a:gd name="connsiteY110" fmla="*/ 1085697 h 2274677"/>
              <a:gd name="connsiteX111" fmla="*/ 4614948 w 5010670"/>
              <a:gd name="connsiteY111" fmla="*/ 1066069 h 2274677"/>
              <a:gd name="connsiteX112" fmla="*/ 4635475 w 5010670"/>
              <a:gd name="connsiteY112" fmla="*/ 1084035 h 2274677"/>
              <a:gd name="connsiteX113" fmla="*/ 4619307 w 5010670"/>
              <a:gd name="connsiteY113" fmla="*/ 1131810 h 2274677"/>
              <a:gd name="connsiteX114" fmla="*/ 4618905 w 5010670"/>
              <a:gd name="connsiteY114" fmla="*/ 1131998 h 2274677"/>
              <a:gd name="connsiteX115" fmla="*/ 4571585 w 5010670"/>
              <a:gd name="connsiteY115" fmla="*/ 1115724 h 2274677"/>
              <a:gd name="connsiteX116" fmla="*/ 4571532 w 5010670"/>
              <a:gd name="connsiteY116" fmla="*/ 1115644 h 2274677"/>
              <a:gd name="connsiteX117" fmla="*/ 4587725 w 5010670"/>
              <a:gd name="connsiteY117" fmla="*/ 1067868 h 2274677"/>
              <a:gd name="connsiteX118" fmla="*/ 4614948 w 5010670"/>
              <a:gd name="connsiteY118" fmla="*/ 1066069 h 2274677"/>
              <a:gd name="connsiteX119" fmla="*/ 3972830 w 5010670"/>
              <a:gd name="connsiteY119" fmla="*/ 1055696 h 2274677"/>
              <a:gd name="connsiteX120" fmla="*/ 4004895 w 5010670"/>
              <a:gd name="connsiteY120" fmla="*/ 1069450 h 2274677"/>
              <a:gd name="connsiteX121" fmla="*/ 3991141 w 5010670"/>
              <a:gd name="connsiteY121" fmla="*/ 1101515 h 2274677"/>
              <a:gd name="connsiteX122" fmla="*/ 3960926 w 5010670"/>
              <a:gd name="connsiteY122" fmla="*/ 1091434 h 2274677"/>
              <a:gd name="connsiteX123" fmla="*/ 3969157 w 5010670"/>
              <a:gd name="connsiteY123" fmla="*/ 1057546 h 2274677"/>
              <a:gd name="connsiteX124" fmla="*/ 3972830 w 5010670"/>
              <a:gd name="connsiteY124" fmla="*/ 1055696 h 2274677"/>
              <a:gd name="connsiteX125" fmla="*/ 4300686 w 5010670"/>
              <a:gd name="connsiteY125" fmla="*/ 1050501 h 2274677"/>
              <a:gd name="connsiteX126" fmla="*/ 4316216 w 5010670"/>
              <a:gd name="connsiteY126" fmla="*/ 1063927 h 2274677"/>
              <a:gd name="connsiteX127" fmla="*/ 4304286 w 5010670"/>
              <a:gd name="connsiteY127" fmla="*/ 1099906 h 2274677"/>
              <a:gd name="connsiteX128" fmla="*/ 4303884 w 5010670"/>
              <a:gd name="connsiteY128" fmla="*/ 1100120 h 2274677"/>
              <a:gd name="connsiteX129" fmla="*/ 4268092 w 5010670"/>
              <a:gd name="connsiteY129" fmla="*/ 1087573 h 2274677"/>
              <a:gd name="connsiteX130" fmla="*/ 4280210 w 5010670"/>
              <a:gd name="connsiteY130" fmla="*/ 1051996 h 2274677"/>
              <a:gd name="connsiteX131" fmla="*/ 4300686 w 5010670"/>
              <a:gd name="connsiteY131" fmla="*/ 1050501 h 2274677"/>
              <a:gd name="connsiteX132" fmla="*/ 1313403 w 5010670"/>
              <a:gd name="connsiteY132" fmla="*/ 1044893 h 2274677"/>
              <a:gd name="connsiteX133" fmla="*/ 1321902 w 5010670"/>
              <a:gd name="connsiteY133" fmla="*/ 1048163 h 2274677"/>
              <a:gd name="connsiteX134" fmla="*/ 1318953 w 5010670"/>
              <a:gd name="connsiteY134" fmla="*/ 1057278 h 2274677"/>
              <a:gd name="connsiteX135" fmla="*/ 1318712 w 5010670"/>
              <a:gd name="connsiteY135" fmla="*/ 1057385 h 2274677"/>
              <a:gd name="connsiteX136" fmla="*/ 1309838 w 5010670"/>
              <a:gd name="connsiteY136" fmla="*/ 1054060 h 2274677"/>
              <a:gd name="connsiteX137" fmla="*/ 1312787 w 5010670"/>
              <a:gd name="connsiteY137" fmla="*/ 1045214 h 2274677"/>
              <a:gd name="connsiteX138" fmla="*/ 1313403 w 5010670"/>
              <a:gd name="connsiteY138" fmla="*/ 1044893 h 2274677"/>
              <a:gd name="connsiteX139" fmla="*/ 865299 w 5010670"/>
              <a:gd name="connsiteY139" fmla="*/ 972434 h 2274677"/>
              <a:gd name="connsiteX140" fmla="*/ 874170 w 5010670"/>
              <a:gd name="connsiteY140" fmla="*/ 980065 h 2274677"/>
              <a:gd name="connsiteX141" fmla="*/ 874196 w 5010670"/>
              <a:gd name="connsiteY141" fmla="*/ 980119 h 2274677"/>
              <a:gd name="connsiteX142" fmla="*/ 867199 w 5010670"/>
              <a:gd name="connsiteY142" fmla="*/ 1000977 h 2274677"/>
              <a:gd name="connsiteX143" fmla="*/ 867199 w 5010670"/>
              <a:gd name="connsiteY143" fmla="*/ 1000173 h 2274677"/>
              <a:gd name="connsiteX144" fmla="*/ 862454 w 5010670"/>
              <a:gd name="connsiteY144" fmla="*/ 1002586 h 2274677"/>
              <a:gd name="connsiteX145" fmla="*/ 843365 w 5010670"/>
              <a:gd name="connsiteY145" fmla="*/ 992451 h 2274677"/>
              <a:gd name="connsiteX146" fmla="*/ 853526 w 5010670"/>
              <a:gd name="connsiteY146" fmla="*/ 973363 h 2274677"/>
              <a:gd name="connsiteX147" fmla="*/ 853633 w 5010670"/>
              <a:gd name="connsiteY147" fmla="*/ 973309 h 2274677"/>
              <a:gd name="connsiteX148" fmla="*/ 865299 w 5010670"/>
              <a:gd name="connsiteY148" fmla="*/ 972434 h 2274677"/>
              <a:gd name="connsiteX149" fmla="*/ 2829557 w 5010670"/>
              <a:gd name="connsiteY149" fmla="*/ 959932 h 2274677"/>
              <a:gd name="connsiteX150" fmla="*/ 2843873 w 5010670"/>
              <a:gd name="connsiteY150" fmla="*/ 964945 h 2274677"/>
              <a:gd name="connsiteX151" fmla="*/ 2838833 w 5010670"/>
              <a:gd name="connsiteY151" fmla="*/ 979262 h 2274677"/>
              <a:gd name="connsiteX152" fmla="*/ 2838565 w 5010670"/>
              <a:gd name="connsiteY152" fmla="*/ 979396 h 2274677"/>
              <a:gd name="connsiteX153" fmla="*/ 2824623 w 5010670"/>
              <a:gd name="connsiteY153" fmla="*/ 974436 h 2274677"/>
              <a:gd name="connsiteX154" fmla="*/ 2824516 w 5010670"/>
              <a:gd name="connsiteY154" fmla="*/ 974222 h 2274677"/>
              <a:gd name="connsiteX155" fmla="*/ 2829557 w 5010670"/>
              <a:gd name="connsiteY155" fmla="*/ 959932 h 2274677"/>
              <a:gd name="connsiteX156" fmla="*/ 2044200 w 5010670"/>
              <a:gd name="connsiteY156" fmla="*/ 956179 h 2274677"/>
              <a:gd name="connsiteX157" fmla="*/ 2053825 w 5010670"/>
              <a:gd name="connsiteY157" fmla="*/ 959691 h 2274677"/>
              <a:gd name="connsiteX158" fmla="*/ 2050608 w 5010670"/>
              <a:gd name="connsiteY158" fmla="*/ 969343 h 2274677"/>
              <a:gd name="connsiteX159" fmla="*/ 2040822 w 5010670"/>
              <a:gd name="connsiteY159" fmla="*/ 965991 h 2274677"/>
              <a:gd name="connsiteX160" fmla="*/ 2044173 w 5010670"/>
              <a:gd name="connsiteY160" fmla="*/ 956206 h 2274677"/>
              <a:gd name="connsiteX161" fmla="*/ 2044200 w 5010670"/>
              <a:gd name="connsiteY161" fmla="*/ 956179 h 2274677"/>
              <a:gd name="connsiteX162" fmla="*/ 411906 w 5010670"/>
              <a:gd name="connsiteY162" fmla="*/ 923441 h 2274677"/>
              <a:gd name="connsiteX163" fmla="*/ 428046 w 5010670"/>
              <a:gd name="connsiteY163" fmla="*/ 931002 h 2274677"/>
              <a:gd name="connsiteX164" fmla="*/ 422416 w 5010670"/>
              <a:gd name="connsiteY164" fmla="*/ 946820 h 2274677"/>
              <a:gd name="connsiteX165" fmla="*/ 422255 w 5010670"/>
              <a:gd name="connsiteY165" fmla="*/ 946900 h 2274677"/>
              <a:gd name="connsiteX166" fmla="*/ 405525 w 5010670"/>
              <a:gd name="connsiteY166" fmla="*/ 941994 h 2274677"/>
              <a:gd name="connsiteX167" fmla="*/ 404345 w 5010670"/>
              <a:gd name="connsiteY167" fmla="*/ 939608 h 2274677"/>
              <a:gd name="connsiteX168" fmla="*/ 411906 w 5010670"/>
              <a:gd name="connsiteY168" fmla="*/ 923441 h 2274677"/>
              <a:gd name="connsiteX169" fmla="*/ 3135780 w 5010670"/>
              <a:gd name="connsiteY169" fmla="*/ 856609 h 2274677"/>
              <a:gd name="connsiteX170" fmla="*/ 3145275 w 5010670"/>
              <a:gd name="connsiteY170" fmla="*/ 864783 h 2274677"/>
              <a:gd name="connsiteX171" fmla="*/ 3138036 w 5010670"/>
              <a:gd name="connsiteY171" fmla="*/ 886767 h 2274677"/>
              <a:gd name="connsiteX172" fmla="*/ 3116051 w 5010670"/>
              <a:gd name="connsiteY172" fmla="*/ 879529 h 2274677"/>
              <a:gd name="connsiteX173" fmla="*/ 3123290 w 5010670"/>
              <a:gd name="connsiteY173" fmla="*/ 857544 h 2274677"/>
              <a:gd name="connsiteX174" fmla="*/ 3135780 w 5010670"/>
              <a:gd name="connsiteY174" fmla="*/ 856609 h 2274677"/>
              <a:gd name="connsiteX175" fmla="*/ 1559711 w 5010670"/>
              <a:gd name="connsiteY175" fmla="*/ 852985 h 2274677"/>
              <a:gd name="connsiteX176" fmla="*/ 1573384 w 5010670"/>
              <a:gd name="connsiteY176" fmla="*/ 857543 h 2274677"/>
              <a:gd name="connsiteX177" fmla="*/ 1568827 w 5010670"/>
              <a:gd name="connsiteY177" fmla="*/ 871216 h 2274677"/>
              <a:gd name="connsiteX178" fmla="*/ 1568719 w 5010670"/>
              <a:gd name="connsiteY178" fmla="*/ 871270 h 2274677"/>
              <a:gd name="connsiteX179" fmla="*/ 1555153 w 5010670"/>
              <a:gd name="connsiteY179" fmla="*/ 866390 h 2274677"/>
              <a:gd name="connsiteX180" fmla="*/ 1555073 w 5010670"/>
              <a:gd name="connsiteY180" fmla="*/ 866229 h 2274677"/>
              <a:gd name="connsiteX181" fmla="*/ 1559711 w 5010670"/>
              <a:gd name="connsiteY181" fmla="*/ 852985 h 2274677"/>
              <a:gd name="connsiteX182" fmla="*/ 2325170 w 5010670"/>
              <a:gd name="connsiteY182" fmla="*/ 802375 h 2274677"/>
              <a:gd name="connsiteX183" fmla="*/ 2331849 w 5010670"/>
              <a:gd name="connsiteY183" fmla="*/ 808213 h 2274677"/>
              <a:gd name="connsiteX184" fmla="*/ 2331876 w 5010670"/>
              <a:gd name="connsiteY184" fmla="*/ 808293 h 2274677"/>
              <a:gd name="connsiteX185" fmla="*/ 2326755 w 5010670"/>
              <a:gd name="connsiteY185" fmla="*/ 823763 h 2274677"/>
              <a:gd name="connsiteX186" fmla="*/ 2313189 w 5010670"/>
              <a:gd name="connsiteY186" fmla="*/ 819232 h 2274677"/>
              <a:gd name="connsiteX187" fmla="*/ 2316299 w 5010670"/>
              <a:gd name="connsiteY187" fmla="*/ 802851 h 2274677"/>
              <a:gd name="connsiteX188" fmla="*/ 2325170 w 5010670"/>
              <a:gd name="connsiteY188" fmla="*/ 802375 h 2274677"/>
              <a:gd name="connsiteX189" fmla="*/ 3443842 w 5010670"/>
              <a:gd name="connsiteY189" fmla="*/ 776429 h 2274677"/>
              <a:gd name="connsiteX190" fmla="*/ 3456865 w 5010670"/>
              <a:gd name="connsiteY190" fmla="*/ 788936 h 2274677"/>
              <a:gd name="connsiteX191" fmla="*/ 3444747 w 5010670"/>
              <a:gd name="connsiteY191" fmla="*/ 820009 h 2274677"/>
              <a:gd name="connsiteX192" fmla="*/ 3442521 w 5010670"/>
              <a:gd name="connsiteY192" fmla="*/ 821135 h 2274677"/>
              <a:gd name="connsiteX193" fmla="*/ 3411448 w 5010670"/>
              <a:gd name="connsiteY193" fmla="*/ 808990 h 2274677"/>
              <a:gd name="connsiteX194" fmla="*/ 3423566 w 5010670"/>
              <a:gd name="connsiteY194" fmla="*/ 777917 h 2274677"/>
              <a:gd name="connsiteX195" fmla="*/ 3425792 w 5010670"/>
              <a:gd name="connsiteY195" fmla="*/ 776791 h 2274677"/>
              <a:gd name="connsiteX196" fmla="*/ 3443842 w 5010670"/>
              <a:gd name="connsiteY196" fmla="*/ 776429 h 2274677"/>
              <a:gd name="connsiteX197" fmla="*/ 1100118 w 5010670"/>
              <a:gd name="connsiteY197" fmla="*/ 763656 h 2274677"/>
              <a:gd name="connsiteX198" fmla="*/ 1111683 w 5010670"/>
              <a:gd name="connsiteY198" fmla="*/ 772849 h 2274677"/>
              <a:gd name="connsiteX199" fmla="*/ 1104203 w 5010670"/>
              <a:gd name="connsiteY199" fmla="*/ 799097 h 2274677"/>
              <a:gd name="connsiteX200" fmla="*/ 1102621 w 5010670"/>
              <a:gd name="connsiteY200" fmla="*/ 799901 h 2274677"/>
              <a:gd name="connsiteX201" fmla="*/ 1077393 w 5010670"/>
              <a:gd name="connsiteY201" fmla="*/ 790517 h 2274677"/>
              <a:gd name="connsiteX202" fmla="*/ 1085436 w 5010670"/>
              <a:gd name="connsiteY202" fmla="*/ 765342 h 2274677"/>
              <a:gd name="connsiteX203" fmla="*/ 1100118 w 5010670"/>
              <a:gd name="connsiteY203" fmla="*/ 763656 h 2274677"/>
              <a:gd name="connsiteX204" fmla="*/ 3752874 w 5010670"/>
              <a:gd name="connsiteY204" fmla="*/ 720440 h 2274677"/>
              <a:gd name="connsiteX205" fmla="*/ 3771270 w 5010670"/>
              <a:gd name="connsiteY205" fmla="*/ 736523 h 2274677"/>
              <a:gd name="connsiteX206" fmla="*/ 3756819 w 5010670"/>
              <a:gd name="connsiteY206" fmla="*/ 779258 h 2274677"/>
              <a:gd name="connsiteX207" fmla="*/ 3756578 w 5010670"/>
              <a:gd name="connsiteY207" fmla="*/ 779392 h 2274677"/>
              <a:gd name="connsiteX208" fmla="*/ 3714191 w 5010670"/>
              <a:gd name="connsiteY208" fmla="*/ 765049 h 2274677"/>
              <a:gd name="connsiteX209" fmla="*/ 3714083 w 5010670"/>
              <a:gd name="connsiteY209" fmla="*/ 764807 h 2274677"/>
              <a:gd name="connsiteX210" fmla="*/ 3728507 w 5010670"/>
              <a:gd name="connsiteY210" fmla="*/ 722072 h 2274677"/>
              <a:gd name="connsiteX211" fmla="*/ 3752874 w 5010670"/>
              <a:gd name="connsiteY211" fmla="*/ 720440 h 2274677"/>
              <a:gd name="connsiteX212" fmla="*/ 4690204 w 5010670"/>
              <a:gd name="connsiteY212" fmla="*/ 719863 h 2274677"/>
              <a:gd name="connsiteX213" fmla="*/ 4714404 w 5010670"/>
              <a:gd name="connsiteY213" fmla="*/ 740839 h 2274677"/>
              <a:gd name="connsiteX214" fmla="*/ 4695717 w 5010670"/>
              <a:gd name="connsiteY214" fmla="*/ 796952 h 2274677"/>
              <a:gd name="connsiteX215" fmla="*/ 4695368 w 5010670"/>
              <a:gd name="connsiteY215" fmla="*/ 797140 h 2274677"/>
              <a:gd name="connsiteX216" fmla="*/ 4639415 w 5010670"/>
              <a:gd name="connsiteY216" fmla="*/ 777917 h 2274677"/>
              <a:gd name="connsiteX217" fmla="*/ 4658263 w 5010670"/>
              <a:gd name="connsiteY217" fmla="*/ 722152 h 2274677"/>
              <a:gd name="connsiteX218" fmla="*/ 4690204 w 5010670"/>
              <a:gd name="connsiteY218" fmla="*/ 719863 h 2274677"/>
              <a:gd name="connsiteX219" fmla="*/ 4064467 w 5010670"/>
              <a:gd name="connsiteY219" fmla="*/ 696958 h 2274677"/>
              <a:gd name="connsiteX220" fmla="*/ 4083261 w 5010670"/>
              <a:gd name="connsiteY220" fmla="*/ 713493 h 2274677"/>
              <a:gd name="connsiteX221" fmla="*/ 4068354 w 5010670"/>
              <a:gd name="connsiteY221" fmla="*/ 757274 h 2274677"/>
              <a:gd name="connsiteX222" fmla="*/ 4024653 w 5010670"/>
              <a:gd name="connsiteY222" fmla="*/ 742528 h 2274677"/>
              <a:gd name="connsiteX223" fmla="*/ 4024573 w 5010670"/>
              <a:gd name="connsiteY223" fmla="*/ 742367 h 2274677"/>
              <a:gd name="connsiteX224" fmla="*/ 4039480 w 5010670"/>
              <a:gd name="connsiteY224" fmla="*/ 698560 h 2274677"/>
              <a:gd name="connsiteX225" fmla="*/ 4064467 w 5010670"/>
              <a:gd name="connsiteY225" fmla="*/ 696958 h 2274677"/>
              <a:gd name="connsiteX226" fmla="*/ 4379653 w 5010670"/>
              <a:gd name="connsiteY226" fmla="*/ 690654 h 2274677"/>
              <a:gd name="connsiteX227" fmla="*/ 4403860 w 5010670"/>
              <a:gd name="connsiteY227" fmla="*/ 711911 h 2274677"/>
              <a:gd name="connsiteX228" fmla="*/ 4384717 w 5010670"/>
              <a:gd name="connsiteY228" fmla="*/ 768266 h 2274677"/>
              <a:gd name="connsiteX229" fmla="*/ 4328415 w 5010670"/>
              <a:gd name="connsiteY229" fmla="*/ 749231 h 2274677"/>
              <a:gd name="connsiteX230" fmla="*/ 4328362 w 5010670"/>
              <a:gd name="connsiteY230" fmla="*/ 749123 h 2274677"/>
              <a:gd name="connsiteX231" fmla="*/ 4347505 w 5010670"/>
              <a:gd name="connsiteY231" fmla="*/ 692741 h 2274677"/>
              <a:gd name="connsiteX232" fmla="*/ 4379653 w 5010670"/>
              <a:gd name="connsiteY232" fmla="*/ 690654 h 2274677"/>
              <a:gd name="connsiteX233" fmla="*/ 1830136 w 5010670"/>
              <a:gd name="connsiteY233" fmla="*/ 676283 h 2274677"/>
              <a:gd name="connsiteX234" fmla="*/ 1838538 w 5010670"/>
              <a:gd name="connsiteY234" fmla="*/ 683813 h 2274677"/>
              <a:gd name="connsiteX235" fmla="*/ 1831836 w 5010670"/>
              <a:gd name="connsiteY235" fmla="*/ 703920 h 2274677"/>
              <a:gd name="connsiteX236" fmla="*/ 1811728 w 5010670"/>
              <a:gd name="connsiteY236" fmla="*/ 697218 h 2274677"/>
              <a:gd name="connsiteX237" fmla="*/ 1818430 w 5010670"/>
              <a:gd name="connsiteY237" fmla="*/ 677110 h 2274677"/>
              <a:gd name="connsiteX238" fmla="*/ 1818860 w 5010670"/>
              <a:gd name="connsiteY238" fmla="*/ 676896 h 2274677"/>
              <a:gd name="connsiteX239" fmla="*/ 1830136 w 5010670"/>
              <a:gd name="connsiteY239" fmla="*/ 676283 h 2274677"/>
              <a:gd name="connsiteX240" fmla="*/ 637094 w 5010670"/>
              <a:gd name="connsiteY240" fmla="*/ 671337 h 2274677"/>
              <a:gd name="connsiteX241" fmla="*/ 681002 w 5010670"/>
              <a:gd name="connsiteY241" fmla="*/ 696815 h 2274677"/>
              <a:gd name="connsiteX242" fmla="*/ 660224 w 5010670"/>
              <a:gd name="connsiteY242" fmla="*/ 758344 h 2274677"/>
              <a:gd name="connsiteX243" fmla="*/ 598694 w 5010670"/>
              <a:gd name="connsiteY243" fmla="*/ 737567 h 2274677"/>
              <a:gd name="connsiteX244" fmla="*/ 619472 w 5010670"/>
              <a:gd name="connsiteY244" fmla="*/ 676037 h 2274677"/>
              <a:gd name="connsiteX245" fmla="*/ 637094 w 5010670"/>
              <a:gd name="connsiteY245" fmla="*/ 671337 h 2274677"/>
              <a:gd name="connsiteX246" fmla="*/ 2610559 w 5010670"/>
              <a:gd name="connsiteY246" fmla="*/ 669420 h 2274677"/>
              <a:gd name="connsiteX247" fmla="*/ 2620059 w 5010670"/>
              <a:gd name="connsiteY247" fmla="*/ 677111 h 2274677"/>
              <a:gd name="connsiteX248" fmla="*/ 2613893 w 5010670"/>
              <a:gd name="connsiteY248" fmla="*/ 700972 h 2274677"/>
              <a:gd name="connsiteX249" fmla="*/ 2613866 w 5010670"/>
              <a:gd name="connsiteY249" fmla="*/ 700999 h 2274677"/>
              <a:gd name="connsiteX250" fmla="*/ 2590568 w 5010670"/>
              <a:gd name="connsiteY250" fmla="*/ 692929 h 2274677"/>
              <a:gd name="connsiteX251" fmla="*/ 2590273 w 5010670"/>
              <a:gd name="connsiteY251" fmla="*/ 692366 h 2274677"/>
              <a:gd name="connsiteX252" fmla="*/ 2598343 w 5010670"/>
              <a:gd name="connsiteY252" fmla="*/ 669873 h 2274677"/>
              <a:gd name="connsiteX253" fmla="*/ 2610559 w 5010670"/>
              <a:gd name="connsiteY253" fmla="*/ 669420 h 2274677"/>
              <a:gd name="connsiteX254" fmla="*/ 1351019 w 5010670"/>
              <a:gd name="connsiteY254" fmla="*/ 569109 h 2274677"/>
              <a:gd name="connsiteX255" fmla="*/ 1365014 w 5010670"/>
              <a:gd name="connsiteY255" fmla="*/ 581156 h 2274677"/>
              <a:gd name="connsiteX256" fmla="*/ 1354343 w 5010670"/>
              <a:gd name="connsiteY256" fmla="*/ 613570 h 2274677"/>
              <a:gd name="connsiteX257" fmla="*/ 1354290 w 5010670"/>
              <a:gd name="connsiteY257" fmla="*/ 613597 h 2274677"/>
              <a:gd name="connsiteX258" fmla="*/ 1321902 w 5010670"/>
              <a:gd name="connsiteY258" fmla="*/ 602846 h 2274677"/>
              <a:gd name="connsiteX259" fmla="*/ 1332600 w 5010670"/>
              <a:gd name="connsiteY259" fmla="*/ 570488 h 2274677"/>
              <a:gd name="connsiteX260" fmla="*/ 1351019 w 5010670"/>
              <a:gd name="connsiteY260" fmla="*/ 569109 h 2274677"/>
              <a:gd name="connsiteX261" fmla="*/ 2906890 w 5010670"/>
              <a:gd name="connsiteY261" fmla="*/ 555761 h 2274677"/>
              <a:gd name="connsiteX262" fmla="*/ 2921086 w 5010670"/>
              <a:gd name="connsiteY262" fmla="*/ 567889 h 2274677"/>
              <a:gd name="connsiteX263" fmla="*/ 2910415 w 5010670"/>
              <a:gd name="connsiteY263" fmla="*/ 600702 h 2274677"/>
              <a:gd name="connsiteX264" fmla="*/ 2877439 w 5010670"/>
              <a:gd name="connsiteY264" fmla="*/ 589709 h 2274677"/>
              <a:gd name="connsiteX265" fmla="*/ 2888270 w 5010670"/>
              <a:gd name="connsiteY265" fmla="*/ 557223 h 2274677"/>
              <a:gd name="connsiteX266" fmla="*/ 2906890 w 5010670"/>
              <a:gd name="connsiteY266" fmla="*/ 555761 h 2274677"/>
              <a:gd name="connsiteX267" fmla="*/ 2104792 w 5010670"/>
              <a:gd name="connsiteY267" fmla="*/ 518178 h 2274677"/>
              <a:gd name="connsiteX268" fmla="*/ 2117097 w 5010670"/>
              <a:gd name="connsiteY268" fmla="*/ 528850 h 2274677"/>
              <a:gd name="connsiteX269" fmla="*/ 2106641 w 5010670"/>
              <a:gd name="connsiteY269" fmla="*/ 555661 h 2274677"/>
              <a:gd name="connsiteX270" fmla="*/ 2079027 w 5010670"/>
              <a:gd name="connsiteY270" fmla="*/ 547885 h 2274677"/>
              <a:gd name="connsiteX271" fmla="*/ 2088544 w 5010670"/>
              <a:gd name="connsiteY271" fmla="*/ 519332 h 2274677"/>
              <a:gd name="connsiteX272" fmla="*/ 2104792 w 5010670"/>
              <a:gd name="connsiteY272" fmla="*/ 518178 h 2274677"/>
              <a:gd name="connsiteX273" fmla="*/ 872734 w 5010670"/>
              <a:gd name="connsiteY273" fmla="*/ 466128 h 2274677"/>
              <a:gd name="connsiteX274" fmla="*/ 917871 w 5010670"/>
              <a:gd name="connsiteY274" fmla="*/ 492387 h 2274677"/>
              <a:gd name="connsiteX275" fmla="*/ 896423 w 5010670"/>
              <a:gd name="connsiteY275" fmla="*/ 555659 h 2274677"/>
              <a:gd name="connsiteX276" fmla="*/ 833150 w 5010670"/>
              <a:gd name="connsiteY276" fmla="*/ 534211 h 2274677"/>
              <a:gd name="connsiteX277" fmla="*/ 854599 w 5010670"/>
              <a:gd name="connsiteY277" fmla="*/ 470939 h 2274677"/>
              <a:gd name="connsiteX278" fmla="*/ 872734 w 5010670"/>
              <a:gd name="connsiteY278" fmla="*/ 466128 h 2274677"/>
              <a:gd name="connsiteX279" fmla="*/ 3210987 w 5010670"/>
              <a:gd name="connsiteY279" fmla="*/ 463378 h 2274677"/>
              <a:gd name="connsiteX280" fmla="*/ 3229513 w 5010670"/>
              <a:gd name="connsiteY280" fmla="*/ 479892 h 2274677"/>
              <a:gd name="connsiteX281" fmla="*/ 3214445 w 5010670"/>
              <a:gd name="connsiteY281" fmla="*/ 523220 h 2274677"/>
              <a:gd name="connsiteX282" fmla="*/ 3214311 w 5010670"/>
              <a:gd name="connsiteY282" fmla="*/ 523293 h 2274677"/>
              <a:gd name="connsiteX283" fmla="*/ 3171281 w 5010670"/>
              <a:gd name="connsiteY283" fmla="*/ 508474 h 2274677"/>
              <a:gd name="connsiteX284" fmla="*/ 3171119 w 5010670"/>
              <a:gd name="connsiteY284" fmla="*/ 508139 h 2274677"/>
              <a:gd name="connsiteX285" fmla="*/ 3186187 w 5010670"/>
              <a:gd name="connsiteY285" fmla="*/ 464811 h 2274677"/>
              <a:gd name="connsiteX286" fmla="*/ 3210987 w 5010670"/>
              <a:gd name="connsiteY286" fmla="*/ 463378 h 2274677"/>
              <a:gd name="connsiteX287" fmla="*/ 3519329 w 5010670"/>
              <a:gd name="connsiteY287" fmla="*/ 392998 h 2274677"/>
              <a:gd name="connsiteX288" fmla="*/ 3543328 w 5010670"/>
              <a:gd name="connsiteY288" fmla="*/ 413878 h 2274677"/>
              <a:gd name="connsiteX289" fmla="*/ 3524641 w 5010670"/>
              <a:gd name="connsiteY289" fmla="*/ 469600 h 2274677"/>
              <a:gd name="connsiteX290" fmla="*/ 3524560 w 5010670"/>
              <a:gd name="connsiteY290" fmla="*/ 469643 h 2274677"/>
              <a:gd name="connsiteX291" fmla="*/ 3468875 w 5010670"/>
              <a:gd name="connsiteY291" fmla="*/ 450833 h 2274677"/>
              <a:gd name="connsiteX292" fmla="*/ 3487589 w 5010670"/>
              <a:gd name="connsiteY292" fmla="*/ 395199 h 2274677"/>
              <a:gd name="connsiteX293" fmla="*/ 3519329 w 5010670"/>
              <a:gd name="connsiteY293" fmla="*/ 392998 h 2274677"/>
              <a:gd name="connsiteX294" fmla="*/ 1611726 w 5010670"/>
              <a:gd name="connsiteY294" fmla="*/ 391251 h 2274677"/>
              <a:gd name="connsiteX295" fmla="*/ 1629954 w 5010670"/>
              <a:gd name="connsiteY295" fmla="*/ 405253 h 2274677"/>
              <a:gd name="connsiteX296" fmla="*/ 1616548 w 5010670"/>
              <a:gd name="connsiteY296" fmla="*/ 445469 h 2274677"/>
              <a:gd name="connsiteX297" fmla="*/ 1576333 w 5010670"/>
              <a:gd name="connsiteY297" fmla="*/ 432063 h 2274677"/>
              <a:gd name="connsiteX298" fmla="*/ 1588934 w 5010670"/>
              <a:gd name="connsiteY298" fmla="*/ 394234 h 2274677"/>
              <a:gd name="connsiteX299" fmla="*/ 1611726 w 5010670"/>
              <a:gd name="connsiteY299" fmla="*/ 391251 h 2274677"/>
              <a:gd name="connsiteX300" fmla="*/ 2388073 w 5010670"/>
              <a:gd name="connsiteY300" fmla="*/ 376704 h 2274677"/>
              <a:gd name="connsiteX301" fmla="*/ 2404237 w 5010670"/>
              <a:gd name="connsiteY301" fmla="*/ 390777 h 2274677"/>
              <a:gd name="connsiteX302" fmla="*/ 2405309 w 5010670"/>
              <a:gd name="connsiteY302" fmla="*/ 392952 h 2274677"/>
              <a:gd name="connsiteX303" fmla="*/ 2391636 w 5010670"/>
              <a:gd name="connsiteY303" fmla="*/ 428312 h 2274677"/>
              <a:gd name="connsiteX304" fmla="*/ 2389464 w 5010670"/>
              <a:gd name="connsiteY304" fmla="*/ 429392 h 2274677"/>
              <a:gd name="connsiteX305" fmla="*/ 2354101 w 5010670"/>
              <a:gd name="connsiteY305" fmla="*/ 415711 h 2274677"/>
              <a:gd name="connsiteX306" fmla="*/ 2366702 w 5010670"/>
              <a:gd name="connsiteY306" fmla="*/ 378177 h 2274677"/>
              <a:gd name="connsiteX307" fmla="*/ 2388073 w 5010670"/>
              <a:gd name="connsiteY307" fmla="*/ 376704 h 2274677"/>
              <a:gd name="connsiteX308" fmla="*/ 4748673 w 5010670"/>
              <a:gd name="connsiteY308" fmla="*/ 362482 h 2274677"/>
              <a:gd name="connsiteX309" fmla="*/ 4799447 w 5010670"/>
              <a:gd name="connsiteY309" fmla="*/ 393073 h 2274677"/>
              <a:gd name="connsiteX310" fmla="*/ 4774004 w 5010670"/>
              <a:gd name="connsiteY310" fmla="*/ 464506 h 2274677"/>
              <a:gd name="connsiteX311" fmla="*/ 4703492 w 5010670"/>
              <a:gd name="connsiteY311" fmla="*/ 440913 h 2274677"/>
              <a:gd name="connsiteX312" fmla="*/ 4702581 w 5010670"/>
              <a:gd name="connsiteY312" fmla="*/ 439060 h 2274677"/>
              <a:gd name="connsiteX313" fmla="*/ 4728024 w 5010670"/>
              <a:gd name="connsiteY313" fmla="*/ 367626 h 2274677"/>
              <a:gd name="connsiteX314" fmla="*/ 4748673 w 5010670"/>
              <a:gd name="connsiteY314" fmla="*/ 362482 h 2274677"/>
              <a:gd name="connsiteX315" fmla="*/ 3810814 w 5010670"/>
              <a:gd name="connsiteY315" fmla="*/ 345788 h 2274677"/>
              <a:gd name="connsiteX316" fmla="*/ 3862183 w 5010670"/>
              <a:gd name="connsiteY316" fmla="*/ 370937 h 2274677"/>
              <a:gd name="connsiteX317" fmla="*/ 3838858 w 5010670"/>
              <a:gd name="connsiteY317" fmla="*/ 440109 h 2274677"/>
              <a:gd name="connsiteX318" fmla="*/ 3769687 w 5010670"/>
              <a:gd name="connsiteY318" fmla="*/ 416784 h 2274677"/>
              <a:gd name="connsiteX319" fmla="*/ 3791377 w 5010670"/>
              <a:gd name="connsiteY319" fmla="*/ 352465 h 2274677"/>
              <a:gd name="connsiteX320" fmla="*/ 3810814 w 5010670"/>
              <a:gd name="connsiteY320" fmla="*/ 345788 h 2274677"/>
              <a:gd name="connsiteX321" fmla="*/ 4140830 w 5010670"/>
              <a:gd name="connsiteY321" fmla="*/ 339436 h 2274677"/>
              <a:gd name="connsiteX322" fmla="*/ 4164604 w 5010670"/>
              <a:gd name="connsiteY322" fmla="*/ 359946 h 2274677"/>
              <a:gd name="connsiteX323" fmla="*/ 4146104 w 5010670"/>
              <a:gd name="connsiteY323" fmla="*/ 415175 h 2274677"/>
              <a:gd name="connsiteX324" fmla="*/ 4091331 w 5010670"/>
              <a:gd name="connsiteY324" fmla="*/ 396825 h 2274677"/>
              <a:gd name="connsiteX325" fmla="*/ 4109535 w 5010670"/>
              <a:gd name="connsiteY325" fmla="*/ 341743 h 2274677"/>
              <a:gd name="connsiteX326" fmla="*/ 4140830 w 5010670"/>
              <a:gd name="connsiteY326" fmla="*/ 339436 h 2274677"/>
              <a:gd name="connsiteX327" fmla="*/ 4436802 w 5010670"/>
              <a:gd name="connsiteY327" fmla="*/ 335081 h 2274677"/>
              <a:gd name="connsiteX328" fmla="*/ 4485819 w 5010670"/>
              <a:gd name="connsiteY328" fmla="*/ 363423 h 2274677"/>
              <a:gd name="connsiteX329" fmla="*/ 4462734 w 5010670"/>
              <a:gd name="connsiteY329" fmla="*/ 432066 h 2274677"/>
              <a:gd name="connsiteX330" fmla="*/ 4394100 w 5010670"/>
              <a:gd name="connsiteY330" fmla="*/ 409009 h 2274677"/>
              <a:gd name="connsiteX331" fmla="*/ 4394100 w 5010670"/>
              <a:gd name="connsiteY331" fmla="*/ 408991 h 2274677"/>
              <a:gd name="connsiteX332" fmla="*/ 4417157 w 5010670"/>
              <a:gd name="connsiteY332" fmla="*/ 340345 h 2274677"/>
              <a:gd name="connsiteX333" fmla="*/ 4436802 w 5010670"/>
              <a:gd name="connsiteY333" fmla="*/ 335081 h 2274677"/>
              <a:gd name="connsiteX334" fmla="*/ 1119827 w 5010670"/>
              <a:gd name="connsiteY334" fmla="*/ 271003 h 2274677"/>
              <a:gd name="connsiteX335" fmla="*/ 1168843 w 5010670"/>
              <a:gd name="connsiteY335" fmla="*/ 299345 h 2274677"/>
              <a:gd name="connsiteX336" fmla="*/ 1145760 w 5010670"/>
              <a:gd name="connsiteY336" fmla="*/ 367987 h 2274677"/>
              <a:gd name="connsiteX337" fmla="*/ 1077125 w 5010670"/>
              <a:gd name="connsiteY337" fmla="*/ 344930 h 2274677"/>
              <a:gd name="connsiteX338" fmla="*/ 1077125 w 5010670"/>
              <a:gd name="connsiteY338" fmla="*/ 344912 h 2274677"/>
              <a:gd name="connsiteX339" fmla="*/ 1100182 w 5010670"/>
              <a:gd name="connsiteY339" fmla="*/ 276267 h 2274677"/>
              <a:gd name="connsiteX340" fmla="*/ 1119827 w 5010670"/>
              <a:gd name="connsiteY340" fmla="*/ 271003 h 2274677"/>
              <a:gd name="connsiteX341" fmla="*/ 2681187 w 5010670"/>
              <a:gd name="connsiteY341" fmla="*/ 254885 h 2274677"/>
              <a:gd name="connsiteX342" fmla="*/ 2702072 w 5010670"/>
              <a:gd name="connsiteY342" fmla="*/ 273094 h 2274677"/>
              <a:gd name="connsiteX343" fmla="*/ 2685745 w 5010670"/>
              <a:gd name="connsiteY343" fmla="*/ 321607 h 2274677"/>
              <a:gd name="connsiteX344" fmla="*/ 2685718 w 5010670"/>
              <a:gd name="connsiteY344" fmla="*/ 321620 h 2274677"/>
              <a:gd name="connsiteX345" fmla="*/ 2637218 w 5010670"/>
              <a:gd name="connsiteY345" fmla="*/ 305253 h 2274677"/>
              <a:gd name="connsiteX346" fmla="*/ 2653546 w 5010670"/>
              <a:gd name="connsiteY346" fmla="*/ 256769 h 2274677"/>
              <a:gd name="connsiteX347" fmla="*/ 2681187 w 5010670"/>
              <a:gd name="connsiteY347" fmla="*/ 254885 h 2274677"/>
              <a:gd name="connsiteX348" fmla="*/ 1885312 w 5010670"/>
              <a:gd name="connsiteY348" fmla="*/ 226634 h 2274677"/>
              <a:gd name="connsiteX349" fmla="*/ 1906798 w 5010670"/>
              <a:gd name="connsiteY349" fmla="*/ 245379 h 2274677"/>
              <a:gd name="connsiteX350" fmla="*/ 1890014 w 5010670"/>
              <a:gd name="connsiteY350" fmla="*/ 295331 h 2274677"/>
              <a:gd name="connsiteX351" fmla="*/ 1840147 w 5010670"/>
              <a:gd name="connsiteY351" fmla="*/ 278709 h 2274677"/>
              <a:gd name="connsiteX352" fmla="*/ 1840067 w 5010670"/>
              <a:gd name="connsiteY352" fmla="*/ 278535 h 2274677"/>
              <a:gd name="connsiteX353" fmla="*/ 1856850 w 5010670"/>
              <a:gd name="connsiteY353" fmla="*/ 228582 h 2274677"/>
              <a:gd name="connsiteX354" fmla="*/ 1885312 w 5010670"/>
              <a:gd name="connsiteY354" fmla="*/ 226634 h 2274677"/>
              <a:gd name="connsiteX355" fmla="*/ 2964450 w 5010670"/>
              <a:gd name="connsiteY355" fmla="*/ 150066 h 2274677"/>
              <a:gd name="connsiteX356" fmla="*/ 3007872 w 5010670"/>
              <a:gd name="connsiteY356" fmla="*/ 175019 h 2274677"/>
              <a:gd name="connsiteX357" fmla="*/ 2987630 w 5010670"/>
              <a:gd name="connsiteY357" fmla="*/ 235814 h 2274677"/>
              <a:gd name="connsiteX358" fmla="*/ 2926770 w 5010670"/>
              <a:gd name="connsiteY358" fmla="*/ 215438 h 2274677"/>
              <a:gd name="connsiteX359" fmla="*/ 2947092 w 5010670"/>
              <a:gd name="connsiteY359" fmla="*/ 154775 h 2274677"/>
              <a:gd name="connsiteX360" fmla="*/ 2964450 w 5010670"/>
              <a:gd name="connsiteY360" fmla="*/ 150066 h 2274677"/>
              <a:gd name="connsiteX361" fmla="*/ 1379070 w 5010670"/>
              <a:gd name="connsiteY361" fmla="*/ 90592 h 2274677"/>
              <a:gd name="connsiteX362" fmla="*/ 1432683 w 5010670"/>
              <a:gd name="connsiteY362" fmla="*/ 122234 h 2274677"/>
              <a:gd name="connsiteX363" fmla="*/ 1406623 w 5010670"/>
              <a:gd name="connsiteY363" fmla="*/ 197475 h 2274677"/>
              <a:gd name="connsiteX364" fmla="*/ 1406355 w 5010670"/>
              <a:gd name="connsiteY364" fmla="*/ 197606 h 2274677"/>
              <a:gd name="connsiteX365" fmla="*/ 1331018 w 5010670"/>
              <a:gd name="connsiteY365" fmla="*/ 170664 h 2274677"/>
              <a:gd name="connsiteX366" fmla="*/ 1357426 w 5010670"/>
              <a:gd name="connsiteY366" fmla="*/ 96186 h 2274677"/>
              <a:gd name="connsiteX367" fmla="*/ 1379070 w 5010670"/>
              <a:gd name="connsiteY367" fmla="*/ 90592 h 2274677"/>
              <a:gd name="connsiteX368" fmla="*/ 2150077 w 5010670"/>
              <a:gd name="connsiteY368" fmla="*/ 78661 h 2274677"/>
              <a:gd name="connsiteX369" fmla="*/ 2192944 w 5010670"/>
              <a:gd name="connsiteY369" fmla="*/ 103379 h 2274677"/>
              <a:gd name="connsiteX370" fmla="*/ 2172863 w 5010670"/>
              <a:gd name="connsiteY370" fmla="*/ 163426 h 2274677"/>
              <a:gd name="connsiteX371" fmla="*/ 2172836 w 5010670"/>
              <a:gd name="connsiteY371" fmla="*/ 163434 h 2274677"/>
              <a:gd name="connsiteX372" fmla="*/ 2112808 w 5010670"/>
              <a:gd name="connsiteY372" fmla="*/ 143318 h 2274677"/>
              <a:gd name="connsiteX373" fmla="*/ 2132916 w 5010670"/>
              <a:gd name="connsiteY373" fmla="*/ 83287 h 2274677"/>
              <a:gd name="connsiteX374" fmla="*/ 2150077 w 5010670"/>
              <a:gd name="connsiteY374" fmla="*/ 78661 h 2274677"/>
              <a:gd name="connsiteX375" fmla="*/ 3268805 w 5010670"/>
              <a:gd name="connsiteY375" fmla="*/ 66588 h 2274677"/>
              <a:gd name="connsiteX376" fmla="*/ 3321874 w 5010670"/>
              <a:gd name="connsiteY376" fmla="*/ 97383 h 2274677"/>
              <a:gd name="connsiteX377" fmla="*/ 3296753 w 5010670"/>
              <a:gd name="connsiteY377" fmla="*/ 171738 h 2274677"/>
              <a:gd name="connsiteX378" fmla="*/ 3222488 w 5010670"/>
              <a:gd name="connsiteY378" fmla="*/ 146805 h 2274677"/>
              <a:gd name="connsiteX379" fmla="*/ 3222408 w 5010670"/>
              <a:gd name="connsiteY379" fmla="*/ 146620 h 2274677"/>
              <a:gd name="connsiteX380" fmla="*/ 3247502 w 5010670"/>
              <a:gd name="connsiteY380" fmla="*/ 72261 h 2274677"/>
              <a:gd name="connsiteX381" fmla="*/ 3268805 w 5010670"/>
              <a:gd name="connsiteY381" fmla="*/ 66588 h 2274677"/>
              <a:gd name="connsiteX382" fmla="*/ 3575740 w 5010670"/>
              <a:gd name="connsiteY382" fmla="*/ 14517 h 2274677"/>
              <a:gd name="connsiteX383" fmla="*/ 3628745 w 5010670"/>
              <a:gd name="connsiteY383" fmla="*/ 45424 h 2274677"/>
              <a:gd name="connsiteX384" fmla="*/ 3603463 w 5010670"/>
              <a:gd name="connsiteY384" fmla="*/ 119726 h 2274677"/>
              <a:gd name="connsiteX385" fmla="*/ 3603061 w 5010670"/>
              <a:gd name="connsiteY385" fmla="*/ 119925 h 2274677"/>
              <a:gd name="connsiteX386" fmla="*/ 3529199 w 5010670"/>
              <a:gd name="connsiteY386" fmla="*/ 94525 h 2274677"/>
              <a:gd name="connsiteX387" fmla="*/ 3529172 w 5010670"/>
              <a:gd name="connsiteY387" fmla="*/ 94447 h 2274677"/>
              <a:gd name="connsiteX388" fmla="*/ 3554427 w 5010670"/>
              <a:gd name="connsiteY388" fmla="*/ 20145 h 2274677"/>
              <a:gd name="connsiteX389" fmla="*/ 3575740 w 5010670"/>
              <a:gd name="connsiteY389" fmla="*/ 14517 h 2274677"/>
              <a:gd name="connsiteX390" fmla="*/ 4819372 w 5010670"/>
              <a:gd name="connsiteY390" fmla="*/ 2917 h 2274677"/>
              <a:gd name="connsiteX391" fmla="*/ 4821378 w 5010670"/>
              <a:gd name="connsiteY391" fmla="*/ 3380 h 2274677"/>
              <a:gd name="connsiteX392" fmla="*/ 4821378 w 5010670"/>
              <a:gd name="connsiteY392" fmla="*/ 149188 h 2274677"/>
              <a:gd name="connsiteX393" fmla="*/ 4800428 w 5010670"/>
              <a:gd name="connsiteY393" fmla="*/ 146385 h 2274677"/>
              <a:gd name="connsiteX394" fmla="*/ 4757917 w 5010670"/>
              <a:gd name="connsiteY394" fmla="*/ 109269 h 2274677"/>
              <a:gd name="connsiteX395" fmla="*/ 4791108 w 5010670"/>
              <a:gd name="connsiteY395" fmla="*/ 10527 h 2274677"/>
              <a:gd name="connsiteX396" fmla="*/ 4819372 w 5010670"/>
              <a:gd name="connsiteY396" fmla="*/ 2917 h 2274677"/>
              <a:gd name="connsiteX397" fmla="*/ 4454144 w 5010670"/>
              <a:gd name="connsiteY397" fmla="*/ 0 h 2274677"/>
              <a:gd name="connsiteX398" fmla="*/ 4571035 w 5010670"/>
              <a:gd name="connsiteY398" fmla="*/ 0 h 2274677"/>
              <a:gd name="connsiteX399" fmla="*/ 4580244 w 5010670"/>
              <a:gd name="connsiteY399" fmla="*/ 9764 h 2274677"/>
              <a:gd name="connsiteX400" fmla="*/ 4546651 w 5010670"/>
              <a:gd name="connsiteY400" fmla="*/ 109270 h 2274677"/>
              <a:gd name="connsiteX401" fmla="*/ 4447185 w 5010670"/>
              <a:gd name="connsiteY401" fmla="*/ 75758 h 2274677"/>
              <a:gd name="connsiteX402" fmla="*/ 4447131 w 5010670"/>
              <a:gd name="connsiteY402" fmla="*/ 75675 h 2274677"/>
              <a:gd name="connsiteX403" fmla="*/ 4443341 w 5010670"/>
              <a:gd name="connsiteY403" fmla="*/ 18962 h 2274677"/>
              <a:gd name="connsiteX404" fmla="*/ 4149217 w 5010670"/>
              <a:gd name="connsiteY404" fmla="*/ 0 h 2274677"/>
              <a:gd name="connsiteX405" fmla="*/ 4257393 w 5010670"/>
              <a:gd name="connsiteY405" fmla="*/ 0 h 2274677"/>
              <a:gd name="connsiteX406" fmla="*/ 4260317 w 5010670"/>
              <a:gd name="connsiteY406" fmla="*/ 3285 h 2274677"/>
              <a:gd name="connsiteX407" fmla="*/ 4229485 w 5010670"/>
              <a:gd name="connsiteY407" fmla="*/ 86482 h 2274677"/>
              <a:gd name="connsiteX408" fmla="*/ 4147981 w 5010670"/>
              <a:gd name="connsiteY408" fmla="*/ 59050 h 2274677"/>
              <a:gd name="connsiteX409" fmla="*/ 4143256 w 5010670"/>
              <a:gd name="connsiteY409" fmla="*/ 11266 h 2274677"/>
              <a:gd name="connsiteX410" fmla="*/ 3860379 w 5010670"/>
              <a:gd name="connsiteY410" fmla="*/ 0 h 2274677"/>
              <a:gd name="connsiteX411" fmla="*/ 3921495 w 5010670"/>
              <a:gd name="connsiteY411" fmla="*/ 0 h 2274677"/>
              <a:gd name="connsiteX412" fmla="*/ 3936582 w 5010670"/>
              <a:gd name="connsiteY412" fmla="*/ 15837 h 2274677"/>
              <a:gd name="connsiteX413" fmla="*/ 3913391 w 5010670"/>
              <a:gd name="connsiteY413" fmla="*/ 85678 h 2274677"/>
              <a:gd name="connsiteX414" fmla="*/ 3843550 w 5010670"/>
              <a:gd name="connsiteY414" fmla="*/ 62487 h 2274677"/>
              <a:gd name="connsiteX415" fmla="*/ 3840688 w 5010670"/>
              <a:gd name="connsiteY415" fmla="*/ 22764 h 2274677"/>
              <a:gd name="connsiteX416" fmla="*/ 2391233 w 5010670"/>
              <a:gd name="connsiteY416" fmla="*/ 0 h 2274677"/>
              <a:gd name="connsiteX417" fmla="*/ 2491395 w 5010670"/>
              <a:gd name="connsiteY417" fmla="*/ 0 h 2274677"/>
              <a:gd name="connsiteX418" fmla="*/ 2492784 w 5010670"/>
              <a:gd name="connsiteY418" fmla="*/ 19856 h 2274677"/>
              <a:gd name="connsiteX419" fmla="*/ 2465632 w 5010670"/>
              <a:gd name="connsiteY419" fmla="*/ 51092 h 2274677"/>
              <a:gd name="connsiteX420" fmla="*/ 2393110 w 5010670"/>
              <a:gd name="connsiteY420" fmla="*/ 26829 h 2274677"/>
              <a:gd name="connsiteX421" fmla="*/ 1592732 w 5010670"/>
              <a:gd name="connsiteY421" fmla="*/ 0 h 2274677"/>
              <a:gd name="connsiteX422" fmla="*/ 1708961 w 5010670"/>
              <a:gd name="connsiteY422" fmla="*/ 0 h 2274677"/>
              <a:gd name="connsiteX423" fmla="*/ 1709486 w 5010670"/>
              <a:gd name="connsiteY423" fmla="*/ 7656 h 2274677"/>
              <a:gd name="connsiteX424" fmla="*/ 1677944 w 5010670"/>
              <a:gd name="connsiteY424" fmla="*/ 43855 h 2274677"/>
              <a:gd name="connsiteX425" fmla="*/ 1677783 w 5010670"/>
              <a:gd name="connsiteY425" fmla="*/ 43935 h 2274677"/>
              <a:gd name="connsiteX426" fmla="*/ 1593759 w 5010670"/>
              <a:gd name="connsiteY426" fmla="*/ 15436 h 227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Lst>
            <a:rect l="l" t="t" r="r" b="b"/>
            <a:pathLst>
              <a:path w="5010670" h="2274677">
                <a:moveTo>
                  <a:pt x="4987279" y="2240091"/>
                </a:moveTo>
                <a:cubicBezTo>
                  <a:pt x="4996341" y="2236820"/>
                  <a:pt x="5006341" y="2241486"/>
                  <a:pt x="5009612" y="2250520"/>
                </a:cubicBezTo>
                <a:cubicBezTo>
                  <a:pt x="5012910" y="2259556"/>
                  <a:pt x="5008245" y="2269556"/>
                  <a:pt x="4999210" y="2272853"/>
                </a:cubicBezTo>
                <a:cubicBezTo>
                  <a:pt x="4990630" y="2277116"/>
                  <a:pt x="4980201" y="2273658"/>
                  <a:pt x="4975885" y="2265078"/>
                </a:cubicBezTo>
                <a:cubicBezTo>
                  <a:pt x="4971810" y="2256419"/>
                  <a:pt x="4975375" y="2246070"/>
                  <a:pt x="4983928" y="2241754"/>
                </a:cubicBezTo>
                <a:cubicBezTo>
                  <a:pt x="4984973" y="2241083"/>
                  <a:pt x="4986099" y="2240520"/>
                  <a:pt x="4987279" y="2240091"/>
                </a:cubicBezTo>
                <a:close/>
                <a:moveTo>
                  <a:pt x="4771285" y="1813537"/>
                </a:moveTo>
                <a:cubicBezTo>
                  <a:pt x="4776121" y="1815183"/>
                  <a:pt x="4780343" y="1818635"/>
                  <a:pt x="4782850" y="1823514"/>
                </a:cubicBezTo>
                <a:cubicBezTo>
                  <a:pt x="4787382" y="1833461"/>
                  <a:pt x="4783387" y="1845204"/>
                  <a:pt x="4773735" y="1850324"/>
                </a:cubicBezTo>
                <a:lnTo>
                  <a:pt x="4774003" y="1850861"/>
                </a:lnTo>
                <a:cubicBezTo>
                  <a:pt x="4764620" y="1854668"/>
                  <a:pt x="4753869" y="1851021"/>
                  <a:pt x="4748748" y="1842282"/>
                </a:cubicBezTo>
                <a:cubicBezTo>
                  <a:pt x="4743064" y="1832576"/>
                  <a:pt x="4746335" y="1820083"/>
                  <a:pt x="4756040" y="1814399"/>
                </a:cubicBezTo>
                <a:cubicBezTo>
                  <a:pt x="4761000" y="1812053"/>
                  <a:pt x="4766449" y="1811892"/>
                  <a:pt x="4771285" y="1813537"/>
                </a:cubicBezTo>
                <a:close/>
                <a:moveTo>
                  <a:pt x="4461679" y="1764920"/>
                </a:moveTo>
                <a:cubicBezTo>
                  <a:pt x="4466180" y="1766449"/>
                  <a:pt x="4470147" y="1769545"/>
                  <a:pt x="4472708" y="1773915"/>
                </a:cubicBezTo>
                <a:cubicBezTo>
                  <a:pt x="4478392" y="1783621"/>
                  <a:pt x="4475121" y="1796114"/>
                  <a:pt x="4465416" y="1801798"/>
                </a:cubicBezTo>
                <a:cubicBezTo>
                  <a:pt x="4456032" y="1805605"/>
                  <a:pt x="4445281" y="1801959"/>
                  <a:pt x="4440161" y="1793219"/>
                </a:cubicBezTo>
                <a:cubicBezTo>
                  <a:pt x="4434477" y="1783514"/>
                  <a:pt x="4437748" y="1771020"/>
                  <a:pt x="4447453" y="1765336"/>
                </a:cubicBezTo>
                <a:cubicBezTo>
                  <a:pt x="4452145" y="1763433"/>
                  <a:pt x="4457178" y="1763392"/>
                  <a:pt x="4461679" y="1764920"/>
                </a:cubicBezTo>
                <a:close/>
                <a:moveTo>
                  <a:pt x="859317" y="1474632"/>
                </a:moveTo>
                <a:cubicBezTo>
                  <a:pt x="861435" y="1473587"/>
                  <a:pt x="864009" y="1474471"/>
                  <a:pt x="865054" y="1476590"/>
                </a:cubicBezTo>
                <a:cubicBezTo>
                  <a:pt x="866019" y="1478815"/>
                  <a:pt x="865081" y="1481415"/>
                  <a:pt x="862909" y="1482488"/>
                </a:cubicBezTo>
                <a:cubicBezTo>
                  <a:pt x="860764" y="1483426"/>
                  <a:pt x="858244" y="1482488"/>
                  <a:pt x="857279" y="1480343"/>
                </a:cubicBezTo>
                <a:cubicBezTo>
                  <a:pt x="857226" y="1480236"/>
                  <a:pt x="857172" y="1480128"/>
                  <a:pt x="857118" y="1480021"/>
                </a:cubicBezTo>
                <a:cubicBezTo>
                  <a:pt x="856207" y="1477983"/>
                  <a:pt x="857118" y="1475624"/>
                  <a:pt x="859156" y="1474713"/>
                </a:cubicBezTo>
                <a:cubicBezTo>
                  <a:pt x="859209" y="1474686"/>
                  <a:pt x="859263" y="1474659"/>
                  <a:pt x="859317" y="1474632"/>
                </a:cubicBezTo>
                <a:close/>
                <a:moveTo>
                  <a:pt x="4821378" y="1471300"/>
                </a:moveTo>
                <a:lnTo>
                  <a:pt x="4821378" y="1511570"/>
                </a:lnTo>
                <a:lnTo>
                  <a:pt x="4812610" y="1503936"/>
                </a:lnTo>
                <a:cubicBezTo>
                  <a:pt x="4809246" y="1497167"/>
                  <a:pt x="4808944" y="1489666"/>
                  <a:pt x="4811176" y="1483017"/>
                </a:cubicBezTo>
                <a:close/>
                <a:moveTo>
                  <a:pt x="4537419" y="1419678"/>
                </a:moveTo>
                <a:cubicBezTo>
                  <a:pt x="4542999" y="1421568"/>
                  <a:pt x="4547858" y="1425583"/>
                  <a:pt x="4550673" y="1431280"/>
                </a:cubicBezTo>
                <a:cubicBezTo>
                  <a:pt x="4556304" y="1442755"/>
                  <a:pt x="4551638" y="1456643"/>
                  <a:pt x="4540217" y="1462380"/>
                </a:cubicBezTo>
                <a:cubicBezTo>
                  <a:pt x="4528715" y="1467849"/>
                  <a:pt x="4514961" y="1463238"/>
                  <a:pt x="4509117" y="1451924"/>
                </a:cubicBezTo>
                <a:cubicBezTo>
                  <a:pt x="4503540" y="1440369"/>
                  <a:pt x="4508313" y="1426481"/>
                  <a:pt x="4519841" y="1420824"/>
                </a:cubicBezTo>
                <a:cubicBezTo>
                  <a:pt x="4525539" y="1418023"/>
                  <a:pt x="4531839" y="1417788"/>
                  <a:pt x="4537419" y="1419678"/>
                </a:cubicBezTo>
                <a:close/>
                <a:moveTo>
                  <a:pt x="3911028" y="1415587"/>
                </a:moveTo>
                <a:cubicBezTo>
                  <a:pt x="3915194" y="1417004"/>
                  <a:pt x="3918887" y="1419806"/>
                  <a:pt x="3921380" y="1423747"/>
                </a:cubicBezTo>
                <a:cubicBezTo>
                  <a:pt x="3927252" y="1432997"/>
                  <a:pt x="3924517" y="1445249"/>
                  <a:pt x="3915268" y="1451120"/>
                </a:cubicBezTo>
                <a:cubicBezTo>
                  <a:pt x="3914061" y="1451898"/>
                  <a:pt x="3912774" y="1452514"/>
                  <a:pt x="3911434" y="1453024"/>
                </a:cubicBezTo>
                <a:cubicBezTo>
                  <a:pt x="3901139" y="1456750"/>
                  <a:pt x="3889744" y="1451469"/>
                  <a:pt x="3885991" y="1441174"/>
                </a:cubicBezTo>
                <a:cubicBezTo>
                  <a:pt x="3882237" y="1430879"/>
                  <a:pt x="3887546" y="1419484"/>
                  <a:pt x="3897841" y="1415731"/>
                </a:cubicBezTo>
                <a:cubicBezTo>
                  <a:pt x="3902225" y="1414136"/>
                  <a:pt x="3906863" y="1414169"/>
                  <a:pt x="3911028" y="1415587"/>
                </a:cubicBezTo>
                <a:close/>
                <a:moveTo>
                  <a:pt x="4223580" y="1407024"/>
                </a:moveTo>
                <a:cubicBezTo>
                  <a:pt x="4227400" y="1408331"/>
                  <a:pt x="4230731" y="1411066"/>
                  <a:pt x="4232702" y="1414926"/>
                </a:cubicBezTo>
                <a:cubicBezTo>
                  <a:pt x="4232782" y="1415087"/>
                  <a:pt x="4232863" y="1415248"/>
                  <a:pt x="4232943" y="1415436"/>
                </a:cubicBezTo>
                <a:cubicBezTo>
                  <a:pt x="4236589" y="1423211"/>
                  <a:pt x="4233238" y="1432460"/>
                  <a:pt x="4225463" y="1436106"/>
                </a:cubicBezTo>
                <a:cubicBezTo>
                  <a:pt x="4225329" y="1436187"/>
                  <a:pt x="4225195" y="1436241"/>
                  <a:pt x="4225061" y="1436294"/>
                </a:cubicBezTo>
                <a:cubicBezTo>
                  <a:pt x="4217366" y="1440075"/>
                  <a:pt x="4208037" y="1436857"/>
                  <a:pt x="4204283" y="1429136"/>
                </a:cubicBezTo>
                <a:cubicBezTo>
                  <a:pt x="4204230" y="1429029"/>
                  <a:pt x="4204176" y="1428921"/>
                  <a:pt x="4204122" y="1428787"/>
                </a:cubicBezTo>
                <a:cubicBezTo>
                  <a:pt x="4200342" y="1420932"/>
                  <a:pt x="4203640" y="1411468"/>
                  <a:pt x="4211522" y="1407688"/>
                </a:cubicBezTo>
                <a:cubicBezTo>
                  <a:pt x="4215449" y="1405838"/>
                  <a:pt x="4219759" y="1405717"/>
                  <a:pt x="4223580" y="1407024"/>
                </a:cubicBezTo>
                <a:close/>
                <a:moveTo>
                  <a:pt x="15836" y="1399373"/>
                </a:moveTo>
                <a:cubicBezTo>
                  <a:pt x="18573" y="1400475"/>
                  <a:pt x="20889" y="1402620"/>
                  <a:pt x="22137" y="1405542"/>
                </a:cubicBezTo>
                <a:cubicBezTo>
                  <a:pt x="22167" y="1405596"/>
                  <a:pt x="22199" y="1405676"/>
                  <a:pt x="22229" y="1405730"/>
                </a:cubicBezTo>
                <a:cubicBezTo>
                  <a:pt x="24966" y="1411468"/>
                  <a:pt x="22523" y="1418357"/>
                  <a:pt x="16775" y="1421092"/>
                </a:cubicBezTo>
                <a:cubicBezTo>
                  <a:pt x="16660" y="1421146"/>
                  <a:pt x="16545" y="1421199"/>
                  <a:pt x="16427" y="1421253"/>
                </a:cubicBezTo>
                <a:cubicBezTo>
                  <a:pt x="10775" y="1423854"/>
                  <a:pt x="4091" y="1421387"/>
                  <a:pt x="1493" y="1415730"/>
                </a:cubicBezTo>
                <a:cubicBezTo>
                  <a:pt x="1282" y="1415355"/>
                  <a:pt x="1094" y="1414980"/>
                  <a:pt x="925" y="1414577"/>
                </a:cubicBezTo>
                <a:cubicBezTo>
                  <a:pt x="-1571" y="1408706"/>
                  <a:pt x="1156" y="1401950"/>
                  <a:pt x="7014" y="1399457"/>
                </a:cubicBezTo>
                <a:cubicBezTo>
                  <a:pt x="9943" y="1398210"/>
                  <a:pt x="13100" y="1398270"/>
                  <a:pt x="15836" y="1399373"/>
                </a:cubicBezTo>
                <a:close/>
                <a:moveTo>
                  <a:pt x="1079269" y="1252993"/>
                </a:moveTo>
                <a:cubicBezTo>
                  <a:pt x="1081414" y="1252054"/>
                  <a:pt x="1083934" y="1252993"/>
                  <a:pt x="1084899" y="1255137"/>
                </a:cubicBezTo>
                <a:cubicBezTo>
                  <a:pt x="1084953" y="1255245"/>
                  <a:pt x="1085007" y="1255352"/>
                  <a:pt x="1085060" y="1255459"/>
                </a:cubicBezTo>
                <a:cubicBezTo>
                  <a:pt x="1085972" y="1257497"/>
                  <a:pt x="1085060" y="1259856"/>
                  <a:pt x="1083022" y="1260768"/>
                </a:cubicBezTo>
                <a:cubicBezTo>
                  <a:pt x="1082969" y="1260795"/>
                  <a:pt x="1082915" y="1260821"/>
                  <a:pt x="1082862" y="1260848"/>
                </a:cubicBezTo>
                <a:cubicBezTo>
                  <a:pt x="1080744" y="1261894"/>
                  <a:pt x="1078170" y="1261009"/>
                  <a:pt x="1077125" y="1258891"/>
                </a:cubicBezTo>
                <a:cubicBezTo>
                  <a:pt x="1076159" y="1256666"/>
                  <a:pt x="1077098" y="1254065"/>
                  <a:pt x="1079269" y="1252993"/>
                </a:cubicBezTo>
                <a:close/>
                <a:moveTo>
                  <a:pt x="2266968" y="1230204"/>
                </a:moveTo>
                <a:cubicBezTo>
                  <a:pt x="2270078" y="1228622"/>
                  <a:pt x="2273885" y="1229802"/>
                  <a:pt x="2275547" y="1232885"/>
                </a:cubicBezTo>
                <a:cubicBezTo>
                  <a:pt x="2275574" y="1232938"/>
                  <a:pt x="2275601" y="1232965"/>
                  <a:pt x="2275601" y="1233019"/>
                </a:cubicBezTo>
                <a:cubicBezTo>
                  <a:pt x="2277049" y="1236102"/>
                  <a:pt x="2275681" y="1239775"/>
                  <a:pt x="2272598" y="1241196"/>
                </a:cubicBezTo>
                <a:cubicBezTo>
                  <a:pt x="2272437" y="1241303"/>
                  <a:pt x="2272276" y="1241384"/>
                  <a:pt x="2272089" y="1241464"/>
                </a:cubicBezTo>
                <a:cubicBezTo>
                  <a:pt x="2269113" y="1242805"/>
                  <a:pt x="2265627" y="1241491"/>
                  <a:pt x="2264287" y="1238515"/>
                </a:cubicBezTo>
                <a:cubicBezTo>
                  <a:pt x="2264287" y="1238515"/>
                  <a:pt x="2264287" y="1238515"/>
                  <a:pt x="2264287" y="1238488"/>
                </a:cubicBezTo>
                <a:cubicBezTo>
                  <a:pt x="2262732" y="1235459"/>
                  <a:pt x="2263938" y="1231759"/>
                  <a:pt x="2266968" y="1230204"/>
                </a:cubicBezTo>
                <a:close/>
                <a:moveTo>
                  <a:pt x="642716" y="1195046"/>
                </a:moveTo>
                <a:cubicBezTo>
                  <a:pt x="645760" y="1196061"/>
                  <a:pt x="648427" y="1198206"/>
                  <a:pt x="650036" y="1201249"/>
                </a:cubicBezTo>
                <a:cubicBezTo>
                  <a:pt x="653146" y="1207469"/>
                  <a:pt x="650626" y="1215029"/>
                  <a:pt x="644405" y="1218139"/>
                </a:cubicBezTo>
                <a:cubicBezTo>
                  <a:pt x="638427" y="1220820"/>
                  <a:pt x="631402" y="1218461"/>
                  <a:pt x="628239" y="1212751"/>
                </a:cubicBezTo>
                <a:cubicBezTo>
                  <a:pt x="624861" y="1206664"/>
                  <a:pt x="627059" y="1198997"/>
                  <a:pt x="633145" y="1195619"/>
                </a:cubicBezTo>
                <a:cubicBezTo>
                  <a:pt x="636255" y="1194145"/>
                  <a:pt x="639673" y="1194031"/>
                  <a:pt x="642716" y="1195046"/>
                </a:cubicBezTo>
                <a:close/>
                <a:moveTo>
                  <a:pt x="3367328" y="1159371"/>
                </a:moveTo>
                <a:cubicBezTo>
                  <a:pt x="3370167" y="1160397"/>
                  <a:pt x="3372613" y="1162508"/>
                  <a:pt x="3373994" y="1165457"/>
                </a:cubicBezTo>
                <a:cubicBezTo>
                  <a:pt x="3376755" y="1171355"/>
                  <a:pt x="3374235" y="1178379"/>
                  <a:pt x="3368337" y="1181141"/>
                </a:cubicBezTo>
                <a:cubicBezTo>
                  <a:pt x="3362546" y="1183849"/>
                  <a:pt x="3355656" y="1181489"/>
                  <a:pt x="3352787" y="1175779"/>
                </a:cubicBezTo>
                <a:cubicBezTo>
                  <a:pt x="3352733" y="1175671"/>
                  <a:pt x="3352679" y="1175591"/>
                  <a:pt x="3352653" y="1175484"/>
                </a:cubicBezTo>
                <a:cubicBezTo>
                  <a:pt x="3349864" y="1169586"/>
                  <a:pt x="3352411" y="1162561"/>
                  <a:pt x="3358310" y="1159800"/>
                </a:cubicBezTo>
                <a:cubicBezTo>
                  <a:pt x="3361259" y="1158406"/>
                  <a:pt x="3364490" y="1158346"/>
                  <a:pt x="3367328" y="1159371"/>
                </a:cubicBezTo>
                <a:close/>
                <a:moveTo>
                  <a:pt x="211864" y="1156151"/>
                </a:moveTo>
                <a:cubicBezTo>
                  <a:pt x="214670" y="1157059"/>
                  <a:pt x="217129" y="1159036"/>
                  <a:pt x="218577" y="1161864"/>
                </a:cubicBezTo>
                <a:cubicBezTo>
                  <a:pt x="221472" y="1167548"/>
                  <a:pt x="219220" y="1174492"/>
                  <a:pt x="213563" y="1177388"/>
                </a:cubicBezTo>
                <a:cubicBezTo>
                  <a:pt x="213539" y="1177388"/>
                  <a:pt x="213513" y="1177414"/>
                  <a:pt x="213488" y="1177414"/>
                </a:cubicBezTo>
                <a:cubicBezTo>
                  <a:pt x="207799" y="1180283"/>
                  <a:pt x="200869" y="1177977"/>
                  <a:pt x="198013" y="1172294"/>
                </a:cubicBezTo>
                <a:cubicBezTo>
                  <a:pt x="195172" y="1166637"/>
                  <a:pt x="197429" y="1159746"/>
                  <a:pt x="203070" y="1156851"/>
                </a:cubicBezTo>
                <a:cubicBezTo>
                  <a:pt x="205905" y="1155403"/>
                  <a:pt x="209058" y="1155242"/>
                  <a:pt x="211864" y="1156151"/>
                </a:cubicBezTo>
                <a:close/>
                <a:moveTo>
                  <a:pt x="3675255" y="1094591"/>
                </a:moveTo>
                <a:cubicBezTo>
                  <a:pt x="3679484" y="1096012"/>
                  <a:pt x="3683170" y="1099049"/>
                  <a:pt x="3685315" y="1103365"/>
                </a:cubicBezTo>
                <a:cubicBezTo>
                  <a:pt x="3689605" y="1111971"/>
                  <a:pt x="3686066" y="1122427"/>
                  <a:pt x="3677460" y="1126717"/>
                </a:cubicBezTo>
                <a:cubicBezTo>
                  <a:pt x="3668881" y="1130980"/>
                  <a:pt x="3658451" y="1127521"/>
                  <a:pt x="3654135" y="1118942"/>
                </a:cubicBezTo>
                <a:cubicBezTo>
                  <a:pt x="3654135" y="1118915"/>
                  <a:pt x="3654108" y="1118888"/>
                  <a:pt x="3654108" y="1118861"/>
                </a:cubicBezTo>
                <a:cubicBezTo>
                  <a:pt x="3649819" y="1110255"/>
                  <a:pt x="3653331" y="1099799"/>
                  <a:pt x="3661937" y="1095510"/>
                </a:cubicBezTo>
                <a:cubicBezTo>
                  <a:pt x="3666254" y="1093365"/>
                  <a:pt x="3671026" y="1093171"/>
                  <a:pt x="3675255" y="1094591"/>
                </a:cubicBezTo>
                <a:close/>
                <a:moveTo>
                  <a:pt x="2543650" y="1085697"/>
                </a:moveTo>
                <a:cubicBezTo>
                  <a:pt x="2546760" y="1084115"/>
                  <a:pt x="2550567" y="1085295"/>
                  <a:pt x="2552229" y="1088378"/>
                </a:cubicBezTo>
                <a:cubicBezTo>
                  <a:pt x="2552256" y="1088432"/>
                  <a:pt x="2552283" y="1088458"/>
                  <a:pt x="2552283" y="1088512"/>
                </a:cubicBezTo>
                <a:cubicBezTo>
                  <a:pt x="2553731" y="1091595"/>
                  <a:pt x="2552363" y="1095268"/>
                  <a:pt x="2549280" y="1096689"/>
                </a:cubicBezTo>
                <a:cubicBezTo>
                  <a:pt x="2549119" y="1096796"/>
                  <a:pt x="2548959" y="1096877"/>
                  <a:pt x="2548771" y="1096957"/>
                </a:cubicBezTo>
                <a:cubicBezTo>
                  <a:pt x="2545795" y="1098298"/>
                  <a:pt x="2542310" y="1096984"/>
                  <a:pt x="2540969" y="1094008"/>
                </a:cubicBezTo>
                <a:cubicBezTo>
                  <a:pt x="2540969" y="1094008"/>
                  <a:pt x="2540969" y="1094008"/>
                  <a:pt x="2540969" y="1093981"/>
                </a:cubicBezTo>
                <a:cubicBezTo>
                  <a:pt x="2539414" y="1090952"/>
                  <a:pt x="2540620" y="1087252"/>
                  <a:pt x="2543650" y="1085697"/>
                </a:cubicBezTo>
                <a:close/>
                <a:moveTo>
                  <a:pt x="4614948" y="1066069"/>
                </a:moveTo>
                <a:cubicBezTo>
                  <a:pt x="4623591" y="1068995"/>
                  <a:pt x="4631118" y="1075215"/>
                  <a:pt x="4635475" y="1084035"/>
                </a:cubicBezTo>
                <a:cubicBezTo>
                  <a:pt x="4644214" y="1101702"/>
                  <a:pt x="4636976" y="1123097"/>
                  <a:pt x="4619307" y="1131810"/>
                </a:cubicBezTo>
                <a:cubicBezTo>
                  <a:pt x="4619174" y="1131864"/>
                  <a:pt x="4619040" y="1131945"/>
                  <a:pt x="4618905" y="1131998"/>
                </a:cubicBezTo>
                <a:cubicBezTo>
                  <a:pt x="4601345" y="1140577"/>
                  <a:pt x="4580164" y="1133285"/>
                  <a:pt x="4571585" y="1115724"/>
                </a:cubicBezTo>
                <a:cubicBezTo>
                  <a:pt x="4571559" y="1115698"/>
                  <a:pt x="4571559" y="1115671"/>
                  <a:pt x="4571532" y="1115644"/>
                </a:cubicBezTo>
                <a:cubicBezTo>
                  <a:pt x="4562818" y="1097976"/>
                  <a:pt x="4570057" y="1076608"/>
                  <a:pt x="4587725" y="1067868"/>
                </a:cubicBezTo>
                <a:cubicBezTo>
                  <a:pt x="4596546" y="1063512"/>
                  <a:pt x="4606305" y="1063143"/>
                  <a:pt x="4614948" y="1066069"/>
                </a:cubicBezTo>
                <a:close/>
                <a:moveTo>
                  <a:pt x="3972830" y="1055696"/>
                </a:moveTo>
                <a:cubicBezTo>
                  <a:pt x="3985484" y="1050656"/>
                  <a:pt x="3999855" y="1056822"/>
                  <a:pt x="4004895" y="1069450"/>
                </a:cubicBezTo>
                <a:cubicBezTo>
                  <a:pt x="4009962" y="1082104"/>
                  <a:pt x="4003796" y="1096474"/>
                  <a:pt x="3991141" y="1101515"/>
                </a:cubicBezTo>
                <a:cubicBezTo>
                  <a:pt x="3979961" y="1105992"/>
                  <a:pt x="3967200" y="1101729"/>
                  <a:pt x="3960926" y="1091434"/>
                </a:cubicBezTo>
                <a:cubicBezTo>
                  <a:pt x="3953848" y="1079799"/>
                  <a:pt x="3957521" y="1064624"/>
                  <a:pt x="3969157" y="1057546"/>
                </a:cubicBezTo>
                <a:cubicBezTo>
                  <a:pt x="3970336" y="1056822"/>
                  <a:pt x="3971570" y="1056205"/>
                  <a:pt x="3972830" y="1055696"/>
                </a:cubicBezTo>
                <a:close/>
                <a:moveTo>
                  <a:pt x="4300686" y="1050501"/>
                </a:moveTo>
                <a:cubicBezTo>
                  <a:pt x="4307201" y="1052660"/>
                  <a:pt x="4312892" y="1057305"/>
                  <a:pt x="4316216" y="1063927"/>
                </a:cubicBezTo>
                <a:cubicBezTo>
                  <a:pt x="4322865" y="1077144"/>
                  <a:pt x="4317530" y="1093257"/>
                  <a:pt x="4304286" y="1099906"/>
                </a:cubicBezTo>
                <a:cubicBezTo>
                  <a:pt x="4304152" y="1099986"/>
                  <a:pt x="4304018" y="1100040"/>
                  <a:pt x="4303884" y="1100120"/>
                </a:cubicBezTo>
                <a:cubicBezTo>
                  <a:pt x="4290532" y="1106528"/>
                  <a:pt x="4274500" y="1100925"/>
                  <a:pt x="4268092" y="1087573"/>
                </a:cubicBezTo>
                <a:cubicBezTo>
                  <a:pt x="4261738" y="1074383"/>
                  <a:pt x="4267154" y="1058565"/>
                  <a:pt x="4280210" y="1051996"/>
                </a:cubicBezTo>
                <a:cubicBezTo>
                  <a:pt x="4286832" y="1048672"/>
                  <a:pt x="4294171" y="1048345"/>
                  <a:pt x="4300686" y="1050501"/>
                </a:cubicBezTo>
                <a:close/>
                <a:moveTo>
                  <a:pt x="1313403" y="1044893"/>
                </a:moveTo>
                <a:cubicBezTo>
                  <a:pt x="1316648" y="1043445"/>
                  <a:pt x="1320455" y="1044919"/>
                  <a:pt x="1321902" y="1048163"/>
                </a:cubicBezTo>
                <a:cubicBezTo>
                  <a:pt x="1323484" y="1051514"/>
                  <a:pt x="1322197" y="1055508"/>
                  <a:pt x="1318953" y="1057278"/>
                </a:cubicBezTo>
                <a:cubicBezTo>
                  <a:pt x="1318873" y="1057331"/>
                  <a:pt x="1318792" y="1057358"/>
                  <a:pt x="1318712" y="1057385"/>
                </a:cubicBezTo>
                <a:cubicBezTo>
                  <a:pt x="1315334" y="1058913"/>
                  <a:pt x="1311366" y="1057439"/>
                  <a:pt x="1309838" y="1054060"/>
                </a:cubicBezTo>
                <a:cubicBezTo>
                  <a:pt x="1308283" y="1050790"/>
                  <a:pt x="1309570" y="1046876"/>
                  <a:pt x="1312787" y="1045214"/>
                </a:cubicBezTo>
                <a:cubicBezTo>
                  <a:pt x="1313001" y="1045107"/>
                  <a:pt x="1313189" y="1045000"/>
                  <a:pt x="1313403" y="1044893"/>
                </a:cubicBezTo>
                <a:close/>
                <a:moveTo>
                  <a:pt x="865299" y="972434"/>
                </a:moveTo>
                <a:cubicBezTo>
                  <a:pt x="869016" y="973657"/>
                  <a:pt x="872266" y="976298"/>
                  <a:pt x="874170" y="980065"/>
                </a:cubicBezTo>
                <a:cubicBezTo>
                  <a:pt x="874170" y="980092"/>
                  <a:pt x="874196" y="980119"/>
                  <a:pt x="874196" y="980119"/>
                </a:cubicBezTo>
                <a:cubicBezTo>
                  <a:pt x="878030" y="987813"/>
                  <a:pt x="874894" y="997143"/>
                  <a:pt x="867199" y="1000977"/>
                </a:cubicBezTo>
                <a:lnTo>
                  <a:pt x="867199" y="1000173"/>
                </a:lnTo>
                <a:cubicBezTo>
                  <a:pt x="865778" y="1001245"/>
                  <a:pt x="864169" y="1002076"/>
                  <a:pt x="862454" y="1002586"/>
                </a:cubicBezTo>
                <a:cubicBezTo>
                  <a:pt x="854384" y="1005052"/>
                  <a:pt x="845831" y="1000521"/>
                  <a:pt x="843365" y="992451"/>
                </a:cubicBezTo>
                <a:cubicBezTo>
                  <a:pt x="840898" y="984381"/>
                  <a:pt x="845456" y="975829"/>
                  <a:pt x="853526" y="973363"/>
                </a:cubicBezTo>
                <a:cubicBezTo>
                  <a:pt x="853553" y="973336"/>
                  <a:pt x="853606" y="973336"/>
                  <a:pt x="853633" y="973309"/>
                </a:cubicBezTo>
                <a:cubicBezTo>
                  <a:pt x="857400" y="971405"/>
                  <a:pt x="861582" y="971211"/>
                  <a:pt x="865299" y="972434"/>
                </a:cubicBezTo>
                <a:close/>
                <a:moveTo>
                  <a:pt x="2829557" y="959932"/>
                </a:moveTo>
                <a:cubicBezTo>
                  <a:pt x="2834891" y="957358"/>
                  <a:pt x="2841299" y="959610"/>
                  <a:pt x="2843873" y="964945"/>
                </a:cubicBezTo>
                <a:cubicBezTo>
                  <a:pt x="2846420" y="970280"/>
                  <a:pt x="2844168" y="976688"/>
                  <a:pt x="2838833" y="979262"/>
                </a:cubicBezTo>
                <a:cubicBezTo>
                  <a:pt x="2838753" y="979316"/>
                  <a:pt x="2838645" y="979342"/>
                  <a:pt x="2838565" y="979396"/>
                </a:cubicBezTo>
                <a:cubicBezTo>
                  <a:pt x="2833337" y="981863"/>
                  <a:pt x="2827090" y="979664"/>
                  <a:pt x="2824623" y="974436"/>
                </a:cubicBezTo>
                <a:cubicBezTo>
                  <a:pt x="2824597" y="974382"/>
                  <a:pt x="2824543" y="974302"/>
                  <a:pt x="2824516" y="974222"/>
                </a:cubicBezTo>
                <a:cubicBezTo>
                  <a:pt x="2821969" y="968886"/>
                  <a:pt x="2824221" y="962479"/>
                  <a:pt x="2829557" y="959932"/>
                </a:cubicBezTo>
                <a:close/>
                <a:moveTo>
                  <a:pt x="2044200" y="956179"/>
                </a:moveTo>
                <a:cubicBezTo>
                  <a:pt x="2047820" y="954490"/>
                  <a:pt x="2052136" y="956071"/>
                  <a:pt x="2053825" y="959691"/>
                </a:cubicBezTo>
                <a:cubicBezTo>
                  <a:pt x="2055434" y="963257"/>
                  <a:pt x="2054040" y="967466"/>
                  <a:pt x="2050608" y="969343"/>
                </a:cubicBezTo>
                <a:cubicBezTo>
                  <a:pt x="2046988" y="971112"/>
                  <a:pt x="2042591" y="969611"/>
                  <a:pt x="2040822" y="965991"/>
                </a:cubicBezTo>
                <a:cubicBezTo>
                  <a:pt x="2039053" y="962372"/>
                  <a:pt x="2040554" y="957975"/>
                  <a:pt x="2044173" y="956206"/>
                </a:cubicBezTo>
                <a:cubicBezTo>
                  <a:pt x="2044173" y="956206"/>
                  <a:pt x="2044200" y="956206"/>
                  <a:pt x="2044200" y="956179"/>
                </a:cubicBezTo>
                <a:close/>
                <a:moveTo>
                  <a:pt x="411906" y="923441"/>
                </a:moveTo>
                <a:cubicBezTo>
                  <a:pt x="418448" y="921082"/>
                  <a:pt x="425660" y="924460"/>
                  <a:pt x="428046" y="931002"/>
                </a:cubicBezTo>
                <a:cubicBezTo>
                  <a:pt x="430593" y="936927"/>
                  <a:pt x="428153" y="943844"/>
                  <a:pt x="422416" y="946820"/>
                </a:cubicBezTo>
                <a:cubicBezTo>
                  <a:pt x="422362" y="946847"/>
                  <a:pt x="422308" y="946874"/>
                  <a:pt x="422255" y="946900"/>
                </a:cubicBezTo>
                <a:cubicBezTo>
                  <a:pt x="416276" y="950171"/>
                  <a:pt x="408796" y="947973"/>
                  <a:pt x="405525" y="941994"/>
                </a:cubicBezTo>
                <a:cubicBezTo>
                  <a:pt x="405042" y="941243"/>
                  <a:pt x="404667" y="940439"/>
                  <a:pt x="404345" y="939608"/>
                </a:cubicBezTo>
                <a:cubicBezTo>
                  <a:pt x="401986" y="933066"/>
                  <a:pt x="405364" y="925827"/>
                  <a:pt x="411906" y="923441"/>
                </a:cubicBezTo>
                <a:close/>
                <a:moveTo>
                  <a:pt x="3135780" y="856609"/>
                </a:moveTo>
                <a:cubicBezTo>
                  <a:pt x="3139758" y="857920"/>
                  <a:pt x="3143237" y="860748"/>
                  <a:pt x="3145275" y="864783"/>
                </a:cubicBezTo>
                <a:cubicBezTo>
                  <a:pt x="3149350" y="872853"/>
                  <a:pt x="3146106" y="882692"/>
                  <a:pt x="3138036" y="886767"/>
                </a:cubicBezTo>
                <a:cubicBezTo>
                  <a:pt x="3129966" y="890843"/>
                  <a:pt x="3120127" y="887599"/>
                  <a:pt x="3116051" y="879529"/>
                </a:cubicBezTo>
                <a:cubicBezTo>
                  <a:pt x="3111976" y="871459"/>
                  <a:pt x="3115220" y="861620"/>
                  <a:pt x="3123290" y="857544"/>
                </a:cubicBezTo>
                <a:cubicBezTo>
                  <a:pt x="3127325" y="855507"/>
                  <a:pt x="3131802" y="855299"/>
                  <a:pt x="3135780" y="856609"/>
                </a:cubicBezTo>
                <a:close/>
                <a:moveTo>
                  <a:pt x="1559711" y="852985"/>
                </a:moveTo>
                <a:cubicBezTo>
                  <a:pt x="1564751" y="850465"/>
                  <a:pt x="1570864" y="852503"/>
                  <a:pt x="1573384" y="857543"/>
                </a:cubicBezTo>
                <a:cubicBezTo>
                  <a:pt x="1575744" y="862583"/>
                  <a:pt x="1573759" y="868589"/>
                  <a:pt x="1568827" y="871216"/>
                </a:cubicBezTo>
                <a:cubicBezTo>
                  <a:pt x="1568800" y="871243"/>
                  <a:pt x="1568746" y="871243"/>
                  <a:pt x="1568719" y="871270"/>
                </a:cubicBezTo>
                <a:cubicBezTo>
                  <a:pt x="1563625" y="873656"/>
                  <a:pt x="1557539" y="871484"/>
                  <a:pt x="1555153" y="866390"/>
                </a:cubicBezTo>
                <a:cubicBezTo>
                  <a:pt x="1555126" y="866337"/>
                  <a:pt x="1555099" y="866283"/>
                  <a:pt x="1555073" y="866229"/>
                </a:cubicBezTo>
                <a:cubicBezTo>
                  <a:pt x="1552687" y="861296"/>
                  <a:pt x="1554778" y="855371"/>
                  <a:pt x="1559711" y="852985"/>
                </a:cubicBezTo>
                <a:close/>
                <a:moveTo>
                  <a:pt x="2325170" y="802375"/>
                </a:moveTo>
                <a:cubicBezTo>
                  <a:pt x="2327975" y="803340"/>
                  <a:pt x="2330415" y="805358"/>
                  <a:pt x="2331849" y="808213"/>
                </a:cubicBezTo>
                <a:cubicBezTo>
                  <a:pt x="2331849" y="808240"/>
                  <a:pt x="2331876" y="808267"/>
                  <a:pt x="2331876" y="808293"/>
                </a:cubicBezTo>
                <a:cubicBezTo>
                  <a:pt x="2334744" y="813977"/>
                  <a:pt x="2332438" y="820894"/>
                  <a:pt x="2326755" y="823763"/>
                </a:cubicBezTo>
                <a:cubicBezTo>
                  <a:pt x="2321741" y="825479"/>
                  <a:pt x="2316191" y="823629"/>
                  <a:pt x="2313189" y="819232"/>
                </a:cubicBezTo>
                <a:cubicBezTo>
                  <a:pt x="2309516" y="813870"/>
                  <a:pt x="2310910" y="806524"/>
                  <a:pt x="2316299" y="802851"/>
                </a:cubicBezTo>
                <a:cubicBezTo>
                  <a:pt x="2319195" y="801497"/>
                  <a:pt x="2322365" y="801410"/>
                  <a:pt x="2325170" y="802375"/>
                </a:cubicBezTo>
                <a:close/>
                <a:moveTo>
                  <a:pt x="3443842" y="776429"/>
                </a:moveTo>
                <a:cubicBezTo>
                  <a:pt x="3449465" y="778628"/>
                  <a:pt x="3454251" y="782971"/>
                  <a:pt x="3456865" y="788936"/>
                </a:cubicBezTo>
                <a:cubicBezTo>
                  <a:pt x="3462120" y="800867"/>
                  <a:pt x="3456677" y="814781"/>
                  <a:pt x="3444747" y="820009"/>
                </a:cubicBezTo>
                <a:cubicBezTo>
                  <a:pt x="3444022" y="820411"/>
                  <a:pt x="3443272" y="820787"/>
                  <a:pt x="3442521" y="821135"/>
                </a:cubicBezTo>
                <a:cubicBezTo>
                  <a:pt x="3430591" y="826363"/>
                  <a:pt x="3416676" y="820921"/>
                  <a:pt x="3411448" y="808990"/>
                </a:cubicBezTo>
                <a:cubicBezTo>
                  <a:pt x="3406193" y="797060"/>
                  <a:pt x="3411636" y="783145"/>
                  <a:pt x="3423566" y="777917"/>
                </a:cubicBezTo>
                <a:cubicBezTo>
                  <a:pt x="3424290" y="777515"/>
                  <a:pt x="3425041" y="777140"/>
                  <a:pt x="3425792" y="776791"/>
                </a:cubicBezTo>
                <a:cubicBezTo>
                  <a:pt x="3431757" y="774177"/>
                  <a:pt x="3438218" y="774231"/>
                  <a:pt x="3443842" y="776429"/>
                </a:cubicBezTo>
                <a:close/>
                <a:moveTo>
                  <a:pt x="1100118" y="763656"/>
                </a:moveTo>
                <a:cubicBezTo>
                  <a:pt x="1104867" y="765014"/>
                  <a:pt x="1109096" y="768184"/>
                  <a:pt x="1111683" y="772849"/>
                </a:cubicBezTo>
                <a:cubicBezTo>
                  <a:pt x="1116884" y="782152"/>
                  <a:pt x="1113533" y="793922"/>
                  <a:pt x="1104203" y="799097"/>
                </a:cubicBezTo>
                <a:cubicBezTo>
                  <a:pt x="1103694" y="799392"/>
                  <a:pt x="1103157" y="799659"/>
                  <a:pt x="1102621" y="799901"/>
                </a:cubicBezTo>
                <a:cubicBezTo>
                  <a:pt x="1093050" y="804271"/>
                  <a:pt x="1081763" y="800088"/>
                  <a:pt x="1077393" y="790517"/>
                </a:cubicBezTo>
                <a:cubicBezTo>
                  <a:pt x="1073023" y="781321"/>
                  <a:pt x="1076535" y="770302"/>
                  <a:pt x="1085436" y="765342"/>
                </a:cubicBezTo>
                <a:cubicBezTo>
                  <a:pt x="1090101" y="762755"/>
                  <a:pt x="1095369" y="762299"/>
                  <a:pt x="1100118" y="763656"/>
                </a:cubicBezTo>
                <a:close/>
                <a:moveTo>
                  <a:pt x="3752874" y="720440"/>
                </a:moveTo>
                <a:cubicBezTo>
                  <a:pt x="3760613" y="723057"/>
                  <a:pt x="3767356" y="728627"/>
                  <a:pt x="3771270" y="736523"/>
                </a:cubicBezTo>
                <a:cubicBezTo>
                  <a:pt x="3779072" y="752314"/>
                  <a:pt x="3772610" y="771429"/>
                  <a:pt x="3756819" y="779258"/>
                </a:cubicBezTo>
                <a:cubicBezTo>
                  <a:pt x="3756738" y="779312"/>
                  <a:pt x="3756658" y="779339"/>
                  <a:pt x="3756578" y="779392"/>
                </a:cubicBezTo>
                <a:cubicBezTo>
                  <a:pt x="3740920" y="787113"/>
                  <a:pt x="3721939" y="780706"/>
                  <a:pt x="3714191" y="765049"/>
                </a:cubicBezTo>
                <a:cubicBezTo>
                  <a:pt x="3714164" y="764968"/>
                  <a:pt x="3714110" y="764888"/>
                  <a:pt x="3714083" y="764807"/>
                </a:cubicBezTo>
                <a:cubicBezTo>
                  <a:pt x="3706255" y="749016"/>
                  <a:pt x="3712716" y="729874"/>
                  <a:pt x="3728507" y="722072"/>
                </a:cubicBezTo>
                <a:cubicBezTo>
                  <a:pt x="3736403" y="718158"/>
                  <a:pt x="3745136" y="717823"/>
                  <a:pt x="3752874" y="720440"/>
                </a:cubicBezTo>
                <a:close/>
                <a:moveTo>
                  <a:pt x="4690204" y="719863"/>
                </a:moveTo>
                <a:cubicBezTo>
                  <a:pt x="4700362" y="723245"/>
                  <a:pt x="4709230" y="730504"/>
                  <a:pt x="4714404" y="740839"/>
                </a:cubicBezTo>
                <a:cubicBezTo>
                  <a:pt x="4724726" y="761483"/>
                  <a:pt x="4716361" y="786604"/>
                  <a:pt x="4695717" y="796952"/>
                </a:cubicBezTo>
                <a:cubicBezTo>
                  <a:pt x="4695610" y="797006"/>
                  <a:pt x="4695475" y="797060"/>
                  <a:pt x="4695368" y="797140"/>
                </a:cubicBezTo>
                <a:cubicBezTo>
                  <a:pt x="4674590" y="807274"/>
                  <a:pt x="4649550" y="798668"/>
                  <a:pt x="4639415" y="777917"/>
                </a:cubicBezTo>
                <a:cubicBezTo>
                  <a:pt x="4629335" y="757300"/>
                  <a:pt x="4637753" y="732420"/>
                  <a:pt x="4658263" y="722152"/>
                </a:cubicBezTo>
                <a:cubicBezTo>
                  <a:pt x="4668598" y="716978"/>
                  <a:pt x="4680046" y="716481"/>
                  <a:pt x="4690204" y="719863"/>
                </a:cubicBezTo>
                <a:close/>
                <a:moveTo>
                  <a:pt x="4064467" y="696958"/>
                </a:moveTo>
                <a:cubicBezTo>
                  <a:pt x="4072389" y="699659"/>
                  <a:pt x="4079279" y="705383"/>
                  <a:pt x="4083261" y="713493"/>
                </a:cubicBezTo>
                <a:cubicBezTo>
                  <a:pt x="4091251" y="729686"/>
                  <a:pt x="4084575" y="749311"/>
                  <a:pt x="4068354" y="757274"/>
                </a:cubicBezTo>
                <a:cubicBezTo>
                  <a:pt x="4052215" y="765210"/>
                  <a:pt x="4032697" y="758615"/>
                  <a:pt x="4024653" y="742528"/>
                </a:cubicBezTo>
                <a:cubicBezTo>
                  <a:pt x="4024627" y="742475"/>
                  <a:pt x="4024600" y="742421"/>
                  <a:pt x="4024573" y="742367"/>
                </a:cubicBezTo>
                <a:cubicBezTo>
                  <a:pt x="4016611" y="726147"/>
                  <a:pt x="4023286" y="706549"/>
                  <a:pt x="4039480" y="698560"/>
                </a:cubicBezTo>
                <a:cubicBezTo>
                  <a:pt x="4047590" y="694578"/>
                  <a:pt x="4056545" y="694257"/>
                  <a:pt x="4064467" y="696958"/>
                </a:cubicBezTo>
                <a:close/>
                <a:moveTo>
                  <a:pt x="4379653" y="690654"/>
                </a:moveTo>
                <a:cubicBezTo>
                  <a:pt x="4389851" y="694122"/>
                  <a:pt x="4398726" y="701482"/>
                  <a:pt x="4403860" y="711911"/>
                </a:cubicBezTo>
                <a:cubicBezTo>
                  <a:pt x="4414155" y="732769"/>
                  <a:pt x="4405576" y="757997"/>
                  <a:pt x="4384717" y="768266"/>
                </a:cubicBezTo>
                <a:cubicBezTo>
                  <a:pt x="4363912" y="778507"/>
                  <a:pt x="4338738" y="770009"/>
                  <a:pt x="4328415" y="749231"/>
                </a:cubicBezTo>
                <a:cubicBezTo>
                  <a:pt x="4328389" y="749204"/>
                  <a:pt x="4328389" y="749150"/>
                  <a:pt x="4328362" y="749123"/>
                </a:cubicBezTo>
                <a:cubicBezTo>
                  <a:pt x="4318094" y="728265"/>
                  <a:pt x="4326646" y="703037"/>
                  <a:pt x="4347505" y="692741"/>
                </a:cubicBezTo>
                <a:cubicBezTo>
                  <a:pt x="4357934" y="687607"/>
                  <a:pt x="4369456" y="687185"/>
                  <a:pt x="4379653" y="690654"/>
                </a:cubicBezTo>
                <a:close/>
                <a:moveTo>
                  <a:pt x="1830136" y="676283"/>
                </a:moveTo>
                <a:cubicBezTo>
                  <a:pt x="1833699" y="677533"/>
                  <a:pt x="1836782" y="680140"/>
                  <a:pt x="1838538" y="683813"/>
                </a:cubicBezTo>
                <a:cubicBezTo>
                  <a:pt x="1842211" y="691212"/>
                  <a:pt x="1839235" y="700222"/>
                  <a:pt x="1831836" y="703920"/>
                </a:cubicBezTo>
                <a:cubicBezTo>
                  <a:pt x="1824409" y="707460"/>
                  <a:pt x="1815535" y="704484"/>
                  <a:pt x="1811728" y="697218"/>
                </a:cubicBezTo>
                <a:cubicBezTo>
                  <a:pt x="1808055" y="689818"/>
                  <a:pt x="1811031" y="680810"/>
                  <a:pt x="1818430" y="677110"/>
                </a:cubicBezTo>
                <a:cubicBezTo>
                  <a:pt x="1818565" y="677030"/>
                  <a:pt x="1818725" y="676949"/>
                  <a:pt x="1818860" y="676896"/>
                </a:cubicBezTo>
                <a:cubicBezTo>
                  <a:pt x="1822533" y="675140"/>
                  <a:pt x="1826574" y="675033"/>
                  <a:pt x="1830136" y="676283"/>
                </a:cubicBezTo>
                <a:close/>
                <a:moveTo>
                  <a:pt x="637094" y="671337"/>
                </a:moveTo>
                <a:cubicBezTo>
                  <a:pt x="654957" y="670268"/>
                  <a:pt x="672557" y="679764"/>
                  <a:pt x="681002" y="696815"/>
                </a:cubicBezTo>
                <a:cubicBezTo>
                  <a:pt x="692262" y="719550"/>
                  <a:pt x="682959" y="747084"/>
                  <a:pt x="660224" y="758344"/>
                </a:cubicBezTo>
                <a:cubicBezTo>
                  <a:pt x="637489" y="769605"/>
                  <a:pt x="609955" y="760302"/>
                  <a:pt x="598694" y="737567"/>
                </a:cubicBezTo>
                <a:cubicBezTo>
                  <a:pt x="587434" y="714831"/>
                  <a:pt x="596737" y="687297"/>
                  <a:pt x="619472" y="676037"/>
                </a:cubicBezTo>
                <a:cubicBezTo>
                  <a:pt x="625156" y="673222"/>
                  <a:pt x="631139" y="671693"/>
                  <a:pt x="637094" y="671337"/>
                </a:cubicBezTo>
                <a:close/>
                <a:moveTo>
                  <a:pt x="2610559" y="669420"/>
                </a:moveTo>
                <a:cubicBezTo>
                  <a:pt x="2614429" y="670710"/>
                  <a:pt x="2617848" y="673358"/>
                  <a:pt x="2620059" y="677111"/>
                </a:cubicBezTo>
                <a:cubicBezTo>
                  <a:pt x="2624939" y="685396"/>
                  <a:pt x="2622178" y="696093"/>
                  <a:pt x="2613893" y="700972"/>
                </a:cubicBezTo>
                <a:cubicBezTo>
                  <a:pt x="2613893" y="700972"/>
                  <a:pt x="2613866" y="700972"/>
                  <a:pt x="2613866" y="700999"/>
                </a:cubicBezTo>
                <a:cubicBezTo>
                  <a:pt x="2605206" y="705208"/>
                  <a:pt x="2594777" y="701589"/>
                  <a:pt x="2590568" y="692929"/>
                </a:cubicBezTo>
                <a:cubicBezTo>
                  <a:pt x="2590461" y="692742"/>
                  <a:pt x="2590380" y="692554"/>
                  <a:pt x="2590273" y="692366"/>
                </a:cubicBezTo>
                <a:cubicBezTo>
                  <a:pt x="2586305" y="683921"/>
                  <a:pt x="2589898" y="673867"/>
                  <a:pt x="2598343" y="669873"/>
                </a:cubicBezTo>
                <a:cubicBezTo>
                  <a:pt x="2602365" y="668197"/>
                  <a:pt x="2606688" y="668130"/>
                  <a:pt x="2610559" y="669420"/>
                </a:cubicBezTo>
                <a:close/>
                <a:moveTo>
                  <a:pt x="1351019" y="569109"/>
                </a:moveTo>
                <a:cubicBezTo>
                  <a:pt x="1356884" y="571040"/>
                  <a:pt x="1362011" y="575208"/>
                  <a:pt x="1365014" y="581156"/>
                </a:cubicBezTo>
                <a:cubicBezTo>
                  <a:pt x="1371019" y="593055"/>
                  <a:pt x="1366247" y="607567"/>
                  <a:pt x="1354343" y="613570"/>
                </a:cubicBezTo>
                <a:cubicBezTo>
                  <a:pt x="1354316" y="613578"/>
                  <a:pt x="1354316" y="613589"/>
                  <a:pt x="1354290" y="613597"/>
                </a:cubicBezTo>
                <a:cubicBezTo>
                  <a:pt x="1342386" y="619573"/>
                  <a:pt x="1327881" y="614757"/>
                  <a:pt x="1321902" y="602846"/>
                </a:cubicBezTo>
                <a:cubicBezTo>
                  <a:pt x="1315951" y="590955"/>
                  <a:pt x="1320723" y="576481"/>
                  <a:pt x="1332600" y="570488"/>
                </a:cubicBezTo>
                <a:cubicBezTo>
                  <a:pt x="1338552" y="567485"/>
                  <a:pt x="1345154" y="567178"/>
                  <a:pt x="1351019" y="569109"/>
                </a:cubicBezTo>
                <a:close/>
                <a:moveTo>
                  <a:pt x="2906890" y="555761"/>
                </a:moveTo>
                <a:cubicBezTo>
                  <a:pt x="2912828" y="557691"/>
                  <a:pt x="2918030" y="561886"/>
                  <a:pt x="2921086" y="567889"/>
                </a:cubicBezTo>
                <a:cubicBezTo>
                  <a:pt x="2927199" y="579894"/>
                  <a:pt x="2922426" y="594586"/>
                  <a:pt x="2910415" y="600702"/>
                </a:cubicBezTo>
                <a:cubicBezTo>
                  <a:pt x="2898270" y="606721"/>
                  <a:pt x="2883551" y="601812"/>
                  <a:pt x="2877439" y="589709"/>
                </a:cubicBezTo>
                <a:cubicBezTo>
                  <a:pt x="2871567" y="577741"/>
                  <a:pt x="2876393" y="563275"/>
                  <a:pt x="2888270" y="557223"/>
                </a:cubicBezTo>
                <a:cubicBezTo>
                  <a:pt x="2894276" y="554166"/>
                  <a:pt x="2900951" y="553831"/>
                  <a:pt x="2906890" y="555761"/>
                </a:cubicBezTo>
                <a:close/>
                <a:moveTo>
                  <a:pt x="2104792" y="518178"/>
                </a:moveTo>
                <a:cubicBezTo>
                  <a:pt x="2109959" y="519900"/>
                  <a:pt x="2114470" y="523594"/>
                  <a:pt x="2117097" y="528850"/>
                </a:cubicBezTo>
                <a:cubicBezTo>
                  <a:pt x="2120878" y="539146"/>
                  <a:pt x="2116400" y="550647"/>
                  <a:pt x="2106641" y="555661"/>
                </a:cubicBezTo>
                <a:cubicBezTo>
                  <a:pt x="2096802" y="560513"/>
                  <a:pt x="2084898" y="557156"/>
                  <a:pt x="2079027" y="547885"/>
                </a:cubicBezTo>
                <a:cubicBezTo>
                  <a:pt x="2073772" y="537373"/>
                  <a:pt x="2078035" y="524591"/>
                  <a:pt x="2088544" y="519332"/>
                </a:cubicBezTo>
                <a:cubicBezTo>
                  <a:pt x="2093799" y="516704"/>
                  <a:pt x="2099624" y="516455"/>
                  <a:pt x="2104792" y="518178"/>
                </a:cubicBezTo>
                <a:close/>
                <a:moveTo>
                  <a:pt x="872734" y="466128"/>
                </a:moveTo>
                <a:cubicBezTo>
                  <a:pt x="891112" y="465053"/>
                  <a:pt x="909205" y="474842"/>
                  <a:pt x="917871" y="492387"/>
                </a:cubicBezTo>
                <a:cubicBezTo>
                  <a:pt x="929426" y="515782"/>
                  <a:pt x="919828" y="544109"/>
                  <a:pt x="896423" y="555659"/>
                </a:cubicBezTo>
                <a:cubicBezTo>
                  <a:pt x="873017" y="567209"/>
                  <a:pt x="844705" y="557606"/>
                  <a:pt x="833150" y="534211"/>
                </a:cubicBezTo>
                <a:cubicBezTo>
                  <a:pt x="821595" y="510816"/>
                  <a:pt x="831193" y="482489"/>
                  <a:pt x="854599" y="470939"/>
                </a:cubicBezTo>
                <a:cubicBezTo>
                  <a:pt x="860450" y="468052"/>
                  <a:pt x="866608" y="466486"/>
                  <a:pt x="872734" y="466128"/>
                </a:cubicBezTo>
                <a:close/>
                <a:moveTo>
                  <a:pt x="3210987" y="463378"/>
                </a:moveTo>
                <a:cubicBezTo>
                  <a:pt x="3218829" y="466107"/>
                  <a:pt x="3225625" y="471827"/>
                  <a:pt x="3229513" y="479892"/>
                </a:cubicBezTo>
                <a:cubicBezTo>
                  <a:pt x="3237314" y="496021"/>
                  <a:pt x="3230585" y="515418"/>
                  <a:pt x="3214445" y="523220"/>
                </a:cubicBezTo>
                <a:cubicBezTo>
                  <a:pt x="3214391" y="523244"/>
                  <a:pt x="3214338" y="523268"/>
                  <a:pt x="3214311" y="523293"/>
                </a:cubicBezTo>
                <a:cubicBezTo>
                  <a:pt x="3198332" y="531078"/>
                  <a:pt x="3179055" y="524445"/>
                  <a:pt x="3171281" y="508474"/>
                </a:cubicBezTo>
                <a:cubicBezTo>
                  <a:pt x="3171227" y="508365"/>
                  <a:pt x="3171173" y="508252"/>
                  <a:pt x="3171119" y="508139"/>
                </a:cubicBezTo>
                <a:cubicBezTo>
                  <a:pt x="3163318" y="492010"/>
                  <a:pt x="3170074" y="472613"/>
                  <a:pt x="3186187" y="464811"/>
                </a:cubicBezTo>
                <a:cubicBezTo>
                  <a:pt x="3194257" y="460912"/>
                  <a:pt x="3203145" y="460649"/>
                  <a:pt x="3210987" y="463378"/>
                </a:cubicBezTo>
                <a:close/>
                <a:moveTo>
                  <a:pt x="3519329" y="392998"/>
                </a:moveTo>
                <a:cubicBezTo>
                  <a:pt x="3529413" y="396378"/>
                  <a:pt x="3538207" y="403605"/>
                  <a:pt x="3543328" y="413878"/>
                </a:cubicBezTo>
                <a:cubicBezTo>
                  <a:pt x="3553543" y="434425"/>
                  <a:pt x="3545178" y="459372"/>
                  <a:pt x="3524641" y="469600"/>
                </a:cubicBezTo>
                <a:cubicBezTo>
                  <a:pt x="3524614" y="469616"/>
                  <a:pt x="3524587" y="469630"/>
                  <a:pt x="3524560" y="469643"/>
                </a:cubicBezTo>
                <a:cubicBezTo>
                  <a:pt x="3503970" y="479826"/>
                  <a:pt x="3479063" y="471402"/>
                  <a:pt x="3468875" y="450833"/>
                </a:cubicBezTo>
                <a:cubicBezTo>
                  <a:pt x="3458714" y="430299"/>
                  <a:pt x="3467079" y="405411"/>
                  <a:pt x="3487589" y="395199"/>
                </a:cubicBezTo>
                <a:cubicBezTo>
                  <a:pt x="3497870" y="390084"/>
                  <a:pt x="3509245" y="389618"/>
                  <a:pt x="3519329" y="392998"/>
                </a:cubicBezTo>
                <a:close/>
                <a:moveTo>
                  <a:pt x="1611726" y="391251"/>
                </a:moveTo>
                <a:cubicBezTo>
                  <a:pt x="1619149" y="393245"/>
                  <a:pt x="1625812" y="398070"/>
                  <a:pt x="1629954" y="405253"/>
                </a:cubicBezTo>
                <a:cubicBezTo>
                  <a:pt x="1637165" y="420074"/>
                  <a:pt x="1631214" y="437944"/>
                  <a:pt x="1616548" y="445469"/>
                </a:cubicBezTo>
                <a:cubicBezTo>
                  <a:pt x="1601722" y="452684"/>
                  <a:pt x="1583866" y="446728"/>
                  <a:pt x="1576333" y="432063"/>
                </a:cubicBezTo>
                <a:cubicBezTo>
                  <a:pt x="1570354" y="418080"/>
                  <a:pt x="1575770" y="401830"/>
                  <a:pt x="1588934" y="394234"/>
                </a:cubicBezTo>
                <a:cubicBezTo>
                  <a:pt x="1596119" y="390093"/>
                  <a:pt x="1604303" y="389256"/>
                  <a:pt x="1611726" y="391251"/>
                </a:cubicBezTo>
                <a:close/>
                <a:moveTo>
                  <a:pt x="2388073" y="376704"/>
                </a:moveTo>
                <a:cubicBezTo>
                  <a:pt x="2394866" y="378984"/>
                  <a:pt x="2400792" y="383855"/>
                  <a:pt x="2404237" y="390777"/>
                </a:cubicBezTo>
                <a:cubicBezTo>
                  <a:pt x="2404639" y="391485"/>
                  <a:pt x="2404987" y="392212"/>
                  <a:pt x="2405309" y="392952"/>
                </a:cubicBezTo>
                <a:cubicBezTo>
                  <a:pt x="2411314" y="406494"/>
                  <a:pt x="2405175" y="422325"/>
                  <a:pt x="2391636" y="428312"/>
                </a:cubicBezTo>
                <a:cubicBezTo>
                  <a:pt x="2390939" y="428703"/>
                  <a:pt x="2390215" y="429065"/>
                  <a:pt x="2389464" y="429392"/>
                </a:cubicBezTo>
                <a:cubicBezTo>
                  <a:pt x="2375925" y="435379"/>
                  <a:pt x="2360080" y="429253"/>
                  <a:pt x="2354101" y="415711"/>
                </a:cubicBezTo>
                <a:cubicBezTo>
                  <a:pt x="2347211" y="401866"/>
                  <a:pt x="2352868" y="385062"/>
                  <a:pt x="2366702" y="378177"/>
                </a:cubicBezTo>
                <a:cubicBezTo>
                  <a:pt x="2373619" y="374734"/>
                  <a:pt x="2381280" y="374423"/>
                  <a:pt x="2388073" y="376704"/>
                </a:cubicBezTo>
                <a:close/>
                <a:moveTo>
                  <a:pt x="4748673" y="362482"/>
                </a:moveTo>
                <a:cubicBezTo>
                  <a:pt x="4769541" y="361582"/>
                  <a:pt x="4789916" y="373007"/>
                  <a:pt x="4799447" y="393073"/>
                </a:cubicBezTo>
                <a:cubicBezTo>
                  <a:pt x="4812155" y="419823"/>
                  <a:pt x="4800760" y="451806"/>
                  <a:pt x="4774004" y="464506"/>
                </a:cubicBezTo>
                <a:cubicBezTo>
                  <a:pt x="4747971" y="476860"/>
                  <a:pt x="4716843" y="466442"/>
                  <a:pt x="4703492" y="440913"/>
                </a:cubicBezTo>
                <a:cubicBezTo>
                  <a:pt x="4703171" y="440302"/>
                  <a:pt x="4702875" y="439684"/>
                  <a:pt x="4702581" y="439060"/>
                </a:cubicBezTo>
                <a:cubicBezTo>
                  <a:pt x="4689873" y="412309"/>
                  <a:pt x="4701267" y="380326"/>
                  <a:pt x="4728024" y="367626"/>
                </a:cubicBezTo>
                <a:cubicBezTo>
                  <a:pt x="4734706" y="364451"/>
                  <a:pt x="4741717" y="362782"/>
                  <a:pt x="4748673" y="362482"/>
                </a:cubicBezTo>
                <a:close/>
                <a:moveTo>
                  <a:pt x="3810814" y="345788"/>
                </a:moveTo>
                <a:cubicBezTo>
                  <a:pt x="3830810" y="343173"/>
                  <a:pt x="3851345" y="352446"/>
                  <a:pt x="3862183" y="370937"/>
                </a:cubicBezTo>
                <a:cubicBezTo>
                  <a:pt x="3874757" y="396484"/>
                  <a:pt x="3864355" y="427400"/>
                  <a:pt x="3838858" y="440109"/>
                </a:cubicBezTo>
                <a:cubicBezTo>
                  <a:pt x="3813308" y="452693"/>
                  <a:pt x="3782395" y="442269"/>
                  <a:pt x="3769687" y="416784"/>
                </a:cubicBezTo>
                <a:cubicBezTo>
                  <a:pt x="3759875" y="392936"/>
                  <a:pt x="3769124" y="365505"/>
                  <a:pt x="3791377" y="352465"/>
                </a:cubicBezTo>
                <a:cubicBezTo>
                  <a:pt x="3797543" y="348853"/>
                  <a:pt x="3804149" y="346660"/>
                  <a:pt x="3810814" y="345788"/>
                </a:cubicBezTo>
                <a:close/>
                <a:moveTo>
                  <a:pt x="4140830" y="339436"/>
                </a:moveTo>
                <a:cubicBezTo>
                  <a:pt x="4150797" y="342730"/>
                  <a:pt x="4159510" y="349827"/>
                  <a:pt x="4164604" y="359946"/>
                </a:cubicBezTo>
                <a:cubicBezTo>
                  <a:pt x="4174524" y="380318"/>
                  <a:pt x="4166293" y="404891"/>
                  <a:pt x="4146104" y="415175"/>
                </a:cubicBezTo>
                <a:cubicBezTo>
                  <a:pt x="4125889" y="425138"/>
                  <a:pt x="4101439" y="416943"/>
                  <a:pt x="4091331" y="396825"/>
                </a:cubicBezTo>
                <a:cubicBezTo>
                  <a:pt x="4081143" y="376589"/>
                  <a:pt x="4089294" y="351926"/>
                  <a:pt x="4109535" y="341743"/>
                </a:cubicBezTo>
                <a:cubicBezTo>
                  <a:pt x="4119643" y="336651"/>
                  <a:pt x="4130863" y="336142"/>
                  <a:pt x="4140830" y="339436"/>
                </a:cubicBezTo>
                <a:close/>
                <a:moveTo>
                  <a:pt x="4436802" y="335081"/>
                </a:moveTo>
                <a:cubicBezTo>
                  <a:pt x="4456722" y="333866"/>
                  <a:pt x="4476368" y="344427"/>
                  <a:pt x="4485819" y="363423"/>
                </a:cubicBezTo>
                <a:cubicBezTo>
                  <a:pt x="4498393" y="388748"/>
                  <a:pt x="4488070" y="419484"/>
                  <a:pt x="4462734" y="432066"/>
                </a:cubicBezTo>
                <a:cubicBezTo>
                  <a:pt x="4437399" y="444487"/>
                  <a:pt x="4406782" y="434206"/>
                  <a:pt x="4394100" y="409009"/>
                </a:cubicBezTo>
                <a:cubicBezTo>
                  <a:pt x="4394100" y="409004"/>
                  <a:pt x="4394100" y="408996"/>
                  <a:pt x="4394100" y="408991"/>
                </a:cubicBezTo>
                <a:cubicBezTo>
                  <a:pt x="4381499" y="383662"/>
                  <a:pt x="4391848" y="352930"/>
                  <a:pt x="4417157" y="340345"/>
                </a:cubicBezTo>
                <a:cubicBezTo>
                  <a:pt x="4423491" y="337200"/>
                  <a:pt x="4430161" y="335486"/>
                  <a:pt x="4436802" y="335081"/>
                </a:cubicBezTo>
                <a:close/>
                <a:moveTo>
                  <a:pt x="1119827" y="271003"/>
                </a:moveTo>
                <a:cubicBezTo>
                  <a:pt x="1139747" y="269789"/>
                  <a:pt x="1159392" y="280350"/>
                  <a:pt x="1168843" y="299345"/>
                </a:cubicBezTo>
                <a:cubicBezTo>
                  <a:pt x="1181417" y="324670"/>
                  <a:pt x="1171095" y="355405"/>
                  <a:pt x="1145760" y="367987"/>
                </a:cubicBezTo>
                <a:cubicBezTo>
                  <a:pt x="1120451" y="380567"/>
                  <a:pt x="1089726" y="370245"/>
                  <a:pt x="1077125" y="344930"/>
                </a:cubicBezTo>
                <a:cubicBezTo>
                  <a:pt x="1077125" y="344925"/>
                  <a:pt x="1077125" y="344917"/>
                  <a:pt x="1077125" y="344912"/>
                </a:cubicBezTo>
                <a:cubicBezTo>
                  <a:pt x="1064524" y="319584"/>
                  <a:pt x="1074873" y="288852"/>
                  <a:pt x="1100182" y="276267"/>
                </a:cubicBezTo>
                <a:cubicBezTo>
                  <a:pt x="1106516" y="273122"/>
                  <a:pt x="1113187" y="271408"/>
                  <a:pt x="1119827" y="271003"/>
                </a:cubicBezTo>
                <a:close/>
                <a:moveTo>
                  <a:pt x="2681187" y="254885"/>
                </a:moveTo>
                <a:cubicBezTo>
                  <a:pt x="2689967" y="257839"/>
                  <a:pt x="2697622" y="264142"/>
                  <a:pt x="2702072" y="273094"/>
                </a:cubicBezTo>
                <a:cubicBezTo>
                  <a:pt x="2710946" y="290998"/>
                  <a:pt x="2703654" y="312719"/>
                  <a:pt x="2685745" y="321607"/>
                </a:cubicBezTo>
                <a:cubicBezTo>
                  <a:pt x="2685745" y="321612"/>
                  <a:pt x="2685718" y="321615"/>
                  <a:pt x="2685718" y="321620"/>
                </a:cubicBezTo>
                <a:cubicBezTo>
                  <a:pt x="2667809" y="330495"/>
                  <a:pt x="2646092" y="323165"/>
                  <a:pt x="2637218" y="305253"/>
                </a:cubicBezTo>
                <a:cubicBezTo>
                  <a:pt x="2628344" y="287352"/>
                  <a:pt x="2635663" y="265651"/>
                  <a:pt x="2653546" y="256769"/>
                </a:cubicBezTo>
                <a:cubicBezTo>
                  <a:pt x="2662501" y="252325"/>
                  <a:pt x="2672407" y="251931"/>
                  <a:pt x="2681187" y="254885"/>
                </a:cubicBezTo>
                <a:close/>
                <a:moveTo>
                  <a:pt x="1885312" y="226634"/>
                </a:moveTo>
                <a:cubicBezTo>
                  <a:pt x="1894351" y="229673"/>
                  <a:pt x="1902227" y="236162"/>
                  <a:pt x="1906798" y="245379"/>
                </a:cubicBezTo>
                <a:cubicBezTo>
                  <a:pt x="1915967" y="263811"/>
                  <a:pt x="1908460" y="286176"/>
                  <a:pt x="1890014" y="295331"/>
                </a:cubicBezTo>
                <a:cubicBezTo>
                  <a:pt x="1871649" y="304455"/>
                  <a:pt x="1849370" y="297026"/>
                  <a:pt x="1840147" y="278709"/>
                </a:cubicBezTo>
                <a:cubicBezTo>
                  <a:pt x="1840120" y="278650"/>
                  <a:pt x="1840093" y="278594"/>
                  <a:pt x="1840067" y="278535"/>
                </a:cubicBezTo>
                <a:cubicBezTo>
                  <a:pt x="1830897" y="260103"/>
                  <a:pt x="1838431" y="237738"/>
                  <a:pt x="1856850" y="228582"/>
                </a:cubicBezTo>
                <a:cubicBezTo>
                  <a:pt x="1866073" y="224003"/>
                  <a:pt x="1876274" y="223594"/>
                  <a:pt x="1885312" y="226634"/>
                </a:cubicBezTo>
                <a:close/>
                <a:moveTo>
                  <a:pt x="2964450" y="150066"/>
                </a:moveTo>
                <a:cubicBezTo>
                  <a:pt x="2982068" y="148940"/>
                  <a:pt x="2999487" y="158235"/>
                  <a:pt x="3007872" y="175019"/>
                </a:cubicBezTo>
                <a:cubicBezTo>
                  <a:pt x="3019078" y="197397"/>
                  <a:pt x="3010016" y="224618"/>
                  <a:pt x="2987630" y="235814"/>
                </a:cubicBezTo>
                <a:cubicBezTo>
                  <a:pt x="2965189" y="246878"/>
                  <a:pt x="2938030" y="237782"/>
                  <a:pt x="2926770" y="215438"/>
                </a:cubicBezTo>
                <a:cubicBezTo>
                  <a:pt x="2915671" y="193073"/>
                  <a:pt x="2924759" y="165946"/>
                  <a:pt x="2947092" y="154775"/>
                </a:cubicBezTo>
                <a:cubicBezTo>
                  <a:pt x="2952682" y="151975"/>
                  <a:pt x="2958577" y="150442"/>
                  <a:pt x="2964450" y="150066"/>
                </a:cubicBezTo>
                <a:close/>
                <a:moveTo>
                  <a:pt x="1379070" y="90592"/>
                </a:moveTo>
                <a:cubicBezTo>
                  <a:pt x="1400983" y="89451"/>
                  <a:pt x="1422488" y="101256"/>
                  <a:pt x="1432683" y="122234"/>
                </a:cubicBezTo>
                <a:cubicBezTo>
                  <a:pt x="1446249" y="150203"/>
                  <a:pt x="1434587" y="183890"/>
                  <a:pt x="1406623" y="197475"/>
                </a:cubicBezTo>
                <a:cubicBezTo>
                  <a:pt x="1406543" y="197518"/>
                  <a:pt x="1406436" y="197563"/>
                  <a:pt x="1406355" y="197606"/>
                </a:cubicBezTo>
                <a:cubicBezTo>
                  <a:pt x="1378097" y="210968"/>
                  <a:pt x="1344370" y="198906"/>
                  <a:pt x="1331018" y="170664"/>
                </a:cubicBezTo>
                <a:cubicBezTo>
                  <a:pt x="1317988" y="142793"/>
                  <a:pt x="1329758" y="109625"/>
                  <a:pt x="1357426" y="96186"/>
                </a:cubicBezTo>
                <a:cubicBezTo>
                  <a:pt x="1364417" y="92790"/>
                  <a:pt x="1371766" y="90972"/>
                  <a:pt x="1379070" y="90592"/>
                </a:cubicBezTo>
                <a:close/>
                <a:moveTo>
                  <a:pt x="2150077" y="78661"/>
                </a:moveTo>
                <a:cubicBezTo>
                  <a:pt x="2167488" y="77574"/>
                  <a:pt x="2184680" y="86783"/>
                  <a:pt x="2192944" y="103379"/>
                </a:cubicBezTo>
                <a:cubicBezTo>
                  <a:pt x="2203990" y="125508"/>
                  <a:pt x="2194982" y="152393"/>
                  <a:pt x="2172863" y="163426"/>
                </a:cubicBezTo>
                <a:cubicBezTo>
                  <a:pt x="2172863" y="163428"/>
                  <a:pt x="2172863" y="163431"/>
                  <a:pt x="2172836" y="163434"/>
                </a:cubicBezTo>
                <a:cubicBezTo>
                  <a:pt x="2150718" y="174458"/>
                  <a:pt x="2123827" y="165452"/>
                  <a:pt x="2112808" y="143318"/>
                </a:cubicBezTo>
                <a:cubicBezTo>
                  <a:pt x="2101789" y="121191"/>
                  <a:pt x="2110797" y="94317"/>
                  <a:pt x="2132916" y="83287"/>
                </a:cubicBezTo>
                <a:cubicBezTo>
                  <a:pt x="2138446" y="80529"/>
                  <a:pt x="2144273" y="79023"/>
                  <a:pt x="2150077" y="78661"/>
                </a:cubicBezTo>
                <a:close/>
                <a:moveTo>
                  <a:pt x="3268805" y="66588"/>
                </a:moveTo>
                <a:cubicBezTo>
                  <a:pt x="3290400" y="65303"/>
                  <a:pt x="3311679" y="76780"/>
                  <a:pt x="3321874" y="97383"/>
                </a:cubicBezTo>
                <a:cubicBezTo>
                  <a:pt x="3335467" y="124850"/>
                  <a:pt x="3324233" y="158143"/>
                  <a:pt x="3296753" y="171738"/>
                </a:cubicBezTo>
                <a:cubicBezTo>
                  <a:pt x="3269352" y="185299"/>
                  <a:pt x="3236161" y="174151"/>
                  <a:pt x="3222488" y="146805"/>
                </a:cubicBezTo>
                <a:cubicBezTo>
                  <a:pt x="3222461" y="146743"/>
                  <a:pt x="3222434" y="146681"/>
                  <a:pt x="3222408" y="146620"/>
                </a:cubicBezTo>
                <a:cubicBezTo>
                  <a:pt x="3208788" y="119150"/>
                  <a:pt x="3220048" y="85860"/>
                  <a:pt x="3247502" y="72261"/>
                </a:cubicBezTo>
                <a:cubicBezTo>
                  <a:pt x="3254372" y="68862"/>
                  <a:pt x="3261606" y="67016"/>
                  <a:pt x="3268805" y="66588"/>
                </a:cubicBezTo>
                <a:close/>
                <a:moveTo>
                  <a:pt x="3575740" y="14517"/>
                </a:moveTo>
                <a:cubicBezTo>
                  <a:pt x="3597337" y="13278"/>
                  <a:pt x="3618591" y="24799"/>
                  <a:pt x="3628745" y="45424"/>
                </a:cubicBezTo>
                <a:cubicBezTo>
                  <a:pt x="3642285" y="72924"/>
                  <a:pt x="3630971" y="106190"/>
                  <a:pt x="3603463" y="119726"/>
                </a:cubicBezTo>
                <a:cubicBezTo>
                  <a:pt x="3603329" y="119793"/>
                  <a:pt x="3603195" y="119860"/>
                  <a:pt x="3603061" y="119925"/>
                </a:cubicBezTo>
                <a:cubicBezTo>
                  <a:pt x="3575661" y="133308"/>
                  <a:pt x="3542577" y="121936"/>
                  <a:pt x="3529199" y="94525"/>
                </a:cubicBezTo>
                <a:cubicBezTo>
                  <a:pt x="3529199" y="94498"/>
                  <a:pt x="3529172" y="94474"/>
                  <a:pt x="3529172" y="94447"/>
                </a:cubicBezTo>
                <a:cubicBezTo>
                  <a:pt x="3515633" y="66948"/>
                  <a:pt x="3526947" y="33682"/>
                  <a:pt x="3554427" y="20145"/>
                </a:cubicBezTo>
                <a:cubicBezTo>
                  <a:pt x="3561304" y="16761"/>
                  <a:pt x="3568541" y="14930"/>
                  <a:pt x="3575740" y="14517"/>
                </a:cubicBezTo>
                <a:close/>
                <a:moveTo>
                  <a:pt x="4819372" y="2917"/>
                </a:moveTo>
                <a:lnTo>
                  <a:pt x="4821378" y="3380"/>
                </a:lnTo>
                <a:lnTo>
                  <a:pt x="4821378" y="149188"/>
                </a:lnTo>
                <a:lnTo>
                  <a:pt x="4800428" y="146385"/>
                </a:lnTo>
                <a:cubicBezTo>
                  <a:pt x="4782549" y="140358"/>
                  <a:pt x="4766965" y="127510"/>
                  <a:pt x="4757917" y="109269"/>
                </a:cubicBezTo>
                <a:cubicBezTo>
                  <a:pt x="4739846" y="72837"/>
                  <a:pt x="4754700" y="28659"/>
                  <a:pt x="4791108" y="10527"/>
                </a:cubicBezTo>
                <a:cubicBezTo>
                  <a:pt x="4800217" y="5988"/>
                  <a:pt x="4809815" y="3511"/>
                  <a:pt x="4819372" y="2917"/>
                </a:cubicBezTo>
                <a:close/>
                <a:moveTo>
                  <a:pt x="4454144" y="0"/>
                </a:moveTo>
                <a:lnTo>
                  <a:pt x="4571035" y="0"/>
                </a:lnTo>
                <a:lnTo>
                  <a:pt x="4580244" y="9764"/>
                </a:lnTo>
                <a:cubicBezTo>
                  <a:pt x="4598449" y="46518"/>
                  <a:pt x="4583408" y="91069"/>
                  <a:pt x="4546651" y="109270"/>
                </a:cubicBezTo>
                <a:cubicBezTo>
                  <a:pt x="4509921" y="127298"/>
                  <a:pt x="4465523" y="112337"/>
                  <a:pt x="4447185" y="75758"/>
                </a:cubicBezTo>
                <a:cubicBezTo>
                  <a:pt x="4447158" y="75731"/>
                  <a:pt x="4447158" y="75701"/>
                  <a:pt x="4447131" y="75675"/>
                </a:cubicBezTo>
                <a:cubicBezTo>
                  <a:pt x="4438043" y="57297"/>
                  <a:pt x="4437258" y="36970"/>
                  <a:pt x="4443341" y="18962"/>
                </a:cubicBezTo>
                <a:close/>
                <a:moveTo>
                  <a:pt x="4149217" y="0"/>
                </a:moveTo>
                <a:lnTo>
                  <a:pt x="4257393" y="0"/>
                </a:lnTo>
                <a:lnTo>
                  <a:pt x="4260317" y="3285"/>
                </a:lnTo>
                <a:cubicBezTo>
                  <a:pt x="4274768" y="34771"/>
                  <a:pt x="4260960" y="72018"/>
                  <a:pt x="4229485" y="86482"/>
                </a:cubicBezTo>
                <a:cubicBezTo>
                  <a:pt x="4199323" y="100333"/>
                  <a:pt x="4163612" y="88311"/>
                  <a:pt x="4147981" y="59050"/>
                </a:cubicBezTo>
                <a:cubicBezTo>
                  <a:pt x="4139804" y="43772"/>
                  <a:pt x="4138598" y="26630"/>
                  <a:pt x="4143256" y="11266"/>
                </a:cubicBezTo>
                <a:close/>
                <a:moveTo>
                  <a:pt x="3860379" y="0"/>
                </a:moveTo>
                <a:lnTo>
                  <a:pt x="3921495" y="0"/>
                </a:lnTo>
                <a:lnTo>
                  <a:pt x="3936582" y="15837"/>
                </a:lnTo>
                <a:cubicBezTo>
                  <a:pt x="3949451" y="41527"/>
                  <a:pt x="3939075" y="72796"/>
                  <a:pt x="3913391" y="85678"/>
                </a:cubicBezTo>
                <a:cubicBezTo>
                  <a:pt x="3887707" y="98560"/>
                  <a:pt x="3856419" y="88177"/>
                  <a:pt x="3843550" y="62487"/>
                </a:cubicBezTo>
                <a:cubicBezTo>
                  <a:pt x="3837115" y="49642"/>
                  <a:pt x="3836492" y="35403"/>
                  <a:pt x="3840688" y="22764"/>
                </a:cubicBezTo>
                <a:close/>
                <a:moveTo>
                  <a:pt x="2391233" y="0"/>
                </a:moveTo>
                <a:lnTo>
                  <a:pt x="2491395" y="0"/>
                </a:lnTo>
                <a:lnTo>
                  <a:pt x="2492784" y="19856"/>
                </a:lnTo>
                <a:cubicBezTo>
                  <a:pt x="2488394" y="32980"/>
                  <a:pt x="2478997" y="44429"/>
                  <a:pt x="2465632" y="51092"/>
                </a:cubicBezTo>
                <a:cubicBezTo>
                  <a:pt x="2438903" y="64419"/>
                  <a:pt x="2406435" y="53556"/>
                  <a:pt x="2393110" y="26829"/>
                </a:cubicBezTo>
                <a:close/>
                <a:moveTo>
                  <a:pt x="1592732" y="0"/>
                </a:moveTo>
                <a:lnTo>
                  <a:pt x="1708961" y="0"/>
                </a:lnTo>
                <a:lnTo>
                  <a:pt x="1709486" y="7656"/>
                </a:lnTo>
                <a:cubicBezTo>
                  <a:pt x="1704372" y="22876"/>
                  <a:pt x="1693454" y="36145"/>
                  <a:pt x="1677944" y="43855"/>
                </a:cubicBezTo>
                <a:cubicBezTo>
                  <a:pt x="1677890" y="43882"/>
                  <a:pt x="1677837" y="43909"/>
                  <a:pt x="1677783" y="43935"/>
                </a:cubicBezTo>
                <a:cubicBezTo>
                  <a:pt x="1646710" y="59268"/>
                  <a:pt x="1609095" y="46507"/>
                  <a:pt x="1593759" y="15436"/>
                </a:cubicBezTo>
                <a:close/>
              </a:path>
            </a:pathLst>
          </a:custGeom>
          <a:solidFill>
            <a:schemeClr val="tx1">
              <a:alpha val="5000"/>
            </a:schemeClr>
          </a:solidFill>
          <a:ln w="14475" cap="flat">
            <a:noFill/>
            <a:prstDash val="solid"/>
            <a:miter/>
          </a:ln>
        </p:spPr>
        <p:txBody>
          <a:bodyPr wrap="square" rtlCol="0" anchor="ctr">
            <a:noAutofit/>
          </a:bodyPr>
          <a:lstStyle/>
          <a:p>
            <a:endParaRPr lang="fr-FR" sz="2700"/>
          </a:p>
        </p:txBody>
      </p:sp>
      <p:sp>
        <p:nvSpPr>
          <p:cNvPr id="562" name="Rectangle 561">
            <a:extLst>
              <a:ext uri="{FF2B5EF4-FFF2-40B4-BE49-F238E27FC236}">
                <a16:creationId xmlns:a16="http://schemas.microsoft.com/office/drawing/2014/main" id="{BABA2789-7FC9-411E-BCBB-09E056D07D56}"/>
              </a:ext>
            </a:extLst>
          </p:cNvPr>
          <p:cNvSpPr/>
          <p:nvPr userDrawn="1"/>
        </p:nvSpPr>
        <p:spPr>
          <a:xfrm>
            <a:off x="12104370" y="-1161745"/>
            <a:ext cx="6183630" cy="1161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73808" indent="-273808" algn="l">
              <a:buClr>
                <a:schemeClr val="accent4"/>
              </a:buClr>
              <a:buFont typeface="Arial" panose="020B0604020202020204" pitchFamily="34" charset="0"/>
              <a:buChar char="•"/>
            </a:pPr>
            <a:endParaRPr lang="fr-FR" sz="1800">
              <a:solidFill>
                <a:schemeClr val="accent1"/>
              </a:solidFill>
            </a:endParaRPr>
          </a:p>
        </p:txBody>
      </p:sp>
      <p:cxnSp>
        <p:nvCxnSpPr>
          <p:cNvPr id="1088" name="Connecteur droit 32">
            <a:extLst>
              <a:ext uri="{FF2B5EF4-FFF2-40B4-BE49-F238E27FC236}">
                <a16:creationId xmlns:a16="http://schemas.microsoft.com/office/drawing/2014/main" id="{22207EA1-29E9-4AEE-BA3E-300F7AEA328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96AB26-6B6F-42CE-BC77-F57E9367A0A6}"/>
              </a:ext>
            </a:extLst>
          </p:cNvPr>
          <p:cNvSpPr>
            <a:spLocks noGrp="1"/>
          </p:cNvSpPr>
          <p:nvPr>
            <p:ph type="title" idx="10" hasCustomPrompt="1"/>
          </p:nvPr>
        </p:nvSpPr>
        <p:spPr/>
        <p:txBody>
          <a:bodyPr/>
          <a:lstStyle>
            <a:lvl1pPr>
              <a:defRPr/>
            </a:lvl1pPr>
          </a:lstStyle>
          <a:p>
            <a:r>
              <a:rPr lang="fr-FR"/>
              <a:t>Click to add agenda title</a:t>
            </a:r>
          </a:p>
        </p:txBody>
      </p:sp>
      <p:sp>
        <p:nvSpPr>
          <p:cNvPr id="12" name="Text Placeholder 11">
            <a:extLst>
              <a:ext uri="{FF2B5EF4-FFF2-40B4-BE49-F238E27FC236}">
                <a16:creationId xmlns:a16="http://schemas.microsoft.com/office/drawing/2014/main" id="{6862D3A6-371B-459D-80A6-093853E28A34}"/>
              </a:ext>
            </a:extLst>
          </p:cNvPr>
          <p:cNvSpPr>
            <a:spLocks noGrp="1"/>
          </p:cNvSpPr>
          <p:nvPr>
            <p:ph type="body" sz="quarter" idx="18" hasCustomPrompt="1"/>
          </p:nvPr>
        </p:nvSpPr>
        <p:spPr>
          <a:xfrm>
            <a:off x="4134737" y="1935093"/>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14" name="Text Placeholder 13">
            <a:extLst>
              <a:ext uri="{FF2B5EF4-FFF2-40B4-BE49-F238E27FC236}">
                <a16:creationId xmlns:a16="http://schemas.microsoft.com/office/drawing/2014/main" id="{DD695242-FAF5-4117-83C2-18CEA62D0679}"/>
              </a:ext>
            </a:extLst>
          </p:cNvPr>
          <p:cNvSpPr>
            <a:spLocks noGrp="1"/>
          </p:cNvSpPr>
          <p:nvPr>
            <p:ph type="body" sz="quarter" idx="19" hasCustomPrompt="1"/>
          </p:nvPr>
        </p:nvSpPr>
        <p:spPr>
          <a:xfrm>
            <a:off x="5884660" y="1946335"/>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16" name="Text Placeholder 15">
            <a:extLst>
              <a:ext uri="{FF2B5EF4-FFF2-40B4-BE49-F238E27FC236}">
                <a16:creationId xmlns:a16="http://schemas.microsoft.com/office/drawing/2014/main" id="{BEA92701-D9A9-404B-B699-EDB659B8026F}"/>
              </a:ext>
            </a:extLst>
          </p:cNvPr>
          <p:cNvSpPr>
            <a:spLocks noGrp="1"/>
          </p:cNvSpPr>
          <p:nvPr>
            <p:ph type="body" sz="quarter" idx="20" hasCustomPrompt="1"/>
          </p:nvPr>
        </p:nvSpPr>
        <p:spPr>
          <a:xfrm>
            <a:off x="14906289" y="1946286"/>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51" name="Text Placeholder 11">
            <a:extLst>
              <a:ext uri="{FF2B5EF4-FFF2-40B4-BE49-F238E27FC236}">
                <a16:creationId xmlns:a16="http://schemas.microsoft.com/office/drawing/2014/main" id="{DF42EE5A-CA17-4395-B150-78F42B04CC46}"/>
              </a:ext>
            </a:extLst>
          </p:cNvPr>
          <p:cNvSpPr>
            <a:spLocks noGrp="1"/>
          </p:cNvSpPr>
          <p:nvPr>
            <p:ph type="body" sz="quarter" idx="21" hasCustomPrompt="1"/>
          </p:nvPr>
        </p:nvSpPr>
        <p:spPr>
          <a:xfrm>
            <a:off x="4134736" y="2840140"/>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52" name="Text Placeholder 13">
            <a:extLst>
              <a:ext uri="{FF2B5EF4-FFF2-40B4-BE49-F238E27FC236}">
                <a16:creationId xmlns:a16="http://schemas.microsoft.com/office/drawing/2014/main" id="{7A2AD319-10A2-42B2-AD18-192A9C5A8144}"/>
              </a:ext>
            </a:extLst>
          </p:cNvPr>
          <p:cNvSpPr>
            <a:spLocks noGrp="1"/>
          </p:cNvSpPr>
          <p:nvPr>
            <p:ph type="body" sz="quarter" idx="22" hasCustomPrompt="1"/>
          </p:nvPr>
        </p:nvSpPr>
        <p:spPr>
          <a:xfrm>
            <a:off x="5884658" y="2851383"/>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53" name="Text Placeholder 15">
            <a:extLst>
              <a:ext uri="{FF2B5EF4-FFF2-40B4-BE49-F238E27FC236}">
                <a16:creationId xmlns:a16="http://schemas.microsoft.com/office/drawing/2014/main" id="{0B392A36-0284-45CF-B971-9695EA9AF4A0}"/>
              </a:ext>
            </a:extLst>
          </p:cNvPr>
          <p:cNvSpPr>
            <a:spLocks noGrp="1"/>
          </p:cNvSpPr>
          <p:nvPr>
            <p:ph type="body" sz="quarter" idx="23" hasCustomPrompt="1"/>
          </p:nvPr>
        </p:nvSpPr>
        <p:spPr>
          <a:xfrm>
            <a:off x="14906288" y="2851334"/>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57" name="Text Placeholder 11">
            <a:extLst>
              <a:ext uri="{FF2B5EF4-FFF2-40B4-BE49-F238E27FC236}">
                <a16:creationId xmlns:a16="http://schemas.microsoft.com/office/drawing/2014/main" id="{56BB5ED8-9622-4FDE-9FD8-108F8CFAABAC}"/>
              </a:ext>
            </a:extLst>
          </p:cNvPr>
          <p:cNvSpPr>
            <a:spLocks noGrp="1"/>
          </p:cNvSpPr>
          <p:nvPr>
            <p:ph type="body" sz="quarter" idx="24" hasCustomPrompt="1"/>
          </p:nvPr>
        </p:nvSpPr>
        <p:spPr>
          <a:xfrm>
            <a:off x="4134734" y="3727735"/>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58" name="Text Placeholder 13">
            <a:extLst>
              <a:ext uri="{FF2B5EF4-FFF2-40B4-BE49-F238E27FC236}">
                <a16:creationId xmlns:a16="http://schemas.microsoft.com/office/drawing/2014/main" id="{D4D9E4C7-0175-492B-92CA-815CFC4BE1DC}"/>
              </a:ext>
            </a:extLst>
          </p:cNvPr>
          <p:cNvSpPr>
            <a:spLocks noGrp="1"/>
          </p:cNvSpPr>
          <p:nvPr>
            <p:ph type="body" sz="quarter" idx="25" hasCustomPrompt="1"/>
          </p:nvPr>
        </p:nvSpPr>
        <p:spPr>
          <a:xfrm>
            <a:off x="5884657" y="3738977"/>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59" name="Text Placeholder 15">
            <a:extLst>
              <a:ext uri="{FF2B5EF4-FFF2-40B4-BE49-F238E27FC236}">
                <a16:creationId xmlns:a16="http://schemas.microsoft.com/office/drawing/2014/main" id="{8E468B7C-2F32-4329-9B85-411839202531}"/>
              </a:ext>
            </a:extLst>
          </p:cNvPr>
          <p:cNvSpPr>
            <a:spLocks noGrp="1"/>
          </p:cNvSpPr>
          <p:nvPr>
            <p:ph type="body" sz="quarter" idx="26" hasCustomPrompt="1"/>
          </p:nvPr>
        </p:nvSpPr>
        <p:spPr>
          <a:xfrm>
            <a:off x="14906286" y="3738928"/>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60" name="Text Placeholder 11">
            <a:extLst>
              <a:ext uri="{FF2B5EF4-FFF2-40B4-BE49-F238E27FC236}">
                <a16:creationId xmlns:a16="http://schemas.microsoft.com/office/drawing/2014/main" id="{B3E5DDC1-B9F6-4D66-9FD4-83E5EBEE457D}"/>
              </a:ext>
            </a:extLst>
          </p:cNvPr>
          <p:cNvSpPr>
            <a:spLocks noGrp="1"/>
          </p:cNvSpPr>
          <p:nvPr>
            <p:ph type="body" sz="quarter" idx="27" hasCustomPrompt="1"/>
          </p:nvPr>
        </p:nvSpPr>
        <p:spPr>
          <a:xfrm>
            <a:off x="4134733" y="4653228"/>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61" name="Text Placeholder 13">
            <a:extLst>
              <a:ext uri="{FF2B5EF4-FFF2-40B4-BE49-F238E27FC236}">
                <a16:creationId xmlns:a16="http://schemas.microsoft.com/office/drawing/2014/main" id="{28ECB165-7A72-4582-898D-08DDD3749C72}"/>
              </a:ext>
            </a:extLst>
          </p:cNvPr>
          <p:cNvSpPr>
            <a:spLocks noGrp="1"/>
          </p:cNvSpPr>
          <p:nvPr>
            <p:ph type="body" sz="quarter" idx="28" hasCustomPrompt="1"/>
          </p:nvPr>
        </p:nvSpPr>
        <p:spPr>
          <a:xfrm>
            <a:off x="5884655" y="4664471"/>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62" name="Text Placeholder 15">
            <a:extLst>
              <a:ext uri="{FF2B5EF4-FFF2-40B4-BE49-F238E27FC236}">
                <a16:creationId xmlns:a16="http://schemas.microsoft.com/office/drawing/2014/main" id="{C03C4673-7DDA-4DF3-B3EB-637665A1E16C}"/>
              </a:ext>
            </a:extLst>
          </p:cNvPr>
          <p:cNvSpPr>
            <a:spLocks noGrp="1"/>
          </p:cNvSpPr>
          <p:nvPr>
            <p:ph type="body" sz="quarter" idx="29" hasCustomPrompt="1"/>
          </p:nvPr>
        </p:nvSpPr>
        <p:spPr>
          <a:xfrm>
            <a:off x="14906285" y="4664422"/>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63" name="Text Placeholder 11">
            <a:extLst>
              <a:ext uri="{FF2B5EF4-FFF2-40B4-BE49-F238E27FC236}">
                <a16:creationId xmlns:a16="http://schemas.microsoft.com/office/drawing/2014/main" id="{CEB81D5D-F72D-4AA4-8EAC-B348BAD48B73}"/>
              </a:ext>
            </a:extLst>
          </p:cNvPr>
          <p:cNvSpPr>
            <a:spLocks noGrp="1"/>
          </p:cNvSpPr>
          <p:nvPr>
            <p:ph type="body" sz="quarter" idx="30" hasCustomPrompt="1"/>
          </p:nvPr>
        </p:nvSpPr>
        <p:spPr>
          <a:xfrm>
            <a:off x="4134731" y="5551885"/>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64" name="Text Placeholder 13">
            <a:extLst>
              <a:ext uri="{FF2B5EF4-FFF2-40B4-BE49-F238E27FC236}">
                <a16:creationId xmlns:a16="http://schemas.microsoft.com/office/drawing/2014/main" id="{6C4DF4A5-CCCF-4C34-ADBE-1BA0FA65387C}"/>
              </a:ext>
            </a:extLst>
          </p:cNvPr>
          <p:cNvSpPr>
            <a:spLocks noGrp="1"/>
          </p:cNvSpPr>
          <p:nvPr>
            <p:ph type="body" sz="quarter" idx="31" hasCustomPrompt="1"/>
          </p:nvPr>
        </p:nvSpPr>
        <p:spPr>
          <a:xfrm>
            <a:off x="5884654" y="5563128"/>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65" name="Text Placeholder 15">
            <a:extLst>
              <a:ext uri="{FF2B5EF4-FFF2-40B4-BE49-F238E27FC236}">
                <a16:creationId xmlns:a16="http://schemas.microsoft.com/office/drawing/2014/main" id="{4E0A8621-8BDB-45F6-B43B-25FD66ECFBA5}"/>
              </a:ext>
            </a:extLst>
          </p:cNvPr>
          <p:cNvSpPr>
            <a:spLocks noGrp="1"/>
          </p:cNvSpPr>
          <p:nvPr>
            <p:ph type="body" sz="quarter" idx="32" hasCustomPrompt="1"/>
          </p:nvPr>
        </p:nvSpPr>
        <p:spPr>
          <a:xfrm>
            <a:off x="14906283" y="5563079"/>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66" name="Text Placeholder 11">
            <a:extLst>
              <a:ext uri="{FF2B5EF4-FFF2-40B4-BE49-F238E27FC236}">
                <a16:creationId xmlns:a16="http://schemas.microsoft.com/office/drawing/2014/main" id="{A879D6F3-E834-45C6-B684-C099608387E2}"/>
              </a:ext>
            </a:extLst>
          </p:cNvPr>
          <p:cNvSpPr>
            <a:spLocks noGrp="1"/>
          </p:cNvSpPr>
          <p:nvPr>
            <p:ph type="body" sz="quarter" idx="33" hasCustomPrompt="1"/>
          </p:nvPr>
        </p:nvSpPr>
        <p:spPr>
          <a:xfrm>
            <a:off x="4134730" y="6469442"/>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67" name="Text Placeholder 13">
            <a:extLst>
              <a:ext uri="{FF2B5EF4-FFF2-40B4-BE49-F238E27FC236}">
                <a16:creationId xmlns:a16="http://schemas.microsoft.com/office/drawing/2014/main" id="{A60C22D5-A084-41A3-A33E-10FF4378A1A9}"/>
              </a:ext>
            </a:extLst>
          </p:cNvPr>
          <p:cNvSpPr>
            <a:spLocks noGrp="1"/>
          </p:cNvSpPr>
          <p:nvPr>
            <p:ph type="body" sz="quarter" idx="34" hasCustomPrompt="1"/>
          </p:nvPr>
        </p:nvSpPr>
        <p:spPr>
          <a:xfrm>
            <a:off x="5884652" y="6480685"/>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68" name="Text Placeholder 15">
            <a:extLst>
              <a:ext uri="{FF2B5EF4-FFF2-40B4-BE49-F238E27FC236}">
                <a16:creationId xmlns:a16="http://schemas.microsoft.com/office/drawing/2014/main" id="{2A5BB103-DF35-486A-A5D5-DB14EF7E659F}"/>
              </a:ext>
            </a:extLst>
          </p:cNvPr>
          <p:cNvSpPr>
            <a:spLocks noGrp="1"/>
          </p:cNvSpPr>
          <p:nvPr>
            <p:ph type="body" sz="quarter" idx="35" hasCustomPrompt="1"/>
          </p:nvPr>
        </p:nvSpPr>
        <p:spPr>
          <a:xfrm>
            <a:off x="14906282" y="6480636"/>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69" name="Text Placeholder 11">
            <a:extLst>
              <a:ext uri="{FF2B5EF4-FFF2-40B4-BE49-F238E27FC236}">
                <a16:creationId xmlns:a16="http://schemas.microsoft.com/office/drawing/2014/main" id="{FFA1784F-1ED6-478C-9792-F84C6AFED42A}"/>
              </a:ext>
            </a:extLst>
          </p:cNvPr>
          <p:cNvSpPr>
            <a:spLocks noGrp="1"/>
          </p:cNvSpPr>
          <p:nvPr>
            <p:ph type="body" sz="quarter" idx="36" hasCustomPrompt="1"/>
          </p:nvPr>
        </p:nvSpPr>
        <p:spPr>
          <a:xfrm>
            <a:off x="4134728" y="7398139"/>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70" name="Text Placeholder 13">
            <a:extLst>
              <a:ext uri="{FF2B5EF4-FFF2-40B4-BE49-F238E27FC236}">
                <a16:creationId xmlns:a16="http://schemas.microsoft.com/office/drawing/2014/main" id="{C9420F78-4C39-4D68-8D65-F40DA3F83E1B}"/>
              </a:ext>
            </a:extLst>
          </p:cNvPr>
          <p:cNvSpPr>
            <a:spLocks noGrp="1"/>
          </p:cNvSpPr>
          <p:nvPr>
            <p:ph type="body" sz="quarter" idx="37" hasCustomPrompt="1"/>
          </p:nvPr>
        </p:nvSpPr>
        <p:spPr>
          <a:xfrm>
            <a:off x="5884651" y="7409382"/>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71" name="Text Placeholder 15">
            <a:extLst>
              <a:ext uri="{FF2B5EF4-FFF2-40B4-BE49-F238E27FC236}">
                <a16:creationId xmlns:a16="http://schemas.microsoft.com/office/drawing/2014/main" id="{2C051199-1172-4489-8515-A737EB52DBC3}"/>
              </a:ext>
            </a:extLst>
          </p:cNvPr>
          <p:cNvSpPr>
            <a:spLocks noGrp="1"/>
          </p:cNvSpPr>
          <p:nvPr>
            <p:ph type="body" sz="quarter" idx="38" hasCustomPrompt="1"/>
          </p:nvPr>
        </p:nvSpPr>
        <p:spPr>
          <a:xfrm>
            <a:off x="14906280" y="7409333"/>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
        <p:nvSpPr>
          <p:cNvPr id="72" name="Text Placeholder 11">
            <a:extLst>
              <a:ext uri="{FF2B5EF4-FFF2-40B4-BE49-F238E27FC236}">
                <a16:creationId xmlns:a16="http://schemas.microsoft.com/office/drawing/2014/main" id="{C50A6304-C20C-492C-8632-FAF2C2BC1802}"/>
              </a:ext>
            </a:extLst>
          </p:cNvPr>
          <p:cNvSpPr>
            <a:spLocks noGrp="1"/>
          </p:cNvSpPr>
          <p:nvPr>
            <p:ph type="body" sz="quarter" idx="39" hasCustomPrompt="1"/>
          </p:nvPr>
        </p:nvSpPr>
        <p:spPr>
          <a:xfrm>
            <a:off x="4134728" y="8296745"/>
            <a:ext cx="999188" cy="993783"/>
          </a:xfrm>
          <a:noFill/>
        </p:spPr>
        <p:txBody>
          <a:bodyPr anchor="ctr"/>
          <a:lstStyle>
            <a:lvl1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1pPr>
            <a:lvl2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2pPr>
            <a:lvl3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3pPr>
            <a:lvl4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4pPr>
            <a:lvl5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5pPr>
            <a:lvl6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6pPr>
            <a:lvl7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7pPr>
            <a:lvl8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8pPr>
            <a:lvl9pPr marL="0" indent="0" algn="ctr">
              <a:buFont typeface="Arial" panose="020B0604020202020204" pitchFamily="34" charset="0"/>
              <a:buChar char="​"/>
              <a:defRPr sz="4799" b="1">
                <a:gradFill>
                  <a:gsLst>
                    <a:gs pos="0">
                      <a:schemeClr val="bg2"/>
                    </a:gs>
                    <a:gs pos="100000">
                      <a:schemeClr val="tx2"/>
                    </a:gs>
                  </a:gsLst>
                  <a:lin ang="10800000" scaled="0"/>
                </a:gradFill>
                <a:latin typeface="+mj-lt"/>
              </a:defRPr>
            </a:lvl9pPr>
          </a:lstStyle>
          <a:p>
            <a:pPr lvl="0"/>
            <a:r>
              <a:rPr lang="fr-FR"/>
              <a:t>XX</a:t>
            </a:r>
          </a:p>
        </p:txBody>
      </p:sp>
      <p:sp>
        <p:nvSpPr>
          <p:cNvPr id="73" name="Text Placeholder 13">
            <a:extLst>
              <a:ext uri="{FF2B5EF4-FFF2-40B4-BE49-F238E27FC236}">
                <a16:creationId xmlns:a16="http://schemas.microsoft.com/office/drawing/2014/main" id="{CC4C6B99-AC73-4CD8-997F-DAB5843B0FC6}"/>
              </a:ext>
            </a:extLst>
          </p:cNvPr>
          <p:cNvSpPr>
            <a:spLocks noGrp="1"/>
          </p:cNvSpPr>
          <p:nvPr>
            <p:ph type="body" sz="quarter" idx="40" hasCustomPrompt="1"/>
          </p:nvPr>
        </p:nvSpPr>
        <p:spPr>
          <a:xfrm>
            <a:off x="5884651" y="8307988"/>
            <a:ext cx="6205538" cy="971400"/>
          </a:xfrm>
        </p:spPr>
        <p:txBody>
          <a:bodyPr anchor="ctr">
            <a:noAutofit/>
          </a:bodyPr>
          <a:lstStyle>
            <a:lvl1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1pPr>
            <a:lvl2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3pPr>
            <a:lvl4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4pPr>
            <a:lvl5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5pPr>
            <a:lvl6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6pPr>
            <a:lvl7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7pPr>
            <a:lvl8pPr marL="0" indent="0" algn="l"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8pPr>
            <a:lvl9pPr marL="0" indent="0" algn="l" defTabSz="1371417" rtl="0" eaLnBrk="1" latinLnBrk="0" hangingPunct="1">
              <a:lnSpc>
                <a:spcPct val="100000"/>
              </a:lnSpc>
              <a:spcBef>
                <a:spcPts val="0"/>
              </a:spcBef>
              <a:spcAft>
                <a:spcPts val="900"/>
              </a:spcAft>
              <a:buFont typeface="Arial" panose="020B0604020202020204" pitchFamily="34" charset="0"/>
              <a:buNone/>
              <a:defRPr lang="fr-FR" sz="2700" b="0" kern="1200" dirty="0">
                <a:solidFill>
                  <a:schemeClr val="accent1"/>
                </a:solidFill>
                <a:latin typeface="+mj-lt"/>
                <a:ea typeface="+mn-ea"/>
                <a:cs typeface="Segoe UI" panose="020B0502040204020203" pitchFamily="34" charset="0"/>
              </a:defRPr>
            </a:lvl9pPr>
          </a:lstStyle>
          <a:p>
            <a:pPr lvl="0"/>
            <a:r>
              <a:rPr lang="fr-FR"/>
              <a:t>Click to add agenda point</a:t>
            </a:r>
          </a:p>
        </p:txBody>
      </p:sp>
      <p:sp>
        <p:nvSpPr>
          <p:cNvPr id="74" name="Text Placeholder 15">
            <a:extLst>
              <a:ext uri="{FF2B5EF4-FFF2-40B4-BE49-F238E27FC236}">
                <a16:creationId xmlns:a16="http://schemas.microsoft.com/office/drawing/2014/main" id="{7F90DADD-533A-489F-B86B-B9EA0BFA0E8E}"/>
              </a:ext>
            </a:extLst>
          </p:cNvPr>
          <p:cNvSpPr>
            <a:spLocks noGrp="1"/>
          </p:cNvSpPr>
          <p:nvPr>
            <p:ph type="body" sz="quarter" idx="41" hasCustomPrompt="1"/>
          </p:nvPr>
        </p:nvSpPr>
        <p:spPr>
          <a:xfrm>
            <a:off x="14906280" y="8307939"/>
            <a:ext cx="1504950" cy="971399"/>
          </a:xfrm>
        </p:spPr>
        <p:txBody>
          <a:bodyPr anchor="ctr">
            <a:noAutofit/>
          </a:bodyPr>
          <a:lstStyle>
            <a:lvl1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1pPr>
            <a:lvl2pPr marL="0" indent="0" algn="r" defTabSz="1371417" rtl="0" eaLnBrk="1" latinLnBrk="0" hangingPunct="1">
              <a:lnSpc>
                <a:spcPct val="100000"/>
              </a:lnSpc>
              <a:spcBef>
                <a:spcPts val="0"/>
              </a:spcBef>
              <a:spcAft>
                <a:spcPts val="900"/>
              </a:spcAft>
              <a:buFont typeface="Arial" panose="020B0604020202020204" pitchFamily="34" charset="0"/>
              <a:buNone/>
              <a:defRPr lang="en-US" sz="2700" b="0" kern="1200" dirty="0" smtClean="0">
                <a:solidFill>
                  <a:schemeClr val="accent1"/>
                </a:solidFill>
                <a:latin typeface="+mj-lt"/>
                <a:ea typeface="+mn-ea"/>
                <a:cs typeface="Segoe UI" panose="020B0502040204020203" pitchFamily="34" charset="0"/>
              </a:defRPr>
            </a:lvl2pPr>
            <a:lvl3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3pPr>
            <a:lvl4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4pPr>
            <a:lvl5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5pPr>
            <a:lvl6pPr marL="0" indent="0" algn="r" defTabSz="1371417" rtl="0" eaLnBrk="1" latinLnBrk="0" hangingPunct="1">
              <a:lnSpc>
                <a:spcPct val="100000"/>
              </a:lnSpc>
              <a:spcBef>
                <a:spcPts val="0"/>
              </a:spcBef>
              <a:spcAft>
                <a:spcPts val="900"/>
              </a:spcAft>
              <a:buFont typeface="Arial" panose="020B0604020202020204" pitchFamily="34" charset="0"/>
              <a:buChar char="​"/>
              <a:defRPr lang="en-US" sz="2700" b="0" kern="1200" dirty="0" smtClean="0">
                <a:solidFill>
                  <a:schemeClr val="accent1"/>
                </a:solidFill>
                <a:latin typeface="+mj-lt"/>
                <a:ea typeface="+mn-ea"/>
                <a:cs typeface="Segoe UI" panose="020B0502040204020203" pitchFamily="34" charset="0"/>
              </a:defRPr>
            </a:lvl6pPr>
            <a:lvl7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7pPr>
            <a:lvl8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smtClean="0">
                <a:solidFill>
                  <a:schemeClr val="accent1"/>
                </a:solidFill>
                <a:latin typeface="+mj-lt"/>
                <a:ea typeface="+mn-ea"/>
                <a:cs typeface="Segoe UI" panose="020B0502040204020203" pitchFamily="34" charset="0"/>
              </a:defRPr>
            </a:lvl8pPr>
            <a:lvl9pPr marL="0" indent="0" algn="r" defTabSz="1371417" rtl="0" eaLnBrk="1" latinLnBrk="0" hangingPunct="1">
              <a:lnSpc>
                <a:spcPct val="100000"/>
              </a:lnSpc>
              <a:spcBef>
                <a:spcPts val="0"/>
              </a:spcBef>
              <a:spcAft>
                <a:spcPts val="900"/>
              </a:spcAft>
              <a:buFont typeface="Arial" panose="020B0604020202020204" pitchFamily="34" charset="0"/>
              <a:buChar char="​"/>
              <a:defRPr lang="fr-FR" sz="2700" b="0" kern="1200" dirty="0">
                <a:solidFill>
                  <a:schemeClr val="accent1"/>
                </a:solidFill>
                <a:latin typeface="+mj-lt"/>
                <a:ea typeface="+mn-ea"/>
                <a:cs typeface="Segoe UI" panose="020B0502040204020203" pitchFamily="34" charset="0"/>
              </a:defRPr>
            </a:lvl9pPr>
          </a:lstStyle>
          <a:p>
            <a:pPr lvl="0"/>
            <a:r>
              <a:rPr lang="fr-FR"/>
              <a:t>P.X</a:t>
            </a:r>
          </a:p>
        </p:txBody>
      </p:sp>
    </p:spTree>
    <p:custDataLst>
      <p:tags r:id="rId1"/>
    </p:custDataLst>
    <p:extLst>
      <p:ext uri="{BB962C8B-B14F-4D97-AF65-F5344CB8AC3E}">
        <p14:creationId xmlns:p14="http://schemas.microsoft.com/office/powerpoint/2010/main" val="3060113006"/>
      </p:ext>
    </p:extLst>
  </p:cSld>
  <p:clrMapOvr>
    <a:masterClrMapping/>
  </p:clrMapOvr>
  <p:extLst>
    <p:ext uri="{DCECCB84-F9BA-43D5-87BE-67443E8EF086}">
      <p15:sldGuideLst xmlns:p15="http://schemas.microsoft.com/office/powerpoint/2012/main">
        <p15:guide id="1" orient="horz" pos="2160">
          <p15:clr>
            <a:srgbClr val="FBAE40"/>
          </p15:clr>
        </p15:guide>
        <p15:guide id="2" pos="116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hapter">
    <p:bg>
      <p:bgPr>
        <a:solidFill>
          <a:schemeClr val="bg1"/>
        </a:solidFill>
        <a:effectLst/>
      </p:bgPr>
    </p:bg>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62F38F47-C921-BB85-101F-7AD3C6F9FDDF}"/>
              </a:ext>
            </a:extLst>
          </p:cNvPr>
          <p:cNvSpPr/>
          <p:nvPr userDrawn="1"/>
        </p:nvSpPr>
        <p:spPr>
          <a:xfrm>
            <a:off x="1212761" y="1267228"/>
            <a:ext cx="6766530" cy="6766121"/>
          </a:xfrm>
          <a:prstGeom prst="ellipse">
            <a:avLst/>
          </a:prstGeom>
          <a:gradFill>
            <a:gsLst>
              <a:gs pos="0">
                <a:schemeClr val="tx2"/>
              </a:gs>
              <a:gs pos="100000">
                <a:schemeClr val="bg2"/>
              </a:gs>
            </a:gsLst>
            <a:lin ang="5400000" scaled="1"/>
          </a:gra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p>
            <a:pPr algn="l">
              <a:buClr>
                <a:schemeClr val="accent4"/>
              </a:buClr>
            </a:pPr>
            <a:endParaRPr lang="fr-FR" sz="1800" err="1">
              <a:solidFill>
                <a:schemeClr val="bg1">
                  <a:lumMod val="100000"/>
                </a:schemeClr>
              </a:solidFill>
              <a:latin typeface="Segoe UI Semilight" panose="020B0402040204020203" pitchFamily="34" charset="0"/>
            </a:endParaRPr>
          </a:p>
        </p:txBody>
      </p:sp>
      <p:pic>
        <p:nvPicPr>
          <p:cNvPr id="17" name="Graphique 16">
            <a:extLst>
              <a:ext uri="{FF2B5EF4-FFF2-40B4-BE49-F238E27FC236}">
                <a16:creationId xmlns:a16="http://schemas.microsoft.com/office/drawing/2014/main" id="{2A921758-2357-E2E4-7B6A-D082EAFFCDA3}"/>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18" name="Graphique 17">
            <a:extLst>
              <a:ext uri="{FF2B5EF4-FFF2-40B4-BE49-F238E27FC236}">
                <a16:creationId xmlns:a16="http://schemas.microsoft.com/office/drawing/2014/main" id="{DA05AF54-C2F8-B447-E830-1EC08F33AC0E}"/>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3" name="Espace réservé pour une image  2">
            <a:extLst>
              <a:ext uri="{FF2B5EF4-FFF2-40B4-BE49-F238E27FC236}">
                <a16:creationId xmlns:a16="http://schemas.microsoft.com/office/drawing/2014/main" id="{E0FD4F7F-6DD8-9D49-9E21-5D29466BC079}"/>
              </a:ext>
            </a:extLst>
          </p:cNvPr>
          <p:cNvSpPr>
            <a:spLocks noGrp="1"/>
          </p:cNvSpPr>
          <p:nvPr>
            <p:ph type="pic" sz="quarter" idx="12"/>
          </p:nvPr>
        </p:nvSpPr>
        <p:spPr>
          <a:xfrm>
            <a:off x="1230720" y="1267228"/>
            <a:ext cx="6609702" cy="6608682"/>
          </a:xfrm>
          <a:prstGeom prst="ellipse">
            <a:avLst/>
          </a:prstGeom>
          <a:solidFill>
            <a:schemeClr val="accent3"/>
          </a:solidFill>
          <a:effectLst/>
        </p:spPr>
        <p:txBody>
          <a:bodyPr tIns="720000" anchor="ctr" anchorCtr="1"/>
          <a:lstStyle>
            <a:lvl1pPr marL="0" indent="0" algn="ctr">
              <a:buNone/>
              <a:defRPr>
                <a:solidFill>
                  <a:schemeClr val="bg1"/>
                </a:solidFill>
              </a:defRPr>
            </a:lvl1pPr>
          </a:lstStyle>
          <a:p>
            <a:pPr marL="130952" marR="0" lvl="0" indent="-130952" algn="ctr" defTabSz="1371417" rtl="0" eaLnBrk="1" fontAlgn="auto" latinLnBrk="0" hangingPunct="1">
              <a:lnSpc>
                <a:spcPct val="100000"/>
              </a:lnSpc>
              <a:spcBef>
                <a:spcPts val="4499"/>
              </a:spcBef>
              <a:spcAft>
                <a:spcPts val="0"/>
              </a:spcAft>
              <a:buClrTx/>
              <a:buSzTx/>
              <a:buFont typeface="Malgun Gothic" panose="020B0503020000020004" pitchFamily="34" charset="-127"/>
              <a:buChar char="​"/>
              <a:tabLst/>
              <a:defRPr/>
            </a:pPr>
            <a:r>
              <a:rPr lang="fr-FR" sz="2700"/>
              <a:t>Click icon to add picture</a:t>
            </a:r>
          </a:p>
        </p:txBody>
      </p:sp>
      <p:cxnSp>
        <p:nvCxnSpPr>
          <p:cNvPr id="4" name="Connecteur droit 3">
            <a:extLst>
              <a:ext uri="{FF2B5EF4-FFF2-40B4-BE49-F238E27FC236}">
                <a16:creationId xmlns:a16="http://schemas.microsoft.com/office/drawing/2014/main" id="{38331C31-6630-E8B7-688D-0F53468FB2EF}"/>
              </a:ext>
            </a:extLst>
          </p:cNvPr>
          <p:cNvCxnSpPr>
            <a:cxnSpLocks/>
          </p:cNvCxnSpPr>
          <p:nvPr userDrawn="1"/>
        </p:nvCxnSpPr>
        <p:spPr>
          <a:xfrm flipV="1">
            <a:off x="9144000" y="2838012"/>
            <a:ext cx="0" cy="7447401"/>
          </a:xfrm>
          <a:prstGeom prst="line">
            <a:avLst/>
          </a:prstGeom>
          <a:ln w="19050" cap="rnd" cmpd="sng" algn="ctr">
            <a:gradFill flip="none" rotWithShape="1">
              <a:gsLst>
                <a:gs pos="0">
                  <a:schemeClr val="tx2"/>
                </a:gs>
                <a:gs pos="100000">
                  <a:schemeClr val="bg2"/>
                </a:gs>
              </a:gsLst>
              <a:lin ang="5400000" scaled="1"/>
              <a:tileRect/>
            </a:gra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 name="Groupe 8">
            <a:extLst>
              <a:ext uri="{FF2B5EF4-FFF2-40B4-BE49-F238E27FC236}">
                <a16:creationId xmlns:a16="http://schemas.microsoft.com/office/drawing/2014/main" id="{A1C31873-3E9F-65A7-1561-678A4DA175E7}"/>
              </a:ext>
            </a:extLst>
          </p:cNvPr>
          <p:cNvGrpSpPr/>
          <p:nvPr userDrawn="1"/>
        </p:nvGrpSpPr>
        <p:grpSpPr>
          <a:xfrm>
            <a:off x="419189" y="9321018"/>
            <a:ext cx="2452295" cy="488334"/>
            <a:chOff x="7804375" y="14663327"/>
            <a:chExt cx="7400924" cy="1473993"/>
          </a:xfrm>
          <a:solidFill>
            <a:schemeClr val="accent1"/>
          </a:solidFill>
        </p:grpSpPr>
        <p:grpSp>
          <p:nvGrpSpPr>
            <p:cNvPr id="10" name="Graphique 37">
              <a:extLst>
                <a:ext uri="{FF2B5EF4-FFF2-40B4-BE49-F238E27FC236}">
                  <a16:creationId xmlns:a16="http://schemas.microsoft.com/office/drawing/2014/main" id="{97971C10-5D99-4C6F-72C8-319C0EA7CAA3}"/>
                </a:ext>
              </a:extLst>
            </p:cNvPr>
            <p:cNvGrpSpPr/>
            <p:nvPr/>
          </p:nvGrpSpPr>
          <p:grpSpPr>
            <a:xfrm>
              <a:off x="7804375" y="14663327"/>
              <a:ext cx="2394966" cy="1473326"/>
              <a:chOff x="7804375" y="14663327"/>
              <a:chExt cx="2394966" cy="1473326"/>
            </a:xfrm>
            <a:grpFill/>
          </p:grpSpPr>
          <p:sp>
            <p:nvSpPr>
              <p:cNvPr id="12" name="Forme libre : forme 11">
                <a:extLst>
                  <a:ext uri="{FF2B5EF4-FFF2-40B4-BE49-F238E27FC236}">
                    <a16:creationId xmlns:a16="http://schemas.microsoft.com/office/drawing/2014/main" id="{1A97C1C7-C9CB-55F6-BEA2-812698B3303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13" name="Forme libre : forme 12">
                <a:extLst>
                  <a:ext uri="{FF2B5EF4-FFF2-40B4-BE49-F238E27FC236}">
                    <a16:creationId xmlns:a16="http://schemas.microsoft.com/office/drawing/2014/main" id="{A2367F20-25A9-E404-7F60-3D60889ED070}"/>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14" name="Forme libre : forme 13">
                <a:extLst>
                  <a:ext uri="{FF2B5EF4-FFF2-40B4-BE49-F238E27FC236}">
                    <a16:creationId xmlns:a16="http://schemas.microsoft.com/office/drawing/2014/main" id="{128E6044-04FD-C9F2-60D6-97F5CE4001C7}"/>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1" name="Forme libre : forme 10">
              <a:extLst>
                <a:ext uri="{FF2B5EF4-FFF2-40B4-BE49-F238E27FC236}">
                  <a16:creationId xmlns:a16="http://schemas.microsoft.com/office/drawing/2014/main" id="{D5A225B5-55F7-802C-B87B-0E0D7AE630E2}"/>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7" name="Slide Number Placeholder 6">
            <a:extLst>
              <a:ext uri="{FF2B5EF4-FFF2-40B4-BE49-F238E27FC236}">
                <a16:creationId xmlns:a16="http://schemas.microsoft.com/office/drawing/2014/main" id="{31F40700-64B7-CD82-9231-F0CF8DB0CBF6}"/>
              </a:ext>
            </a:extLst>
          </p:cNvPr>
          <p:cNvSpPr>
            <a:spLocks noGrp="1"/>
          </p:cNvSpPr>
          <p:nvPr>
            <p:ph type="sldNum" sz="quarter" idx="19"/>
          </p:nvPr>
        </p:nvSpPr>
        <p:spPr/>
        <p:txBody>
          <a:bodyPr/>
          <a:lstStyle/>
          <a:p>
            <a:fld id="{4BF46CD0-FBDC-4232-8F32-5100991AA633}" type="slidenum">
              <a:rPr lang="fr-FR" smtClean="0"/>
              <a:pPr/>
              <a:t>‹N°›</a:t>
            </a:fld>
            <a:endParaRPr lang="fr-FR"/>
          </a:p>
        </p:txBody>
      </p:sp>
      <p:sp>
        <p:nvSpPr>
          <p:cNvPr id="2" name="Espace réservé du texte 7">
            <a:extLst>
              <a:ext uri="{FF2B5EF4-FFF2-40B4-BE49-F238E27FC236}">
                <a16:creationId xmlns:a16="http://schemas.microsoft.com/office/drawing/2014/main" id="{3CB1F40A-62C6-9B52-5350-FCDE1357FAC6}"/>
              </a:ext>
            </a:extLst>
          </p:cNvPr>
          <p:cNvSpPr>
            <a:spLocks noGrp="1"/>
          </p:cNvSpPr>
          <p:nvPr>
            <p:ph type="body" sz="quarter" idx="11" hasCustomPrompt="1"/>
          </p:nvPr>
        </p:nvSpPr>
        <p:spPr>
          <a:xfrm>
            <a:off x="9390893" y="4169434"/>
            <a:ext cx="8649458" cy="3035626"/>
          </a:xfrm>
          <a:prstGeom prst="rect">
            <a:avLst/>
          </a:prstGeom>
          <a:effectLst/>
        </p:spPr>
        <p:txBody>
          <a:bodyPr>
            <a:normAutofit/>
          </a:bodyPr>
          <a:lstStyle>
            <a:lvl1pPr marL="0" indent="0">
              <a:spcBef>
                <a:spcPts val="0"/>
              </a:spcBef>
              <a:buNone/>
              <a:defRPr sz="7199" b="0" cap="all" baseline="0">
                <a:solidFill>
                  <a:schemeClr val="accent1"/>
                </a:solidFill>
                <a:latin typeface="+mj-lt"/>
              </a:defRPr>
            </a:lvl1pPr>
            <a:lvl2pPr marL="0" indent="0">
              <a:buFont typeface="Arial" panose="020B0604020202020204" pitchFamily="34" charset="0"/>
              <a:buChar char="​"/>
              <a:defRPr sz="7199" b="0" i="0" u="none" strike="noStrike" cap="all" baseline="0">
                <a:solidFill>
                  <a:schemeClr val="bg1">
                    <a:lumMod val="100000"/>
                  </a:schemeClr>
                </a:solidFill>
                <a:latin typeface="Bahnschrift" panose="020B0502040204020203" pitchFamily="34" charset="0"/>
              </a:defRPr>
            </a:lvl2pPr>
            <a:lvl3pPr marL="0" indent="0">
              <a:buFont typeface="Arial" panose="020B0604020202020204" pitchFamily="34" charset="0"/>
              <a:buChar char="​"/>
              <a:defRPr sz="7199" b="0" i="0" u="none" strike="noStrike" cap="all" baseline="0">
                <a:solidFill>
                  <a:schemeClr val="bg1">
                    <a:lumMod val="100000"/>
                  </a:schemeClr>
                </a:solidFill>
                <a:latin typeface="Bahnschrift" panose="020B0502040204020203" pitchFamily="34" charset="0"/>
              </a:defRPr>
            </a:lvl3pPr>
            <a:lvl4pPr>
              <a:defRPr sz="7199" b="0" i="0" u="none" strike="noStrike" cap="all" baseline="0">
                <a:solidFill>
                  <a:schemeClr val="bg1">
                    <a:lumMod val="100000"/>
                  </a:schemeClr>
                </a:solidFill>
                <a:latin typeface="Bahnschrift" panose="020B0502040204020203" pitchFamily="34" charset="0"/>
              </a:defRPr>
            </a:lvl4pPr>
            <a:lvl5pPr>
              <a:defRPr sz="7199" b="0" i="0" u="none" strike="noStrike" cap="all" baseline="0">
                <a:solidFill>
                  <a:schemeClr val="bg1">
                    <a:lumMod val="100000"/>
                  </a:schemeClr>
                </a:solidFill>
                <a:latin typeface="Bahnschrift" panose="020B0502040204020203" pitchFamily="34" charset="0"/>
              </a:defRPr>
            </a:lvl5pPr>
            <a:lvl6pPr marL="0" indent="0">
              <a:buFont typeface="Arial" panose="020B0604020202020204" pitchFamily="34" charset="0"/>
              <a:buChar char="​"/>
              <a:defRPr sz="7199" b="0" i="0" u="none" strike="noStrike" cap="all" baseline="0">
                <a:solidFill>
                  <a:schemeClr val="bg1">
                    <a:lumMod val="100000"/>
                  </a:schemeClr>
                </a:solidFill>
                <a:latin typeface="Bahnschrift" panose="020B0502040204020203" pitchFamily="34" charset="0"/>
              </a:defRPr>
            </a:lvl6pPr>
            <a:lvl7pPr>
              <a:defRPr sz="7199" b="0" i="0" u="none" strike="noStrike" cap="all" baseline="0">
                <a:solidFill>
                  <a:schemeClr val="bg1">
                    <a:lumMod val="100000"/>
                  </a:schemeClr>
                </a:solidFill>
                <a:latin typeface="Bahnschrift" panose="020B0502040204020203" pitchFamily="34" charset="0"/>
              </a:defRPr>
            </a:lvl7pPr>
            <a:lvl8pPr>
              <a:defRPr sz="7199" b="0" i="0" u="none" strike="noStrike" cap="all" baseline="0">
                <a:solidFill>
                  <a:schemeClr val="bg1">
                    <a:lumMod val="100000"/>
                  </a:schemeClr>
                </a:solidFill>
                <a:latin typeface="Bahnschrift" panose="020B0502040204020203" pitchFamily="34" charset="0"/>
              </a:defRPr>
            </a:lvl8pPr>
            <a:lvl9pPr>
              <a:defRPr sz="7199" b="0" i="0" u="none" strike="noStrike" cap="all" baseline="0">
                <a:solidFill>
                  <a:schemeClr val="bg1">
                    <a:lumMod val="100000"/>
                  </a:schemeClr>
                </a:solidFill>
                <a:latin typeface="Bahnschrift" panose="020B0502040204020203" pitchFamily="34" charset="0"/>
              </a:defRPr>
            </a:lvl9pPr>
          </a:lstStyle>
          <a:p>
            <a:pPr lvl="0"/>
            <a:r>
              <a:rPr lang="fr-FR"/>
              <a:t>Click to </a:t>
            </a:r>
            <a:r>
              <a:rPr lang="fr-FR" err="1"/>
              <a:t>add</a:t>
            </a:r>
            <a:r>
              <a:rPr lang="fr-FR"/>
              <a:t> section </a:t>
            </a:r>
            <a:r>
              <a:rPr lang="fr-FR" err="1"/>
              <a:t>title</a:t>
            </a:r>
            <a:endParaRPr lang="fr-FR"/>
          </a:p>
        </p:txBody>
      </p:sp>
      <p:sp>
        <p:nvSpPr>
          <p:cNvPr id="5" name="Espace réservé du texte 5">
            <a:extLst>
              <a:ext uri="{FF2B5EF4-FFF2-40B4-BE49-F238E27FC236}">
                <a16:creationId xmlns:a16="http://schemas.microsoft.com/office/drawing/2014/main" id="{0A566E59-3CFF-9478-FAC4-283701424656}"/>
              </a:ext>
            </a:extLst>
          </p:cNvPr>
          <p:cNvSpPr>
            <a:spLocks noGrp="1"/>
          </p:cNvSpPr>
          <p:nvPr>
            <p:ph type="body" sz="quarter" idx="10" hasCustomPrompt="1"/>
          </p:nvPr>
        </p:nvSpPr>
        <p:spPr>
          <a:xfrm>
            <a:off x="9390893" y="2683510"/>
            <a:ext cx="2555667" cy="1485924"/>
          </a:xfrm>
          <a:prstGeom prst="rect">
            <a:avLst/>
          </a:prstGeom>
          <a:effectLst/>
        </p:spPr>
        <p:txBody>
          <a:bodyPr anchor="ctr">
            <a:noAutofit/>
          </a:bodyPr>
          <a:lstStyle>
            <a:lvl1pPr marL="0" indent="0">
              <a:buNone/>
              <a:defRPr sz="13198" b="0">
                <a:gradFill>
                  <a:gsLst>
                    <a:gs pos="0">
                      <a:schemeClr val="bg2"/>
                    </a:gs>
                    <a:gs pos="100000">
                      <a:schemeClr val="tx2"/>
                    </a:gs>
                  </a:gsLst>
                  <a:lin ang="15000000" scaled="0"/>
                </a:gradFill>
                <a:latin typeface="+mj-lt"/>
              </a:defRPr>
            </a:lvl1pPr>
            <a:lvl2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2pPr>
            <a:lvl3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3pPr>
            <a:lvl4pPr>
              <a:defRPr sz="13198" b="0" i="0" u="none" strike="noStrike">
                <a:solidFill>
                  <a:schemeClr val="bg1">
                    <a:lumMod val="100000"/>
                  </a:schemeClr>
                </a:solidFill>
                <a:latin typeface="Bahnschrift" panose="020B0502040204020203" pitchFamily="34" charset="0"/>
              </a:defRPr>
            </a:lvl4pPr>
            <a:lvl5pPr>
              <a:defRPr sz="13198" b="0" i="0" u="none" strike="noStrike">
                <a:solidFill>
                  <a:schemeClr val="bg1">
                    <a:lumMod val="100000"/>
                  </a:schemeClr>
                </a:solidFill>
                <a:latin typeface="Bahnschrift" panose="020B0502040204020203" pitchFamily="34" charset="0"/>
              </a:defRPr>
            </a:lvl5pPr>
            <a:lvl6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6pPr>
            <a:lvl7pPr>
              <a:defRPr sz="13198" b="0" i="0" u="none" strike="noStrike">
                <a:solidFill>
                  <a:schemeClr val="bg1">
                    <a:lumMod val="100000"/>
                  </a:schemeClr>
                </a:solidFill>
                <a:latin typeface="Bahnschrift" panose="020B0502040204020203" pitchFamily="34" charset="0"/>
              </a:defRPr>
            </a:lvl7pPr>
            <a:lvl8pPr>
              <a:defRPr sz="13198" b="0" i="0" u="none" strike="noStrike">
                <a:solidFill>
                  <a:schemeClr val="bg1">
                    <a:lumMod val="100000"/>
                  </a:schemeClr>
                </a:solidFill>
                <a:latin typeface="Bahnschrift" panose="020B0502040204020203" pitchFamily="34" charset="0"/>
              </a:defRPr>
            </a:lvl8pPr>
            <a:lvl9pPr>
              <a:defRPr sz="13198" b="0" i="0" u="none" strike="noStrike">
                <a:solidFill>
                  <a:schemeClr val="bg1">
                    <a:lumMod val="100000"/>
                  </a:schemeClr>
                </a:solidFill>
                <a:latin typeface="Bahnschrift" panose="020B0502040204020203" pitchFamily="34" charset="0"/>
              </a:defRPr>
            </a:lvl9pPr>
          </a:lstStyle>
          <a:p>
            <a:pPr lvl="0"/>
            <a:r>
              <a:rPr lang="fr-FR"/>
              <a:t>01</a:t>
            </a:r>
          </a:p>
        </p:txBody>
      </p:sp>
    </p:spTree>
    <p:custDataLst>
      <p:tags r:id="rId1"/>
    </p:custDataLst>
    <p:extLst>
      <p:ext uri="{BB962C8B-B14F-4D97-AF65-F5344CB8AC3E}">
        <p14:creationId xmlns:p14="http://schemas.microsoft.com/office/powerpoint/2010/main" val="11645398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ubsection ">
    <p:bg>
      <p:bgPr>
        <a:solidFill>
          <a:schemeClr val="bg1"/>
        </a:solidFill>
        <a:effectLst/>
      </p:bgPr>
    </p:bg>
    <p:spTree>
      <p:nvGrpSpPr>
        <p:cNvPr id="1" name=""/>
        <p:cNvGrpSpPr/>
        <p:nvPr/>
      </p:nvGrpSpPr>
      <p:grpSpPr>
        <a:xfrm>
          <a:off x="0" y="0"/>
          <a:ext cx="0" cy="0"/>
          <a:chOff x="0" y="0"/>
          <a:chExt cx="0" cy="0"/>
        </a:xfrm>
      </p:grpSpPr>
      <p:pic>
        <p:nvPicPr>
          <p:cNvPr id="17" name="Graphique 16">
            <a:extLst>
              <a:ext uri="{FF2B5EF4-FFF2-40B4-BE49-F238E27FC236}">
                <a16:creationId xmlns:a16="http://schemas.microsoft.com/office/drawing/2014/main" id="{2A921758-2357-E2E4-7B6A-D082EAFFCDA3}"/>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18" name="Graphique 17">
            <a:extLst>
              <a:ext uri="{FF2B5EF4-FFF2-40B4-BE49-F238E27FC236}">
                <a16:creationId xmlns:a16="http://schemas.microsoft.com/office/drawing/2014/main" id="{DA05AF54-C2F8-B447-E830-1EC08F33AC0E}"/>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2" y="2828853"/>
            <a:ext cx="4140264" cy="6671265"/>
          </a:xfrm>
          <a:prstGeom prst="rect">
            <a:avLst/>
          </a:prstGeom>
        </p:spPr>
      </p:pic>
      <p:sp>
        <p:nvSpPr>
          <p:cNvPr id="7" name="Slide Number Placeholder 6">
            <a:extLst>
              <a:ext uri="{FF2B5EF4-FFF2-40B4-BE49-F238E27FC236}">
                <a16:creationId xmlns:a16="http://schemas.microsoft.com/office/drawing/2014/main" id="{31F40700-64B7-CD82-9231-F0CF8DB0CBF6}"/>
              </a:ext>
            </a:extLst>
          </p:cNvPr>
          <p:cNvSpPr>
            <a:spLocks noGrp="1"/>
          </p:cNvSpPr>
          <p:nvPr>
            <p:ph type="sldNum" sz="quarter" idx="19"/>
          </p:nvPr>
        </p:nvSpPr>
        <p:spPr/>
        <p:txBody>
          <a:bodyPr/>
          <a:lstStyle/>
          <a:p>
            <a:fld id="{4BF46CD0-FBDC-4232-8F32-5100991AA633}" type="slidenum">
              <a:rPr lang="fr-FR" smtClean="0"/>
              <a:pPr/>
              <a:t>‹N°›</a:t>
            </a:fld>
            <a:endParaRPr lang="fr-FR"/>
          </a:p>
        </p:txBody>
      </p:sp>
      <p:sp>
        <p:nvSpPr>
          <p:cNvPr id="21" name="Espace réservé du texte 5">
            <a:extLst>
              <a:ext uri="{FF2B5EF4-FFF2-40B4-BE49-F238E27FC236}">
                <a16:creationId xmlns:a16="http://schemas.microsoft.com/office/drawing/2014/main" id="{C61A572D-AA4E-A9DF-B259-82A53906F317}"/>
              </a:ext>
            </a:extLst>
          </p:cNvPr>
          <p:cNvSpPr>
            <a:spLocks noGrp="1"/>
          </p:cNvSpPr>
          <p:nvPr>
            <p:ph type="body" sz="quarter" idx="10" hasCustomPrompt="1"/>
          </p:nvPr>
        </p:nvSpPr>
        <p:spPr>
          <a:xfrm>
            <a:off x="4967162" y="3044742"/>
            <a:ext cx="2471547" cy="1172479"/>
          </a:xfrm>
          <a:prstGeom prst="rect">
            <a:avLst/>
          </a:prstGeom>
          <a:effectLst/>
        </p:spPr>
        <p:txBody>
          <a:bodyPr wrap="none" anchor="ctr">
            <a:noAutofit/>
          </a:bodyPr>
          <a:lstStyle>
            <a:lvl1pPr marL="0" indent="0" algn="l">
              <a:buNone/>
              <a:defRPr sz="11998" b="0">
                <a:gradFill>
                  <a:gsLst>
                    <a:gs pos="0">
                      <a:schemeClr val="accent2">
                        <a:lumMod val="67000"/>
                      </a:schemeClr>
                    </a:gs>
                    <a:gs pos="22000">
                      <a:schemeClr val="tx2"/>
                    </a:gs>
                    <a:gs pos="89000">
                      <a:schemeClr val="bg2"/>
                    </a:gs>
                  </a:gsLst>
                  <a:lin ang="16200000" scaled="1"/>
                </a:gradFill>
                <a:latin typeface="+mj-lt"/>
              </a:defRPr>
            </a:lvl1pPr>
            <a:lvl2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2pPr>
            <a:lvl3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3pPr>
            <a:lvl4pPr>
              <a:defRPr sz="13198" b="0" i="0" u="none" strike="noStrike">
                <a:solidFill>
                  <a:schemeClr val="bg1">
                    <a:lumMod val="100000"/>
                  </a:schemeClr>
                </a:solidFill>
                <a:latin typeface="Bahnschrift" panose="020B0502040204020203" pitchFamily="34" charset="0"/>
              </a:defRPr>
            </a:lvl4pPr>
            <a:lvl5pPr>
              <a:defRPr sz="13198" b="0" i="0" u="none" strike="noStrike">
                <a:solidFill>
                  <a:schemeClr val="bg1">
                    <a:lumMod val="100000"/>
                  </a:schemeClr>
                </a:solidFill>
                <a:latin typeface="Bahnschrift" panose="020B0502040204020203" pitchFamily="34" charset="0"/>
              </a:defRPr>
            </a:lvl5pPr>
            <a:lvl6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6pPr>
            <a:lvl7pPr>
              <a:defRPr sz="13198" b="0" i="0" u="none" strike="noStrike">
                <a:solidFill>
                  <a:schemeClr val="bg1">
                    <a:lumMod val="100000"/>
                  </a:schemeClr>
                </a:solidFill>
                <a:latin typeface="Bahnschrift" panose="020B0502040204020203" pitchFamily="34" charset="0"/>
              </a:defRPr>
            </a:lvl7pPr>
            <a:lvl8pPr>
              <a:defRPr sz="13198" b="0" i="0" u="none" strike="noStrike">
                <a:solidFill>
                  <a:schemeClr val="bg1">
                    <a:lumMod val="100000"/>
                  </a:schemeClr>
                </a:solidFill>
                <a:latin typeface="Bahnschrift" panose="020B0502040204020203" pitchFamily="34" charset="0"/>
              </a:defRPr>
            </a:lvl8pPr>
            <a:lvl9pPr>
              <a:defRPr sz="13198" b="0" i="0" u="none" strike="noStrike">
                <a:solidFill>
                  <a:schemeClr val="bg1">
                    <a:lumMod val="100000"/>
                  </a:schemeClr>
                </a:solidFill>
                <a:latin typeface="Bahnschrift" panose="020B0502040204020203" pitchFamily="34" charset="0"/>
              </a:defRPr>
            </a:lvl9pPr>
          </a:lstStyle>
          <a:p>
            <a:pPr lvl="0"/>
            <a:r>
              <a:rPr lang="fr-FR"/>
              <a:t>01</a:t>
            </a:r>
          </a:p>
        </p:txBody>
      </p:sp>
      <p:sp>
        <p:nvSpPr>
          <p:cNvPr id="6" name="Espace réservé du texte 5">
            <a:extLst>
              <a:ext uri="{FF2B5EF4-FFF2-40B4-BE49-F238E27FC236}">
                <a16:creationId xmlns:a16="http://schemas.microsoft.com/office/drawing/2014/main" id="{B1660685-F833-ABEC-578B-9BEB016EBAFE}"/>
              </a:ext>
            </a:extLst>
          </p:cNvPr>
          <p:cNvSpPr>
            <a:spLocks noGrp="1"/>
          </p:cNvSpPr>
          <p:nvPr>
            <p:ph type="body" sz="quarter" idx="20" hasCustomPrompt="1"/>
          </p:nvPr>
        </p:nvSpPr>
        <p:spPr>
          <a:xfrm>
            <a:off x="4967162" y="4589974"/>
            <a:ext cx="4472334" cy="584179"/>
          </a:xfrm>
          <a:prstGeom prst="roundRect">
            <a:avLst>
              <a:gd name="adj" fmla="val 50000"/>
            </a:avLst>
          </a:prstGeom>
          <a:gradFill>
            <a:gsLst>
              <a:gs pos="0">
                <a:schemeClr val="accent2">
                  <a:lumMod val="67000"/>
                </a:schemeClr>
              </a:gs>
              <a:gs pos="22000">
                <a:schemeClr val="tx2"/>
              </a:gs>
              <a:gs pos="89000">
                <a:schemeClr val="bg2"/>
              </a:gs>
            </a:gsLst>
            <a:lin ang="15000000" scaled="0"/>
          </a:gradFill>
        </p:spPr>
        <p:txBody>
          <a:bodyPr wrap="none" lIns="72000" rIns="72000" anchor="ctr">
            <a:spAutoFit/>
          </a:bodyPr>
          <a:lstStyle>
            <a:lvl1pPr marL="0" indent="0" algn="l">
              <a:buNone/>
              <a:defRPr cap="all" baseline="0">
                <a:solidFill>
                  <a:schemeClr val="bg1"/>
                </a:solidFill>
                <a:latin typeface="+mj-lt"/>
              </a:defRPr>
            </a:lvl1pPr>
            <a:lvl2pPr marL="0" indent="0">
              <a:buNone/>
              <a:defRPr/>
            </a:lvl2pPr>
            <a:lvl3pPr marL="264283" indent="0">
              <a:buNone/>
              <a:defRPr/>
            </a:lvl3pPr>
            <a:lvl4pPr marL="0" indent="0">
              <a:buNone/>
              <a:defRPr/>
            </a:lvl4pPr>
            <a:lvl5pPr marL="0" indent="0">
              <a:buNone/>
              <a:defRPr/>
            </a:lvl5pPr>
          </a:lstStyle>
          <a:p>
            <a:pPr lvl="0"/>
            <a:r>
              <a:rPr lang="fr-FR"/>
              <a:t>Section </a:t>
            </a:r>
            <a:r>
              <a:rPr lang="fr-FR" err="1"/>
              <a:t>title</a:t>
            </a:r>
            <a:r>
              <a:rPr lang="fr-FR"/>
              <a:t> </a:t>
            </a:r>
            <a:r>
              <a:rPr lang="fr-FR" err="1"/>
              <a:t>reminder</a:t>
            </a:r>
            <a:endParaRPr lang="fr-FR"/>
          </a:p>
        </p:txBody>
      </p:sp>
      <p:grpSp>
        <p:nvGrpSpPr>
          <p:cNvPr id="3" name="Groupe 8">
            <a:extLst>
              <a:ext uri="{FF2B5EF4-FFF2-40B4-BE49-F238E27FC236}">
                <a16:creationId xmlns:a16="http://schemas.microsoft.com/office/drawing/2014/main" id="{2488CDA4-2931-1F30-8C40-995A320E2A82}"/>
              </a:ext>
            </a:extLst>
          </p:cNvPr>
          <p:cNvGrpSpPr/>
          <p:nvPr userDrawn="1"/>
        </p:nvGrpSpPr>
        <p:grpSpPr>
          <a:xfrm>
            <a:off x="419189" y="9321018"/>
            <a:ext cx="2452295" cy="488334"/>
            <a:chOff x="7804375" y="14663327"/>
            <a:chExt cx="7400924" cy="1473993"/>
          </a:xfrm>
          <a:solidFill>
            <a:schemeClr val="accent1"/>
          </a:solidFill>
        </p:grpSpPr>
        <p:grpSp>
          <p:nvGrpSpPr>
            <p:cNvPr id="4" name="Graphique 37">
              <a:extLst>
                <a:ext uri="{FF2B5EF4-FFF2-40B4-BE49-F238E27FC236}">
                  <a16:creationId xmlns:a16="http://schemas.microsoft.com/office/drawing/2014/main" id="{18CCAFC1-C99F-117F-3DCE-DD6E595BBCC1}"/>
                </a:ext>
              </a:extLst>
            </p:cNvPr>
            <p:cNvGrpSpPr/>
            <p:nvPr/>
          </p:nvGrpSpPr>
          <p:grpSpPr>
            <a:xfrm>
              <a:off x="7804375" y="14663327"/>
              <a:ext cx="2394966" cy="1473326"/>
              <a:chOff x="7804375" y="14663327"/>
              <a:chExt cx="2394966" cy="1473326"/>
            </a:xfrm>
            <a:grpFill/>
          </p:grpSpPr>
          <p:sp>
            <p:nvSpPr>
              <p:cNvPr id="8" name="Forme libre : forme 11">
                <a:extLst>
                  <a:ext uri="{FF2B5EF4-FFF2-40B4-BE49-F238E27FC236}">
                    <a16:creationId xmlns:a16="http://schemas.microsoft.com/office/drawing/2014/main" id="{B51745F8-62A8-01A4-ABFE-D22C09F27F3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9" name="Forme libre : forme 12">
                <a:extLst>
                  <a:ext uri="{FF2B5EF4-FFF2-40B4-BE49-F238E27FC236}">
                    <a16:creationId xmlns:a16="http://schemas.microsoft.com/office/drawing/2014/main" id="{1B6B8151-B497-07FF-64B2-4DB278ED6FF7}"/>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10" name="Forme libre : forme 13">
                <a:extLst>
                  <a:ext uri="{FF2B5EF4-FFF2-40B4-BE49-F238E27FC236}">
                    <a16:creationId xmlns:a16="http://schemas.microsoft.com/office/drawing/2014/main" id="{CE4C259A-31DF-A08A-8073-1900D7DADBA5}"/>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5" name="Forme libre : forme 10">
              <a:extLst>
                <a:ext uri="{FF2B5EF4-FFF2-40B4-BE49-F238E27FC236}">
                  <a16:creationId xmlns:a16="http://schemas.microsoft.com/office/drawing/2014/main" id="{91760123-5CD7-42B7-1CD5-37165B7BAC13}"/>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12" name="Espace réservé du texte 11">
            <a:extLst>
              <a:ext uri="{FF2B5EF4-FFF2-40B4-BE49-F238E27FC236}">
                <a16:creationId xmlns:a16="http://schemas.microsoft.com/office/drawing/2014/main" id="{26F8DEAD-FDDA-3BAA-7422-CD2195E924ED}"/>
              </a:ext>
            </a:extLst>
          </p:cNvPr>
          <p:cNvSpPr>
            <a:spLocks noGrp="1"/>
          </p:cNvSpPr>
          <p:nvPr>
            <p:ph type="body" sz="quarter" idx="21" hasCustomPrompt="1"/>
          </p:nvPr>
        </p:nvSpPr>
        <p:spPr>
          <a:xfrm>
            <a:off x="4967162" y="5636412"/>
            <a:ext cx="10551495" cy="2173745"/>
          </a:xfrm>
        </p:spPr>
        <p:txBody>
          <a:bodyPr rIns="36000">
            <a:noAutofit/>
          </a:bodyPr>
          <a:lstStyle>
            <a:lvl1pPr algn="l">
              <a:defRPr sz="4799" b="1" cap="all" baseline="0">
                <a:solidFill>
                  <a:schemeClr val="accent4"/>
                </a:solidFill>
                <a:latin typeface="+mj-lt"/>
              </a:defRPr>
            </a:lvl1pPr>
            <a:lvl2pPr algn="l">
              <a:defRPr sz="2700">
                <a:solidFill>
                  <a:schemeClr val="accent1"/>
                </a:solidFill>
              </a:defRPr>
            </a:lvl2pPr>
            <a:lvl3pPr algn="ctr">
              <a:defRPr/>
            </a:lvl3pPr>
            <a:lvl4pPr algn="ctr">
              <a:defRPr/>
            </a:lvl4pPr>
            <a:lvl5pPr algn="ctr">
              <a:defRPr/>
            </a:lvl5pPr>
          </a:lstStyle>
          <a:p>
            <a:pPr lvl="0"/>
            <a:r>
              <a:rPr lang="fr-FR"/>
              <a:t>Click to </a:t>
            </a:r>
            <a:r>
              <a:rPr lang="fr-FR" err="1"/>
              <a:t>add</a:t>
            </a:r>
            <a:r>
              <a:rPr lang="fr-FR"/>
              <a:t> </a:t>
            </a:r>
            <a:r>
              <a:rPr lang="fr-FR" err="1"/>
              <a:t>subsection</a:t>
            </a:r>
            <a:r>
              <a:rPr lang="fr-FR"/>
              <a:t> </a:t>
            </a:r>
            <a:r>
              <a:rPr lang="fr-FR" err="1"/>
              <a:t>title</a:t>
            </a:r>
            <a:endParaRPr lang="fr-FR"/>
          </a:p>
          <a:p>
            <a:pPr lvl="1"/>
            <a:r>
              <a:rPr lang="fr-FR"/>
              <a:t>Next </a:t>
            </a:r>
            <a:r>
              <a:rPr lang="fr-FR" err="1"/>
              <a:t>subsection</a:t>
            </a:r>
            <a:r>
              <a:rPr lang="fr-FR"/>
              <a:t> </a:t>
            </a:r>
            <a:r>
              <a:rPr lang="fr-FR" err="1"/>
              <a:t>title</a:t>
            </a:r>
            <a:endParaRPr lang="fr-FR"/>
          </a:p>
        </p:txBody>
      </p:sp>
    </p:spTree>
    <p:custDataLst>
      <p:tags r:id="rId1"/>
    </p:custDataLst>
    <p:extLst>
      <p:ext uri="{BB962C8B-B14F-4D97-AF65-F5344CB8AC3E}">
        <p14:creationId xmlns:p14="http://schemas.microsoft.com/office/powerpoint/2010/main" val="24997163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Subsection ">
    <p:bg>
      <p:bgPr>
        <a:solidFill>
          <a:schemeClr val="bg1"/>
        </a:solidFill>
        <a:effectLst/>
      </p:bgPr>
    </p:bg>
    <p:spTree>
      <p:nvGrpSpPr>
        <p:cNvPr id="1" name=""/>
        <p:cNvGrpSpPr/>
        <p:nvPr/>
      </p:nvGrpSpPr>
      <p:grpSpPr>
        <a:xfrm>
          <a:off x="0" y="0"/>
          <a:ext cx="0" cy="0"/>
          <a:chOff x="0" y="0"/>
          <a:chExt cx="0" cy="0"/>
        </a:xfrm>
      </p:grpSpPr>
      <p:pic>
        <p:nvPicPr>
          <p:cNvPr id="17" name="Graphique 16">
            <a:extLst>
              <a:ext uri="{FF2B5EF4-FFF2-40B4-BE49-F238E27FC236}">
                <a16:creationId xmlns:a16="http://schemas.microsoft.com/office/drawing/2014/main" id="{2A921758-2357-E2E4-7B6A-D082EAFFCDA3}"/>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18" name="Graphique 17">
            <a:extLst>
              <a:ext uri="{FF2B5EF4-FFF2-40B4-BE49-F238E27FC236}">
                <a16:creationId xmlns:a16="http://schemas.microsoft.com/office/drawing/2014/main" id="{DA05AF54-C2F8-B447-E830-1EC08F33AC0E}"/>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2" y="2828853"/>
            <a:ext cx="4140264" cy="6671265"/>
          </a:xfrm>
          <a:prstGeom prst="rect">
            <a:avLst/>
          </a:prstGeom>
        </p:spPr>
      </p:pic>
      <p:sp>
        <p:nvSpPr>
          <p:cNvPr id="7" name="Slide Number Placeholder 6">
            <a:extLst>
              <a:ext uri="{FF2B5EF4-FFF2-40B4-BE49-F238E27FC236}">
                <a16:creationId xmlns:a16="http://schemas.microsoft.com/office/drawing/2014/main" id="{31F40700-64B7-CD82-9231-F0CF8DB0CBF6}"/>
              </a:ext>
            </a:extLst>
          </p:cNvPr>
          <p:cNvSpPr>
            <a:spLocks noGrp="1"/>
          </p:cNvSpPr>
          <p:nvPr>
            <p:ph type="sldNum" sz="quarter" idx="19"/>
          </p:nvPr>
        </p:nvSpPr>
        <p:spPr/>
        <p:txBody>
          <a:bodyPr/>
          <a:lstStyle/>
          <a:p>
            <a:fld id="{4BF46CD0-FBDC-4232-8F32-5100991AA633}" type="slidenum">
              <a:rPr lang="fr-FR" smtClean="0"/>
              <a:pPr/>
              <a:t>‹N°›</a:t>
            </a:fld>
            <a:endParaRPr lang="fr-FR"/>
          </a:p>
        </p:txBody>
      </p:sp>
      <p:sp>
        <p:nvSpPr>
          <p:cNvPr id="21" name="Espace réservé du texte 5">
            <a:extLst>
              <a:ext uri="{FF2B5EF4-FFF2-40B4-BE49-F238E27FC236}">
                <a16:creationId xmlns:a16="http://schemas.microsoft.com/office/drawing/2014/main" id="{C61A572D-AA4E-A9DF-B259-82A53906F317}"/>
              </a:ext>
            </a:extLst>
          </p:cNvPr>
          <p:cNvSpPr>
            <a:spLocks noGrp="1"/>
          </p:cNvSpPr>
          <p:nvPr>
            <p:ph type="body" sz="quarter" idx="10" hasCustomPrompt="1"/>
          </p:nvPr>
        </p:nvSpPr>
        <p:spPr>
          <a:xfrm>
            <a:off x="4967162" y="3044742"/>
            <a:ext cx="2471547" cy="1172479"/>
          </a:xfrm>
          <a:prstGeom prst="rect">
            <a:avLst/>
          </a:prstGeom>
          <a:effectLst/>
        </p:spPr>
        <p:txBody>
          <a:bodyPr wrap="none" anchor="ctr">
            <a:noAutofit/>
          </a:bodyPr>
          <a:lstStyle>
            <a:lvl1pPr marL="0" indent="0" algn="l">
              <a:buNone/>
              <a:defRPr sz="11998" b="0">
                <a:gradFill>
                  <a:gsLst>
                    <a:gs pos="0">
                      <a:schemeClr val="accent2">
                        <a:lumMod val="67000"/>
                      </a:schemeClr>
                    </a:gs>
                    <a:gs pos="22000">
                      <a:schemeClr val="tx2"/>
                    </a:gs>
                    <a:gs pos="89000">
                      <a:schemeClr val="bg2"/>
                    </a:gs>
                  </a:gsLst>
                  <a:lin ang="16200000" scaled="1"/>
                </a:gradFill>
                <a:latin typeface="+mj-lt"/>
              </a:defRPr>
            </a:lvl1pPr>
            <a:lvl2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2pPr>
            <a:lvl3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3pPr>
            <a:lvl4pPr>
              <a:defRPr sz="13198" b="0" i="0" u="none" strike="noStrike">
                <a:solidFill>
                  <a:schemeClr val="bg1">
                    <a:lumMod val="100000"/>
                  </a:schemeClr>
                </a:solidFill>
                <a:latin typeface="Bahnschrift" panose="020B0502040204020203" pitchFamily="34" charset="0"/>
              </a:defRPr>
            </a:lvl4pPr>
            <a:lvl5pPr>
              <a:defRPr sz="13198" b="0" i="0" u="none" strike="noStrike">
                <a:solidFill>
                  <a:schemeClr val="bg1">
                    <a:lumMod val="100000"/>
                  </a:schemeClr>
                </a:solidFill>
                <a:latin typeface="Bahnschrift" panose="020B0502040204020203" pitchFamily="34" charset="0"/>
              </a:defRPr>
            </a:lvl5pPr>
            <a:lvl6pPr marL="0" indent="0">
              <a:buFont typeface="Arial" panose="020B0604020202020204" pitchFamily="34" charset="0"/>
              <a:buChar char="​"/>
              <a:defRPr sz="13198" b="0" i="0" u="none" strike="noStrike">
                <a:solidFill>
                  <a:schemeClr val="bg1">
                    <a:lumMod val="100000"/>
                  </a:schemeClr>
                </a:solidFill>
                <a:latin typeface="Bahnschrift" panose="020B0502040204020203" pitchFamily="34" charset="0"/>
              </a:defRPr>
            </a:lvl6pPr>
            <a:lvl7pPr>
              <a:defRPr sz="13198" b="0" i="0" u="none" strike="noStrike">
                <a:solidFill>
                  <a:schemeClr val="bg1">
                    <a:lumMod val="100000"/>
                  </a:schemeClr>
                </a:solidFill>
                <a:latin typeface="Bahnschrift" panose="020B0502040204020203" pitchFamily="34" charset="0"/>
              </a:defRPr>
            </a:lvl7pPr>
            <a:lvl8pPr>
              <a:defRPr sz="13198" b="0" i="0" u="none" strike="noStrike">
                <a:solidFill>
                  <a:schemeClr val="bg1">
                    <a:lumMod val="100000"/>
                  </a:schemeClr>
                </a:solidFill>
                <a:latin typeface="Bahnschrift" panose="020B0502040204020203" pitchFamily="34" charset="0"/>
              </a:defRPr>
            </a:lvl8pPr>
            <a:lvl9pPr>
              <a:defRPr sz="13198" b="0" i="0" u="none" strike="noStrike">
                <a:solidFill>
                  <a:schemeClr val="bg1">
                    <a:lumMod val="100000"/>
                  </a:schemeClr>
                </a:solidFill>
                <a:latin typeface="Bahnschrift" panose="020B0502040204020203" pitchFamily="34" charset="0"/>
              </a:defRPr>
            </a:lvl9pPr>
          </a:lstStyle>
          <a:p>
            <a:pPr lvl="0"/>
            <a:r>
              <a:rPr lang="fr-FR"/>
              <a:t>01</a:t>
            </a:r>
          </a:p>
        </p:txBody>
      </p:sp>
      <p:sp>
        <p:nvSpPr>
          <p:cNvPr id="6" name="Espace réservé du texte 5">
            <a:extLst>
              <a:ext uri="{FF2B5EF4-FFF2-40B4-BE49-F238E27FC236}">
                <a16:creationId xmlns:a16="http://schemas.microsoft.com/office/drawing/2014/main" id="{B1660685-F833-ABEC-578B-9BEB016EBAFE}"/>
              </a:ext>
            </a:extLst>
          </p:cNvPr>
          <p:cNvSpPr>
            <a:spLocks noGrp="1"/>
          </p:cNvSpPr>
          <p:nvPr>
            <p:ph type="body" sz="quarter" idx="20" hasCustomPrompt="1"/>
          </p:nvPr>
        </p:nvSpPr>
        <p:spPr>
          <a:xfrm>
            <a:off x="4967162" y="4589974"/>
            <a:ext cx="4472334" cy="584179"/>
          </a:xfrm>
          <a:prstGeom prst="roundRect">
            <a:avLst>
              <a:gd name="adj" fmla="val 50000"/>
            </a:avLst>
          </a:prstGeom>
          <a:gradFill>
            <a:gsLst>
              <a:gs pos="0">
                <a:schemeClr val="accent2">
                  <a:lumMod val="67000"/>
                </a:schemeClr>
              </a:gs>
              <a:gs pos="22000">
                <a:schemeClr val="tx2"/>
              </a:gs>
              <a:gs pos="89000">
                <a:schemeClr val="bg2"/>
              </a:gs>
            </a:gsLst>
            <a:lin ang="15000000" scaled="0"/>
          </a:gradFill>
        </p:spPr>
        <p:txBody>
          <a:bodyPr wrap="none" lIns="72000" rIns="72000" anchor="ctr">
            <a:spAutoFit/>
          </a:bodyPr>
          <a:lstStyle>
            <a:lvl1pPr marL="0" indent="0" algn="l">
              <a:buNone/>
              <a:defRPr cap="all" baseline="0">
                <a:solidFill>
                  <a:schemeClr val="bg1"/>
                </a:solidFill>
                <a:latin typeface="+mj-lt"/>
              </a:defRPr>
            </a:lvl1pPr>
            <a:lvl2pPr marL="0" indent="0">
              <a:buNone/>
              <a:defRPr/>
            </a:lvl2pPr>
            <a:lvl3pPr marL="264283" indent="0">
              <a:buNone/>
              <a:defRPr/>
            </a:lvl3pPr>
            <a:lvl4pPr marL="0" indent="0">
              <a:buNone/>
              <a:defRPr/>
            </a:lvl4pPr>
            <a:lvl5pPr marL="0" indent="0">
              <a:buNone/>
              <a:defRPr/>
            </a:lvl5pPr>
          </a:lstStyle>
          <a:p>
            <a:pPr lvl="0"/>
            <a:r>
              <a:rPr lang="fr-FR"/>
              <a:t>Section </a:t>
            </a:r>
            <a:r>
              <a:rPr lang="fr-FR" err="1"/>
              <a:t>title</a:t>
            </a:r>
            <a:r>
              <a:rPr lang="fr-FR"/>
              <a:t> </a:t>
            </a:r>
            <a:r>
              <a:rPr lang="fr-FR" err="1"/>
              <a:t>reminder</a:t>
            </a:r>
            <a:endParaRPr lang="fr-FR"/>
          </a:p>
        </p:txBody>
      </p:sp>
      <p:grpSp>
        <p:nvGrpSpPr>
          <p:cNvPr id="3" name="Groupe 8">
            <a:extLst>
              <a:ext uri="{FF2B5EF4-FFF2-40B4-BE49-F238E27FC236}">
                <a16:creationId xmlns:a16="http://schemas.microsoft.com/office/drawing/2014/main" id="{2488CDA4-2931-1F30-8C40-995A320E2A82}"/>
              </a:ext>
            </a:extLst>
          </p:cNvPr>
          <p:cNvGrpSpPr/>
          <p:nvPr userDrawn="1"/>
        </p:nvGrpSpPr>
        <p:grpSpPr>
          <a:xfrm>
            <a:off x="419189" y="9321018"/>
            <a:ext cx="2452295" cy="488334"/>
            <a:chOff x="7804375" y="14663327"/>
            <a:chExt cx="7400924" cy="1473993"/>
          </a:xfrm>
          <a:solidFill>
            <a:schemeClr val="accent1"/>
          </a:solidFill>
        </p:grpSpPr>
        <p:grpSp>
          <p:nvGrpSpPr>
            <p:cNvPr id="4" name="Graphique 37">
              <a:extLst>
                <a:ext uri="{FF2B5EF4-FFF2-40B4-BE49-F238E27FC236}">
                  <a16:creationId xmlns:a16="http://schemas.microsoft.com/office/drawing/2014/main" id="{18CCAFC1-C99F-117F-3DCE-DD6E595BBCC1}"/>
                </a:ext>
              </a:extLst>
            </p:cNvPr>
            <p:cNvGrpSpPr/>
            <p:nvPr/>
          </p:nvGrpSpPr>
          <p:grpSpPr>
            <a:xfrm>
              <a:off x="7804375" y="14663327"/>
              <a:ext cx="2394966" cy="1473326"/>
              <a:chOff x="7804375" y="14663327"/>
              <a:chExt cx="2394966" cy="1473326"/>
            </a:xfrm>
            <a:grpFill/>
          </p:grpSpPr>
          <p:sp>
            <p:nvSpPr>
              <p:cNvPr id="8" name="Forme libre : forme 11">
                <a:extLst>
                  <a:ext uri="{FF2B5EF4-FFF2-40B4-BE49-F238E27FC236}">
                    <a16:creationId xmlns:a16="http://schemas.microsoft.com/office/drawing/2014/main" id="{B51745F8-62A8-01A4-ABFE-D22C09F27F3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9" name="Forme libre : forme 12">
                <a:extLst>
                  <a:ext uri="{FF2B5EF4-FFF2-40B4-BE49-F238E27FC236}">
                    <a16:creationId xmlns:a16="http://schemas.microsoft.com/office/drawing/2014/main" id="{1B6B8151-B497-07FF-64B2-4DB278ED6FF7}"/>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10" name="Forme libre : forme 13">
                <a:extLst>
                  <a:ext uri="{FF2B5EF4-FFF2-40B4-BE49-F238E27FC236}">
                    <a16:creationId xmlns:a16="http://schemas.microsoft.com/office/drawing/2014/main" id="{CE4C259A-31DF-A08A-8073-1900D7DADBA5}"/>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5" name="Forme libre : forme 10">
              <a:extLst>
                <a:ext uri="{FF2B5EF4-FFF2-40B4-BE49-F238E27FC236}">
                  <a16:creationId xmlns:a16="http://schemas.microsoft.com/office/drawing/2014/main" id="{91760123-5CD7-42B7-1CD5-37165B7BAC13}"/>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12" name="Espace réservé du texte 11">
            <a:extLst>
              <a:ext uri="{FF2B5EF4-FFF2-40B4-BE49-F238E27FC236}">
                <a16:creationId xmlns:a16="http://schemas.microsoft.com/office/drawing/2014/main" id="{26F8DEAD-FDDA-3BAA-7422-CD2195E924ED}"/>
              </a:ext>
            </a:extLst>
          </p:cNvPr>
          <p:cNvSpPr>
            <a:spLocks noGrp="1"/>
          </p:cNvSpPr>
          <p:nvPr>
            <p:ph type="body" sz="quarter" idx="21" hasCustomPrompt="1"/>
          </p:nvPr>
        </p:nvSpPr>
        <p:spPr>
          <a:xfrm>
            <a:off x="4967162" y="5636412"/>
            <a:ext cx="10551495" cy="2173745"/>
          </a:xfrm>
        </p:spPr>
        <p:txBody>
          <a:bodyPr rIns="36000">
            <a:noAutofit/>
          </a:bodyPr>
          <a:lstStyle>
            <a:lvl1pPr algn="l">
              <a:defRPr sz="4799" b="1" cap="all" baseline="0">
                <a:solidFill>
                  <a:schemeClr val="accent4"/>
                </a:solidFill>
                <a:latin typeface="+mj-lt"/>
              </a:defRPr>
            </a:lvl1pPr>
            <a:lvl2pPr algn="l">
              <a:defRPr sz="2700">
                <a:solidFill>
                  <a:schemeClr val="accent1"/>
                </a:solidFill>
              </a:defRPr>
            </a:lvl2pPr>
            <a:lvl3pPr algn="ctr">
              <a:defRPr/>
            </a:lvl3pPr>
            <a:lvl4pPr algn="ctr">
              <a:defRPr/>
            </a:lvl4pPr>
            <a:lvl5pPr algn="ctr">
              <a:defRPr/>
            </a:lvl5pPr>
          </a:lstStyle>
          <a:p>
            <a:pPr lvl="0"/>
            <a:r>
              <a:rPr lang="fr-FR"/>
              <a:t>Click to </a:t>
            </a:r>
            <a:r>
              <a:rPr lang="fr-FR" err="1"/>
              <a:t>add</a:t>
            </a:r>
            <a:r>
              <a:rPr lang="fr-FR"/>
              <a:t> </a:t>
            </a:r>
            <a:r>
              <a:rPr lang="fr-FR" err="1"/>
              <a:t>subsection</a:t>
            </a:r>
            <a:r>
              <a:rPr lang="fr-FR"/>
              <a:t> </a:t>
            </a:r>
            <a:r>
              <a:rPr lang="fr-FR" err="1"/>
              <a:t>title</a:t>
            </a:r>
            <a:endParaRPr lang="fr-FR"/>
          </a:p>
          <a:p>
            <a:pPr lvl="1"/>
            <a:r>
              <a:rPr lang="fr-FR"/>
              <a:t>Next </a:t>
            </a:r>
            <a:r>
              <a:rPr lang="fr-FR" err="1"/>
              <a:t>subsection</a:t>
            </a:r>
            <a:r>
              <a:rPr lang="fr-FR"/>
              <a:t> </a:t>
            </a:r>
            <a:r>
              <a:rPr lang="fr-FR" err="1"/>
              <a:t>title</a:t>
            </a:r>
            <a:endParaRPr lang="fr-FR"/>
          </a:p>
        </p:txBody>
      </p:sp>
    </p:spTree>
    <p:custDataLst>
      <p:tags r:id="rId1"/>
    </p:custDataLst>
    <p:extLst>
      <p:ext uri="{BB962C8B-B14F-4D97-AF65-F5344CB8AC3E}">
        <p14:creationId xmlns:p14="http://schemas.microsoft.com/office/powerpoint/2010/main" val="15439020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 title subtitle text | dark">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bg1"/>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14" name="Espace réservé du texte 13">
            <a:extLst>
              <a:ext uri="{FF2B5EF4-FFF2-40B4-BE49-F238E27FC236}">
                <a16:creationId xmlns:a16="http://schemas.microsoft.com/office/drawing/2014/main" id="{09F99F1C-6B58-40E1-A2EF-ED51E7BFB669}"/>
              </a:ext>
            </a:extLst>
          </p:cNvPr>
          <p:cNvSpPr>
            <a:spLocks noGrp="1"/>
          </p:cNvSpPr>
          <p:nvPr>
            <p:ph type="body" sz="quarter" idx="12" hasCustomPrompt="1"/>
          </p:nvPr>
        </p:nvSpPr>
        <p:spPr>
          <a:xfrm>
            <a:off x="431006" y="1248267"/>
            <a:ext cx="17425988" cy="558728"/>
          </a:xfrm>
          <a:prstGeom prst="rect">
            <a:avLst/>
          </a:prstGeom>
        </p:spPr>
        <p:txBody>
          <a:bodyPr lIns="72000" anchor="ctr">
            <a:noAutofit/>
          </a:bodyPr>
          <a:lstStyle>
            <a:lvl1pPr marL="0" indent="0">
              <a:buFont typeface="Arial" panose="020B0604020202020204" pitchFamily="34" charset="0"/>
              <a:buChar char="​"/>
              <a:defRPr sz="2400" b="0" cap="all" baseline="0">
                <a:solidFill>
                  <a:schemeClr val="bg1"/>
                </a:solidFill>
                <a:latin typeface="+mn-lt"/>
                <a:cs typeface="Quire Sans" panose="020B0502040400020003" pitchFamily="34" charset="0"/>
              </a:defRPr>
            </a:lvl1pPr>
            <a:lvl2pPr marL="0" indent="0">
              <a:buFont typeface="Arial" panose="020B0604020202020204" pitchFamily="34" charset="0"/>
              <a:buNone/>
              <a:defRPr sz="2400" b="0">
                <a:solidFill>
                  <a:schemeClr val="bg1"/>
                </a:solidFill>
                <a:latin typeface="+mn-lt"/>
              </a:defRPr>
            </a:lvl2pPr>
            <a:lvl3pPr marL="0" indent="0">
              <a:buFont typeface="Arial" panose="020B0604020202020204" pitchFamily="34" charset="0"/>
              <a:buChar char="​"/>
              <a:defRPr sz="2400" b="0">
                <a:solidFill>
                  <a:schemeClr val="bg1"/>
                </a:solidFill>
                <a:latin typeface="+mn-lt"/>
              </a:defRPr>
            </a:lvl3pPr>
            <a:lvl4pPr marL="0" indent="0">
              <a:buFont typeface="Arial" panose="020B0604020202020204" pitchFamily="34" charset="0"/>
              <a:buChar char="​"/>
              <a:defRPr sz="2400" b="0">
                <a:solidFill>
                  <a:schemeClr val="bg1"/>
                </a:solidFill>
                <a:latin typeface="+mn-lt"/>
              </a:defRPr>
            </a:lvl4pPr>
            <a:lvl5pPr marL="0" indent="0">
              <a:buFont typeface="Arial" panose="020B0604020202020204" pitchFamily="34" charset="0"/>
              <a:buChar char="​"/>
              <a:defRPr sz="2400" b="0">
                <a:solidFill>
                  <a:schemeClr val="bg1"/>
                </a:solidFill>
                <a:latin typeface="+mn-lt"/>
              </a:defRPr>
            </a:lvl5pPr>
            <a:lvl6pPr marL="0" indent="0">
              <a:buFont typeface="Arial" panose="020B0604020202020204" pitchFamily="34" charset="0"/>
              <a:buChar char="​"/>
              <a:defRPr sz="2400" b="0">
                <a:solidFill>
                  <a:schemeClr val="bg1"/>
                </a:solidFill>
                <a:latin typeface="+mn-lt"/>
              </a:defRPr>
            </a:lvl6pPr>
            <a:lvl7pPr marL="0" indent="0">
              <a:buFont typeface="Arial" panose="020B0604020202020204" pitchFamily="34" charset="0"/>
              <a:buChar char="​"/>
              <a:defRPr sz="2400" b="0">
                <a:solidFill>
                  <a:schemeClr val="bg1"/>
                </a:solidFill>
                <a:latin typeface="+mn-lt"/>
              </a:defRPr>
            </a:lvl7pPr>
            <a:lvl8pPr marL="0" indent="0">
              <a:buFont typeface="Arial" panose="020B0604020202020204" pitchFamily="34" charset="0"/>
              <a:buChar char="​"/>
              <a:defRPr sz="2400" b="0">
                <a:solidFill>
                  <a:schemeClr val="bg1"/>
                </a:solidFill>
                <a:latin typeface="+mn-lt"/>
              </a:defRPr>
            </a:lvl8pPr>
            <a:lvl9pPr marL="0" indent="0">
              <a:buFont typeface="Arial" panose="020B0604020202020204" pitchFamily="34" charset="0"/>
              <a:buChar char="​"/>
              <a:defRPr sz="2400" b="0">
                <a:solidFill>
                  <a:schemeClr val="bg1"/>
                </a:solidFill>
                <a:latin typeface="+mn-lt"/>
              </a:defRPr>
            </a:lvl9pPr>
          </a:lstStyle>
          <a:p>
            <a:pPr lvl="0"/>
            <a:r>
              <a:rPr lang="fr-FR"/>
              <a:t>Click to add subtitle</a:t>
            </a:r>
          </a:p>
        </p:txBody>
      </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sp>
        <p:nvSpPr>
          <p:cNvPr id="4" name="Espace réservé du pied de page 3">
            <a:extLst>
              <a:ext uri="{FF2B5EF4-FFF2-40B4-BE49-F238E27FC236}">
                <a16:creationId xmlns:a16="http://schemas.microsoft.com/office/drawing/2014/main" id="{166D5807-5DA5-D620-E68E-A7F8B02782D0}"/>
              </a:ext>
            </a:extLst>
          </p:cNvPr>
          <p:cNvSpPr>
            <a:spLocks noGrp="1"/>
          </p:cNvSpPr>
          <p:nvPr>
            <p:ph type="ftr" sz="quarter" idx="17"/>
          </p:nvPr>
        </p:nvSpPr>
        <p:spPr/>
        <p:txBody>
          <a:bodyPr/>
          <a:lstStyle>
            <a:lvl1pPr>
              <a:defRPr>
                <a:solidFill>
                  <a:schemeClr val="bg1"/>
                </a:solidFill>
              </a:defRPr>
            </a:lvl1pPr>
          </a:lstStyle>
          <a:p>
            <a:pPr>
              <a:spcBef>
                <a:spcPts val="4499"/>
              </a:spcBef>
            </a:pPr>
            <a:r>
              <a:rPr lang="fr-FR"/>
              <a:t>BUDGET 2024 FRANCE</a:t>
            </a:r>
          </a:p>
        </p:txBody>
      </p:sp>
      <p:sp>
        <p:nvSpPr>
          <p:cNvPr id="7" name="Espace réservé du texte 6">
            <a:extLst>
              <a:ext uri="{FF2B5EF4-FFF2-40B4-BE49-F238E27FC236}">
                <a16:creationId xmlns:a16="http://schemas.microsoft.com/office/drawing/2014/main" id="{4033C924-CBD4-1665-71A1-FBA5DFAB8E28}"/>
              </a:ext>
            </a:extLst>
          </p:cNvPr>
          <p:cNvSpPr>
            <a:spLocks noGrp="1"/>
          </p:cNvSpPr>
          <p:nvPr>
            <p:ph type="body" sz="quarter" idx="20"/>
          </p:nvPr>
        </p:nvSpPr>
        <p:spPr>
          <a:xfrm>
            <a:off x="319088" y="2374867"/>
            <a:ext cx="17503805" cy="73365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Titre 2">
            <a:extLst>
              <a:ext uri="{FF2B5EF4-FFF2-40B4-BE49-F238E27FC236}">
                <a16:creationId xmlns:a16="http://schemas.microsoft.com/office/drawing/2014/main" id="{E583246B-75A4-3ED3-55B2-1B9B4928C7A3}"/>
              </a:ext>
            </a:extLst>
          </p:cNvPr>
          <p:cNvSpPr>
            <a:spLocks noGrp="1"/>
          </p:cNvSpPr>
          <p:nvPr>
            <p:ph type="title" hasCustomPrompt="1"/>
          </p:nvPr>
        </p:nvSpPr>
        <p:spPr/>
        <p:txBody>
          <a:bodyPr/>
          <a:lstStyle>
            <a:lvl1pPr>
              <a:defRPr>
                <a:solidFill>
                  <a:schemeClr val="bg1"/>
                </a:solidFill>
              </a:defRPr>
            </a:lvl1pPr>
          </a:lstStyle>
          <a:p>
            <a:r>
              <a:rPr lang="fr-FR"/>
              <a:t>Click to </a:t>
            </a:r>
            <a:r>
              <a:rPr lang="fr-FR" err="1"/>
              <a:t>add</a:t>
            </a:r>
            <a:r>
              <a:rPr lang="fr-FR"/>
              <a:t> </a:t>
            </a:r>
            <a:r>
              <a:rPr lang="fr-FR" err="1"/>
              <a:t>title</a:t>
            </a:r>
            <a:endParaRPr lang="fr-FR"/>
          </a:p>
        </p:txBody>
      </p:sp>
    </p:spTree>
    <p:custDataLst>
      <p:tags r:id="rId1"/>
    </p:custDataLst>
    <p:extLst>
      <p:ext uri="{BB962C8B-B14F-4D97-AF65-F5344CB8AC3E}">
        <p14:creationId xmlns:p14="http://schemas.microsoft.com/office/powerpoint/2010/main" val="186611423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 title text | dark">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bg1"/>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sp>
        <p:nvSpPr>
          <p:cNvPr id="4" name="Espace réservé du pied de page 3">
            <a:extLst>
              <a:ext uri="{FF2B5EF4-FFF2-40B4-BE49-F238E27FC236}">
                <a16:creationId xmlns:a16="http://schemas.microsoft.com/office/drawing/2014/main" id="{166D5807-5DA5-D620-E68E-A7F8B02782D0}"/>
              </a:ext>
            </a:extLst>
          </p:cNvPr>
          <p:cNvSpPr>
            <a:spLocks noGrp="1"/>
          </p:cNvSpPr>
          <p:nvPr>
            <p:ph type="ftr" sz="quarter" idx="17"/>
          </p:nvPr>
        </p:nvSpPr>
        <p:spPr/>
        <p:txBody>
          <a:bodyPr/>
          <a:lstStyle>
            <a:lvl1pPr>
              <a:defRPr>
                <a:solidFill>
                  <a:schemeClr val="bg1"/>
                </a:solidFill>
              </a:defRPr>
            </a:lvl1pPr>
          </a:lstStyle>
          <a:p>
            <a:pPr>
              <a:spcBef>
                <a:spcPts val="4499"/>
              </a:spcBef>
            </a:pPr>
            <a:r>
              <a:rPr lang="fr-FR"/>
              <a:t>BUDGET 2024 FRANCE</a:t>
            </a:r>
          </a:p>
        </p:txBody>
      </p:sp>
      <p:sp>
        <p:nvSpPr>
          <p:cNvPr id="7" name="Espace réservé du texte 6">
            <a:extLst>
              <a:ext uri="{FF2B5EF4-FFF2-40B4-BE49-F238E27FC236}">
                <a16:creationId xmlns:a16="http://schemas.microsoft.com/office/drawing/2014/main" id="{4033C924-CBD4-1665-71A1-FBA5DFAB8E28}"/>
              </a:ext>
            </a:extLst>
          </p:cNvPr>
          <p:cNvSpPr>
            <a:spLocks noGrp="1"/>
          </p:cNvSpPr>
          <p:nvPr>
            <p:ph type="body" sz="quarter" idx="20"/>
          </p:nvPr>
        </p:nvSpPr>
        <p:spPr>
          <a:xfrm>
            <a:off x="319088" y="2374867"/>
            <a:ext cx="17503805" cy="73365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Titre 2">
            <a:extLst>
              <a:ext uri="{FF2B5EF4-FFF2-40B4-BE49-F238E27FC236}">
                <a16:creationId xmlns:a16="http://schemas.microsoft.com/office/drawing/2014/main" id="{E583246B-75A4-3ED3-55B2-1B9B4928C7A3}"/>
              </a:ext>
            </a:extLst>
          </p:cNvPr>
          <p:cNvSpPr>
            <a:spLocks noGrp="1"/>
          </p:cNvSpPr>
          <p:nvPr>
            <p:ph type="title" hasCustomPrompt="1"/>
          </p:nvPr>
        </p:nvSpPr>
        <p:spPr/>
        <p:txBody>
          <a:bodyPr/>
          <a:lstStyle>
            <a:lvl1pPr>
              <a:defRPr>
                <a:solidFill>
                  <a:schemeClr val="bg1"/>
                </a:solidFill>
              </a:defRPr>
            </a:lvl1pPr>
          </a:lstStyle>
          <a:p>
            <a:r>
              <a:rPr lang="fr-FR"/>
              <a:t>Click to </a:t>
            </a:r>
            <a:r>
              <a:rPr lang="fr-FR" err="1"/>
              <a:t>add</a:t>
            </a:r>
            <a:r>
              <a:rPr lang="fr-FR"/>
              <a:t> </a:t>
            </a:r>
            <a:r>
              <a:rPr lang="fr-FR" err="1"/>
              <a:t>title</a:t>
            </a:r>
            <a:endParaRPr lang="fr-FR"/>
          </a:p>
        </p:txBody>
      </p:sp>
      <p:cxnSp>
        <p:nvCxnSpPr>
          <p:cNvPr id="2" name="Connecteur droit 32">
            <a:extLst>
              <a:ext uri="{FF2B5EF4-FFF2-40B4-BE49-F238E27FC236}">
                <a16:creationId xmlns:a16="http://schemas.microsoft.com/office/drawing/2014/main" id="{8B08495A-6A39-7F8F-A3E3-31458830E37C}"/>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889864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ext | title text | dark">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bg1"/>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sp>
        <p:nvSpPr>
          <p:cNvPr id="4" name="Espace réservé du pied de page 3">
            <a:extLst>
              <a:ext uri="{FF2B5EF4-FFF2-40B4-BE49-F238E27FC236}">
                <a16:creationId xmlns:a16="http://schemas.microsoft.com/office/drawing/2014/main" id="{166D5807-5DA5-D620-E68E-A7F8B02782D0}"/>
              </a:ext>
            </a:extLst>
          </p:cNvPr>
          <p:cNvSpPr>
            <a:spLocks noGrp="1"/>
          </p:cNvSpPr>
          <p:nvPr>
            <p:ph type="ftr" sz="quarter" idx="17"/>
          </p:nvPr>
        </p:nvSpPr>
        <p:spPr/>
        <p:txBody>
          <a:bodyPr/>
          <a:lstStyle>
            <a:lvl1pPr>
              <a:defRPr>
                <a:solidFill>
                  <a:schemeClr val="bg1"/>
                </a:solidFill>
              </a:defRPr>
            </a:lvl1pPr>
          </a:lstStyle>
          <a:p>
            <a:pPr>
              <a:spcBef>
                <a:spcPts val="4499"/>
              </a:spcBef>
            </a:pPr>
            <a:r>
              <a:rPr lang="fr-FR"/>
              <a:t>BUDGET 2024 FRANCE</a:t>
            </a:r>
          </a:p>
        </p:txBody>
      </p:sp>
      <p:pic>
        <p:nvPicPr>
          <p:cNvPr id="5" name="Graphique 4">
            <a:extLst>
              <a:ext uri="{FF2B5EF4-FFF2-40B4-BE49-F238E27FC236}">
                <a16:creationId xmlns:a16="http://schemas.microsoft.com/office/drawing/2014/main" id="{53DD0FE7-47B4-56EA-6FD8-61F795C6269C}"/>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pic>
        <p:nvPicPr>
          <p:cNvPr id="6" name="Graphique 5">
            <a:extLst>
              <a:ext uri="{FF2B5EF4-FFF2-40B4-BE49-F238E27FC236}">
                <a16:creationId xmlns:a16="http://schemas.microsoft.com/office/drawing/2014/main" id="{DB82778E-C73C-A5BF-4E38-5BE7A93EB862}"/>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Tree>
    <p:custDataLst>
      <p:tags r:id="rId1"/>
    </p:custDataLst>
    <p:extLst>
      <p:ext uri="{BB962C8B-B14F-4D97-AF65-F5344CB8AC3E}">
        <p14:creationId xmlns:p14="http://schemas.microsoft.com/office/powerpoint/2010/main" val="387228143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 title subtitle text | dark header">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815C426-3FA6-D44D-E6D3-A3DB1C488A36}"/>
              </a:ext>
            </a:extLst>
          </p:cNvPr>
          <p:cNvSpPr/>
          <p:nvPr userDrawn="1"/>
        </p:nvSpPr>
        <p:spPr>
          <a:xfrm>
            <a:off x="1" y="3614148"/>
            <a:ext cx="18287999" cy="66712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sp>
        <p:nvSpPr>
          <p:cNvPr id="14" name="Espace réservé du texte 13">
            <a:extLst>
              <a:ext uri="{FF2B5EF4-FFF2-40B4-BE49-F238E27FC236}">
                <a16:creationId xmlns:a16="http://schemas.microsoft.com/office/drawing/2014/main" id="{09F99F1C-6B58-40E1-A2EF-ED51E7BFB669}"/>
              </a:ext>
            </a:extLst>
          </p:cNvPr>
          <p:cNvSpPr>
            <a:spLocks noGrp="1"/>
          </p:cNvSpPr>
          <p:nvPr>
            <p:ph type="body" sz="quarter" idx="12" hasCustomPrompt="1"/>
          </p:nvPr>
        </p:nvSpPr>
        <p:spPr>
          <a:xfrm>
            <a:off x="431006" y="1248267"/>
            <a:ext cx="17425988" cy="558728"/>
          </a:xfrm>
          <a:prstGeom prst="rect">
            <a:avLst/>
          </a:prstGeom>
        </p:spPr>
        <p:txBody>
          <a:bodyPr lIns="72000" anchor="ctr">
            <a:noAutofit/>
          </a:bodyPr>
          <a:lstStyle>
            <a:lvl1pPr marL="0" indent="0">
              <a:buFont typeface="Arial" panose="020B0604020202020204" pitchFamily="34" charset="0"/>
              <a:buChar char="​"/>
              <a:defRPr sz="2400" b="0" cap="all" baseline="0">
                <a:solidFill>
                  <a:schemeClr val="bg1"/>
                </a:solidFill>
                <a:latin typeface="+mn-lt"/>
                <a:cs typeface="Quire Sans" panose="020B0502040400020003" pitchFamily="34" charset="0"/>
              </a:defRPr>
            </a:lvl1pPr>
            <a:lvl2pPr marL="0" indent="0">
              <a:buFont typeface="Arial" panose="020B0604020202020204" pitchFamily="34" charset="0"/>
              <a:buNone/>
              <a:defRPr sz="2400" b="0">
                <a:solidFill>
                  <a:schemeClr val="bg1"/>
                </a:solidFill>
                <a:latin typeface="+mn-lt"/>
              </a:defRPr>
            </a:lvl2pPr>
            <a:lvl3pPr marL="0" indent="0">
              <a:buFont typeface="Arial" panose="020B0604020202020204" pitchFamily="34" charset="0"/>
              <a:buChar char="​"/>
              <a:defRPr sz="2400" b="0">
                <a:solidFill>
                  <a:schemeClr val="bg1"/>
                </a:solidFill>
                <a:latin typeface="+mn-lt"/>
              </a:defRPr>
            </a:lvl3pPr>
            <a:lvl4pPr marL="0" indent="0">
              <a:buFont typeface="Arial" panose="020B0604020202020204" pitchFamily="34" charset="0"/>
              <a:buChar char="​"/>
              <a:defRPr sz="2400" b="0">
                <a:solidFill>
                  <a:schemeClr val="bg1"/>
                </a:solidFill>
                <a:latin typeface="+mn-lt"/>
              </a:defRPr>
            </a:lvl4pPr>
            <a:lvl5pPr marL="0" indent="0">
              <a:buFont typeface="Arial" panose="020B0604020202020204" pitchFamily="34" charset="0"/>
              <a:buChar char="​"/>
              <a:defRPr sz="2400" b="0">
                <a:solidFill>
                  <a:schemeClr val="bg1"/>
                </a:solidFill>
                <a:latin typeface="+mn-lt"/>
              </a:defRPr>
            </a:lvl5pPr>
            <a:lvl6pPr marL="0" indent="0">
              <a:buFont typeface="Arial" panose="020B0604020202020204" pitchFamily="34" charset="0"/>
              <a:buChar char="​"/>
              <a:defRPr sz="2400" b="0">
                <a:solidFill>
                  <a:schemeClr val="bg1"/>
                </a:solidFill>
                <a:latin typeface="+mn-lt"/>
              </a:defRPr>
            </a:lvl6pPr>
            <a:lvl7pPr marL="0" indent="0">
              <a:buFont typeface="Arial" panose="020B0604020202020204" pitchFamily="34" charset="0"/>
              <a:buChar char="​"/>
              <a:defRPr sz="2400" b="0">
                <a:solidFill>
                  <a:schemeClr val="bg1"/>
                </a:solidFill>
                <a:latin typeface="+mn-lt"/>
              </a:defRPr>
            </a:lvl7pPr>
            <a:lvl8pPr marL="0" indent="0">
              <a:buFont typeface="Arial" panose="020B0604020202020204" pitchFamily="34" charset="0"/>
              <a:buChar char="​"/>
              <a:defRPr sz="2400" b="0">
                <a:solidFill>
                  <a:schemeClr val="bg1"/>
                </a:solidFill>
                <a:latin typeface="+mn-lt"/>
              </a:defRPr>
            </a:lvl8pPr>
            <a:lvl9pPr marL="0" indent="0">
              <a:buFont typeface="Arial" panose="020B0604020202020204" pitchFamily="34" charset="0"/>
              <a:buChar char="​"/>
              <a:defRPr sz="2400" b="0">
                <a:solidFill>
                  <a:schemeClr val="bg1"/>
                </a:solidFill>
                <a:latin typeface="+mn-lt"/>
              </a:defRPr>
            </a:lvl9pPr>
          </a:lstStyle>
          <a:p>
            <a:pPr lvl="0"/>
            <a:r>
              <a:rPr lang="fr-FR"/>
              <a:t>Click to add subtitle</a:t>
            </a:r>
          </a:p>
        </p:txBody>
      </p:sp>
      <p:sp>
        <p:nvSpPr>
          <p:cNvPr id="5" name="Titre 4">
            <a:extLst>
              <a:ext uri="{FF2B5EF4-FFF2-40B4-BE49-F238E27FC236}">
                <a16:creationId xmlns:a16="http://schemas.microsoft.com/office/drawing/2014/main" id="{62E70154-91F3-98D7-261D-A6EB7BACAFC7}"/>
              </a:ext>
            </a:extLst>
          </p:cNvPr>
          <p:cNvSpPr>
            <a:spLocks noGrp="1"/>
          </p:cNvSpPr>
          <p:nvPr>
            <p:ph type="title" hasCustomPrompt="1"/>
          </p:nvPr>
        </p:nvSpPr>
        <p:spPr/>
        <p:txBody>
          <a:bodyPr/>
          <a:lstStyle>
            <a:lvl1pPr>
              <a:defRPr>
                <a:solidFill>
                  <a:schemeClr val="bg1"/>
                </a:solidFill>
              </a:defRPr>
            </a:lvl1pPr>
          </a:lstStyle>
          <a:p>
            <a:r>
              <a:rPr lang="fr-FR"/>
              <a:t>Click to </a:t>
            </a:r>
            <a:r>
              <a:rPr lang="fr-FR" err="1"/>
              <a:t>add</a:t>
            </a:r>
            <a:r>
              <a:rPr lang="fr-FR"/>
              <a:t> </a:t>
            </a:r>
            <a:r>
              <a:rPr lang="fr-FR" err="1"/>
              <a:t>title</a:t>
            </a:r>
            <a:endParaRPr lang="fr-FR"/>
          </a:p>
        </p:txBody>
      </p:sp>
      <p:pic>
        <p:nvPicPr>
          <p:cNvPr id="9" name="Graphique 8">
            <a:extLst>
              <a:ext uri="{FF2B5EF4-FFF2-40B4-BE49-F238E27FC236}">
                <a16:creationId xmlns:a16="http://schemas.microsoft.com/office/drawing/2014/main" id="{58F944CC-EF14-4927-4C9D-6686F18D66DC}"/>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10" name="Ellipse 9">
            <a:extLst>
              <a:ext uri="{FF2B5EF4-FFF2-40B4-BE49-F238E27FC236}">
                <a16:creationId xmlns:a16="http://schemas.microsoft.com/office/drawing/2014/main" id="{38D5E398-82E5-855C-4969-E6D1880C88DE}"/>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1" name="Groupe 10">
            <a:extLst>
              <a:ext uri="{FF2B5EF4-FFF2-40B4-BE49-F238E27FC236}">
                <a16:creationId xmlns:a16="http://schemas.microsoft.com/office/drawing/2014/main" id="{ED43DC06-107F-CD22-5279-8B1C4EBB4408}"/>
              </a:ext>
            </a:extLst>
          </p:cNvPr>
          <p:cNvGrpSpPr/>
          <p:nvPr userDrawn="1"/>
        </p:nvGrpSpPr>
        <p:grpSpPr>
          <a:xfrm>
            <a:off x="438240" y="9762428"/>
            <a:ext cx="1348263" cy="268484"/>
            <a:chOff x="7804375" y="14663327"/>
            <a:chExt cx="7400924" cy="1473993"/>
          </a:xfrm>
          <a:solidFill>
            <a:schemeClr val="accent2"/>
          </a:solidFill>
        </p:grpSpPr>
        <p:grpSp>
          <p:nvGrpSpPr>
            <p:cNvPr id="13" name="Graphique 37">
              <a:extLst>
                <a:ext uri="{FF2B5EF4-FFF2-40B4-BE49-F238E27FC236}">
                  <a16:creationId xmlns:a16="http://schemas.microsoft.com/office/drawing/2014/main" id="{06F8BF05-73E2-ADB8-3A7D-6AC28EF5E10E}"/>
                </a:ext>
              </a:extLst>
            </p:cNvPr>
            <p:cNvGrpSpPr/>
            <p:nvPr/>
          </p:nvGrpSpPr>
          <p:grpSpPr>
            <a:xfrm>
              <a:off x="7804375" y="14663327"/>
              <a:ext cx="2394966" cy="1473326"/>
              <a:chOff x="7804375" y="14663327"/>
              <a:chExt cx="2394966" cy="1473326"/>
            </a:xfrm>
            <a:grpFill/>
          </p:grpSpPr>
          <p:sp>
            <p:nvSpPr>
              <p:cNvPr id="19" name="Forme libre : forme 18">
                <a:extLst>
                  <a:ext uri="{FF2B5EF4-FFF2-40B4-BE49-F238E27FC236}">
                    <a16:creationId xmlns:a16="http://schemas.microsoft.com/office/drawing/2014/main" id="{2E970334-F4C5-FFA8-7084-4B151BF8700D}"/>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2" name="Forme libre : forme 21">
                <a:extLst>
                  <a:ext uri="{FF2B5EF4-FFF2-40B4-BE49-F238E27FC236}">
                    <a16:creationId xmlns:a16="http://schemas.microsoft.com/office/drawing/2014/main" id="{85BBC285-5341-47B7-6521-58FC7EDC87B7}"/>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3" name="Forme libre : forme 22">
                <a:extLst>
                  <a:ext uri="{FF2B5EF4-FFF2-40B4-BE49-F238E27FC236}">
                    <a16:creationId xmlns:a16="http://schemas.microsoft.com/office/drawing/2014/main" id="{68B373C0-DF3B-8FFC-156E-1052EA883B33}"/>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8" name="Forme libre : forme 17">
              <a:extLst>
                <a:ext uri="{FF2B5EF4-FFF2-40B4-BE49-F238E27FC236}">
                  <a16:creationId xmlns:a16="http://schemas.microsoft.com/office/drawing/2014/main" id="{98F98F34-8C93-BFD6-E74E-531EBA72C78F}"/>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28" name="Espace réservé du numéro de diapositive 7">
            <a:extLst>
              <a:ext uri="{FF2B5EF4-FFF2-40B4-BE49-F238E27FC236}">
                <a16:creationId xmlns:a16="http://schemas.microsoft.com/office/drawing/2014/main" id="{2727DCC8-ED02-3C64-43EE-B4D5A81D3A98}"/>
              </a:ext>
            </a:extLst>
          </p:cNvPr>
          <p:cNvSpPr>
            <a:spLocks noGrp="1"/>
          </p:cNvSpPr>
          <p:nvPr>
            <p:ph type="sldNum" sz="quarter" idx="16"/>
          </p:nvPr>
        </p:nvSpPr>
        <p:spPr>
          <a:xfrm>
            <a:off x="17582755" y="9702572"/>
            <a:ext cx="446282" cy="446213"/>
          </a:xfrm>
        </p:spPr>
        <p:txBody>
          <a:bodyPr/>
          <a:lstStyle/>
          <a:p>
            <a:fld id="{4BF46CD0-FBDC-4232-8F32-5100991AA633}" type="slidenum">
              <a:rPr lang="fr-FR" smtClean="0"/>
              <a:pPr/>
              <a:t>‹N°›</a:t>
            </a:fld>
            <a:endParaRPr lang="fr-FR"/>
          </a:p>
        </p:txBody>
      </p:sp>
      <p:sp>
        <p:nvSpPr>
          <p:cNvPr id="29" name="Espace réservé du pied de page 10">
            <a:extLst>
              <a:ext uri="{FF2B5EF4-FFF2-40B4-BE49-F238E27FC236}">
                <a16:creationId xmlns:a16="http://schemas.microsoft.com/office/drawing/2014/main" id="{EA973883-6D1D-5CA1-A974-FDD6CE72BF1D}"/>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30" name="Espace réservé du texte 6">
            <a:extLst>
              <a:ext uri="{FF2B5EF4-FFF2-40B4-BE49-F238E27FC236}">
                <a16:creationId xmlns:a16="http://schemas.microsoft.com/office/drawing/2014/main" id="{00318684-F6F3-E812-FD23-B9242B844A55}"/>
              </a:ext>
            </a:extLst>
          </p:cNvPr>
          <p:cNvSpPr>
            <a:spLocks noGrp="1"/>
          </p:cNvSpPr>
          <p:nvPr>
            <p:ph type="body" sz="quarter" idx="20"/>
          </p:nvPr>
        </p:nvSpPr>
        <p:spPr>
          <a:xfrm>
            <a:off x="319088" y="3812761"/>
            <a:ext cx="17503805" cy="58987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31" name="Image 30">
            <a:extLst>
              <a:ext uri="{FF2B5EF4-FFF2-40B4-BE49-F238E27FC236}">
                <a16:creationId xmlns:a16="http://schemas.microsoft.com/office/drawing/2014/main" id="{09422DAB-18E8-699B-90E9-B2226C15581D}"/>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rot="16200000">
            <a:off x="8973423" y="-5271629"/>
            <a:ext cx="341157" cy="17414273"/>
          </a:xfrm>
          <a:prstGeom prst="rect">
            <a:avLst/>
          </a:prstGeom>
        </p:spPr>
      </p:pic>
      <p:sp>
        <p:nvSpPr>
          <p:cNvPr id="2" name="Espace réservé du texte 27">
            <a:extLst>
              <a:ext uri="{FF2B5EF4-FFF2-40B4-BE49-F238E27FC236}">
                <a16:creationId xmlns:a16="http://schemas.microsoft.com/office/drawing/2014/main" id="{ABB1E2D8-0CCE-3D37-0F3D-3BF35D452FA3}"/>
              </a:ext>
            </a:extLst>
          </p:cNvPr>
          <p:cNvSpPr>
            <a:spLocks noGrp="1"/>
          </p:cNvSpPr>
          <p:nvPr>
            <p:ph type="body" sz="quarter" idx="21" hasCustomPrompt="1"/>
          </p:nvPr>
        </p:nvSpPr>
        <p:spPr>
          <a:xfrm>
            <a:off x="319088" y="2373741"/>
            <a:ext cx="17532048" cy="98427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spTree>
    <p:custDataLst>
      <p:tags r:id="rId1"/>
    </p:custDataLst>
    <p:extLst>
      <p:ext uri="{BB962C8B-B14F-4D97-AF65-F5344CB8AC3E}">
        <p14:creationId xmlns:p14="http://schemas.microsoft.com/office/powerpoint/2010/main" val="37313438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 title  text | dark header">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67E5278-A341-1DC0-ACA1-3AD6F38CC143}"/>
              </a:ext>
            </a:extLst>
          </p:cNvPr>
          <p:cNvGrpSpPr/>
          <p:nvPr userDrawn="1"/>
        </p:nvGrpSpPr>
        <p:grpSpPr>
          <a:xfrm>
            <a:off x="1" y="3332995"/>
            <a:ext cx="18287999" cy="6952419"/>
            <a:chOff x="0" y="1211183"/>
            <a:chExt cx="12191999" cy="5646817"/>
          </a:xfrm>
        </p:grpSpPr>
        <p:sp>
          <p:nvSpPr>
            <p:cNvPr id="3" name="Rectangle 2">
              <a:extLst>
                <a:ext uri="{FF2B5EF4-FFF2-40B4-BE49-F238E27FC236}">
                  <a16:creationId xmlns:a16="http://schemas.microsoft.com/office/drawing/2014/main" id="{C815C426-3FA6-D44D-E6D3-A3DB1C488A36}"/>
                </a:ext>
              </a:extLst>
            </p:cNvPr>
            <p:cNvSpPr/>
            <p:nvPr userDrawn="1"/>
          </p:nvSpPr>
          <p:spPr>
            <a:xfrm>
              <a:off x="0" y="1438656"/>
              <a:ext cx="12191999" cy="54193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pic>
          <p:nvPicPr>
            <p:cNvPr id="22" name="Image 21">
              <a:extLst>
                <a:ext uri="{FF2B5EF4-FFF2-40B4-BE49-F238E27FC236}">
                  <a16:creationId xmlns:a16="http://schemas.microsoft.com/office/drawing/2014/main" id="{36355A1C-F476-2262-A18E-979D071DDD8D}"/>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5982264" y="-4479838"/>
              <a:ext cx="227473" cy="11609515"/>
            </a:xfrm>
            <a:prstGeom prst="rect">
              <a:avLst/>
            </a:prstGeom>
          </p:spPr>
        </p:pic>
      </p:grp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sp>
        <p:nvSpPr>
          <p:cNvPr id="5" name="Titre 4">
            <a:extLst>
              <a:ext uri="{FF2B5EF4-FFF2-40B4-BE49-F238E27FC236}">
                <a16:creationId xmlns:a16="http://schemas.microsoft.com/office/drawing/2014/main" id="{62E70154-91F3-98D7-261D-A6EB7BACAFC7}"/>
              </a:ext>
            </a:extLst>
          </p:cNvPr>
          <p:cNvSpPr>
            <a:spLocks noGrp="1"/>
          </p:cNvSpPr>
          <p:nvPr>
            <p:ph type="title" hasCustomPrompt="1"/>
          </p:nvPr>
        </p:nvSpPr>
        <p:spPr/>
        <p:txBody>
          <a:bodyPr/>
          <a:lstStyle>
            <a:lvl1pPr>
              <a:defRPr>
                <a:solidFill>
                  <a:schemeClr val="bg1"/>
                </a:solidFill>
              </a:defRPr>
            </a:lvl1pPr>
          </a:lstStyle>
          <a:p>
            <a:r>
              <a:rPr lang="fr-FR"/>
              <a:t>Click to </a:t>
            </a:r>
            <a:r>
              <a:rPr lang="fr-FR" err="1"/>
              <a:t>add</a:t>
            </a:r>
            <a:r>
              <a:rPr lang="fr-FR"/>
              <a:t> </a:t>
            </a:r>
            <a:r>
              <a:rPr lang="fr-FR" err="1"/>
              <a:t>title</a:t>
            </a:r>
            <a:endParaRPr lang="fr-FR"/>
          </a:p>
        </p:txBody>
      </p:sp>
      <p:cxnSp>
        <p:nvCxnSpPr>
          <p:cNvPr id="2" name="Connecteur droit 32">
            <a:extLst>
              <a:ext uri="{FF2B5EF4-FFF2-40B4-BE49-F238E27FC236}">
                <a16:creationId xmlns:a16="http://schemas.microsoft.com/office/drawing/2014/main" id="{19049D6F-2A5B-D71B-1AC1-30DF5C337686}"/>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Graphique 5">
            <a:extLst>
              <a:ext uri="{FF2B5EF4-FFF2-40B4-BE49-F238E27FC236}">
                <a16:creationId xmlns:a16="http://schemas.microsoft.com/office/drawing/2014/main" id="{5DE78F35-BFFA-707F-AB95-AFB8F925D752}"/>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8861" t="-3712" r="64117" b="61920"/>
          <a:stretch/>
        </p:blipFill>
        <p:spPr>
          <a:xfrm rot="10800000">
            <a:off x="-2" y="2828853"/>
            <a:ext cx="4140264" cy="6671265"/>
          </a:xfrm>
          <a:prstGeom prst="rect">
            <a:avLst/>
          </a:prstGeom>
        </p:spPr>
      </p:pic>
      <p:sp>
        <p:nvSpPr>
          <p:cNvPr id="7" name="Ellipse 6">
            <a:extLst>
              <a:ext uri="{FF2B5EF4-FFF2-40B4-BE49-F238E27FC236}">
                <a16:creationId xmlns:a16="http://schemas.microsoft.com/office/drawing/2014/main" id="{EEAFDF30-0193-92E5-0311-C71F5607E299}"/>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8" name="Groupe 7">
            <a:extLst>
              <a:ext uri="{FF2B5EF4-FFF2-40B4-BE49-F238E27FC236}">
                <a16:creationId xmlns:a16="http://schemas.microsoft.com/office/drawing/2014/main" id="{89432BFD-0D07-DC7B-559F-611D35C7071D}"/>
              </a:ext>
            </a:extLst>
          </p:cNvPr>
          <p:cNvGrpSpPr/>
          <p:nvPr userDrawn="1"/>
        </p:nvGrpSpPr>
        <p:grpSpPr>
          <a:xfrm>
            <a:off x="438240" y="9762428"/>
            <a:ext cx="1348263" cy="268484"/>
            <a:chOff x="7804375" y="14663327"/>
            <a:chExt cx="7400924" cy="1473993"/>
          </a:xfrm>
          <a:solidFill>
            <a:schemeClr val="accent2"/>
          </a:solidFill>
        </p:grpSpPr>
        <p:grpSp>
          <p:nvGrpSpPr>
            <p:cNvPr id="9" name="Graphique 37">
              <a:extLst>
                <a:ext uri="{FF2B5EF4-FFF2-40B4-BE49-F238E27FC236}">
                  <a16:creationId xmlns:a16="http://schemas.microsoft.com/office/drawing/2014/main" id="{A7F0F5A8-6A76-D4DF-623A-C7ECCBE149CE}"/>
                </a:ext>
              </a:extLst>
            </p:cNvPr>
            <p:cNvGrpSpPr/>
            <p:nvPr/>
          </p:nvGrpSpPr>
          <p:grpSpPr>
            <a:xfrm>
              <a:off x="7804375" y="14663327"/>
              <a:ext cx="2394966" cy="1473326"/>
              <a:chOff x="7804375" y="14663327"/>
              <a:chExt cx="2394966" cy="1473326"/>
            </a:xfrm>
            <a:grpFill/>
          </p:grpSpPr>
          <p:sp>
            <p:nvSpPr>
              <p:cNvPr id="11" name="Forme libre : forme 10">
                <a:extLst>
                  <a:ext uri="{FF2B5EF4-FFF2-40B4-BE49-F238E27FC236}">
                    <a16:creationId xmlns:a16="http://schemas.microsoft.com/office/drawing/2014/main" id="{6203F968-83C4-18A7-D923-6B3CC5C02B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13" name="Forme libre : forme 12">
                <a:extLst>
                  <a:ext uri="{FF2B5EF4-FFF2-40B4-BE49-F238E27FC236}">
                    <a16:creationId xmlns:a16="http://schemas.microsoft.com/office/drawing/2014/main" id="{5CAF4B1E-699C-3119-63A3-016BC16F9F15}"/>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15" name="Forme libre : forme 14">
                <a:extLst>
                  <a:ext uri="{FF2B5EF4-FFF2-40B4-BE49-F238E27FC236}">
                    <a16:creationId xmlns:a16="http://schemas.microsoft.com/office/drawing/2014/main" id="{CFDE273E-BF42-F364-52E9-1053A170C54D}"/>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0" name="Forme libre : forme 9">
              <a:extLst>
                <a:ext uri="{FF2B5EF4-FFF2-40B4-BE49-F238E27FC236}">
                  <a16:creationId xmlns:a16="http://schemas.microsoft.com/office/drawing/2014/main" id="{99B6114A-C3AE-7B34-C8EB-1DB8B14B6873}"/>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16" name="Espace réservé du numéro de diapositive 7">
            <a:extLst>
              <a:ext uri="{FF2B5EF4-FFF2-40B4-BE49-F238E27FC236}">
                <a16:creationId xmlns:a16="http://schemas.microsoft.com/office/drawing/2014/main" id="{05C612D4-C70F-A2C9-893C-1529F7EBE7F2}"/>
              </a:ext>
            </a:extLst>
          </p:cNvPr>
          <p:cNvSpPr>
            <a:spLocks noGrp="1"/>
          </p:cNvSpPr>
          <p:nvPr>
            <p:ph type="sldNum" sz="quarter" idx="16"/>
          </p:nvPr>
        </p:nvSpPr>
        <p:spPr>
          <a:xfrm>
            <a:off x="17582755" y="9702572"/>
            <a:ext cx="446282" cy="446213"/>
          </a:xfrm>
        </p:spPr>
        <p:txBody>
          <a:bodyPr/>
          <a:lstStyle/>
          <a:p>
            <a:fld id="{4BF46CD0-FBDC-4232-8F32-5100991AA633}" type="slidenum">
              <a:rPr lang="fr-FR" smtClean="0"/>
              <a:pPr/>
              <a:t>‹N°›</a:t>
            </a:fld>
            <a:endParaRPr lang="fr-FR"/>
          </a:p>
        </p:txBody>
      </p:sp>
      <p:sp>
        <p:nvSpPr>
          <p:cNvPr id="17" name="Espace réservé du pied de page 10">
            <a:extLst>
              <a:ext uri="{FF2B5EF4-FFF2-40B4-BE49-F238E27FC236}">
                <a16:creationId xmlns:a16="http://schemas.microsoft.com/office/drawing/2014/main" id="{CCD1084F-1E88-C6AE-EC5D-22910B39A59B}"/>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14" name="Espace réservé du texte 6">
            <a:extLst>
              <a:ext uri="{FF2B5EF4-FFF2-40B4-BE49-F238E27FC236}">
                <a16:creationId xmlns:a16="http://schemas.microsoft.com/office/drawing/2014/main" id="{465EF8B4-406E-CB69-E687-5898FC525AB0}"/>
              </a:ext>
            </a:extLst>
          </p:cNvPr>
          <p:cNvSpPr>
            <a:spLocks noGrp="1"/>
          </p:cNvSpPr>
          <p:nvPr>
            <p:ph type="body" sz="quarter" idx="20"/>
          </p:nvPr>
        </p:nvSpPr>
        <p:spPr>
          <a:xfrm>
            <a:off x="319088" y="3812761"/>
            <a:ext cx="17503805" cy="58987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9" name="Espace réservé du texte 27">
            <a:extLst>
              <a:ext uri="{FF2B5EF4-FFF2-40B4-BE49-F238E27FC236}">
                <a16:creationId xmlns:a16="http://schemas.microsoft.com/office/drawing/2014/main" id="{B8C80CD4-6261-55E8-FED6-26FE2F04CEA6}"/>
              </a:ext>
            </a:extLst>
          </p:cNvPr>
          <p:cNvSpPr>
            <a:spLocks noGrp="1"/>
          </p:cNvSpPr>
          <p:nvPr>
            <p:ph type="body" sz="quarter" idx="21" hasCustomPrompt="1"/>
          </p:nvPr>
        </p:nvSpPr>
        <p:spPr>
          <a:xfrm>
            <a:off x="319088" y="2373741"/>
            <a:ext cx="17532048" cy="98427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spTree>
    <p:custDataLst>
      <p:tags r:id="rId1"/>
    </p:custDataLst>
    <p:extLst>
      <p:ext uri="{BB962C8B-B14F-4D97-AF65-F5344CB8AC3E}">
        <p14:creationId xmlns:p14="http://schemas.microsoft.com/office/powerpoint/2010/main" val="32417083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 title subtitle text | dark - zone éditable">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bg1"/>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sp>
        <p:nvSpPr>
          <p:cNvPr id="5" name="Espace réservé du texte 13">
            <a:extLst>
              <a:ext uri="{FF2B5EF4-FFF2-40B4-BE49-F238E27FC236}">
                <a16:creationId xmlns:a16="http://schemas.microsoft.com/office/drawing/2014/main" id="{0895CE28-3B79-E3A4-1CF7-093890568716}"/>
              </a:ext>
            </a:extLst>
          </p:cNvPr>
          <p:cNvSpPr>
            <a:spLocks noGrp="1"/>
          </p:cNvSpPr>
          <p:nvPr>
            <p:ph type="body" sz="quarter" idx="12" hasCustomPrompt="1"/>
          </p:nvPr>
        </p:nvSpPr>
        <p:spPr>
          <a:xfrm>
            <a:off x="431006" y="1248267"/>
            <a:ext cx="11018009" cy="558728"/>
          </a:xfrm>
          <a:prstGeom prst="rect">
            <a:avLst/>
          </a:prstGeom>
        </p:spPr>
        <p:txBody>
          <a:bodyPr lIns="72000" anchor="ctr">
            <a:noAutofit/>
          </a:bodyPr>
          <a:lstStyle>
            <a:lvl1pPr marL="0" indent="0">
              <a:buFont typeface="Arial" panose="020B0604020202020204" pitchFamily="34" charset="0"/>
              <a:buChar char="​"/>
              <a:defRPr sz="2400" b="0" cap="all" baseline="0">
                <a:solidFill>
                  <a:schemeClr val="accent1"/>
                </a:solidFill>
                <a:latin typeface="+mn-lt"/>
                <a:cs typeface="Quire Sans" panose="020B0502040400020003" pitchFamily="34" charset="0"/>
              </a:defRPr>
            </a:lvl1pPr>
            <a:lvl2pPr marL="0" indent="0">
              <a:buFont typeface="Arial" panose="020B0604020202020204" pitchFamily="34" charset="0"/>
              <a:buNone/>
              <a:defRPr sz="2400" b="0">
                <a:solidFill>
                  <a:schemeClr val="bg1"/>
                </a:solidFill>
                <a:latin typeface="+mn-lt"/>
              </a:defRPr>
            </a:lvl2pPr>
            <a:lvl3pPr marL="0" indent="0">
              <a:buFont typeface="Arial" panose="020B0604020202020204" pitchFamily="34" charset="0"/>
              <a:buChar char="​"/>
              <a:defRPr sz="2400" b="0">
                <a:solidFill>
                  <a:schemeClr val="bg1"/>
                </a:solidFill>
                <a:latin typeface="+mn-lt"/>
              </a:defRPr>
            </a:lvl3pPr>
            <a:lvl4pPr marL="0" indent="0">
              <a:buFont typeface="Arial" panose="020B0604020202020204" pitchFamily="34" charset="0"/>
              <a:buChar char="​"/>
              <a:defRPr sz="2400" b="0">
                <a:solidFill>
                  <a:schemeClr val="bg1"/>
                </a:solidFill>
                <a:latin typeface="+mn-lt"/>
              </a:defRPr>
            </a:lvl4pPr>
            <a:lvl5pPr marL="0" indent="0">
              <a:buFont typeface="Arial" panose="020B0604020202020204" pitchFamily="34" charset="0"/>
              <a:buChar char="​"/>
              <a:defRPr sz="2400" b="0">
                <a:solidFill>
                  <a:schemeClr val="bg1"/>
                </a:solidFill>
                <a:latin typeface="+mn-lt"/>
              </a:defRPr>
            </a:lvl5pPr>
            <a:lvl6pPr marL="0" indent="0">
              <a:buFont typeface="Arial" panose="020B0604020202020204" pitchFamily="34" charset="0"/>
              <a:buChar char="​"/>
              <a:defRPr sz="2400" b="0">
                <a:solidFill>
                  <a:schemeClr val="bg1"/>
                </a:solidFill>
                <a:latin typeface="+mn-lt"/>
              </a:defRPr>
            </a:lvl6pPr>
            <a:lvl7pPr marL="0" indent="0">
              <a:buFont typeface="Arial" panose="020B0604020202020204" pitchFamily="34" charset="0"/>
              <a:buChar char="​"/>
              <a:defRPr sz="2400" b="0">
                <a:solidFill>
                  <a:schemeClr val="bg1"/>
                </a:solidFill>
                <a:latin typeface="+mn-lt"/>
              </a:defRPr>
            </a:lvl7pPr>
            <a:lvl8pPr marL="0" indent="0">
              <a:buFont typeface="Arial" panose="020B0604020202020204" pitchFamily="34" charset="0"/>
              <a:buChar char="​"/>
              <a:defRPr sz="2400" b="0">
                <a:solidFill>
                  <a:schemeClr val="bg1"/>
                </a:solidFill>
                <a:latin typeface="+mn-lt"/>
              </a:defRPr>
            </a:lvl8pPr>
            <a:lvl9pPr marL="0" indent="0">
              <a:buFont typeface="Arial" panose="020B0604020202020204" pitchFamily="34" charset="0"/>
              <a:buChar char="​"/>
              <a:defRPr sz="2400" b="0">
                <a:solidFill>
                  <a:schemeClr val="bg1"/>
                </a:solidFill>
                <a:latin typeface="+mn-lt"/>
              </a:defRPr>
            </a:lvl9pPr>
          </a:lstStyle>
          <a:p>
            <a:pPr lvl="0"/>
            <a:r>
              <a:rPr lang="fr-FR"/>
              <a:t>Click to add subtitle</a:t>
            </a:r>
          </a:p>
        </p:txBody>
      </p:sp>
      <p:sp>
        <p:nvSpPr>
          <p:cNvPr id="6" name="Espace réservé du texte 6">
            <a:extLst>
              <a:ext uri="{FF2B5EF4-FFF2-40B4-BE49-F238E27FC236}">
                <a16:creationId xmlns:a16="http://schemas.microsoft.com/office/drawing/2014/main" id="{5F6A5A21-1A7D-6049-7C7F-3465857F9E2F}"/>
              </a:ext>
            </a:extLst>
          </p:cNvPr>
          <p:cNvSpPr>
            <a:spLocks noGrp="1"/>
          </p:cNvSpPr>
          <p:nvPr>
            <p:ph type="body" sz="quarter" idx="20"/>
          </p:nvPr>
        </p:nvSpPr>
        <p:spPr>
          <a:xfrm>
            <a:off x="319088" y="2374867"/>
            <a:ext cx="11129717" cy="73365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u pied de page 10">
            <a:extLst>
              <a:ext uri="{FF2B5EF4-FFF2-40B4-BE49-F238E27FC236}">
                <a16:creationId xmlns:a16="http://schemas.microsoft.com/office/drawing/2014/main" id="{EA30B0FB-7495-124D-C72C-AD175BB463F3}"/>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10" name="Espace réservé du texte 27">
            <a:extLst>
              <a:ext uri="{FF2B5EF4-FFF2-40B4-BE49-F238E27FC236}">
                <a16:creationId xmlns:a16="http://schemas.microsoft.com/office/drawing/2014/main" id="{8E66610B-F9E3-B475-9766-89BD9AB2086A}"/>
              </a:ext>
            </a:extLst>
          </p:cNvPr>
          <p:cNvSpPr>
            <a:spLocks noGrp="1"/>
          </p:cNvSpPr>
          <p:nvPr>
            <p:ph type="body" sz="quarter" idx="21"/>
          </p:nvPr>
        </p:nvSpPr>
        <p:spPr>
          <a:xfrm>
            <a:off x="12253913" y="2373741"/>
            <a:ext cx="5774532" cy="71688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Titre 10">
            <a:extLst>
              <a:ext uri="{FF2B5EF4-FFF2-40B4-BE49-F238E27FC236}">
                <a16:creationId xmlns:a16="http://schemas.microsoft.com/office/drawing/2014/main" id="{914A948E-50BC-3959-69FF-4036E888AE96}"/>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Tree>
    <p:custDataLst>
      <p:tags r:id="rId1"/>
    </p:custDataLst>
    <p:extLst>
      <p:ext uri="{BB962C8B-B14F-4D97-AF65-F5344CB8AC3E}">
        <p14:creationId xmlns:p14="http://schemas.microsoft.com/office/powerpoint/2010/main" val="22971947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 title text | dark - zone éditable">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bg1"/>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sp>
        <p:nvSpPr>
          <p:cNvPr id="6" name="Espace réservé du texte 6">
            <a:extLst>
              <a:ext uri="{FF2B5EF4-FFF2-40B4-BE49-F238E27FC236}">
                <a16:creationId xmlns:a16="http://schemas.microsoft.com/office/drawing/2014/main" id="{5F6A5A21-1A7D-6049-7C7F-3465857F9E2F}"/>
              </a:ext>
            </a:extLst>
          </p:cNvPr>
          <p:cNvSpPr>
            <a:spLocks noGrp="1"/>
          </p:cNvSpPr>
          <p:nvPr>
            <p:ph type="body" sz="quarter" idx="20"/>
          </p:nvPr>
        </p:nvSpPr>
        <p:spPr>
          <a:xfrm>
            <a:off x="319088" y="2374867"/>
            <a:ext cx="11129717" cy="73365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u pied de page 10">
            <a:extLst>
              <a:ext uri="{FF2B5EF4-FFF2-40B4-BE49-F238E27FC236}">
                <a16:creationId xmlns:a16="http://schemas.microsoft.com/office/drawing/2014/main" id="{EA30B0FB-7495-124D-C72C-AD175BB463F3}"/>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10" name="Espace réservé du texte 27">
            <a:extLst>
              <a:ext uri="{FF2B5EF4-FFF2-40B4-BE49-F238E27FC236}">
                <a16:creationId xmlns:a16="http://schemas.microsoft.com/office/drawing/2014/main" id="{8E66610B-F9E3-B475-9766-89BD9AB2086A}"/>
              </a:ext>
            </a:extLst>
          </p:cNvPr>
          <p:cNvSpPr>
            <a:spLocks noGrp="1"/>
          </p:cNvSpPr>
          <p:nvPr>
            <p:ph type="body" sz="quarter" idx="21"/>
          </p:nvPr>
        </p:nvSpPr>
        <p:spPr>
          <a:xfrm>
            <a:off x="12253913" y="2373741"/>
            <a:ext cx="5774532" cy="71688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Titre 10">
            <a:extLst>
              <a:ext uri="{FF2B5EF4-FFF2-40B4-BE49-F238E27FC236}">
                <a16:creationId xmlns:a16="http://schemas.microsoft.com/office/drawing/2014/main" id="{914A948E-50BC-3959-69FF-4036E888AE96}"/>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cxnSp>
        <p:nvCxnSpPr>
          <p:cNvPr id="2" name="Connecteur droit 32">
            <a:extLst>
              <a:ext uri="{FF2B5EF4-FFF2-40B4-BE49-F238E27FC236}">
                <a16:creationId xmlns:a16="http://schemas.microsoft.com/office/drawing/2014/main" id="{0D9FC090-84D4-CE4E-E011-9E538EF3E512}"/>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21696786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 title subtitle text | dark higlight">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39AF8A-B89D-AE94-2A4E-13F25CCDF21D}"/>
              </a:ext>
            </a:extLst>
          </p:cNvPr>
          <p:cNvSpPr/>
          <p:nvPr userDrawn="1"/>
        </p:nvSpPr>
        <p:spPr>
          <a:xfrm>
            <a:off x="2" y="0"/>
            <a:ext cx="11993322" cy="10285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sp>
        <p:nvSpPr>
          <p:cNvPr id="14" name="Espace réservé du texte 13">
            <a:extLst>
              <a:ext uri="{FF2B5EF4-FFF2-40B4-BE49-F238E27FC236}">
                <a16:creationId xmlns:a16="http://schemas.microsoft.com/office/drawing/2014/main" id="{09F99F1C-6B58-40E1-A2EF-ED51E7BFB669}"/>
              </a:ext>
            </a:extLst>
          </p:cNvPr>
          <p:cNvSpPr>
            <a:spLocks noGrp="1"/>
          </p:cNvSpPr>
          <p:nvPr>
            <p:ph type="body" sz="quarter" idx="12" hasCustomPrompt="1"/>
          </p:nvPr>
        </p:nvSpPr>
        <p:spPr>
          <a:xfrm>
            <a:off x="431006" y="1248267"/>
            <a:ext cx="11018009" cy="558728"/>
          </a:xfrm>
          <a:prstGeom prst="rect">
            <a:avLst/>
          </a:prstGeom>
        </p:spPr>
        <p:txBody>
          <a:bodyPr lIns="72000" anchor="ctr">
            <a:noAutofit/>
          </a:bodyPr>
          <a:lstStyle>
            <a:lvl1pPr marL="0" indent="0">
              <a:buFont typeface="Arial" panose="020B0604020202020204" pitchFamily="34" charset="0"/>
              <a:buChar char="​"/>
              <a:defRPr sz="2400" b="0" cap="all" baseline="0">
                <a:solidFill>
                  <a:schemeClr val="accent1"/>
                </a:solidFill>
                <a:latin typeface="+mn-lt"/>
                <a:cs typeface="Quire Sans" panose="020B0502040400020003" pitchFamily="34" charset="0"/>
              </a:defRPr>
            </a:lvl1pPr>
            <a:lvl2pPr marL="0" indent="0">
              <a:buFont typeface="Arial" panose="020B0604020202020204" pitchFamily="34" charset="0"/>
              <a:buNone/>
              <a:defRPr sz="2400" b="0">
                <a:solidFill>
                  <a:schemeClr val="bg1"/>
                </a:solidFill>
                <a:latin typeface="+mn-lt"/>
              </a:defRPr>
            </a:lvl2pPr>
            <a:lvl3pPr marL="0" indent="0">
              <a:buFont typeface="Arial" panose="020B0604020202020204" pitchFamily="34" charset="0"/>
              <a:buChar char="​"/>
              <a:defRPr sz="2400" b="0">
                <a:solidFill>
                  <a:schemeClr val="bg1"/>
                </a:solidFill>
                <a:latin typeface="+mn-lt"/>
              </a:defRPr>
            </a:lvl3pPr>
            <a:lvl4pPr marL="0" indent="0">
              <a:buFont typeface="Arial" panose="020B0604020202020204" pitchFamily="34" charset="0"/>
              <a:buChar char="​"/>
              <a:defRPr sz="2400" b="0">
                <a:solidFill>
                  <a:schemeClr val="bg1"/>
                </a:solidFill>
                <a:latin typeface="+mn-lt"/>
              </a:defRPr>
            </a:lvl4pPr>
            <a:lvl5pPr marL="0" indent="0">
              <a:buFont typeface="Arial" panose="020B0604020202020204" pitchFamily="34" charset="0"/>
              <a:buChar char="​"/>
              <a:defRPr sz="2400" b="0">
                <a:solidFill>
                  <a:schemeClr val="bg1"/>
                </a:solidFill>
                <a:latin typeface="+mn-lt"/>
              </a:defRPr>
            </a:lvl5pPr>
            <a:lvl6pPr marL="0" indent="0">
              <a:buFont typeface="Arial" panose="020B0604020202020204" pitchFamily="34" charset="0"/>
              <a:buChar char="​"/>
              <a:defRPr sz="2400" b="0">
                <a:solidFill>
                  <a:schemeClr val="bg1"/>
                </a:solidFill>
                <a:latin typeface="+mn-lt"/>
              </a:defRPr>
            </a:lvl6pPr>
            <a:lvl7pPr marL="0" indent="0">
              <a:buFont typeface="Arial" panose="020B0604020202020204" pitchFamily="34" charset="0"/>
              <a:buChar char="​"/>
              <a:defRPr sz="2400" b="0">
                <a:solidFill>
                  <a:schemeClr val="bg1"/>
                </a:solidFill>
                <a:latin typeface="+mn-lt"/>
              </a:defRPr>
            </a:lvl7pPr>
            <a:lvl8pPr marL="0" indent="0">
              <a:buFont typeface="Arial" panose="020B0604020202020204" pitchFamily="34" charset="0"/>
              <a:buChar char="​"/>
              <a:defRPr sz="2400" b="0">
                <a:solidFill>
                  <a:schemeClr val="bg1"/>
                </a:solidFill>
                <a:latin typeface="+mn-lt"/>
              </a:defRPr>
            </a:lvl8pPr>
            <a:lvl9pPr marL="0" indent="0">
              <a:buFont typeface="Arial" panose="020B0604020202020204" pitchFamily="34" charset="0"/>
              <a:buChar char="​"/>
              <a:defRPr sz="2400" b="0">
                <a:solidFill>
                  <a:schemeClr val="bg1"/>
                </a:solidFill>
                <a:latin typeface="+mn-lt"/>
              </a:defRPr>
            </a:lvl9pPr>
          </a:lstStyle>
          <a:p>
            <a:pPr lvl="0"/>
            <a:r>
              <a:rPr lang="fr-FR"/>
              <a:t>Click to </a:t>
            </a:r>
            <a:r>
              <a:rPr lang="fr-FR" err="1"/>
              <a:t>add</a:t>
            </a:r>
            <a:r>
              <a:rPr lang="fr-FR"/>
              <a:t> </a:t>
            </a:r>
            <a:r>
              <a:rPr lang="fr-FR" err="1"/>
              <a:t>subtitle</a:t>
            </a:r>
            <a:endParaRPr lang="fr-FR"/>
          </a:p>
        </p:txBody>
      </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pic>
        <p:nvPicPr>
          <p:cNvPr id="3" name="Image 2">
            <a:extLst>
              <a:ext uri="{FF2B5EF4-FFF2-40B4-BE49-F238E27FC236}">
                <a16:creationId xmlns:a16="http://schemas.microsoft.com/office/drawing/2014/main" id="{E70A7CF9-D006-5D4E-4C87-ABE73DC5C084}"/>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11993324" y="86344"/>
            <a:ext cx="341210" cy="10112725"/>
          </a:xfrm>
          <a:prstGeom prst="rect">
            <a:avLst/>
          </a:prstGeom>
        </p:spPr>
      </p:pic>
      <p:sp>
        <p:nvSpPr>
          <p:cNvPr id="6" name="Espace réservé du pied de page 10">
            <a:extLst>
              <a:ext uri="{FF2B5EF4-FFF2-40B4-BE49-F238E27FC236}">
                <a16:creationId xmlns:a16="http://schemas.microsoft.com/office/drawing/2014/main" id="{49CCD4D4-CC68-450B-0039-C35809E124DC}"/>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9" name="Espace réservé du texte 6">
            <a:extLst>
              <a:ext uri="{FF2B5EF4-FFF2-40B4-BE49-F238E27FC236}">
                <a16:creationId xmlns:a16="http://schemas.microsoft.com/office/drawing/2014/main" id="{A29C3E1F-9DA4-DA0F-99F4-ADAF96111A13}"/>
              </a:ext>
            </a:extLst>
          </p:cNvPr>
          <p:cNvSpPr>
            <a:spLocks noGrp="1"/>
          </p:cNvSpPr>
          <p:nvPr>
            <p:ph type="body" sz="quarter" idx="20"/>
          </p:nvPr>
        </p:nvSpPr>
        <p:spPr>
          <a:xfrm>
            <a:off x="319088" y="2374867"/>
            <a:ext cx="11129717" cy="73365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0" name="Groupe 9">
            <a:extLst>
              <a:ext uri="{FF2B5EF4-FFF2-40B4-BE49-F238E27FC236}">
                <a16:creationId xmlns:a16="http://schemas.microsoft.com/office/drawing/2014/main" id="{A9053039-A576-9ABD-2479-4BF25C0C798D}"/>
              </a:ext>
            </a:extLst>
          </p:cNvPr>
          <p:cNvGrpSpPr/>
          <p:nvPr userDrawn="1"/>
        </p:nvGrpSpPr>
        <p:grpSpPr>
          <a:xfrm>
            <a:off x="438240" y="9762428"/>
            <a:ext cx="1348263" cy="268484"/>
            <a:chOff x="7804375" y="14663327"/>
            <a:chExt cx="7400924" cy="1473993"/>
          </a:xfrm>
          <a:solidFill>
            <a:schemeClr val="accent2"/>
          </a:solidFill>
        </p:grpSpPr>
        <p:grpSp>
          <p:nvGrpSpPr>
            <p:cNvPr id="11" name="Graphique 37">
              <a:extLst>
                <a:ext uri="{FF2B5EF4-FFF2-40B4-BE49-F238E27FC236}">
                  <a16:creationId xmlns:a16="http://schemas.microsoft.com/office/drawing/2014/main" id="{C06926C0-D160-317E-1F81-F3A35AC601C8}"/>
                </a:ext>
              </a:extLst>
            </p:cNvPr>
            <p:cNvGrpSpPr/>
            <p:nvPr/>
          </p:nvGrpSpPr>
          <p:grpSpPr>
            <a:xfrm>
              <a:off x="7804375" y="14663327"/>
              <a:ext cx="2394966" cy="1473326"/>
              <a:chOff x="7804375" y="14663327"/>
              <a:chExt cx="2394966" cy="1473326"/>
            </a:xfrm>
            <a:grpFill/>
          </p:grpSpPr>
          <p:sp>
            <p:nvSpPr>
              <p:cNvPr id="18" name="Forme libre : forme 17">
                <a:extLst>
                  <a:ext uri="{FF2B5EF4-FFF2-40B4-BE49-F238E27FC236}">
                    <a16:creationId xmlns:a16="http://schemas.microsoft.com/office/drawing/2014/main" id="{1C4D9228-FE3B-86E2-D6D3-175A2C937912}"/>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19" name="Forme libre : forme 18">
                <a:extLst>
                  <a:ext uri="{FF2B5EF4-FFF2-40B4-BE49-F238E27FC236}">
                    <a16:creationId xmlns:a16="http://schemas.microsoft.com/office/drawing/2014/main" id="{D44D0F29-260B-CF5B-DEF1-BE6CAB919E4F}"/>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2" name="Forme libre : forme 21">
                <a:extLst>
                  <a:ext uri="{FF2B5EF4-FFF2-40B4-BE49-F238E27FC236}">
                    <a16:creationId xmlns:a16="http://schemas.microsoft.com/office/drawing/2014/main" id="{5743E238-9647-7F09-A731-CD05B6E3A7AD}"/>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3" name="Forme libre : forme 12">
              <a:extLst>
                <a:ext uri="{FF2B5EF4-FFF2-40B4-BE49-F238E27FC236}">
                  <a16:creationId xmlns:a16="http://schemas.microsoft.com/office/drawing/2014/main" id="{C28E269F-2397-442B-B843-A3098B821F19}"/>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28" name="Espace réservé du texte 27">
            <a:extLst>
              <a:ext uri="{FF2B5EF4-FFF2-40B4-BE49-F238E27FC236}">
                <a16:creationId xmlns:a16="http://schemas.microsoft.com/office/drawing/2014/main" id="{8279EFA9-2960-15FF-6CFB-D05D84583AD7}"/>
              </a:ext>
            </a:extLst>
          </p:cNvPr>
          <p:cNvSpPr>
            <a:spLocks noGrp="1"/>
          </p:cNvSpPr>
          <p:nvPr>
            <p:ph type="body" sz="quarter" idx="21"/>
          </p:nvPr>
        </p:nvSpPr>
        <p:spPr>
          <a:xfrm>
            <a:off x="12253913" y="2373741"/>
            <a:ext cx="5774532" cy="71688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29" name="Graphique 28">
            <a:extLst>
              <a:ext uri="{FF2B5EF4-FFF2-40B4-BE49-F238E27FC236}">
                <a16:creationId xmlns:a16="http://schemas.microsoft.com/office/drawing/2014/main" id="{E4D7909A-A989-13FC-86E4-80491D64A9E3}"/>
              </a:ext>
            </a:extLst>
          </p:cNvPr>
          <p:cNvPicPr>
            <a:picLocks noChangeAspect="1"/>
          </p:cNvPicPr>
          <p:nvPr userDrawn="1"/>
        </p:nvPicPr>
        <p:blipFill rotWithShape="1">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rcRect l="8861" t="-3712" r="64117" b="61920"/>
          <a:stretch/>
        </p:blipFill>
        <p:spPr>
          <a:xfrm rot="10800000">
            <a:off x="-2" y="2828853"/>
            <a:ext cx="4140264" cy="6671265"/>
          </a:xfrm>
          <a:prstGeom prst="rect">
            <a:avLst/>
          </a:prstGeom>
        </p:spPr>
      </p:pic>
      <p:sp>
        <p:nvSpPr>
          <p:cNvPr id="30" name="Titre 29">
            <a:extLst>
              <a:ext uri="{FF2B5EF4-FFF2-40B4-BE49-F238E27FC236}">
                <a16:creationId xmlns:a16="http://schemas.microsoft.com/office/drawing/2014/main" id="{3085E8CF-DB8B-1E63-64A6-873ACB10BB16}"/>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Tree>
    <p:custDataLst>
      <p:tags r:id="rId1"/>
    </p:custDataLst>
    <p:extLst>
      <p:ext uri="{BB962C8B-B14F-4D97-AF65-F5344CB8AC3E}">
        <p14:creationId xmlns:p14="http://schemas.microsoft.com/office/powerpoint/2010/main" val="6008875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 title text | dark highlight">
    <p:bg>
      <p:bgPr>
        <a:gradFill>
          <a:gsLst>
            <a:gs pos="0">
              <a:schemeClr val="bg2"/>
            </a:gs>
            <a:gs pos="100000">
              <a:schemeClr val="tx2"/>
            </a:gs>
          </a:gsLst>
          <a:lin ang="1080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39AF8A-B89D-AE94-2A4E-13F25CCDF21D}"/>
              </a:ext>
            </a:extLst>
          </p:cNvPr>
          <p:cNvSpPr/>
          <p:nvPr userDrawn="1"/>
        </p:nvSpPr>
        <p:spPr>
          <a:xfrm>
            <a:off x="2" y="0"/>
            <a:ext cx="11993322" cy="10285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64117" b="61920"/>
          <a:stretch/>
        </p:blipFill>
        <p:spPr>
          <a:xfrm rot="10800000">
            <a:off x="-58988" y="2872117"/>
            <a:ext cx="4140264" cy="6671265"/>
          </a:xfrm>
          <a:prstGeom prst="rect">
            <a:avLst/>
          </a:prstGeom>
        </p:spPr>
      </p:pic>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37096" b="61920"/>
          <a:stretch/>
        </p:blipFill>
        <p:spPr>
          <a:xfrm>
            <a:off x="10007471" y="-46613"/>
            <a:ext cx="8280530"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a:solidFill>
            <a:schemeClr val="bg1"/>
          </a:solidFill>
        </p:spPr>
        <p:txBody>
          <a:bodyPr/>
          <a:lstStyle>
            <a:lvl1pPr>
              <a:defRPr>
                <a:gradFill>
                  <a:gsLst>
                    <a:gs pos="0">
                      <a:schemeClr val="bg2"/>
                    </a:gs>
                    <a:gs pos="100000">
                      <a:schemeClr val="tx2"/>
                    </a:gs>
                  </a:gsLst>
                  <a:lin ang="10800000" scaled="0"/>
                </a:gradFill>
              </a:defRPr>
            </a:lvl1pPr>
          </a:lstStyle>
          <a:p>
            <a:fld id="{4BF46CD0-FBDC-4232-8F32-5100991AA633}" type="slidenum">
              <a:rPr lang="fr-FR" smtClean="0"/>
              <a:pPr/>
              <a:t>‹N°›</a:t>
            </a:fld>
            <a:endParaRPr lang="fr-FR"/>
          </a:p>
        </p:txBody>
      </p:sp>
      <p:pic>
        <p:nvPicPr>
          <p:cNvPr id="3" name="Image 2">
            <a:extLst>
              <a:ext uri="{FF2B5EF4-FFF2-40B4-BE49-F238E27FC236}">
                <a16:creationId xmlns:a16="http://schemas.microsoft.com/office/drawing/2014/main" id="{E70A7CF9-D006-5D4E-4C87-ABE73DC5C084}"/>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11993324" y="86344"/>
            <a:ext cx="341210" cy="10112725"/>
          </a:xfrm>
          <a:prstGeom prst="rect">
            <a:avLst/>
          </a:prstGeom>
        </p:spPr>
      </p:pic>
      <p:sp>
        <p:nvSpPr>
          <p:cNvPr id="6" name="Espace réservé du pied de page 10">
            <a:extLst>
              <a:ext uri="{FF2B5EF4-FFF2-40B4-BE49-F238E27FC236}">
                <a16:creationId xmlns:a16="http://schemas.microsoft.com/office/drawing/2014/main" id="{49CCD4D4-CC68-450B-0039-C35809E124DC}"/>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9" name="Espace réservé du texte 6">
            <a:extLst>
              <a:ext uri="{FF2B5EF4-FFF2-40B4-BE49-F238E27FC236}">
                <a16:creationId xmlns:a16="http://schemas.microsoft.com/office/drawing/2014/main" id="{A29C3E1F-9DA4-DA0F-99F4-ADAF96111A13}"/>
              </a:ext>
            </a:extLst>
          </p:cNvPr>
          <p:cNvSpPr>
            <a:spLocks noGrp="1"/>
          </p:cNvSpPr>
          <p:nvPr>
            <p:ph type="body" sz="quarter" idx="20"/>
          </p:nvPr>
        </p:nvSpPr>
        <p:spPr>
          <a:xfrm>
            <a:off x="319088" y="2374867"/>
            <a:ext cx="11129717" cy="73365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0" name="Groupe 9">
            <a:extLst>
              <a:ext uri="{FF2B5EF4-FFF2-40B4-BE49-F238E27FC236}">
                <a16:creationId xmlns:a16="http://schemas.microsoft.com/office/drawing/2014/main" id="{A9053039-A576-9ABD-2479-4BF25C0C798D}"/>
              </a:ext>
            </a:extLst>
          </p:cNvPr>
          <p:cNvGrpSpPr/>
          <p:nvPr userDrawn="1"/>
        </p:nvGrpSpPr>
        <p:grpSpPr>
          <a:xfrm>
            <a:off x="438240" y="9762428"/>
            <a:ext cx="1348263" cy="268484"/>
            <a:chOff x="7804375" y="14663327"/>
            <a:chExt cx="7400924" cy="1473993"/>
          </a:xfrm>
          <a:solidFill>
            <a:schemeClr val="accent2"/>
          </a:solidFill>
        </p:grpSpPr>
        <p:grpSp>
          <p:nvGrpSpPr>
            <p:cNvPr id="11" name="Graphique 37">
              <a:extLst>
                <a:ext uri="{FF2B5EF4-FFF2-40B4-BE49-F238E27FC236}">
                  <a16:creationId xmlns:a16="http://schemas.microsoft.com/office/drawing/2014/main" id="{C06926C0-D160-317E-1F81-F3A35AC601C8}"/>
                </a:ext>
              </a:extLst>
            </p:cNvPr>
            <p:cNvGrpSpPr/>
            <p:nvPr/>
          </p:nvGrpSpPr>
          <p:grpSpPr>
            <a:xfrm>
              <a:off x="7804375" y="14663327"/>
              <a:ext cx="2394966" cy="1473326"/>
              <a:chOff x="7804375" y="14663327"/>
              <a:chExt cx="2394966" cy="1473326"/>
            </a:xfrm>
            <a:grpFill/>
          </p:grpSpPr>
          <p:sp>
            <p:nvSpPr>
              <p:cNvPr id="18" name="Forme libre : forme 17">
                <a:extLst>
                  <a:ext uri="{FF2B5EF4-FFF2-40B4-BE49-F238E27FC236}">
                    <a16:creationId xmlns:a16="http://schemas.microsoft.com/office/drawing/2014/main" id="{1C4D9228-FE3B-86E2-D6D3-175A2C937912}"/>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19" name="Forme libre : forme 18">
                <a:extLst>
                  <a:ext uri="{FF2B5EF4-FFF2-40B4-BE49-F238E27FC236}">
                    <a16:creationId xmlns:a16="http://schemas.microsoft.com/office/drawing/2014/main" id="{D44D0F29-260B-CF5B-DEF1-BE6CAB919E4F}"/>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2" name="Forme libre : forme 21">
                <a:extLst>
                  <a:ext uri="{FF2B5EF4-FFF2-40B4-BE49-F238E27FC236}">
                    <a16:creationId xmlns:a16="http://schemas.microsoft.com/office/drawing/2014/main" id="{5743E238-9647-7F09-A731-CD05B6E3A7AD}"/>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3" name="Forme libre : forme 12">
              <a:extLst>
                <a:ext uri="{FF2B5EF4-FFF2-40B4-BE49-F238E27FC236}">
                  <a16:creationId xmlns:a16="http://schemas.microsoft.com/office/drawing/2014/main" id="{C28E269F-2397-442B-B843-A3098B821F19}"/>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28" name="Espace réservé du texte 27">
            <a:extLst>
              <a:ext uri="{FF2B5EF4-FFF2-40B4-BE49-F238E27FC236}">
                <a16:creationId xmlns:a16="http://schemas.microsoft.com/office/drawing/2014/main" id="{8279EFA9-2960-15FF-6CFB-D05D84583AD7}"/>
              </a:ext>
            </a:extLst>
          </p:cNvPr>
          <p:cNvSpPr>
            <a:spLocks noGrp="1"/>
          </p:cNvSpPr>
          <p:nvPr>
            <p:ph type="body" sz="quarter" idx="21"/>
          </p:nvPr>
        </p:nvSpPr>
        <p:spPr>
          <a:xfrm>
            <a:off x="12253913" y="2373741"/>
            <a:ext cx="5774532" cy="71688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29" name="Graphique 28">
            <a:extLst>
              <a:ext uri="{FF2B5EF4-FFF2-40B4-BE49-F238E27FC236}">
                <a16:creationId xmlns:a16="http://schemas.microsoft.com/office/drawing/2014/main" id="{E4D7909A-A989-13FC-86E4-80491D64A9E3}"/>
              </a:ext>
            </a:extLst>
          </p:cNvPr>
          <p:cNvPicPr>
            <a:picLocks noChangeAspect="1"/>
          </p:cNvPicPr>
          <p:nvPr userDrawn="1"/>
        </p:nvPicPr>
        <p:blipFill rotWithShape="1">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rcRect l="8861" t="-3712" r="64117" b="61920"/>
          <a:stretch/>
        </p:blipFill>
        <p:spPr>
          <a:xfrm rot="10800000">
            <a:off x="-2" y="2828853"/>
            <a:ext cx="4140264" cy="6671265"/>
          </a:xfrm>
          <a:prstGeom prst="rect">
            <a:avLst/>
          </a:prstGeom>
        </p:spPr>
      </p:pic>
      <p:sp>
        <p:nvSpPr>
          <p:cNvPr id="30" name="Titre 29">
            <a:extLst>
              <a:ext uri="{FF2B5EF4-FFF2-40B4-BE49-F238E27FC236}">
                <a16:creationId xmlns:a16="http://schemas.microsoft.com/office/drawing/2014/main" id="{3085E8CF-DB8B-1E63-64A6-873ACB10BB16}"/>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cxnSp>
        <p:nvCxnSpPr>
          <p:cNvPr id="2" name="Connecteur droit 32">
            <a:extLst>
              <a:ext uri="{FF2B5EF4-FFF2-40B4-BE49-F238E27FC236}">
                <a16:creationId xmlns:a16="http://schemas.microsoft.com/office/drawing/2014/main" id="{B7A1FDF7-57B4-27B7-624B-97528FB8066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2155888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 title subtitle text white">
    <p:spTree>
      <p:nvGrpSpPr>
        <p:cNvPr id="1" name=""/>
        <p:cNvGrpSpPr/>
        <p:nvPr/>
      </p:nvGrpSpPr>
      <p:grpSpPr>
        <a:xfrm>
          <a:off x="0" y="0"/>
          <a:ext cx="0" cy="0"/>
          <a:chOff x="0" y="0"/>
          <a:chExt cx="0" cy="0"/>
        </a:xfrm>
      </p:grpSpPr>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11" name="Espace réservé du pied de page 10">
            <a:extLst>
              <a:ext uri="{FF2B5EF4-FFF2-40B4-BE49-F238E27FC236}">
                <a16:creationId xmlns:a16="http://schemas.microsoft.com/office/drawing/2014/main" id="{58B155ED-97D6-3C7F-101D-5AFD078E91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7" name="Espace réservé du texte 6">
            <a:extLst>
              <a:ext uri="{FF2B5EF4-FFF2-40B4-BE49-F238E27FC236}">
                <a16:creationId xmlns:a16="http://schemas.microsoft.com/office/drawing/2014/main" id="{9944C5AA-B436-81E8-8020-F4FA96F1A64B}"/>
              </a:ext>
            </a:extLst>
          </p:cNvPr>
          <p:cNvSpPr>
            <a:spLocks noGrp="1"/>
          </p:cNvSpPr>
          <p:nvPr>
            <p:ph type="body" sz="quarter" idx="20"/>
          </p:nvPr>
        </p:nvSpPr>
        <p:spPr>
          <a:xfrm>
            <a:off x="319088" y="2374867"/>
            <a:ext cx="17503805" cy="73365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texte 13">
            <a:extLst>
              <a:ext uri="{FF2B5EF4-FFF2-40B4-BE49-F238E27FC236}">
                <a16:creationId xmlns:a16="http://schemas.microsoft.com/office/drawing/2014/main" id="{0361BEEB-4FC3-BA9C-A3B1-CE00AA1F463D}"/>
              </a:ext>
            </a:extLst>
          </p:cNvPr>
          <p:cNvSpPr>
            <a:spLocks noGrp="1"/>
          </p:cNvSpPr>
          <p:nvPr>
            <p:ph type="body" sz="quarter" idx="12" hasCustomPrompt="1"/>
          </p:nvPr>
        </p:nvSpPr>
        <p:spPr>
          <a:xfrm>
            <a:off x="431006" y="1336822"/>
            <a:ext cx="17424401" cy="381618"/>
          </a:xfrm>
          <a:prstGeom prst="rect">
            <a:avLst/>
          </a:prstGeom>
        </p:spPr>
        <p:txBody>
          <a:bodyPr lIns="72000" anchor="ctr">
            <a:noAutofit/>
          </a:bodyPr>
          <a:lstStyle>
            <a:lvl1pPr marL="0" indent="0">
              <a:buFont typeface="Arial" panose="020B0604020202020204" pitchFamily="34" charset="0"/>
              <a:buChar char="​"/>
              <a:defRPr sz="2400" b="0" cap="all" baseline="0">
                <a:solidFill>
                  <a:schemeClr val="accent1"/>
                </a:solidFill>
                <a:latin typeface="+mn-lt"/>
                <a:cs typeface="Quire Sans" panose="020B0502040400020003" pitchFamily="34" charset="0"/>
              </a:defRPr>
            </a:lvl1pPr>
            <a:lvl2pPr marL="0" indent="0">
              <a:buFont typeface="Arial" panose="020B0604020202020204" pitchFamily="34" charset="0"/>
              <a:buNone/>
              <a:defRPr sz="2400" b="0">
                <a:solidFill>
                  <a:schemeClr val="bg1"/>
                </a:solidFill>
                <a:latin typeface="+mn-lt"/>
              </a:defRPr>
            </a:lvl2pPr>
            <a:lvl3pPr marL="0" indent="0">
              <a:buFont typeface="Arial" panose="020B0604020202020204" pitchFamily="34" charset="0"/>
              <a:buChar char="​"/>
              <a:defRPr sz="2400" b="0">
                <a:solidFill>
                  <a:schemeClr val="bg1"/>
                </a:solidFill>
                <a:latin typeface="+mn-lt"/>
              </a:defRPr>
            </a:lvl3pPr>
            <a:lvl4pPr marL="0" indent="0">
              <a:buFont typeface="Arial" panose="020B0604020202020204" pitchFamily="34" charset="0"/>
              <a:buChar char="​"/>
              <a:defRPr sz="2400" b="0">
                <a:solidFill>
                  <a:schemeClr val="bg1"/>
                </a:solidFill>
                <a:latin typeface="+mn-lt"/>
              </a:defRPr>
            </a:lvl4pPr>
            <a:lvl5pPr marL="0" indent="0">
              <a:buFont typeface="Arial" panose="020B0604020202020204" pitchFamily="34" charset="0"/>
              <a:buChar char="​"/>
              <a:defRPr sz="2400" b="0">
                <a:solidFill>
                  <a:schemeClr val="bg1"/>
                </a:solidFill>
                <a:latin typeface="+mn-lt"/>
              </a:defRPr>
            </a:lvl5pPr>
            <a:lvl6pPr marL="0" indent="0">
              <a:buFont typeface="Arial" panose="020B0604020202020204" pitchFamily="34" charset="0"/>
              <a:buChar char="​"/>
              <a:defRPr sz="2400" b="0">
                <a:solidFill>
                  <a:schemeClr val="bg1"/>
                </a:solidFill>
                <a:latin typeface="+mn-lt"/>
              </a:defRPr>
            </a:lvl6pPr>
            <a:lvl7pPr marL="0" indent="0">
              <a:buFont typeface="Arial" panose="020B0604020202020204" pitchFamily="34" charset="0"/>
              <a:buChar char="​"/>
              <a:defRPr sz="2400" b="0">
                <a:solidFill>
                  <a:schemeClr val="bg1"/>
                </a:solidFill>
                <a:latin typeface="+mn-lt"/>
              </a:defRPr>
            </a:lvl7pPr>
            <a:lvl8pPr marL="0" indent="0">
              <a:buFont typeface="Arial" panose="020B0604020202020204" pitchFamily="34" charset="0"/>
              <a:buChar char="​"/>
              <a:defRPr sz="2400" b="0">
                <a:solidFill>
                  <a:schemeClr val="bg1"/>
                </a:solidFill>
                <a:latin typeface="+mn-lt"/>
              </a:defRPr>
            </a:lvl8pPr>
            <a:lvl9pPr marL="0" indent="0">
              <a:buFont typeface="Arial" panose="020B0604020202020204" pitchFamily="34" charset="0"/>
              <a:buChar char="​"/>
              <a:defRPr sz="2400" b="0">
                <a:solidFill>
                  <a:schemeClr val="bg1"/>
                </a:solidFill>
                <a:latin typeface="+mn-lt"/>
              </a:defRPr>
            </a:lvl9pPr>
          </a:lstStyle>
          <a:p>
            <a:pPr lvl="0"/>
            <a:r>
              <a:rPr lang="fr-FR"/>
              <a:t>Click to </a:t>
            </a:r>
            <a:r>
              <a:rPr lang="fr-FR" err="1"/>
              <a:t>add</a:t>
            </a:r>
            <a:r>
              <a:rPr lang="fr-FR"/>
              <a:t> </a:t>
            </a:r>
            <a:r>
              <a:rPr lang="fr-FR" err="1"/>
              <a:t>subtitle</a:t>
            </a:r>
            <a:endParaRPr lang="fr-FR"/>
          </a:p>
        </p:txBody>
      </p:sp>
      <p:sp>
        <p:nvSpPr>
          <p:cNvPr id="4" name="Titre 3">
            <a:extLst>
              <a:ext uri="{FF2B5EF4-FFF2-40B4-BE49-F238E27FC236}">
                <a16:creationId xmlns:a16="http://schemas.microsoft.com/office/drawing/2014/main" id="{AB3BD377-255E-C72F-8B83-9457ED445CD4}"/>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Tree>
    <p:custDataLst>
      <p:tags r:id="rId1"/>
    </p:custDataLst>
    <p:extLst>
      <p:ext uri="{BB962C8B-B14F-4D97-AF65-F5344CB8AC3E}">
        <p14:creationId xmlns:p14="http://schemas.microsoft.com/office/powerpoint/2010/main" val="27916989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ext | title subtitle text white">
    <p:spTree>
      <p:nvGrpSpPr>
        <p:cNvPr id="1" name=""/>
        <p:cNvGrpSpPr/>
        <p:nvPr/>
      </p:nvGrpSpPr>
      <p:grpSpPr>
        <a:xfrm>
          <a:off x="0" y="0"/>
          <a:ext cx="0" cy="0"/>
          <a:chOff x="0" y="0"/>
          <a:chExt cx="0" cy="0"/>
        </a:xfrm>
      </p:grpSpPr>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11" name="Espace réservé du pied de page 10">
            <a:extLst>
              <a:ext uri="{FF2B5EF4-FFF2-40B4-BE49-F238E27FC236}">
                <a16:creationId xmlns:a16="http://schemas.microsoft.com/office/drawing/2014/main" id="{58B155ED-97D6-3C7F-101D-5AFD078E91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3" name="Espace réservé du texte 13">
            <a:extLst>
              <a:ext uri="{FF2B5EF4-FFF2-40B4-BE49-F238E27FC236}">
                <a16:creationId xmlns:a16="http://schemas.microsoft.com/office/drawing/2014/main" id="{0361BEEB-4FC3-BA9C-A3B1-CE00AA1F463D}"/>
              </a:ext>
            </a:extLst>
          </p:cNvPr>
          <p:cNvSpPr>
            <a:spLocks noGrp="1"/>
          </p:cNvSpPr>
          <p:nvPr>
            <p:ph type="body" sz="quarter" idx="12" hasCustomPrompt="1"/>
          </p:nvPr>
        </p:nvSpPr>
        <p:spPr>
          <a:xfrm>
            <a:off x="431006" y="1336822"/>
            <a:ext cx="17424401" cy="381618"/>
          </a:xfrm>
          <a:prstGeom prst="rect">
            <a:avLst/>
          </a:prstGeom>
        </p:spPr>
        <p:txBody>
          <a:bodyPr lIns="72000" anchor="ctr">
            <a:noAutofit/>
          </a:bodyPr>
          <a:lstStyle>
            <a:lvl1pPr marL="0" indent="0">
              <a:buFont typeface="Arial" panose="020B0604020202020204" pitchFamily="34" charset="0"/>
              <a:buChar char="​"/>
              <a:defRPr sz="2400" b="0" cap="all" baseline="0">
                <a:solidFill>
                  <a:schemeClr val="accent1"/>
                </a:solidFill>
                <a:latin typeface="+mn-lt"/>
                <a:cs typeface="Quire Sans" panose="020B0502040400020003" pitchFamily="34" charset="0"/>
              </a:defRPr>
            </a:lvl1pPr>
            <a:lvl2pPr marL="0" indent="0">
              <a:buFont typeface="Arial" panose="020B0604020202020204" pitchFamily="34" charset="0"/>
              <a:buNone/>
              <a:defRPr sz="2400" b="0">
                <a:solidFill>
                  <a:schemeClr val="bg1"/>
                </a:solidFill>
                <a:latin typeface="+mn-lt"/>
              </a:defRPr>
            </a:lvl2pPr>
            <a:lvl3pPr marL="0" indent="0">
              <a:buFont typeface="Arial" panose="020B0604020202020204" pitchFamily="34" charset="0"/>
              <a:buChar char="​"/>
              <a:defRPr sz="2400" b="0">
                <a:solidFill>
                  <a:schemeClr val="bg1"/>
                </a:solidFill>
                <a:latin typeface="+mn-lt"/>
              </a:defRPr>
            </a:lvl3pPr>
            <a:lvl4pPr marL="0" indent="0">
              <a:buFont typeface="Arial" panose="020B0604020202020204" pitchFamily="34" charset="0"/>
              <a:buChar char="​"/>
              <a:defRPr sz="2400" b="0">
                <a:solidFill>
                  <a:schemeClr val="bg1"/>
                </a:solidFill>
                <a:latin typeface="+mn-lt"/>
              </a:defRPr>
            </a:lvl4pPr>
            <a:lvl5pPr marL="0" indent="0">
              <a:buFont typeface="Arial" panose="020B0604020202020204" pitchFamily="34" charset="0"/>
              <a:buChar char="​"/>
              <a:defRPr sz="2400" b="0">
                <a:solidFill>
                  <a:schemeClr val="bg1"/>
                </a:solidFill>
                <a:latin typeface="+mn-lt"/>
              </a:defRPr>
            </a:lvl5pPr>
            <a:lvl6pPr marL="0" indent="0">
              <a:buFont typeface="Arial" panose="020B0604020202020204" pitchFamily="34" charset="0"/>
              <a:buChar char="​"/>
              <a:defRPr sz="2400" b="0">
                <a:solidFill>
                  <a:schemeClr val="bg1"/>
                </a:solidFill>
                <a:latin typeface="+mn-lt"/>
              </a:defRPr>
            </a:lvl6pPr>
            <a:lvl7pPr marL="0" indent="0">
              <a:buFont typeface="Arial" panose="020B0604020202020204" pitchFamily="34" charset="0"/>
              <a:buChar char="​"/>
              <a:defRPr sz="2400" b="0">
                <a:solidFill>
                  <a:schemeClr val="bg1"/>
                </a:solidFill>
                <a:latin typeface="+mn-lt"/>
              </a:defRPr>
            </a:lvl7pPr>
            <a:lvl8pPr marL="0" indent="0">
              <a:buFont typeface="Arial" panose="020B0604020202020204" pitchFamily="34" charset="0"/>
              <a:buChar char="​"/>
              <a:defRPr sz="2400" b="0">
                <a:solidFill>
                  <a:schemeClr val="bg1"/>
                </a:solidFill>
                <a:latin typeface="+mn-lt"/>
              </a:defRPr>
            </a:lvl8pPr>
            <a:lvl9pPr marL="0" indent="0">
              <a:buFont typeface="Arial" panose="020B0604020202020204" pitchFamily="34" charset="0"/>
              <a:buChar char="​"/>
              <a:defRPr sz="2400" b="0">
                <a:solidFill>
                  <a:schemeClr val="bg1"/>
                </a:solidFill>
                <a:latin typeface="+mn-lt"/>
              </a:defRPr>
            </a:lvl9pPr>
          </a:lstStyle>
          <a:p>
            <a:pPr lvl="0"/>
            <a:r>
              <a:rPr lang="fr-FR"/>
              <a:t>Click to </a:t>
            </a:r>
            <a:r>
              <a:rPr lang="fr-FR" err="1"/>
              <a:t>add</a:t>
            </a:r>
            <a:r>
              <a:rPr lang="fr-FR"/>
              <a:t> </a:t>
            </a:r>
            <a:r>
              <a:rPr lang="fr-FR" err="1"/>
              <a:t>subtitle</a:t>
            </a:r>
            <a:endParaRPr lang="fr-FR"/>
          </a:p>
        </p:txBody>
      </p:sp>
      <p:sp>
        <p:nvSpPr>
          <p:cNvPr id="4" name="Titre 3">
            <a:extLst>
              <a:ext uri="{FF2B5EF4-FFF2-40B4-BE49-F238E27FC236}">
                <a16:creationId xmlns:a16="http://schemas.microsoft.com/office/drawing/2014/main" id="{AB3BD377-255E-C72F-8B83-9457ED445CD4}"/>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2" name="Espace réservé du contenu 4">
            <a:extLst>
              <a:ext uri="{FF2B5EF4-FFF2-40B4-BE49-F238E27FC236}">
                <a16:creationId xmlns:a16="http://schemas.microsoft.com/office/drawing/2014/main" id="{B75BB2B8-E33A-B5B8-7F50-D82AE138B37A}"/>
              </a:ext>
            </a:extLst>
          </p:cNvPr>
          <p:cNvSpPr>
            <a:spLocks noGrp="1"/>
          </p:cNvSpPr>
          <p:nvPr>
            <p:ph sz="quarter" idx="21"/>
          </p:nvPr>
        </p:nvSpPr>
        <p:spPr>
          <a:xfrm>
            <a:off x="319088" y="2373742"/>
            <a:ext cx="17535525" cy="733788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ustDataLst>
      <p:tags r:id="rId1"/>
    </p:custDataLst>
    <p:extLst>
      <p:ext uri="{BB962C8B-B14F-4D97-AF65-F5344CB8AC3E}">
        <p14:creationId xmlns:p14="http://schemas.microsoft.com/office/powerpoint/2010/main" val="20330065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Text | title subtitle text white">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11" name="Espace réservé du pied de page 10">
            <a:extLst>
              <a:ext uri="{FF2B5EF4-FFF2-40B4-BE49-F238E27FC236}">
                <a16:creationId xmlns:a16="http://schemas.microsoft.com/office/drawing/2014/main" id="{58B155ED-97D6-3C7F-101D-5AFD078E91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4" name="Titre 3">
            <a:extLst>
              <a:ext uri="{FF2B5EF4-FFF2-40B4-BE49-F238E27FC236}">
                <a16:creationId xmlns:a16="http://schemas.microsoft.com/office/drawing/2014/main" id="{AB3BD377-255E-C72F-8B83-9457ED445CD4}"/>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2" name="Espace réservé du contenu 4">
            <a:extLst>
              <a:ext uri="{FF2B5EF4-FFF2-40B4-BE49-F238E27FC236}">
                <a16:creationId xmlns:a16="http://schemas.microsoft.com/office/drawing/2014/main" id="{B75BB2B8-E33A-B5B8-7F50-D82AE138B37A}"/>
              </a:ext>
            </a:extLst>
          </p:cNvPr>
          <p:cNvSpPr>
            <a:spLocks noGrp="1"/>
          </p:cNvSpPr>
          <p:nvPr>
            <p:ph sz="quarter" idx="21"/>
          </p:nvPr>
        </p:nvSpPr>
        <p:spPr>
          <a:xfrm>
            <a:off x="319088" y="2373742"/>
            <a:ext cx="17535525" cy="733788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5" name="Connecteur droit 32">
            <a:extLst>
              <a:ext uri="{FF2B5EF4-FFF2-40B4-BE49-F238E27FC236}">
                <a16:creationId xmlns:a16="http://schemas.microsoft.com/office/drawing/2014/main" id="{3A0CBCE9-B0EF-4210-9062-C35B1E5D9886}"/>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3213710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 title white">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2" name="Titre 1">
            <a:extLst>
              <a:ext uri="{FF2B5EF4-FFF2-40B4-BE49-F238E27FC236}">
                <a16:creationId xmlns:a16="http://schemas.microsoft.com/office/drawing/2014/main" id="{D75F6318-4AF8-4C78-8C5D-D38F344AF06F}"/>
              </a:ext>
            </a:extLst>
          </p:cNvPr>
          <p:cNvSpPr>
            <a:spLocks noGrp="1"/>
          </p:cNvSpPr>
          <p:nvPr>
            <p:ph type="title" hasCustomPrompt="1"/>
          </p:nvPr>
        </p:nvSpPr>
        <p:spPr/>
        <p:txBody>
          <a:bodyPr/>
          <a:lstStyle>
            <a:lvl1pPr>
              <a:defRPr/>
            </a:lvl1pPr>
          </a:lstStyle>
          <a:p>
            <a:r>
              <a:rPr lang="fr-FR"/>
              <a:t>Click to </a:t>
            </a:r>
            <a:r>
              <a:rPr lang="fr-FR" err="1"/>
              <a:t>add</a:t>
            </a:r>
            <a:r>
              <a:rPr lang="fr-FR"/>
              <a:t> </a:t>
            </a:r>
            <a:r>
              <a:rPr lang="fr-FR" err="1"/>
              <a:t>title</a:t>
            </a:r>
            <a:endParaRPr lang="fr-FR"/>
          </a:p>
        </p:txBody>
      </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11" name="Espace réservé du pied de page 10">
            <a:extLst>
              <a:ext uri="{FF2B5EF4-FFF2-40B4-BE49-F238E27FC236}">
                <a16:creationId xmlns:a16="http://schemas.microsoft.com/office/drawing/2014/main" id="{58B155ED-97D6-3C7F-101D-5AFD078E91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7" name="Espace réservé du texte 6">
            <a:extLst>
              <a:ext uri="{FF2B5EF4-FFF2-40B4-BE49-F238E27FC236}">
                <a16:creationId xmlns:a16="http://schemas.microsoft.com/office/drawing/2014/main" id="{9944C5AA-B436-81E8-8020-F4FA96F1A64B}"/>
              </a:ext>
            </a:extLst>
          </p:cNvPr>
          <p:cNvSpPr>
            <a:spLocks noGrp="1"/>
          </p:cNvSpPr>
          <p:nvPr>
            <p:ph type="body" sz="quarter" idx="20"/>
          </p:nvPr>
        </p:nvSpPr>
        <p:spPr>
          <a:xfrm>
            <a:off x="319088" y="2374867"/>
            <a:ext cx="17503805" cy="73365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3" name="Connecteur droit 32">
            <a:extLst>
              <a:ext uri="{FF2B5EF4-FFF2-40B4-BE49-F238E27FC236}">
                <a16:creationId xmlns:a16="http://schemas.microsoft.com/office/drawing/2014/main" id="{28C99FD0-1D3F-4C22-5006-D49E24EF2153}"/>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69982198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35B2D-509A-4C28-663B-D45E7325320B}"/>
              </a:ext>
            </a:extLst>
          </p:cNvPr>
          <p:cNvSpPr/>
          <p:nvPr userDrawn="1"/>
        </p:nvSpPr>
        <p:spPr>
          <a:xfrm>
            <a:off x="0" y="0"/>
            <a:ext cx="18288000" cy="10285413"/>
          </a:xfrm>
          <a:prstGeom prst="rect">
            <a:avLst/>
          </a:prstGeom>
          <a:blipFill>
            <a:blip r:embed="rId3"/>
            <a:srcRect/>
            <a:stretch>
              <a:fillRect/>
            </a:stretch>
          </a:blip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p>
            <a:pPr algn="l">
              <a:buClr>
                <a:schemeClr val="accent4"/>
              </a:buClr>
            </a:pPr>
            <a:endParaRPr lang="fr-FR" sz="1800" err="1">
              <a:solidFill>
                <a:schemeClr val="bg1">
                  <a:lumMod val="100000"/>
                </a:schemeClr>
              </a:solidFill>
              <a:latin typeface="Segoe UI Semilight" panose="020B0402040204020203" pitchFamily="34" charset="0"/>
            </a:endParaRPr>
          </a:p>
        </p:txBody>
      </p:sp>
      <p:sp>
        <p:nvSpPr>
          <p:cNvPr id="28" name="Rectangle 27">
            <a:extLst>
              <a:ext uri="{FF2B5EF4-FFF2-40B4-BE49-F238E27FC236}">
                <a16:creationId xmlns:a16="http://schemas.microsoft.com/office/drawing/2014/main" id="{75DA8362-FBB8-3740-48AF-974524370FEC}"/>
              </a:ext>
            </a:extLst>
          </p:cNvPr>
          <p:cNvSpPr/>
          <p:nvPr userDrawn="1"/>
        </p:nvSpPr>
        <p:spPr>
          <a:xfrm>
            <a:off x="0" y="0"/>
            <a:ext cx="13590270" cy="10285413"/>
          </a:xfrm>
          <a:prstGeom prst="rect">
            <a:avLst/>
          </a:prstGeom>
          <a:gradFill>
            <a:gsLst>
              <a:gs pos="0">
                <a:schemeClr val="tx1">
                  <a:alpha val="0"/>
                </a:schemeClr>
              </a:gs>
              <a:gs pos="100000">
                <a:schemeClr val="tx1">
                  <a:alpha val="36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sp>
        <p:nvSpPr>
          <p:cNvPr id="6" name="Rectangle : avec coins arrondis en haut 5">
            <a:extLst>
              <a:ext uri="{FF2B5EF4-FFF2-40B4-BE49-F238E27FC236}">
                <a16:creationId xmlns:a16="http://schemas.microsoft.com/office/drawing/2014/main" id="{BEEBB81D-917B-BBDB-735A-E5AA289A871C}"/>
              </a:ext>
            </a:extLst>
          </p:cNvPr>
          <p:cNvSpPr/>
          <p:nvPr userDrawn="1"/>
        </p:nvSpPr>
        <p:spPr>
          <a:xfrm>
            <a:off x="2416224" y="3131643"/>
            <a:ext cx="4973541" cy="7153770"/>
          </a:xfrm>
          <a:prstGeom prst="round2SameRect">
            <a:avLst/>
          </a:prstGeom>
          <a:solidFill>
            <a:schemeClr val="bg1"/>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p>
            <a:pPr algn="l">
              <a:buClr>
                <a:schemeClr val="accent4"/>
              </a:buClr>
            </a:pPr>
            <a:endParaRPr lang="fr-FR" sz="1800" err="1">
              <a:solidFill>
                <a:schemeClr val="bg1">
                  <a:lumMod val="100000"/>
                </a:schemeClr>
              </a:solidFill>
              <a:latin typeface="Segoe UI Semilight" panose="020B0402040204020203" pitchFamily="34" charset="0"/>
            </a:endParaRPr>
          </a:p>
        </p:txBody>
      </p:sp>
      <p:grpSp>
        <p:nvGrpSpPr>
          <p:cNvPr id="2" name="Groupe 1">
            <a:extLst>
              <a:ext uri="{FF2B5EF4-FFF2-40B4-BE49-F238E27FC236}">
                <a16:creationId xmlns:a16="http://schemas.microsoft.com/office/drawing/2014/main" id="{0BE7EBDF-1A28-F0F1-F1F0-C9D6D262DA76}"/>
              </a:ext>
            </a:extLst>
          </p:cNvPr>
          <p:cNvGrpSpPr/>
          <p:nvPr userDrawn="1"/>
        </p:nvGrpSpPr>
        <p:grpSpPr>
          <a:xfrm>
            <a:off x="3188330" y="4207938"/>
            <a:ext cx="3429330" cy="682894"/>
            <a:chOff x="7804375" y="14663327"/>
            <a:chExt cx="7400924" cy="1473993"/>
          </a:xfrm>
          <a:solidFill>
            <a:schemeClr val="accent2"/>
          </a:solidFill>
        </p:grpSpPr>
        <p:grpSp>
          <p:nvGrpSpPr>
            <p:cNvPr id="3" name="Graphique 37">
              <a:extLst>
                <a:ext uri="{FF2B5EF4-FFF2-40B4-BE49-F238E27FC236}">
                  <a16:creationId xmlns:a16="http://schemas.microsoft.com/office/drawing/2014/main" id="{E9E69481-BB2E-D5A4-E0B2-8576371C0A4E}"/>
                </a:ext>
              </a:extLst>
            </p:cNvPr>
            <p:cNvGrpSpPr/>
            <p:nvPr/>
          </p:nvGrpSpPr>
          <p:grpSpPr>
            <a:xfrm>
              <a:off x="7804375" y="14663327"/>
              <a:ext cx="2394966" cy="1473326"/>
              <a:chOff x="7804375" y="14663327"/>
              <a:chExt cx="2394966" cy="1473326"/>
            </a:xfrm>
            <a:grpFill/>
          </p:grpSpPr>
          <p:sp>
            <p:nvSpPr>
              <p:cNvPr id="7" name="Forme libre : forme 6">
                <a:extLst>
                  <a:ext uri="{FF2B5EF4-FFF2-40B4-BE49-F238E27FC236}">
                    <a16:creationId xmlns:a16="http://schemas.microsoft.com/office/drawing/2014/main" id="{A62260C7-5BF8-4B98-3673-1F3A07362007}"/>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8" name="Forme libre : forme 7">
                <a:extLst>
                  <a:ext uri="{FF2B5EF4-FFF2-40B4-BE49-F238E27FC236}">
                    <a16:creationId xmlns:a16="http://schemas.microsoft.com/office/drawing/2014/main" id="{2B527527-3A08-2DF5-2352-3E804E682D19}"/>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10" name="Forme libre : forme 9">
                <a:extLst>
                  <a:ext uri="{FF2B5EF4-FFF2-40B4-BE49-F238E27FC236}">
                    <a16:creationId xmlns:a16="http://schemas.microsoft.com/office/drawing/2014/main" id="{CA7992E6-A080-1183-6E40-B458317C5C0F}"/>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5" name="Forme libre : forme 4">
              <a:extLst>
                <a:ext uri="{FF2B5EF4-FFF2-40B4-BE49-F238E27FC236}">
                  <a16:creationId xmlns:a16="http://schemas.microsoft.com/office/drawing/2014/main" id="{FF3D8E2E-C6F4-2E80-44C0-71FDD009DAA7}"/>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15" name="ZoneTexte 14">
            <a:extLst>
              <a:ext uri="{FF2B5EF4-FFF2-40B4-BE49-F238E27FC236}">
                <a16:creationId xmlns:a16="http://schemas.microsoft.com/office/drawing/2014/main" id="{564C6C0C-2F7A-5EEF-9CB8-9744437A8217}"/>
              </a:ext>
            </a:extLst>
          </p:cNvPr>
          <p:cNvSpPr txBox="1"/>
          <p:nvPr userDrawn="1"/>
        </p:nvSpPr>
        <p:spPr>
          <a:xfrm>
            <a:off x="2416224" y="6052082"/>
            <a:ext cx="4973541" cy="2400657"/>
          </a:xfrm>
          <a:prstGeom prst="rect">
            <a:avLst/>
          </a:prstGeom>
          <a:noFill/>
          <a:effectLst/>
        </p:spPr>
        <p:txBody>
          <a:bodyPr wrap="square">
            <a:spAutoFit/>
          </a:bodyPr>
          <a:lstStyle/>
          <a:p>
            <a:pPr algn="ctr"/>
            <a:r>
              <a:rPr lang="fr-FR" sz="2100">
                <a:solidFill>
                  <a:schemeClr val="accent1"/>
                </a:solidFill>
              </a:rPr>
              <a:t>55, Chemin des Engranauds</a:t>
            </a:r>
            <a:br>
              <a:rPr lang="fr-FR" sz="2100">
                <a:solidFill>
                  <a:schemeClr val="accent1"/>
                </a:solidFill>
              </a:rPr>
            </a:br>
            <a:r>
              <a:rPr lang="fr-FR" sz="2100">
                <a:solidFill>
                  <a:schemeClr val="accent1"/>
                </a:solidFill>
              </a:rPr>
              <a:t>CS 20040</a:t>
            </a:r>
          </a:p>
          <a:p>
            <a:pPr algn="ctr"/>
            <a:r>
              <a:rPr lang="fr-FR" sz="2100">
                <a:solidFill>
                  <a:schemeClr val="accent1"/>
                </a:solidFill>
              </a:rPr>
              <a:t>13660 Orgon France</a:t>
            </a:r>
          </a:p>
          <a:p>
            <a:pPr algn="ctr">
              <a:spcBef>
                <a:spcPts val="2700"/>
              </a:spcBef>
            </a:pPr>
            <a:r>
              <a:rPr lang="fr-FR" sz="2100">
                <a:solidFill>
                  <a:schemeClr val="accent4"/>
                </a:solidFill>
                <a:sym typeface="Wingdings 2" panose="05020102010507070707" pitchFamily="18" charset="2"/>
              </a:rPr>
              <a:t></a:t>
            </a:r>
            <a:endParaRPr lang="fr-FR" sz="2100">
              <a:solidFill>
                <a:schemeClr val="accent4"/>
              </a:solidFill>
            </a:endParaRPr>
          </a:p>
          <a:p>
            <a:pPr algn="ctr">
              <a:spcBef>
                <a:spcPts val="2700"/>
              </a:spcBef>
            </a:pPr>
            <a:r>
              <a:rPr lang="fr-FR" sz="2100">
                <a:solidFill>
                  <a:schemeClr val="accent1"/>
                </a:solidFill>
              </a:rPr>
              <a:t>+33 (0)4 42 110 600</a:t>
            </a:r>
          </a:p>
        </p:txBody>
      </p:sp>
      <p:sp>
        <p:nvSpPr>
          <p:cNvPr id="17" name="Espace réservé du texte 16">
            <a:extLst>
              <a:ext uri="{FF2B5EF4-FFF2-40B4-BE49-F238E27FC236}">
                <a16:creationId xmlns:a16="http://schemas.microsoft.com/office/drawing/2014/main" id="{52DB090C-FFA2-23A2-F680-1FDA58DBACDA}"/>
              </a:ext>
            </a:extLst>
          </p:cNvPr>
          <p:cNvSpPr>
            <a:spLocks noGrp="1"/>
          </p:cNvSpPr>
          <p:nvPr>
            <p:ph type="body" sz="quarter" idx="10" hasCustomPrompt="1"/>
          </p:nvPr>
        </p:nvSpPr>
        <p:spPr>
          <a:xfrm>
            <a:off x="888326" y="975874"/>
            <a:ext cx="8029340" cy="1914230"/>
          </a:xfrm>
        </p:spPr>
        <p:txBody>
          <a:bodyPr anchor="ctr">
            <a:normAutofit/>
          </a:bodyPr>
          <a:lstStyle>
            <a:lvl1pPr marL="0" indent="0" algn="ctr">
              <a:buNone/>
              <a:defRPr sz="10799" b="1">
                <a:solidFill>
                  <a:schemeClr val="bg1"/>
                </a:solidFill>
                <a:effectLst>
                  <a:outerShdw blurRad="228600" algn="ctr" rotWithShape="0">
                    <a:prstClr val="black">
                      <a:alpha val="40000"/>
                    </a:prstClr>
                  </a:outerShdw>
                </a:effectLst>
                <a:latin typeface="+mj-lt"/>
              </a:defRPr>
            </a:lvl1pPr>
          </a:lstStyle>
          <a:p>
            <a:pPr lvl="0"/>
            <a:r>
              <a:rPr lang="fr-FR"/>
              <a:t>THANK YOU</a:t>
            </a:r>
          </a:p>
        </p:txBody>
      </p:sp>
      <p:pic>
        <p:nvPicPr>
          <p:cNvPr id="19" name="Graphique 18">
            <a:extLst>
              <a:ext uri="{FF2B5EF4-FFF2-40B4-BE49-F238E27FC236}">
                <a16:creationId xmlns:a16="http://schemas.microsoft.com/office/drawing/2014/main" id="{2BB3CB78-B4DE-60B0-639A-3F46F122BA1A}"/>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8861" t="-3712" r="64117" b="61920"/>
          <a:stretch/>
        </p:blipFill>
        <p:spPr>
          <a:xfrm rot="10800000">
            <a:off x="-58988" y="2872117"/>
            <a:ext cx="4140264" cy="6671265"/>
          </a:xfrm>
          <a:prstGeom prst="rect">
            <a:avLst/>
          </a:prstGeom>
        </p:spPr>
      </p:pic>
      <p:pic>
        <p:nvPicPr>
          <p:cNvPr id="21" name="Graphique 20">
            <a:extLst>
              <a:ext uri="{FF2B5EF4-FFF2-40B4-BE49-F238E27FC236}">
                <a16:creationId xmlns:a16="http://schemas.microsoft.com/office/drawing/2014/main" id="{CA48B1F8-A244-039B-A72D-3BCC140CA784}"/>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8861" t="-3712" r="37096" b="61920"/>
          <a:stretch/>
        </p:blipFill>
        <p:spPr>
          <a:xfrm>
            <a:off x="10007471" y="-46613"/>
            <a:ext cx="8280530" cy="6671265"/>
          </a:xfrm>
          <a:prstGeom prst="rect">
            <a:avLst/>
          </a:prstGeom>
        </p:spPr>
      </p:pic>
    </p:spTree>
    <p:custDataLst>
      <p:tags r:id="rId1"/>
    </p:custDataLst>
    <p:extLst>
      <p:ext uri="{BB962C8B-B14F-4D97-AF65-F5344CB8AC3E}">
        <p14:creationId xmlns:p14="http://schemas.microsoft.com/office/powerpoint/2010/main" val="414343390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2_Cover | small image | vert. logo">
    <p:bg>
      <p:bgRef idx="1001">
        <a:schemeClr val="bg1"/>
      </p:bgRef>
    </p:bg>
    <p:spTree>
      <p:nvGrpSpPr>
        <p:cNvPr id="1" name=""/>
        <p:cNvGrpSpPr/>
        <p:nvPr/>
      </p:nvGrpSpPr>
      <p:grpSpPr>
        <a:xfrm>
          <a:off x="0" y="0"/>
          <a:ext cx="0" cy="0"/>
          <a:chOff x="0" y="0"/>
          <a:chExt cx="0" cy="0"/>
        </a:xfrm>
      </p:grpSpPr>
      <p:sp>
        <p:nvSpPr>
          <p:cNvPr id="29" name="Forme libre : forme 28">
            <a:extLst>
              <a:ext uri="{FF2B5EF4-FFF2-40B4-BE49-F238E27FC236}">
                <a16:creationId xmlns:a16="http://schemas.microsoft.com/office/drawing/2014/main" id="{8A0199DB-E7D8-5ABB-9212-57476B552BEA}"/>
              </a:ext>
            </a:extLst>
          </p:cNvPr>
          <p:cNvSpPr/>
          <p:nvPr userDrawn="1"/>
        </p:nvSpPr>
        <p:spPr>
          <a:xfrm rot="161556">
            <a:off x="10613559" y="-169364"/>
            <a:ext cx="7895691" cy="10621459"/>
          </a:xfrm>
          <a:custGeom>
            <a:avLst/>
            <a:gdLst>
              <a:gd name="connsiteX0" fmla="*/ 260945 w 5263794"/>
              <a:gd name="connsiteY0" fmla="*/ 220642 h 7082065"/>
              <a:gd name="connsiteX1" fmla="*/ 4952507 w 5263794"/>
              <a:gd name="connsiteY1" fmla="*/ 0 h 7082065"/>
              <a:gd name="connsiteX2" fmla="*/ 5263794 w 5263794"/>
              <a:gd name="connsiteY2" fmla="*/ 6618981 h 7082065"/>
              <a:gd name="connsiteX3" fmla="*/ 5263794 w 5263794"/>
              <a:gd name="connsiteY3" fmla="*/ 6850940 h 7082065"/>
              <a:gd name="connsiteX4" fmla="*/ 349307 w 5263794"/>
              <a:gd name="connsiteY4" fmla="*/ 7082065 h 7082065"/>
              <a:gd name="connsiteX5" fmla="*/ 313616 w 5263794"/>
              <a:gd name="connsiteY5" fmla="*/ 6954002 h 7082065"/>
              <a:gd name="connsiteX6" fmla="*/ 0 w 5263794"/>
              <a:gd name="connsiteY6" fmla="*/ 3470255 h 7082065"/>
              <a:gd name="connsiteX7" fmla="*/ 245816 w 5263794"/>
              <a:gd name="connsiteY7" fmla="*/ 293488 h 7082065"/>
              <a:gd name="connsiteX8" fmla="*/ 260945 w 5263794"/>
              <a:gd name="connsiteY8" fmla="*/ 220642 h 708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3794" h="7082065">
                <a:moveTo>
                  <a:pt x="260945" y="220642"/>
                </a:moveTo>
                <a:lnTo>
                  <a:pt x="4952507" y="0"/>
                </a:lnTo>
                <a:lnTo>
                  <a:pt x="5263794" y="6618981"/>
                </a:lnTo>
                <a:lnTo>
                  <a:pt x="5263794" y="6850940"/>
                </a:lnTo>
                <a:lnTo>
                  <a:pt x="349307" y="7082065"/>
                </a:lnTo>
                <a:lnTo>
                  <a:pt x="313616" y="6954002"/>
                </a:lnTo>
                <a:cubicBezTo>
                  <a:pt x="124403" y="6199005"/>
                  <a:pt x="0" y="4920436"/>
                  <a:pt x="0" y="3470255"/>
                </a:cubicBezTo>
                <a:cubicBezTo>
                  <a:pt x="0" y="2201347"/>
                  <a:pt x="95246" y="1063829"/>
                  <a:pt x="245816" y="293488"/>
                </a:cubicBezTo>
                <a:lnTo>
                  <a:pt x="260945" y="220642"/>
                </a:lnTo>
                <a:close/>
              </a:path>
            </a:pathLst>
          </a:custGeom>
          <a:gradFill flip="none" rotWithShape="1">
            <a:gsLst>
              <a:gs pos="0">
                <a:schemeClr val="accent2">
                  <a:lumMod val="67000"/>
                </a:schemeClr>
              </a:gs>
              <a:gs pos="22000">
                <a:schemeClr val="tx2"/>
              </a:gs>
              <a:gs pos="89000">
                <a:schemeClr val="bg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GB" sz="2700" err="1"/>
          </a:p>
        </p:txBody>
      </p:sp>
      <p:sp>
        <p:nvSpPr>
          <p:cNvPr id="24" name="Forme libre : forme 23">
            <a:extLst>
              <a:ext uri="{FF2B5EF4-FFF2-40B4-BE49-F238E27FC236}">
                <a16:creationId xmlns:a16="http://schemas.microsoft.com/office/drawing/2014/main" id="{C7632510-529A-433C-4D7D-3AB063B882A7}"/>
              </a:ext>
            </a:extLst>
          </p:cNvPr>
          <p:cNvSpPr/>
          <p:nvPr userDrawn="1"/>
        </p:nvSpPr>
        <p:spPr>
          <a:xfrm rot="161556">
            <a:off x="18279820" y="9938103"/>
            <a:ext cx="16328" cy="347885"/>
          </a:xfrm>
          <a:custGeom>
            <a:avLst/>
            <a:gdLst>
              <a:gd name="connsiteX0" fmla="*/ 0 w 10885"/>
              <a:gd name="connsiteY0" fmla="*/ 0 h 231959"/>
              <a:gd name="connsiteX1" fmla="*/ 10885 w 10885"/>
              <a:gd name="connsiteY1" fmla="*/ 231447 h 231959"/>
              <a:gd name="connsiteX2" fmla="*/ 0 w 10885"/>
              <a:gd name="connsiteY2" fmla="*/ 231959 h 231959"/>
              <a:gd name="connsiteX3" fmla="*/ 0 w 10885"/>
              <a:gd name="connsiteY3" fmla="*/ 0 h 231959"/>
            </a:gdLst>
            <a:ahLst/>
            <a:cxnLst>
              <a:cxn ang="0">
                <a:pos x="connsiteX0" y="connsiteY0"/>
              </a:cxn>
              <a:cxn ang="0">
                <a:pos x="connsiteX1" y="connsiteY1"/>
              </a:cxn>
              <a:cxn ang="0">
                <a:pos x="connsiteX2" y="connsiteY2"/>
              </a:cxn>
              <a:cxn ang="0">
                <a:pos x="connsiteX3" y="connsiteY3"/>
              </a:cxn>
            </a:cxnLst>
            <a:rect l="l" t="t" r="r" b="b"/>
            <a:pathLst>
              <a:path w="10885" h="231959">
                <a:moveTo>
                  <a:pt x="0" y="0"/>
                </a:moveTo>
                <a:lnTo>
                  <a:pt x="10885" y="231447"/>
                </a:lnTo>
                <a:lnTo>
                  <a:pt x="0" y="231959"/>
                </a:lnTo>
                <a:lnTo>
                  <a:pt x="0" y="0"/>
                </a:lnTo>
                <a:close/>
              </a:path>
            </a:pathLst>
          </a:custGeom>
          <a:gradFill flip="none" rotWithShape="1">
            <a:gsLst>
              <a:gs pos="0">
                <a:schemeClr val="accent2">
                  <a:lumMod val="67000"/>
                </a:schemeClr>
              </a:gs>
              <a:gs pos="22000">
                <a:schemeClr val="tx2"/>
              </a:gs>
              <a:gs pos="89000">
                <a:schemeClr val="bg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GB" sz="2700" err="1"/>
          </a:p>
        </p:txBody>
      </p:sp>
      <p:pic>
        <p:nvPicPr>
          <p:cNvPr id="3" name="Picture 2" descr="Logo, company name&#10;&#10;Description automatically generated">
            <a:extLst>
              <a:ext uri="{FF2B5EF4-FFF2-40B4-BE49-F238E27FC236}">
                <a16:creationId xmlns:a16="http://schemas.microsoft.com/office/drawing/2014/main" id="{2977D7CD-E5A3-B124-49DC-1F0AB00A935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7281" y="1036518"/>
            <a:ext cx="4930016" cy="1013458"/>
          </a:xfrm>
          <a:prstGeom prst="rect">
            <a:avLst/>
          </a:prstGeom>
        </p:spPr>
      </p:pic>
      <p:pic>
        <p:nvPicPr>
          <p:cNvPr id="27" name="Graphique 26">
            <a:extLst>
              <a:ext uri="{FF2B5EF4-FFF2-40B4-BE49-F238E27FC236}">
                <a16:creationId xmlns:a16="http://schemas.microsoft.com/office/drawing/2014/main" id="{617688A8-008D-8D72-81DD-775C18FBC12D}"/>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8862" t="-3712" r="47539" b="61920"/>
          <a:stretch/>
        </p:blipFill>
        <p:spPr>
          <a:xfrm flipH="1" flipV="1">
            <a:off x="-1" y="3362694"/>
            <a:ext cx="6680330" cy="6671265"/>
          </a:xfrm>
          <a:prstGeom prst="rect">
            <a:avLst/>
          </a:prstGeom>
        </p:spPr>
      </p:pic>
      <p:sp>
        <p:nvSpPr>
          <p:cNvPr id="18" name="Title 2">
            <a:extLst>
              <a:ext uri="{FF2B5EF4-FFF2-40B4-BE49-F238E27FC236}">
                <a16:creationId xmlns:a16="http://schemas.microsoft.com/office/drawing/2014/main" id="{C761C861-9FB3-4A2D-8830-B282EE488F99}"/>
              </a:ext>
            </a:extLst>
          </p:cNvPr>
          <p:cNvSpPr>
            <a:spLocks noGrp="1"/>
          </p:cNvSpPr>
          <p:nvPr>
            <p:ph type="title" hasCustomPrompt="1"/>
          </p:nvPr>
        </p:nvSpPr>
        <p:spPr>
          <a:xfrm>
            <a:off x="869157" y="2963196"/>
            <a:ext cx="9402354" cy="2166837"/>
          </a:xfrm>
          <a:effectLst/>
        </p:spPr>
        <p:txBody>
          <a:bodyPr lIns="0" tIns="0" rIns="0" bIns="0" anchor="b"/>
          <a:lstStyle>
            <a:lvl1pPr>
              <a:lnSpc>
                <a:spcPct val="100000"/>
              </a:lnSpc>
              <a:defRPr sz="7199" b="1" i="0" u="none" strike="noStrike">
                <a:solidFill>
                  <a:schemeClr val="accent1">
                    <a:lumMod val="100000"/>
                  </a:schemeClr>
                </a:solidFill>
                <a:latin typeface="Bahnschrift" panose="020B0502040204020203" pitchFamily="34" charset="0"/>
              </a:defRPr>
            </a:lvl1pPr>
          </a:lstStyle>
          <a:p>
            <a:r>
              <a:rPr lang="en-GB"/>
              <a:t>Click to add title</a:t>
            </a:r>
          </a:p>
        </p:txBody>
      </p:sp>
      <p:sp>
        <p:nvSpPr>
          <p:cNvPr id="26" name="Subtitle 2">
            <a:extLst>
              <a:ext uri="{FF2B5EF4-FFF2-40B4-BE49-F238E27FC236}">
                <a16:creationId xmlns:a16="http://schemas.microsoft.com/office/drawing/2014/main" id="{183E8090-5E21-4E51-AD03-98755F547D6E}"/>
              </a:ext>
            </a:extLst>
          </p:cNvPr>
          <p:cNvSpPr>
            <a:spLocks noGrp="1"/>
          </p:cNvSpPr>
          <p:nvPr>
            <p:ph type="subTitle" idx="1" hasCustomPrompt="1"/>
          </p:nvPr>
        </p:nvSpPr>
        <p:spPr>
          <a:xfrm>
            <a:off x="869159" y="5130029"/>
            <a:ext cx="9402354" cy="902357"/>
          </a:xfrm>
          <a:effectLst/>
        </p:spPr>
        <p:txBody>
          <a:bodyPr anchor="b">
            <a:noAutofit/>
          </a:bodyPr>
          <a:lstStyle>
            <a:lvl1pPr marL="0" indent="0" algn="l">
              <a:spcBef>
                <a:spcPts val="0"/>
              </a:spcBef>
              <a:buFont typeface="Arial" panose="020B0604020202020204" pitchFamily="34" charset="0"/>
              <a:buChar char="​"/>
              <a:defRPr sz="4199" b="0" i="0" u="none" strike="noStrike">
                <a:solidFill>
                  <a:schemeClr val="accent1">
                    <a:lumMod val="100000"/>
                  </a:schemeClr>
                </a:solidFill>
                <a:latin typeface="Bahnschrift" panose="020B0502040204020203" pitchFamily="34" charset="0"/>
              </a:defRPr>
            </a:lvl1pPr>
            <a:lvl2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2pPr>
            <a:lvl3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3pPr>
            <a:lvl4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4pPr>
            <a:lvl5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5pPr>
            <a:lvl6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6pPr>
            <a:lvl7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7pPr>
            <a:lvl8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8pPr>
            <a:lvl9pPr marL="0" indent="0" algn="l">
              <a:buFont typeface="Arial" panose="020B0604020202020204" pitchFamily="34" charset="0"/>
              <a:buChar char="​"/>
              <a:defRPr sz="4199" b="0" i="0" u="none" strike="noStrike">
                <a:solidFill>
                  <a:schemeClr val="bg1">
                    <a:lumMod val="100000"/>
                  </a:schemeClr>
                </a:solidFill>
                <a:latin typeface="Bahnschrift" panose="020B0502040204020203" pitchFamily="34" charset="0"/>
              </a:defRPr>
            </a:lvl9pPr>
          </a:lstStyle>
          <a:p>
            <a:r>
              <a:rPr lang="en-GB"/>
              <a:t>Click to add subtitle</a:t>
            </a:r>
          </a:p>
        </p:txBody>
      </p:sp>
      <p:sp>
        <p:nvSpPr>
          <p:cNvPr id="30" name="Espace réservé du texte 41">
            <a:extLst>
              <a:ext uri="{FF2B5EF4-FFF2-40B4-BE49-F238E27FC236}">
                <a16:creationId xmlns:a16="http://schemas.microsoft.com/office/drawing/2014/main" id="{BA71B36A-617B-4455-BAF9-D56BC8506149}"/>
              </a:ext>
            </a:extLst>
          </p:cNvPr>
          <p:cNvSpPr>
            <a:spLocks noGrp="1"/>
          </p:cNvSpPr>
          <p:nvPr>
            <p:ph type="body" sz="quarter" idx="10" hasCustomPrompt="1"/>
          </p:nvPr>
        </p:nvSpPr>
        <p:spPr>
          <a:xfrm>
            <a:off x="869156" y="6550191"/>
            <a:ext cx="9402353" cy="711928"/>
          </a:xfrm>
          <a:effectLst/>
        </p:spPr>
        <p:txBody>
          <a:bodyPr>
            <a:noAutofit/>
          </a:bodyPr>
          <a:lstStyle>
            <a:lvl1pPr marL="0" indent="0">
              <a:buNone/>
              <a:defRPr sz="2400" b="0" i="0" u="none" strike="noStrike" cap="all" baseline="0">
                <a:solidFill>
                  <a:schemeClr val="accent1">
                    <a:lumMod val="100000"/>
                  </a:schemeClr>
                </a:solidFill>
                <a:latin typeface="Segoe UI Semilight" panose="020B0402040204020203" pitchFamily="34" charset="0"/>
              </a:defRPr>
            </a:lvl1pPr>
            <a:lvl2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2pPr>
            <a:lvl3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3pPr>
            <a:lvl4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4pPr>
            <a:lvl5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5pPr>
            <a:lvl6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6pPr>
            <a:lvl7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7pPr>
            <a:lvl8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8pPr>
            <a:lvl9pPr marL="0" indent="0">
              <a:buFont typeface="Arial" panose="020B0604020202020204" pitchFamily="34" charset="0"/>
              <a:buChar char="​"/>
              <a:defRPr sz="2400" b="1" i="0" u="none" strike="noStrike">
                <a:solidFill>
                  <a:schemeClr val="bg1">
                    <a:lumMod val="100000"/>
                  </a:schemeClr>
                </a:solidFill>
                <a:latin typeface="Segoe UI Semilight" panose="020B0402040204020203" pitchFamily="34" charset="0"/>
              </a:defRPr>
            </a:lvl9pPr>
          </a:lstStyle>
          <a:p>
            <a:pPr lvl="0"/>
            <a:r>
              <a:rPr lang="en-GB"/>
              <a:t>DATE</a:t>
            </a:r>
          </a:p>
        </p:txBody>
      </p:sp>
      <p:sp>
        <p:nvSpPr>
          <p:cNvPr id="20" name="Espace réservé pour une image  19">
            <a:extLst>
              <a:ext uri="{FF2B5EF4-FFF2-40B4-BE49-F238E27FC236}">
                <a16:creationId xmlns:a16="http://schemas.microsoft.com/office/drawing/2014/main" id="{26093B41-00FF-637E-5BA9-292E15C16A79}"/>
              </a:ext>
            </a:extLst>
          </p:cNvPr>
          <p:cNvSpPr>
            <a:spLocks noGrp="1"/>
          </p:cNvSpPr>
          <p:nvPr>
            <p:ph type="pic" sz="quarter" idx="15"/>
          </p:nvPr>
        </p:nvSpPr>
        <p:spPr>
          <a:xfrm>
            <a:off x="10844784" y="2"/>
            <a:ext cx="7443216" cy="10285414"/>
          </a:xfrm>
          <a:custGeom>
            <a:avLst/>
            <a:gdLst>
              <a:gd name="connsiteX0" fmla="*/ 336026 w 4962144"/>
              <a:gd name="connsiteY0" fmla="*/ 0 h 6858001"/>
              <a:gd name="connsiteX1" fmla="*/ 1005095 w 4962144"/>
              <a:gd name="connsiteY1" fmla="*/ 0 h 6858001"/>
              <a:gd name="connsiteX2" fmla="*/ 1005095 w 4962144"/>
              <a:gd name="connsiteY2" fmla="*/ 1 h 6858001"/>
              <a:gd name="connsiteX3" fmla="*/ 4962144 w 4962144"/>
              <a:gd name="connsiteY3" fmla="*/ 1 h 6858001"/>
              <a:gd name="connsiteX4" fmla="*/ 4962144 w 4962144"/>
              <a:gd name="connsiteY4" fmla="*/ 6858001 h 6858001"/>
              <a:gd name="connsiteX5" fmla="*/ 1005095 w 4962144"/>
              <a:gd name="connsiteY5" fmla="*/ 6858001 h 6858001"/>
              <a:gd name="connsiteX6" fmla="*/ 336026 w 4962144"/>
              <a:gd name="connsiteY6" fmla="*/ 6858001 h 6858001"/>
              <a:gd name="connsiteX7" fmla="*/ 295644 w 4962144"/>
              <a:gd name="connsiteY7" fmla="*/ 6713106 h 6858001"/>
              <a:gd name="connsiteX8" fmla="*/ 0 w 4962144"/>
              <a:gd name="connsiteY8" fmla="*/ 3429001 h 6858001"/>
              <a:gd name="connsiteX9" fmla="*/ 295644 w 4962144"/>
              <a:gd name="connsiteY9" fmla="*/ 14489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2144" h="6858001">
                <a:moveTo>
                  <a:pt x="336026" y="0"/>
                </a:moveTo>
                <a:lnTo>
                  <a:pt x="1005095" y="0"/>
                </a:lnTo>
                <a:lnTo>
                  <a:pt x="1005095" y="1"/>
                </a:lnTo>
                <a:lnTo>
                  <a:pt x="4962144" y="1"/>
                </a:lnTo>
                <a:lnTo>
                  <a:pt x="4962144" y="6858001"/>
                </a:lnTo>
                <a:lnTo>
                  <a:pt x="1005095" y="6858001"/>
                </a:lnTo>
                <a:lnTo>
                  <a:pt x="336026" y="6858001"/>
                </a:lnTo>
                <a:lnTo>
                  <a:pt x="295644" y="6713106"/>
                </a:lnTo>
                <a:cubicBezTo>
                  <a:pt x="117274" y="6001376"/>
                  <a:pt x="0" y="4796077"/>
                  <a:pt x="0" y="3429001"/>
                </a:cubicBezTo>
                <a:cubicBezTo>
                  <a:pt x="0" y="2061926"/>
                  <a:pt x="117274" y="856626"/>
                  <a:pt x="295644" y="144896"/>
                </a:cubicBezTo>
                <a:close/>
              </a:path>
            </a:pathLst>
          </a:custGeom>
          <a:solidFill>
            <a:schemeClr val="accent3"/>
          </a:solidFill>
        </p:spPr>
        <p:txBody>
          <a:bodyPr wrap="square">
            <a:noAutofit/>
          </a:bodyPr>
          <a:lstStyle>
            <a:lvl1pPr>
              <a:defRPr>
                <a:noFill/>
              </a:defRPr>
            </a:lvl1pPr>
          </a:lstStyle>
          <a:p>
            <a:endParaRPr lang="fr-FR"/>
          </a:p>
        </p:txBody>
      </p:sp>
    </p:spTree>
    <p:custDataLst>
      <p:tags r:id="rId1"/>
    </p:custDataLst>
    <p:extLst>
      <p:ext uri="{BB962C8B-B14F-4D97-AF65-F5344CB8AC3E}">
        <p14:creationId xmlns:p14="http://schemas.microsoft.com/office/powerpoint/2010/main" val="743795328"/>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3_ Text | title subtitle only">
    <p:spTree>
      <p:nvGrpSpPr>
        <p:cNvPr id="1" name=""/>
        <p:cNvGrpSpPr/>
        <p:nvPr/>
      </p:nvGrpSpPr>
      <p:grpSpPr>
        <a:xfrm>
          <a:off x="0" y="0"/>
          <a:ext cx="0" cy="0"/>
          <a:chOff x="0" y="0"/>
          <a:chExt cx="0" cy="0"/>
        </a:xfrm>
      </p:grpSpPr>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2" name="Titre 1">
            <a:extLst>
              <a:ext uri="{FF2B5EF4-FFF2-40B4-BE49-F238E27FC236}">
                <a16:creationId xmlns:a16="http://schemas.microsoft.com/office/drawing/2014/main" id="{D75F6318-4AF8-4C78-8C5D-D38F344AF06F}"/>
              </a:ext>
            </a:extLst>
          </p:cNvPr>
          <p:cNvSpPr>
            <a:spLocks noGrp="1"/>
          </p:cNvSpPr>
          <p:nvPr>
            <p:ph type="title" hasCustomPrompt="1"/>
          </p:nvPr>
        </p:nvSpPr>
        <p:spPr/>
        <p:txBody>
          <a:bodyPr/>
          <a:lstStyle>
            <a:lvl1pPr>
              <a:defRPr/>
            </a:lvl1pPr>
          </a:lstStyle>
          <a:p>
            <a:r>
              <a:rPr lang="fr-FR"/>
              <a:t>Click to add title</a:t>
            </a:r>
          </a:p>
        </p:txBody>
      </p:sp>
      <p:sp>
        <p:nvSpPr>
          <p:cNvPr id="14" name="Espace réservé du texte 13">
            <a:extLst>
              <a:ext uri="{FF2B5EF4-FFF2-40B4-BE49-F238E27FC236}">
                <a16:creationId xmlns:a16="http://schemas.microsoft.com/office/drawing/2014/main" id="{09F99F1C-6B58-40E1-A2EF-ED51E7BFB669}"/>
              </a:ext>
            </a:extLst>
          </p:cNvPr>
          <p:cNvSpPr>
            <a:spLocks noGrp="1"/>
          </p:cNvSpPr>
          <p:nvPr>
            <p:ph type="body" sz="quarter" idx="12" hasCustomPrompt="1"/>
          </p:nvPr>
        </p:nvSpPr>
        <p:spPr>
          <a:xfrm>
            <a:off x="431006" y="1376116"/>
            <a:ext cx="17425988" cy="440974"/>
          </a:xfrm>
          <a:prstGeom prst="rect">
            <a:avLst/>
          </a:prstGeom>
        </p:spPr>
        <p:txBody>
          <a:bodyPr lIns="72000">
            <a:normAutofit/>
          </a:bodyPr>
          <a:lstStyle>
            <a:lvl1pPr marL="0" indent="0">
              <a:buNone/>
              <a:defRPr sz="2400" b="0" cap="all" baseline="0">
                <a:solidFill>
                  <a:schemeClr val="accent1"/>
                </a:solidFill>
                <a:latin typeface="+mn-lt"/>
                <a:cs typeface="Quire Sans" panose="020B0502040400020003" pitchFamily="34" charset="0"/>
              </a:defRPr>
            </a:lvl1pPr>
          </a:lstStyle>
          <a:p>
            <a:pPr lvl="0"/>
            <a:r>
              <a:rPr lang="fr-FR"/>
              <a:t>Click to add sub title</a:t>
            </a:r>
          </a:p>
        </p:txBody>
      </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4" name="Espace réservé du pied de page 10">
            <a:extLst>
              <a:ext uri="{FF2B5EF4-FFF2-40B4-BE49-F238E27FC236}">
                <a16:creationId xmlns:a16="http://schemas.microsoft.com/office/drawing/2014/main" id="{5C60B2D5-C5FC-0EEB-CCF8-A923F9211B0F}"/>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3" name="Espace réservé du tableau 5">
            <a:extLst>
              <a:ext uri="{FF2B5EF4-FFF2-40B4-BE49-F238E27FC236}">
                <a16:creationId xmlns:a16="http://schemas.microsoft.com/office/drawing/2014/main" id="{46A6CFA6-AC66-113B-DECA-E1D600E5CDDA}"/>
              </a:ext>
            </a:extLst>
          </p:cNvPr>
          <p:cNvSpPr>
            <a:spLocks noGrp="1"/>
          </p:cNvSpPr>
          <p:nvPr>
            <p:ph type="tbl" sz="quarter" idx="11"/>
          </p:nvPr>
        </p:nvSpPr>
        <p:spPr>
          <a:xfrm>
            <a:off x="488158" y="2650225"/>
            <a:ext cx="17368838" cy="6326006"/>
          </a:xfrm>
        </p:spPr>
        <p:txBody>
          <a:bodyPr/>
          <a:lstStyle/>
          <a:p>
            <a:endParaRPr lang="fr-FR"/>
          </a:p>
        </p:txBody>
      </p:sp>
    </p:spTree>
    <p:custDataLst>
      <p:tags r:id="rId1"/>
    </p:custDataLst>
    <p:extLst>
      <p:ext uri="{BB962C8B-B14F-4D97-AF65-F5344CB8AC3E}">
        <p14:creationId xmlns:p14="http://schemas.microsoft.com/office/powerpoint/2010/main" val="128845697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4_ Text | title subtitle only">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82491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Tree>
    <p:custDataLst>
      <p:tags r:id="rId1"/>
    </p:custDataLst>
    <p:extLst>
      <p:ext uri="{BB962C8B-B14F-4D97-AF65-F5344CB8AC3E}">
        <p14:creationId xmlns:p14="http://schemas.microsoft.com/office/powerpoint/2010/main" val="51293561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2_ Text | title subtitle only">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261511B-6297-730A-4AF1-CF07B124E855}"/>
              </a:ext>
            </a:extLst>
          </p:cNvPr>
          <p:cNvSpPr>
            <a:spLocks noGrp="1"/>
          </p:cNvSpPr>
          <p:nvPr>
            <p:ph type="title" idx="10" hasCustomPrompt="1"/>
          </p:nvPr>
        </p:nvSpPr>
        <p:spPr>
          <a:xfrm>
            <a:off x="431800" y="573951"/>
            <a:ext cx="17424401" cy="742517"/>
          </a:xfrm>
        </p:spPr>
        <p:txBody>
          <a:bodyPr/>
          <a:lstStyle>
            <a:lvl1pPr>
              <a:defRPr/>
            </a:lvl1pPr>
          </a:lstStyle>
          <a:p>
            <a:r>
              <a:rPr lang="fr-FR"/>
              <a:t>Click to </a:t>
            </a:r>
            <a:r>
              <a:rPr lang="fr-FR" err="1"/>
              <a:t>add</a:t>
            </a:r>
            <a:r>
              <a:rPr lang="fr-FR"/>
              <a:t> </a:t>
            </a:r>
            <a:r>
              <a:rPr lang="fr-FR" err="1"/>
              <a:t>title</a:t>
            </a:r>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3" name="Espace réservé du graphique 5">
            <a:extLst>
              <a:ext uri="{FF2B5EF4-FFF2-40B4-BE49-F238E27FC236}">
                <a16:creationId xmlns:a16="http://schemas.microsoft.com/office/drawing/2014/main" id="{62A67A85-F52C-3739-05CB-BA5B35916F68}"/>
              </a:ext>
            </a:extLst>
          </p:cNvPr>
          <p:cNvSpPr>
            <a:spLocks noGrp="1"/>
          </p:cNvSpPr>
          <p:nvPr>
            <p:ph type="chart" sz="quarter" idx="11"/>
          </p:nvPr>
        </p:nvSpPr>
        <p:spPr>
          <a:xfrm>
            <a:off x="566977" y="1937032"/>
            <a:ext cx="17023319" cy="3605663"/>
          </a:xfrm>
        </p:spPr>
        <p:txBody>
          <a:bodyPr/>
          <a:lstStyle/>
          <a:p>
            <a:endParaRPr lang="fr-FR"/>
          </a:p>
        </p:txBody>
      </p:sp>
      <p:sp>
        <p:nvSpPr>
          <p:cNvPr id="6" name="Espace réservé du graphique 7">
            <a:extLst>
              <a:ext uri="{FF2B5EF4-FFF2-40B4-BE49-F238E27FC236}">
                <a16:creationId xmlns:a16="http://schemas.microsoft.com/office/drawing/2014/main" id="{B5BD902B-26A2-D7A8-F511-A6F5357DBB50}"/>
              </a:ext>
            </a:extLst>
          </p:cNvPr>
          <p:cNvSpPr>
            <a:spLocks noGrp="1"/>
          </p:cNvSpPr>
          <p:nvPr>
            <p:ph type="chart" sz="quarter" idx="12"/>
          </p:nvPr>
        </p:nvSpPr>
        <p:spPr>
          <a:xfrm>
            <a:off x="568330" y="5959053"/>
            <a:ext cx="17021966" cy="3605663"/>
          </a:xfrm>
        </p:spPr>
        <p:txBody>
          <a:bodyPr/>
          <a:lstStyle/>
          <a:p>
            <a:endParaRPr lang="fr-FR"/>
          </a:p>
        </p:txBody>
      </p:sp>
    </p:spTree>
    <p:custDataLst>
      <p:tags r:id="rId1"/>
    </p:custDataLst>
    <p:extLst>
      <p:ext uri="{BB962C8B-B14F-4D97-AF65-F5344CB8AC3E}">
        <p14:creationId xmlns:p14="http://schemas.microsoft.com/office/powerpoint/2010/main" val="36406168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1_ Text | title subtitle only">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261511B-6297-730A-4AF1-CF07B124E855}"/>
              </a:ext>
            </a:extLst>
          </p:cNvPr>
          <p:cNvSpPr>
            <a:spLocks noGrp="1"/>
          </p:cNvSpPr>
          <p:nvPr>
            <p:ph type="title" idx="10" hasCustomPrompt="1"/>
          </p:nvPr>
        </p:nvSpPr>
        <p:spPr>
          <a:xfrm>
            <a:off x="431800" y="573951"/>
            <a:ext cx="17424401" cy="742517"/>
          </a:xfrm>
        </p:spPr>
        <p:txBody>
          <a:bodyPr/>
          <a:lstStyle>
            <a:lvl1pPr>
              <a:defRPr/>
            </a:lvl1pPr>
          </a:lstStyle>
          <a:p>
            <a:r>
              <a:rPr lang="fr-FR"/>
              <a:t>Click to </a:t>
            </a:r>
            <a:r>
              <a:rPr lang="fr-FR" err="1"/>
              <a:t>add</a:t>
            </a:r>
            <a:r>
              <a:rPr lang="fr-FR"/>
              <a:t> </a:t>
            </a:r>
            <a:r>
              <a:rPr lang="fr-FR" err="1"/>
              <a:t>title</a:t>
            </a:r>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grpSp>
        <p:nvGrpSpPr>
          <p:cNvPr id="54" name="Groupe 53">
            <a:extLst>
              <a:ext uri="{FF2B5EF4-FFF2-40B4-BE49-F238E27FC236}">
                <a16:creationId xmlns:a16="http://schemas.microsoft.com/office/drawing/2014/main" id="{33D10F4F-D6AD-043D-A429-3E178CE8D1B3}"/>
              </a:ext>
            </a:extLst>
          </p:cNvPr>
          <p:cNvGrpSpPr/>
          <p:nvPr userDrawn="1"/>
        </p:nvGrpSpPr>
        <p:grpSpPr>
          <a:xfrm>
            <a:off x="5103814" y="2670088"/>
            <a:ext cx="11665487" cy="2157092"/>
            <a:chOff x="3402542" y="1390068"/>
            <a:chExt cx="7776991" cy="1624481"/>
          </a:xfrm>
        </p:grpSpPr>
        <p:sp>
          <p:nvSpPr>
            <p:cNvPr id="6" name="Rectangle 5">
              <a:extLst>
                <a:ext uri="{FF2B5EF4-FFF2-40B4-BE49-F238E27FC236}">
                  <a16:creationId xmlns:a16="http://schemas.microsoft.com/office/drawing/2014/main" id="{BFB58A7F-C86D-0F1C-D21E-713C7A7955DC}"/>
                </a:ext>
              </a:extLst>
            </p:cNvPr>
            <p:cNvSpPr/>
            <p:nvPr userDrawn="1"/>
          </p:nvSpPr>
          <p:spPr>
            <a:xfrm>
              <a:off x="3402542" y="1390068"/>
              <a:ext cx="7776991" cy="16244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cxnSp>
          <p:nvCxnSpPr>
            <p:cNvPr id="31" name="Connecteur droit 30">
              <a:extLst>
                <a:ext uri="{FF2B5EF4-FFF2-40B4-BE49-F238E27FC236}">
                  <a16:creationId xmlns:a16="http://schemas.microsoft.com/office/drawing/2014/main" id="{84D1F9B6-114B-7362-17C5-982CA31F7370}"/>
                </a:ext>
              </a:extLst>
            </p:cNvPr>
            <p:cNvCxnSpPr>
              <a:cxnSpLocks/>
            </p:cNvCxnSpPr>
            <p:nvPr userDrawn="1"/>
          </p:nvCxnSpPr>
          <p:spPr>
            <a:xfrm rot="5400000">
              <a:off x="5433911" y="2312306"/>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1D07B50E-DC6C-D95B-F9FB-FDB4F9F50F36}"/>
                </a:ext>
              </a:extLst>
            </p:cNvPr>
            <p:cNvCxnSpPr>
              <a:cxnSpLocks/>
            </p:cNvCxnSpPr>
            <p:nvPr userDrawn="1"/>
          </p:nvCxnSpPr>
          <p:spPr>
            <a:xfrm rot="5400000">
              <a:off x="8026242" y="2312306"/>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41B5CB79-F613-5382-E105-1D5C660C5D67}"/>
              </a:ext>
            </a:extLst>
          </p:cNvPr>
          <p:cNvSpPr/>
          <p:nvPr userDrawn="1"/>
        </p:nvSpPr>
        <p:spPr>
          <a:xfrm>
            <a:off x="556454" y="4790425"/>
            <a:ext cx="4547361" cy="444806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7" name="Group 13">
            <a:extLst>
              <a:ext uri="{FF2B5EF4-FFF2-40B4-BE49-F238E27FC236}">
                <a16:creationId xmlns:a16="http://schemas.microsoft.com/office/drawing/2014/main" id="{B2630822-9CD3-CFC0-6752-7734CBC55A77}"/>
              </a:ext>
            </a:extLst>
          </p:cNvPr>
          <p:cNvGrpSpPr/>
          <p:nvPr userDrawn="1"/>
        </p:nvGrpSpPr>
        <p:grpSpPr>
          <a:xfrm>
            <a:off x="431007" y="4525343"/>
            <a:ext cx="3592353" cy="530164"/>
            <a:chOff x="381011" y="1338868"/>
            <a:chExt cx="2394902" cy="353497"/>
          </a:xfrm>
        </p:grpSpPr>
        <p:sp>
          <p:nvSpPr>
            <p:cNvPr id="9" name="ZoneTexte 7">
              <a:extLst>
                <a:ext uri="{FF2B5EF4-FFF2-40B4-BE49-F238E27FC236}">
                  <a16:creationId xmlns:a16="http://schemas.microsoft.com/office/drawing/2014/main" id="{4B148945-D170-078B-BB1B-B60028F7972D}"/>
                </a:ext>
              </a:extLst>
            </p:cNvPr>
            <p:cNvSpPr txBox="1"/>
            <p:nvPr/>
          </p:nvSpPr>
          <p:spPr>
            <a:xfrm>
              <a:off x="381011" y="1338868"/>
              <a:ext cx="2394902" cy="277041"/>
            </a:xfrm>
            <a:prstGeom prst="rect">
              <a:avLst/>
            </a:prstGeom>
            <a:solidFill>
              <a:schemeClr val="accent2"/>
            </a:solidFill>
          </p:spPr>
          <p:txBody>
            <a:bodyPr wrap="square">
              <a:spAutoFit/>
            </a:bodyPr>
            <a:lstStyle/>
            <a:p>
              <a:pPr algn="ctr"/>
              <a:r>
                <a:rPr lang="fr-FR" sz="2100">
                  <a:solidFill>
                    <a:schemeClr val="bg1"/>
                  </a:solidFill>
                  <a:latin typeface="+mj-lt"/>
                </a:rPr>
                <a:t>Niveau maîtrise du poste</a:t>
              </a:r>
            </a:p>
          </p:txBody>
        </p:sp>
        <p:sp>
          <p:nvSpPr>
            <p:cNvPr id="10" name="Triangle rectangle 8">
              <a:extLst>
                <a:ext uri="{FF2B5EF4-FFF2-40B4-BE49-F238E27FC236}">
                  <a16:creationId xmlns:a16="http://schemas.microsoft.com/office/drawing/2014/main" id="{4C6A9C2E-F44C-0D22-FA17-2B9F610394BD}"/>
                </a:ext>
              </a:extLst>
            </p:cNvPr>
            <p:cNvSpPr/>
            <p:nvPr/>
          </p:nvSpPr>
          <p:spPr>
            <a:xfrm rot="16200000" flipH="1">
              <a:off x="404481" y="1623176"/>
              <a:ext cx="45719" cy="92659"/>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grpSp>
        <p:nvGrpSpPr>
          <p:cNvPr id="11" name="Group 13">
            <a:extLst>
              <a:ext uri="{FF2B5EF4-FFF2-40B4-BE49-F238E27FC236}">
                <a16:creationId xmlns:a16="http://schemas.microsoft.com/office/drawing/2014/main" id="{54B366CF-FA68-A1FF-CF41-93870B7BE78D}"/>
              </a:ext>
            </a:extLst>
          </p:cNvPr>
          <p:cNvGrpSpPr/>
          <p:nvPr userDrawn="1"/>
        </p:nvGrpSpPr>
        <p:grpSpPr>
          <a:xfrm>
            <a:off x="4966238" y="2441155"/>
            <a:ext cx="3036287" cy="530164"/>
            <a:chOff x="381010" y="1338868"/>
            <a:chExt cx="2024191" cy="353497"/>
          </a:xfrm>
        </p:grpSpPr>
        <p:sp>
          <p:nvSpPr>
            <p:cNvPr id="12" name="ZoneTexte 7">
              <a:extLst>
                <a:ext uri="{FF2B5EF4-FFF2-40B4-BE49-F238E27FC236}">
                  <a16:creationId xmlns:a16="http://schemas.microsoft.com/office/drawing/2014/main" id="{C9064E96-C02C-B010-1083-0F043E578A9C}"/>
                </a:ext>
              </a:extLst>
            </p:cNvPr>
            <p:cNvSpPr txBox="1"/>
            <p:nvPr/>
          </p:nvSpPr>
          <p:spPr>
            <a:xfrm>
              <a:off x="381010" y="1338868"/>
              <a:ext cx="2024191" cy="277041"/>
            </a:xfrm>
            <a:prstGeom prst="rect">
              <a:avLst/>
            </a:prstGeom>
            <a:solidFill>
              <a:schemeClr val="accent3"/>
            </a:solidFill>
          </p:spPr>
          <p:txBody>
            <a:bodyPr wrap="square">
              <a:spAutoFit/>
            </a:bodyPr>
            <a:lstStyle/>
            <a:p>
              <a:pPr algn="ctr"/>
              <a:r>
                <a:rPr lang="fr-FR" sz="2100">
                  <a:solidFill>
                    <a:schemeClr val="bg1"/>
                  </a:solidFill>
                  <a:latin typeface="+mj-lt"/>
                </a:rPr>
                <a:t>Potentiel d’évolution</a:t>
              </a:r>
            </a:p>
          </p:txBody>
        </p:sp>
        <p:sp>
          <p:nvSpPr>
            <p:cNvPr id="13" name="Triangle rectangle 8">
              <a:extLst>
                <a:ext uri="{FF2B5EF4-FFF2-40B4-BE49-F238E27FC236}">
                  <a16:creationId xmlns:a16="http://schemas.microsoft.com/office/drawing/2014/main" id="{AE3A5B6C-D02C-EB19-D94D-6DFA08D3C3C1}"/>
                </a:ext>
              </a:extLst>
            </p:cNvPr>
            <p:cNvSpPr/>
            <p:nvPr/>
          </p:nvSpPr>
          <p:spPr>
            <a:xfrm rot="16200000" flipH="1">
              <a:off x="404481" y="1623176"/>
              <a:ext cx="45719" cy="92659"/>
            </a:xfrm>
            <a:prstGeom prst="r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sp>
        <p:nvSpPr>
          <p:cNvPr id="14" name="ZoneTexte 13">
            <a:extLst>
              <a:ext uri="{FF2B5EF4-FFF2-40B4-BE49-F238E27FC236}">
                <a16:creationId xmlns:a16="http://schemas.microsoft.com/office/drawing/2014/main" id="{393F4DA5-54F7-FAF3-C40F-52629DF88A5D}"/>
              </a:ext>
            </a:extLst>
          </p:cNvPr>
          <p:cNvSpPr txBox="1"/>
          <p:nvPr userDrawn="1"/>
        </p:nvSpPr>
        <p:spPr>
          <a:xfrm>
            <a:off x="569996" y="5127081"/>
            <a:ext cx="4547361" cy="923330"/>
          </a:xfrm>
          <a:prstGeom prst="rect">
            <a:avLst/>
          </a:prstGeom>
          <a:noFill/>
        </p:spPr>
        <p:txBody>
          <a:bodyPr wrap="square">
            <a:spAutoFit/>
          </a:bodyPr>
          <a:lstStyle/>
          <a:p>
            <a:pPr marL="0" algn="ctr" defTabSz="1371417" rtl="0" eaLnBrk="1" latinLnBrk="0" hangingPunct="1"/>
            <a:r>
              <a:rPr lang="fr-FR" sz="2700" b="1" kern="1200">
                <a:gradFill>
                  <a:gsLst>
                    <a:gs pos="0">
                      <a:schemeClr val="bg2"/>
                    </a:gs>
                    <a:gs pos="100000">
                      <a:schemeClr val="tx2"/>
                    </a:gs>
                  </a:gsLst>
                  <a:lin ang="1800000" scaled="0"/>
                </a:gradFill>
                <a:latin typeface="+mj-lt"/>
                <a:ea typeface="+mn-ea"/>
                <a:cs typeface="+mn-cs"/>
              </a:rPr>
              <a:t>3</a:t>
            </a:r>
          </a:p>
          <a:p>
            <a:pPr algn="ctr"/>
            <a:r>
              <a:rPr lang="fr-FR" sz="1350">
                <a:solidFill>
                  <a:schemeClr val="accent1"/>
                </a:solidFill>
              </a:rPr>
              <a:t>Le collaborateur dépasse les attentes</a:t>
            </a:r>
            <a:br>
              <a:rPr lang="fr-FR" sz="1350">
                <a:solidFill>
                  <a:schemeClr val="accent1"/>
                </a:solidFill>
              </a:rPr>
            </a:br>
            <a:r>
              <a:rPr lang="fr-FR" sz="1350">
                <a:solidFill>
                  <a:schemeClr val="accent1"/>
                </a:solidFill>
              </a:rPr>
              <a:t>du poste. C’est une référence dans l’équipe</a:t>
            </a:r>
          </a:p>
        </p:txBody>
      </p:sp>
      <p:sp>
        <p:nvSpPr>
          <p:cNvPr id="18" name="ZoneTexte 17">
            <a:extLst>
              <a:ext uri="{FF2B5EF4-FFF2-40B4-BE49-F238E27FC236}">
                <a16:creationId xmlns:a16="http://schemas.microsoft.com/office/drawing/2014/main" id="{B092FDA2-AD27-2DD1-9ACD-3F2F486B0B04}"/>
              </a:ext>
            </a:extLst>
          </p:cNvPr>
          <p:cNvSpPr txBox="1"/>
          <p:nvPr userDrawn="1"/>
        </p:nvSpPr>
        <p:spPr>
          <a:xfrm>
            <a:off x="569996" y="6551195"/>
            <a:ext cx="4547361" cy="923330"/>
          </a:xfrm>
          <a:prstGeom prst="rect">
            <a:avLst/>
          </a:prstGeom>
          <a:noFill/>
        </p:spPr>
        <p:txBody>
          <a:bodyPr wrap="square">
            <a:spAutoFit/>
          </a:bodyPr>
          <a:lstStyle/>
          <a:p>
            <a:pPr marL="0" algn="ctr" defTabSz="1371417" rtl="0" eaLnBrk="1" latinLnBrk="0" hangingPunct="1"/>
            <a:r>
              <a:rPr lang="fr-FR" sz="2700" b="1" kern="1200">
                <a:gradFill>
                  <a:gsLst>
                    <a:gs pos="0">
                      <a:schemeClr val="bg2"/>
                    </a:gs>
                    <a:gs pos="100000">
                      <a:schemeClr val="tx2"/>
                    </a:gs>
                  </a:gsLst>
                  <a:lin ang="1800000" scaled="0"/>
                </a:gradFill>
                <a:latin typeface="+mj-lt"/>
                <a:ea typeface="+mn-ea"/>
                <a:cs typeface="+mn-cs"/>
              </a:rPr>
              <a:t>2</a:t>
            </a:r>
          </a:p>
          <a:p>
            <a:pPr algn="ctr"/>
            <a:r>
              <a:rPr lang="fr-FR" sz="1350">
                <a:solidFill>
                  <a:schemeClr val="accent1"/>
                </a:solidFill>
              </a:rPr>
              <a:t>Le collaborateur répond aux attentes</a:t>
            </a:r>
            <a:br>
              <a:rPr lang="fr-FR" sz="1350">
                <a:solidFill>
                  <a:schemeClr val="accent1"/>
                </a:solidFill>
              </a:rPr>
            </a:br>
            <a:r>
              <a:rPr lang="fr-FR" sz="1350">
                <a:solidFill>
                  <a:schemeClr val="accent1"/>
                </a:solidFill>
              </a:rPr>
              <a:t>du poste et occupe son poste en toute autonomie </a:t>
            </a:r>
          </a:p>
        </p:txBody>
      </p:sp>
      <p:sp>
        <p:nvSpPr>
          <p:cNvPr id="19" name="ZoneTexte 18">
            <a:extLst>
              <a:ext uri="{FF2B5EF4-FFF2-40B4-BE49-F238E27FC236}">
                <a16:creationId xmlns:a16="http://schemas.microsoft.com/office/drawing/2014/main" id="{AF26264F-FBF5-52CF-A2D3-F7F97584920A}"/>
              </a:ext>
            </a:extLst>
          </p:cNvPr>
          <p:cNvSpPr txBox="1"/>
          <p:nvPr userDrawn="1"/>
        </p:nvSpPr>
        <p:spPr>
          <a:xfrm>
            <a:off x="569996" y="7952631"/>
            <a:ext cx="4547361" cy="923330"/>
          </a:xfrm>
          <a:prstGeom prst="rect">
            <a:avLst/>
          </a:prstGeom>
          <a:noFill/>
        </p:spPr>
        <p:txBody>
          <a:bodyPr wrap="square">
            <a:spAutoFit/>
          </a:bodyPr>
          <a:lstStyle/>
          <a:p>
            <a:pPr marL="0" algn="ctr" defTabSz="1371417" rtl="0" eaLnBrk="1" latinLnBrk="0" hangingPunct="1"/>
            <a:r>
              <a:rPr lang="fr-FR" sz="2700" b="1" kern="1200">
                <a:gradFill>
                  <a:gsLst>
                    <a:gs pos="0">
                      <a:schemeClr val="bg2"/>
                    </a:gs>
                    <a:gs pos="100000">
                      <a:schemeClr val="tx2"/>
                    </a:gs>
                  </a:gsLst>
                  <a:lin ang="1800000" scaled="0"/>
                </a:gradFill>
                <a:latin typeface="+mj-lt"/>
                <a:ea typeface="+mn-ea"/>
                <a:cs typeface="+mn-cs"/>
              </a:rPr>
              <a:t>1</a:t>
            </a:r>
          </a:p>
          <a:p>
            <a:pPr algn="ctr"/>
            <a:r>
              <a:rPr lang="fr-FR" sz="1350">
                <a:solidFill>
                  <a:schemeClr val="accent1"/>
                </a:solidFill>
              </a:rPr>
              <a:t>Le collaborateur est en deçà des attentes</a:t>
            </a:r>
            <a:br>
              <a:rPr lang="fr-FR" sz="1350">
                <a:solidFill>
                  <a:schemeClr val="accent1"/>
                </a:solidFill>
              </a:rPr>
            </a:br>
            <a:r>
              <a:rPr lang="fr-FR" sz="1350">
                <a:solidFill>
                  <a:schemeClr val="accent1"/>
                </a:solidFill>
              </a:rPr>
              <a:t>sur son poste et/ ou n’est pas autonome sur son poste</a:t>
            </a:r>
          </a:p>
        </p:txBody>
      </p:sp>
      <p:cxnSp>
        <p:nvCxnSpPr>
          <p:cNvPr id="22" name="Connecteur droit 21">
            <a:extLst>
              <a:ext uri="{FF2B5EF4-FFF2-40B4-BE49-F238E27FC236}">
                <a16:creationId xmlns:a16="http://schemas.microsoft.com/office/drawing/2014/main" id="{1ED7EE43-45DA-49CF-0C1C-FD56A68DC206}"/>
              </a:ext>
            </a:extLst>
          </p:cNvPr>
          <p:cNvCxnSpPr>
            <a:cxnSpLocks/>
          </p:cNvCxnSpPr>
          <p:nvPr userDrawn="1"/>
        </p:nvCxnSpPr>
        <p:spPr>
          <a:xfrm>
            <a:off x="826698" y="6369771"/>
            <a:ext cx="3901965"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BC8FDF4B-9987-733A-E7BE-36F08E787AB8}"/>
              </a:ext>
            </a:extLst>
          </p:cNvPr>
          <p:cNvCxnSpPr>
            <a:cxnSpLocks/>
          </p:cNvCxnSpPr>
          <p:nvPr userDrawn="1"/>
        </p:nvCxnSpPr>
        <p:spPr>
          <a:xfrm>
            <a:off x="826698" y="7771204"/>
            <a:ext cx="3901965"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357F95A3-D3FC-B239-76AB-0D61C50E07AB}"/>
              </a:ext>
            </a:extLst>
          </p:cNvPr>
          <p:cNvCxnSpPr>
            <a:cxnSpLocks/>
          </p:cNvCxnSpPr>
          <p:nvPr userDrawn="1"/>
        </p:nvCxnSpPr>
        <p:spPr>
          <a:xfrm>
            <a:off x="5243133" y="6369771"/>
            <a:ext cx="11321574"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71E004B3-C44F-C08C-A1F0-F2C6E78C2016}"/>
              </a:ext>
            </a:extLst>
          </p:cNvPr>
          <p:cNvCxnSpPr>
            <a:cxnSpLocks/>
          </p:cNvCxnSpPr>
          <p:nvPr userDrawn="1"/>
        </p:nvCxnSpPr>
        <p:spPr>
          <a:xfrm>
            <a:off x="5243133" y="7827850"/>
            <a:ext cx="11321574"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30" name="ZoneTexte 29">
            <a:extLst>
              <a:ext uri="{FF2B5EF4-FFF2-40B4-BE49-F238E27FC236}">
                <a16:creationId xmlns:a16="http://schemas.microsoft.com/office/drawing/2014/main" id="{533334D4-7D5E-BED8-43F8-39B16024231B}"/>
              </a:ext>
            </a:extLst>
          </p:cNvPr>
          <p:cNvSpPr txBox="1"/>
          <p:nvPr userDrawn="1"/>
        </p:nvSpPr>
        <p:spPr>
          <a:xfrm>
            <a:off x="5117357" y="3095473"/>
            <a:ext cx="3874950" cy="1131079"/>
          </a:xfrm>
          <a:prstGeom prst="rect">
            <a:avLst/>
          </a:prstGeom>
          <a:noFill/>
        </p:spPr>
        <p:txBody>
          <a:bodyPr wrap="square">
            <a:spAutoFit/>
          </a:bodyPr>
          <a:lstStyle/>
          <a:p>
            <a:pPr algn="ctr"/>
            <a:r>
              <a:rPr lang="fr-FR" sz="2700" b="1">
                <a:gradFill>
                  <a:gsLst>
                    <a:gs pos="0">
                      <a:schemeClr val="bg2"/>
                    </a:gs>
                    <a:gs pos="100000">
                      <a:schemeClr val="tx2"/>
                    </a:gs>
                  </a:gsLst>
                  <a:lin ang="1800000" scaled="0"/>
                </a:gradFill>
                <a:latin typeface="+mj-lt"/>
              </a:rPr>
              <a:t>1</a:t>
            </a:r>
          </a:p>
          <a:p>
            <a:pPr algn="ctr"/>
            <a:r>
              <a:rPr lang="fr-FR" sz="1350">
                <a:solidFill>
                  <a:schemeClr val="accent1"/>
                </a:solidFill>
              </a:rPr>
              <a:t>La personne ne démontre pas de</a:t>
            </a:r>
            <a:br>
              <a:rPr lang="fr-FR" sz="1350">
                <a:solidFill>
                  <a:schemeClr val="accent1"/>
                </a:solidFill>
              </a:rPr>
            </a:br>
            <a:r>
              <a:rPr lang="fr-FR" sz="1350">
                <a:solidFill>
                  <a:schemeClr val="accent1"/>
                </a:solidFill>
              </a:rPr>
              <a:t>potentiel d’évolution au delà de son domaine d’expertise et son périmètre</a:t>
            </a:r>
          </a:p>
        </p:txBody>
      </p:sp>
      <p:grpSp>
        <p:nvGrpSpPr>
          <p:cNvPr id="33" name="Groupe 32">
            <a:extLst>
              <a:ext uri="{FF2B5EF4-FFF2-40B4-BE49-F238E27FC236}">
                <a16:creationId xmlns:a16="http://schemas.microsoft.com/office/drawing/2014/main" id="{E9488A02-D324-BC87-E311-88C51382618A}"/>
              </a:ext>
            </a:extLst>
          </p:cNvPr>
          <p:cNvGrpSpPr/>
          <p:nvPr userDrawn="1"/>
        </p:nvGrpSpPr>
        <p:grpSpPr>
          <a:xfrm>
            <a:off x="8992309" y="4965938"/>
            <a:ext cx="3888497" cy="1281365"/>
            <a:chOff x="5994872" y="3144572"/>
            <a:chExt cx="2592331" cy="1121921"/>
          </a:xfrm>
        </p:grpSpPr>
        <p:cxnSp>
          <p:nvCxnSpPr>
            <p:cNvPr id="34" name="Connecteur droit 33">
              <a:extLst>
                <a:ext uri="{FF2B5EF4-FFF2-40B4-BE49-F238E27FC236}">
                  <a16:creationId xmlns:a16="http://schemas.microsoft.com/office/drawing/2014/main" id="{60DB528C-B6FA-921A-339C-404F2F726AC9}"/>
                </a:ext>
              </a:extLst>
            </p:cNvPr>
            <p:cNvCxnSpPr>
              <a:cxnSpLocks/>
            </p:cNvCxnSpPr>
            <p:nvPr/>
          </p:nvCxnSpPr>
          <p:spPr>
            <a:xfrm rot="5400000">
              <a:off x="5433911" y="3705533"/>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C830A6F9-9129-5781-576C-42290ACAA677}"/>
                </a:ext>
              </a:extLst>
            </p:cNvPr>
            <p:cNvCxnSpPr>
              <a:cxnSpLocks/>
            </p:cNvCxnSpPr>
            <p:nvPr/>
          </p:nvCxnSpPr>
          <p:spPr>
            <a:xfrm rot="5400000">
              <a:off x="8026242" y="3705533"/>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grpSp>
      <p:grpSp>
        <p:nvGrpSpPr>
          <p:cNvPr id="36" name="Groupe 35">
            <a:extLst>
              <a:ext uri="{FF2B5EF4-FFF2-40B4-BE49-F238E27FC236}">
                <a16:creationId xmlns:a16="http://schemas.microsoft.com/office/drawing/2014/main" id="{25A4BC1B-5146-90D4-0869-D2B7F4EFEA9B}"/>
              </a:ext>
            </a:extLst>
          </p:cNvPr>
          <p:cNvGrpSpPr/>
          <p:nvPr userDrawn="1"/>
        </p:nvGrpSpPr>
        <p:grpSpPr>
          <a:xfrm>
            <a:off x="8992309" y="6492237"/>
            <a:ext cx="3888497" cy="1213149"/>
            <a:chOff x="5994872" y="3144572"/>
            <a:chExt cx="2592331" cy="1121921"/>
          </a:xfrm>
        </p:grpSpPr>
        <p:cxnSp>
          <p:nvCxnSpPr>
            <p:cNvPr id="37" name="Connecteur droit 36">
              <a:extLst>
                <a:ext uri="{FF2B5EF4-FFF2-40B4-BE49-F238E27FC236}">
                  <a16:creationId xmlns:a16="http://schemas.microsoft.com/office/drawing/2014/main" id="{7B6A8FF4-C8E7-9F63-58F3-03DA76B0DA98}"/>
                </a:ext>
              </a:extLst>
            </p:cNvPr>
            <p:cNvCxnSpPr>
              <a:cxnSpLocks/>
            </p:cNvCxnSpPr>
            <p:nvPr/>
          </p:nvCxnSpPr>
          <p:spPr>
            <a:xfrm rot="5400000">
              <a:off x="5433911" y="3705533"/>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9325966C-97BE-D7F2-63DD-52640429FC20}"/>
                </a:ext>
              </a:extLst>
            </p:cNvPr>
            <p:cNvCxnSpPr>
              <a:cxnSpLocks/>
            </p:cNvCxnSpPr>
            <p:nvPr/>
          </p:nvCxnSpPr>
          <p:spPr>
            <a:xfrm rot="5400000">
              <a:off x="8026242" y="3705533"/>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grpSp>
      <p:grpSp>
        <p:nvGrpSpPr>
          <p:cNvPr id="39" name="Groupe 38">
            <a:extLst>
              <a:ext uri="{FF2B5EF4-FFF2-40B4-BE49-F238E27FC236}">
                <a16:creationId xmlns:a16="http://schemas.microsoft.com/office/drawing/2014/main" id="{662A9E9E-B2FD-4BEF-F9B8-1125DF850A22}"/>
              </a:ext>
            </a:extLst>
          </p:cNvPr>
          <p:cNvGrpSpPr/>
          <p:nvPr userDrawn="1"/>
        </p:nvGrpSpPr>
        <p:grpSpPr>
          <a:xfrm>
            <a:off x="8992307" y="7973631"/>
            <a:ext cx="3888497" cy="1061665"/>
            <a:chOff x="5994872" y="3144572"/>
            <a:chExt cx="2592331" cy="1121921"/>
          </a:xfrm>
        </p:grpSpPr>
        <p:cxnSp>
          <p:nvCxnSpPr>
            <p:cNvPr id="40" name="Connecteur droit 39">
              <a:extLst>
                <a:ext uri="{FF2B5EF4-FFF2-40B4-BE49-F238E27FC236}">
                  <a16:creationId xmlns:a16="http://schemas.microsoft.com/office/drawing/2014/main" id="{D2B2C1C8-D760-C975-B922-D442816CBB10}"/>
                </a:ext>
              </a:extLst>
            </p:cNvPr>
            <p:cNvCxnSpPr>
              <a:cxnSpLocks/>
            </p:cNvCxnSpPr>
            <p:nvPr/>
          </p:nvCxnSpPr>
          <p:spPr>
            <a:xfrm rot="5400000">
              <a:off x="5433911" y="3705533"/>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325D4076-6FB5-C570-7586-349213B6F7ED}"/>
                </a:ext>
              </a:extLst>
            </p:cNvPr>
            <p:cNvCxnSpPr>
              <a:cxnSpLocks/>
            </p:cNvCxnSpPr>
            <p:nvPr/>
          </p:nvCxnSpPr>
          <p:spPr>
            <a:xfrm rot="5400000">
              <a:off x="8026242" y="3705533"/>
              <a:ext cx="1121921" cy="0"/>
            </a:xfrm>
            <a:prstGeom prst="line">
              <a:avLst/>
            </a:prstGeom>
            <a:ln w="1270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grpSp>
      <p:sp>
        <p:nvSpPr>
          <p:cNvPr id="42" name="ZoneTexte 41">
            <a:extLst>
              <a:ext uri="{FF2B5EF4-FFF2-40B4-BE49-F238E27FC236}">
                <a16:creationId xmlns:a16="http://schemas.microsoft.com/office/drawing/2014/main" id="{270B94A6-77E9-CB75-B6FF-92F24EF43E5E}"/>
              </a:ext>
            </a:extLst>
          </p:cNvPr>
          <p:cNvSpPr txBox="1"/>
          <p:nvPr userDrawn="1"/>
        </p:nvSpPr>
        <p:spPr>
          <a:xfrm>
            <a:off x="9175216" y="3095473"/>
            <a:ext cx="3522683" cy="1131079"/>
          </a:xfrm>
          <a:prstGeom prst="rect">
            <a:avLst/>
          </a:prstGeom>
          <a:noFill/>
        </p:spPr>
        <p:txBody>
          <a:bodyPr wrap="square">
            <a:spAutoFit/>
          </a:bodyPr>
          <a:lstStyle/>
          <a:p>
            <a:pPr marL="0" algn="ctr" defTabSz="1371417" rtl="0" eaLnBrk="1" latinLnBrk="0" hangingPunct="1"/>
            <a:r>
              <a:rPr lang="fr-FR" sz="2700" b="1" kern="1200">
                <a:gradFill>
                  <a:gsLst>
                    <a:gs pos="0">
                      <a:schemeClr val="bg2"/>
                    </a:gs>
                    <a:gs pos="100000">
                      <a:schemeClr val="tx2"/>
                    </a:gs>
                  </a:gsLst>
                  <a:lin ang="1800000" scaled="0"/>
                </a:gradFill>
                <a:latin typeface="+mj-lt"/>
                <a:ea typeface="+mn-ea"/>
                <a:cs typeface="+mn-cs"/>
              </a:rPr>
              <a:t>2</a:t>
            </a:r>
          </a:p>
          <a:p>
            <a:pPr algn="ctr"/>
            <a:r>
              <a:rPr lang="fr-FR" sz="1350">
                <a:solidFill>
                  <a:schemeClr val="accent1"/>
                </a:solidFill>
              </a:rPr>
              <a:t>La personne est capable d’élargir son périmètre dans son métier ou d’évoluer sur un poste de même niveau de complexité.</a:t>
            </a:r>
          </a:p>
        </p:txBody>
      </p:sp>
      <p:sp>
        <p:nvSpPr>
          <p:cNvPr id="43" name="ZoneTexte 42">
            <a:extLst>
              <a:ext uri="{FF2B5EF4-FFF2-40B4-BE49-F238E27FC236}">
                <a16:creationId xmlns:a16="http://schemas.microsoft.com/office/drawing/2014/main" id="{3F1B4B8B-6282-F96F-EC3E-3559D6D431F9}"/>
              </a:ext>
            </a:extLst>
          </p:cNvPr>
          <p:cNvSpPr txBox="1"/>
          <p:nvPr userDrawn="1"/>
        </p:nvSpPr>
        <p:spPr>
          <a:xfrm>
            <a:off x="12880805" y="3095474"/>
            <a:ext cx="3874950" cy="1338828"/>
          </a:xfrm>
          <a:prstGeom prst="rect">
            <a:avLst/>
          </a:prstGeom>
          <a:noFill/>
        </p:spPr>
        <p:txBody>
          <a:bodyPr wrap="square">
            <a:spAutoFit/>
          </a:bodyPr>
          <a:lstStyle/>
          <a:p>
            <a:pPr marL="0" algn="ctr" defTabSz="1371417" rtl="0" eaLnBrk="1" latinLnBrk="0" hangingPunct="1"/>
            <a:r>
              <a:rPr lang="fr-FR" sz="2700" b="1" kern="1200">
                <a:gradFill>
                  <a:gsLst>
                    <a:gs pos="0">
                      <a:schemeClr val="bg2"/>
                    </a:gs>
                    <a:gs pos="100000">
                      <a:schemeClr val="tx2"/>
                    </a:gs>
                  </a:gsLst>
                  <a:lin ang="1800000" scaled="0"/>
                </a:gradFill>
                <a:latin typeface="+mj-lt"/>
                <a:ea typeface="+mn-ea"/>
                <a:cs typeface="+mn-cs"/>
              </a:rPr>
              <a:t>3</a:t>
            </a:r>
          </a:p>
          <a:p>
            <a:pPr algn="ctr"/>
            <a:r>
              <a:rPr lang="fr-FR" sz="1350">
                <a:solidFill>
                  <a:schemeClr val="accent1"/>
                </a:solidFill>
              </a:rPr>
              <a:t>La personne démontre clairement</a:t>
            </a:r>
            <a:br>
              <a:rPr lang="fr-FR" sz="1350">
                <a:solidFill>
                  <a:schemeClr val="accent1"/>
                </a:solidFill>
              </a:rPr>
            </a:br>
            <a:r>
              <a:rPr lang="fr-FR" sz="1350">
                <a:solidFill>
                  <a:schemeClr val="accent1"/>
                </a:solidFill>
              </a:rPr>
              <a:t>un potentiel d’évolution hiérarchique à N+2</a:t>
            </a:r>
          </a:p>
          <a:p>
            <a:pPr algn="ctr"/>
            <a:r>
              <a:rPr lang="fr-FR" sz="1350">
                <a:solidFill>
                  <a:schemeClr val="accent1"/>
                </a:solidFill>
              </a:rPr>
              <a:t>Elle est prête à occuper un poste de niveau de complexité supérieur, en dehors de son périmètre</a:t>
            </a:r>
          </a:p>
        </p:txBody>
      </p:sp>
      <p:sp>
        <p:nvSpPr>
          <p:cNvPr id="44" name="Espace réservé du texte 6">
            <a:extLst>
              <a:ext uri="{FF2B5EF4-FFF2-40B4-BE49-F238E27FC236}">
                <a16:creationId xmlns:a16="http://schemas.microsoft.com/office/drawing/2014/main" id="{7279542B-41E2-B750-40B2-32BB43545907}"/>
              </a:ext>
            </a:extLst>
          </p:cNvPr>
          <p:cNvSpPr>
            <a:spLocks noGrp="1"/>
          </p:cNvSpPr>
          <p:nvPr>
            <p:ph type="body" sz="quarter" idx="14" hasCustomPrompt="1"/>
          </p:nvPr>
        </p:nvSpPr>
        <p:spPr>
          <a:xfrm>
            <a:off x="5440458" y="5202241"/>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45" name="Espace réservé du texte 6">
            <a:extLst>
              <a:ext uri="{FF2B5EF4-FFF2-40B4-BE49-F238E27FC236}">
                <a16:creationId xmlns:a16="http://schemas.microsoft.com/office/drawing/2014/main" id="{B69532A8-FA85-9812-973F-16AA852E3A49}"/>
              </a:ext>
            </a:extLst>
          </p:cNvPr>
          <p:cNvSpPr>
            <a:spLocks noGrp="1"/>
          </p:cNvSpPr>
          <p:nvPr>
            <p:ph type="body" sz="quarter" idx="15" hasCustomPrompt="1"/>
          </p:nvPr>
        </p:nvSpPr>
        <p:spPr>
          <a:xfrm>
            <a:off x="9330455" y="5202241"/>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46" name="Espace réservé du texte 6">
            <a:extLst>
              <a:ext uri="{FF2B5EF4-FFF2-40B4-BE49-F238E27FC236}">
                <a16:creationId xmlns:a16="http://schemas.microsoft.com/office/drawing/2014/main" id="{879200D0-8C32-DD7F-ED7F-A3621570EFB0}"/>
              </a:ext>
            </a:extLst>
          </p:cNvPr>
          <p:cNvSpPr>
            <a:spLocks noGrp="1"/>
          </p:cNvSpPr>
          <p:nvPr>
            <p:ph type="body" sz="quarter" idx="18" hasCustomPrompt="1"/>
          </p:nvPr>
        </p:nvSpPr>
        <p:spPr>
          <a:xfrm>
            <a:off x="13220451" y="5202241"/>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47" name="Espace réservé du texte 6">
            <a:extLst>
              <a:ext uri="{FF2B5EF4-FFF2-40B4-BE49-F238E27FC236}">
                <a16:creationId xmlns:a16="http://schemas.microsoft.com/office/drawing/2014/main" id="{780AD327-21B5-49E6-32CF-97BD90369A04}"/>
              </a:ext>
            </a:extLst>
          </p:cNvPr>
          <p:cNvSpPr>
            <a:spLocks noGrp="1"/>
          </p:cNvSpPr>
          <p:nvPr>
            <p:ph type="body" sz="quarter" idx="19" hasCustomPrompt="1"/>
          </p:nvPr>
        </p:nvSpPr>
        <p:spPr>
          <a:xfrm>
            <a:off x="5440458" y="6626355"/>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48" name="Espace réservé du texte 6">
            <a:extLst>
              <a:ext uri="{FF2B5EF4-FFF2-40B4-BE49-F238E27FC236}">
                <a16:creationId xmlns:a16="http://schemas.microsoft.com/office/drawing/2014/main" id="{10850CE7-047F-D068-39C5-6B4DC63359DC}"/>
              </a:ext>
            </a:extLst>
          </p:cNvPr>
          <p:cNvSpPr>
            <a:spLocks noGrp="1"/>
          </p:cNvSpPr>
          <p:nvPr>
            <p:ph type="body" sz="quarter" idx="20" hasCustomPrompt="1"/>
          </p:nvPr>
        </p:nvSpPr>
        <p:spPr>
          <a:xfrm>
            <a:off x="9330455" y="6626355"/>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49" name="Espace réservé du texte 6">
            <a:extLst>
              <a:ext uri="{FF2B5EF4-FFF2-40B4-BE49-F238E27FC236}">
                <a16:creationId xmlns:a16="http://schemas.microsoft.com/office/drawing/2014/main" id="{CD2AEBF8-C9DC-26E3-18A9-4405D621FA2A}"/>
              </a:ext>
            </a:extLst>
          </p:cNvPr>
          <p:cNvSpPr>
            <a:spLocks noGrp="1"/>
          </p:cNvSpPr>
          <p:nvPr>
            <p:ph type="body" sz="quarter" idx="21" hasCustomPrompt="1"/>
          </p:nvPr>
        </p:nvSpPr>
        <p:spPr>
          <a:xfrm>
            <a:off x="13220451" y="6626355"/>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50" name="Espace réservé du texte 6">
            <a:extLst>
              <a:ext uri="{FF2B5EF4-FFF2-40B4-BE49-F238E27FC236}">
                <a16:creationId xmlns:a16="http://schemas.microsoft.com/office/drawing/2014/main" id="{2A03491A-8AF1-EEAA-CFE3-8395C786E9D4}"/>
              </a:ext>
            </a:extLst>
          </p:cNvPr>
          <p:cNvSpPr>
            <a:spLocks noGrp="1"/>
          </p:cNvSpPr>
          <p:nvPr>
            <p:ph type="body" sz="quarter" idx="22" hasCustomPrompt="1"/>
          </p:nvPr>
        </p:nvSpPr>
        <p:spPr>
          <a:xfrm>
            <a:off x="5440458" y="8027792"/>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51" name="Espace réservé du texte 6">
            <a:extLst>
              <a:ext uri="{FF2B5EF4-FFF2-40B4-BE49-F238E27FC236}">
                <a16:creationId xmlns:a16="http://schemas.microsoft.com/office/drawing/2014/main" id="{6D402AFD-B92E-E7F3-DC2B-AB09DDADFC62}"/>
              </a:ext>
            </a:extLst>
          </p:cNvPr>
          <p:cNvSpPr>
            <a:spLocks noGrp="1"/>
          </p:cNvSpPr>
          <p:nvPr>
            <p:ph type="body" sz="quarter" idx="23" hasCustomPrompt="1"/>
          </p:nvPr>
        </p:nvSpPr>
        <p:spPr>
          <a:xfrm>
            <a:off x="9330455" y="8027792"/>
            <a:ext cx="3213702" cy="819024"/>
          </a:xfrm>
        </p:spPr>
        <p:txBody>
          <a:bodyPr anchor="ctr">
            <a:normAutofit/>
          </a:bodyPr>
          <a:lstStyle>
            <a:lvl1pPr marL="0" indent="0" algn="ctr">
              <a:buNone/>
              <a:defRPr sz="2400">
                <a:latin typeface="+mj-lt"/>
              </a:defRPr>
            </a:lvl1pPr>
          </a:lstStyle>
          <a:p>
            <a:pPr lvl="0"/>
            <a:r>
              <a:rPr lang="fr-FR"/>
              <a:t>À compléter</a:t>
            </a:r>
          </a:p>
        </p:txBody>
      </p:sp>
      <p:sp>
        <p:nvSpPr>
          <p:cNvPr id="52" name="Espace réservé du texte 6">
            <a:extLst>
              <a:ext uri="{FF2B5EF4-FFF2-40B4-BE49-F238E27FC236}">
                <a16:creationId xmlns:a16="http://schemas.microsoft.com/office/drawing/2014/main" id="{D72634EB-E644-1930-218B-1922FA34C00B}"/>
              </a:ext>
            </a:extLst>
          </p:cNvPr>
          <p:cNvSpPr>
            <a:spLocks noGrp="1"/>
          </p:cNvSpPr>
          <p:nvPr>
            <p:ph type="body" sz="quarter" idx="24" hasCustomPrompt="1"/>
          </p:nvPr>
        </p:nvSpPr>
        <p:spPr>
          <a:xfrm>
            <a:off x="13220451" y="8027792"/>
            <a:ext cx="3213702" cy="819024"/>
          </a:xfrm>
        </p:spPr>
        <p:txBody>
          <a:bodyPr anchor="ctr">
            <a:normAutofit/>
          </a:bodyPr>
          <a:lstStyle>
            <a:lvl1pPr marL="0" indent="0" algn="ctr">
              <a:buNone/>
              <a:defRPr sz="2400">
                <a:latin typeface="+mj-lt"/>
              </a:defRPr>
            </a:lvl1pPr>
          </a:lstStyle>
          <a:p>
            <a:pPr lvl="0"/>
            <a:r>
              <a:rPr lang="fr-FR"/>
              <a:t>À compléter</a:t>
            </a:r>
          </a:p>
        </p:txBody>
      </p:sp>
    </p:spTree>
    <p:custDataLst>
      <p:tags r:id="rId1"/>
    </p:custDataLst>
    <p:extLst>
      <p:ext uri="{BB962C8B-B14F-4D97-AF65-F5344CB8AC3E}">
        <p14:creationId xmlns:p14="http://schemas.microsoft.com/office/powerpoint/2010/main" val="49570118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0_ Text | title subtitle only">
    <p:spTree>
      <p:nvGrpSpPr>
        <p:cNvPr id="1" name=""/>
        <p:cNvGrpSpPr/>
        <p:nvPr/>
      </p:nvGrpSpPr>
      <p:grpSpPr>
        <a:xfrm>
          <a:off x="0" y="0"/>
          <a:ext cx="0" cy="0"/>
          <a:chOff x="0" y="0"/>
          <a:chExt cx="0" cy="0"/>
        </a:xfrm>
      </p:grpSpPr>
      <p:sp>
        <p:nvSpPr>
          <p:cNvPr id="3" name="Espace réservé du graphique 4">
            <a:extLst>
              <a:ext uri="{FF2B5EF4-FFF2-40B4-BE49-F238E27FC236}">
                <a16:creationId xmlns:a16="http://schemas.microsoft.com/office/drawing/2014/main" id="{2E23A6F6-F5C1-E1FF-2B15-15A83EDB9BE0}"/>
              </a:ext>
            </a:extLst>
          </p:cNvPr>
          <p:cNvSpPr>
            <a:spLocks noGrp="1"/>
          </p:cNvSpPr>
          <p:nvPr>
            <p:ph type="chart" sz="quarter" idx="12"/>
          </p:nvPr>
        </p:nvSpPr>
        <p:spPr>
          <a:xfrm>
            <a:off x="13127831" y="5048189"/>
            <a:ext cx="4605185" cy="4218206"/>
          </a:xfrm>
        </p:spPr>
        <p:txBody>
          <a:bodyPr/>
          <a:lstStyle/>
          <a:p>
            <a:endParaRPr lang="fr-FR"/>
          </a:p>
        </p:txBody>
      </p:sp>
      <p:pic>
        <p:nvPicPr>
          <p:cNvPr id="6" name="Image 5">
            <a:extLst>
              <a:ext uri="{FF2B5EF4-FFF2-40B4-BE49-F238E27FC236}">
                <a16:creationId xmlns:a16="http://schemas.microsoft.com/office/drawing/2014/main" id="{AE182CC7-736C-5B1D-462E-E4D2D5DAEB4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
            <a:ext cx="18288000" cy="4412774"/>
          </a:xfrm>
          <a:prstGeom prst="rect">
            <a:avLst/>
          </a:prstGeom>
        </p:spPr>
      </p:pic>
      <p:sp>
        <p:nvSpPr>
          <p:cNvPr id="7" name="Espace réservé du tableau 5">
            <a:extLst>
              <a:ext uri="{FF2B5EF4-FFF2-40B4-BE49-F238E27FC236}">
                <a16:creationId xmlns:a16="http://schemas.microsoft.com/office/drawing/2014/main" id="{A189E9F9-F63F-23D1-A98D-76299A7CDCD4}"/>
              </a:ext>
            </a:extLst>
          </p:cNvPr>
          <p:cNvSpPr>
            <a:spLocks noGrp="1"/>
          </p:cNvSpPr>
          <p:nvPr>
            <p:ph type="tbl" sz="quarter" idx="11"/>
          </p:nvPr>
        </p:nvSpPr>
        <p:spPr>
          <a:xfrm>
            <a:off x="487680" y="5872640"/>
            <a:ext cx="12221739" cy="2836628"/>
          </a:xfrm>
        </p:spPr>
        <p:txBody>
          <a:bodyPr/>
          <a:lstStyle/>
          <a:p>
            <a:endParaRPr lang="fr-FR"/>
          </a:p>
        </p:txBody>
      </p: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261511B-6297-730A-4AF1-CF07B124E855}"/>
              </a:ext>
            </a:extLst>
          </p:cNvPr>
          <p:cNvSpPr>
            <a:spLocks noGrp="1"/>
          </p:cNvSpPr>
          <p:nvPr>
            <p:ph type="title" idx="10" hasCustomPrompt="1"/>
          </p:nvPr>
        </p:nvSpPr>
        <p:spPr>
          <a:xfrm>
            <a:off x="431800" y="573951"/>
            <a:ext cx="17424401" cy="742517"/>
          </a:xfrm>
        </p:spPr>
        <p:txBody>
          <a:bodyPr/>
          <a:lstStyle>
            <a:lvl1pPr>
              <a:defRPr>
                <a:solidFill>
                  <a:schemeClr val="bg1"/>
                </a:solidFill>
              </a:defRPr>
            </a:lvl1pPr>
          </a:lstStyle>
          <a:p>
            <a:r>
              <a:rPr lang="fr-FR"/>
              <a:t>Click to </a:t>
            </a:r>
            <a:r>
              <a:rPr lang="fr-FR" err="1"/>
              <a:t>add</a:t>
            </a:r>
            <a:r>
              <a:rPr lang="fr-FR"/>
              <a:t> </a:t>
            </a:r>
            <a:r>
              <a:rPr lang="fr-FR" err="1"/>
              <a:t>title</a:t>
            </a:r>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Tree>
    <p:custDataLst>
      <p:tags r:id="rId1"/>
    </p:custDataLst>
    <p:extLst>
      <p:ext uri="{BB962C8B-B14F-4D97-AF65-F5344CB8AC3E}">
        <p14:creationId xmlns:p14="http://schemas.microsoft.com/office/powerpoint/2010/main" val="27922302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9_ Text | title subtitle only">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261511B-6297-730A-4AF1-CF07B124E855}"/>
              </a:ext>
            </a:extLst>
          </p:cNvPr>
          <p:cNvSpPr>
            <a:spLocks noGrp="1"/>
          </p:cNvSpPr>
          <p:nvPr>
            <p:ph type="title" idx="10" hasCustomPrompt="1"/>
          </p:nvPr>
        </p:nvSpPr>
        <p:spPr>
          <a:xfrm>
            <a:off x="431800" y="573951"/>
            <a:ext cx="17424401" cy="742517"/>
          </a:xfrm>
        </p:spPr>
        <p:txBody>
          <a:bodyPr/>
          <a:lstStyle>
            <a:lvl1pPr>
              <a:defRPr/>
            </a:lvl1pPr>
          </a:lstStyle>
          <a:p>
            <a:r>
              <a:rPr lang="fr-FR"/>
              <a:t>Click to </a:t>
            </a:r>
            <a:r>
              <a:rPr lang="fr-FR" err="1"/>
              <a:t>add</a:t>
            </a:r>
            <a:r>
              <a:rPr lang="fr-FR"/>
              <a:t> </a:t>
            </a:r>
            <a:r>
              <a:rPr lang="fr-FR" err="1"/>
              <a:t>title</a:t>
            </a:r>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
        <p:nvSpPr>
          <p:cNvPr id="3" name="Espace réservé du graphique 5">
            <a:extLst>
              <a:ext uri="{FF2B5EF4-FFF2-40B4-BE49-F238E27FC236}">
                <a16:creationId xmlns:a16="http://schemas.microsoft.com/office/drawing/2014/main" id="{A919C397-0406-38BB-3775-53C4C295B613}"/>
              </a:ext>
            </a:extLst>
          </p:cNvPr>
          <p:cNvSpPr>
            <a:spLocks noGrp="1"/>
          </p:cNvSpPr>
          <p:nvPr>
            <p:ph type="chart" sz="quarter" idx="11"/>
          </p:nvPr>
        </p:nvSpPr>
        <p:spPr>
          <a:xfrm>
            <a:off x="4567562" y="2208438"/>
            <a:ext cx="13022733" cy="3171843"/>
          </a:xfrm>
        </p:spPr>
        <p:txBody>
          <a:bodyPr/>
          <a:lstStyle/>
          <a:p>
            <a:endParaRPr lang="fr-FR"/>
          </a:p>
        </p:txBody>
      </p:sp>
      <p:sp>
        <p:nvSpPr>
          <p:cNvPr id="7" name="Espace réservé du graphique 5">
            <a:extLst>
              <a:ext uri="{FF2B5EF4-FFF2-40B4-BE49-F238E27FC236}">
                <a16:creationId xmlns:a16="http://schemas.microsoft.com/office/drawing/2014/main" id="{5DE8863F-2820-72E1-CE93-B0DC7F124007}"/>
              </a:ext>
            </a:extLst>
          </p:cNvPr>
          <p:cNvSpPr>
            <a:spLocks noGrp="1"/>
          </p:cNvSpPr>
          <p:nvPr>
            <p:ph type="chart" sz="quarter" idx="12"/>
          </p:nvPr>
        </p:nvSpPr>
        <p:spPr>
          <a:xfrm>
            <a:off x="4567562" y="6119181"/>
            <a:ext cx="13022733" cy="3345481"/>
          </a:xfrm>
        </p:spPr>
        <p:txBody>
          <a:bodyPr/>
          <a:lstStyle/>
          <a:p>
            <a:endParaRPr lang="fr-FR"/>
          </a:p>
        </p:txBody>
      </p:sp>
    </p:spTree>
    <p:custDataLst>
      <p:tags r:id="rId1"/>
    </p:custDataLst>
    <p:extLst>
      <p:ext uri="{BB962C8B-B14F-4D97-AF65-F5344CB8AC3E}">
        <p14:creationId xmlns:p14="http://schemas.microsoft.com/office/powerpoint/2010/main" val="418985085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8_ Text | title subtitle only">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07B564CE-AA59-32B0-45CC-A55C55AC2786}"/>
              </a:ext>
            </a:extLst>
          </p:cNvPr>
          <p:cNvSpPr>
            <a:spLocks noGrp="1"/>
          </p:cNvSpPr>
          <p:nvPr>
            <p:ph type="pic" sz="quarter" idx="18"/>
          </p:nvPr>
        </p:nvSpPr>
        <p:spPr>
          <a:xfrm>
            <a:off x="1847850" y="1797567"/>
            <a:ext cx="14592300" cy="7702155"/>
          </a:xfrm>
          <a:solidFill>
            <a:schemeClr val="bg1">
              <a:lumMod val="85000"/>
            </a:schemeClr>
          </a:solidFill>
        </p:spPr>
        <p:txBody>
          <a:bodyPr/>
          <a:lstStyle>
            <a:lvl1pPr>
              <a:defRPr>
                <a:noFill/>
              </a:defRPr>
            </a:lvl1pPr>
          </a:lstStyle>
          <a:p>
            <a:endParaRPr lang="fr-FR"/>
          </a:p>
        </p:txBody>
      </p: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261511B-6297-730A-4AF1-CF07B124E855}"/>
              </a:ext>
            </a:extLst>
          </p:cNvPr>
          <p:cNvSpPr>
            <a:spLocks noGrp="1"/>
          </p:cNvSpPr>
          <p:nvPr>
            <p:ph type="title" idx="10" hasCustomPrompt="1"/>
          </p:nvPr>
        </p:nvSpPr>
        <p:spPr>
          <a:xfrm>
            <a:off x="431800" y="573951"/>
            <a:ext cx="17424401" cy="742517"/>
          </a:xfrm>
        </p:spPr>
        <p:txBody>
          <a:bodyPr/>
          <a:lstStyle>
            <a:lvl1pPr>
              <a:defRPr/>
            </a:lvl1pPr>
          </a:lstStyle>
          <a:p>
            <a:r>
              <a:rPr lang="fr-FR"/>
              <a:t>Click to </a:t>
            </a:r>
            <a:r>
              <a:rPr lang="fr-FR" err="1"/>
              <a:t>add</a:t>
            </a:r>
            <a:r>
              <a:rPr lang="fr-FR"/>
              <a:t> </a:t>
            </a:r>
            <a:r>
              <a:rPr lang="fr-FR" err="1"/>
              <a:t>title</a:t>
            </a:r>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Tree>
    <p:custDataLst>
      <p:tags r:id="rId1"/>
    </p:custDataLst>
    <p:extLst>
      <p:ext uri="{BB962C8B-B14F-4D97-AF65-F5344CB8AC3E}">
        <p14:creationId xmlns:p14="http://schemas.microsoft.com/office/powerpoint/2010/main" val="257132888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7_ Text | title subtitle only">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Tree>
    <p:custDataLst>
      <p:tags r:id="rId1"/>
    </p:custDataLst>
    <p:extLst>
      <p:ext uri="{BB962C8B-B14F-4D97-AF65-F5344CB8AC3E}">
        <p14:creationId xmlns:p14="http://schemas.microsoft.com/office/powerpoint/2010/main" val="337561816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1598CCB-F270-3995-EBA4-6D5392307D35}"/>
              </a:ext>
            </a:extLst>
          </p:cNvPr>
          <p:cNvSpPr>
            <a:spLocks noGrp="1"/>
          </p:cNvSpPr>
          <p:nvPr>
            <p:ph type="dt" sz="half" idx="10"/>
          </p:nvPr>
        </p:nvSpPr>
        <p:spPr/>
        <p:txBody>
          <a:bodyPr/>
          <a:lstStyle/>
          <a:p>
            <a:fld id="{B9995F92-1F02-4792-85F4-D670AE183E10}" type="datetimeFigureOut">
              <a:rPr lang="fr-FR" smtClean="0"/>
              <a:t>17/11/2025</a:t>
            </a:fld>
            <a:endParaRPr lang="fr-FR"/>
          </a:p>
        </p:txBody>
      </p:sp>
      <p:sp>
        <p:nvSpPr>
          <p:cNvPr id="3" name="Espace réservé du pied de page 2">
            <a:extLst>
              <a:ext uri="{FF2B5EF4-FFF2-40B4-BE49-F238E27FC236}">
                <a16:creationId xmlns:a16="http://schemas.microsoft.com/office/drawing/2014/main" id="{5475C33D-563F-21A0-1F67-E3AD19AB6EF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306C451-5AA4-44B9-3117-04AB4B0A6DD8}"/>
              </a:ext>
            </a:extLst>
          </p:cNvPr>
          <p:cNvSpPr>
            <a:spLocks noGrp="1"/>
          </p:cNvSpPr>
          <p:nvPr>
            <p:ph type="sldNum" sz="quarter" idx="12"/>
          </p:nvPr>
        </p:nvSpPr>
        <p:spPr/>
        <p:txBody>
          <a:bodyPr/>
          <a:lstStyle/>
          <a:p>
            <a:fld id="{F32144E3-FA40-4D20-9EAA-AFA23763072A}" type="slidenum">
              <a:rPr lang="fr-FR" smtClean="0"/>
              <a:t>‹N°›</a:t>
            </a:fld>
            <a:endParaRPr lang="fr-FR"/>
          </a:p>
        </p:txBody>
      </p:sp>
    </p:spTree>
    <p:extLst>
      <p:ext uri="{BB962C8B-B14F-4D97-AF65-F5344CB8AC3E}">
        <p14:creationId xmlns:p14="http://schemas.microsoft.com/office/powerpoint/2010/main" val="324994163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5_ Text | title subtitle only">
    <p:spTree>
      <p:nvGrpSpPr>
        <p:cNvPr id="1" name=""/>
        <p:cNvGrpSpPr/>
        <p:nvPr/>
      </p:nvGrpSpPr>
      <p:grpSpPr>
        <a:xfrm>
          <a:off x="0" y="0"/>
          <a:ext cx="0" cy="0"/>
          <a:chOff x="0" y="0"/>
          <a:chExt cx="0" cy="0"/>
        </a:xfrm>
      </p:grpSpPr>
      <p:cxnSp>
        <p:nvCxnSpPr>
          <p:cNvPr id="12" name="Connecteur droit 11">
            <a:extLst>
              <a:ext uri="{FF2B5EF4-FFF2-40B4-BE49-F238E27FC236}">
                <a16:creationId xmlns:a16="http://schemas.microsoft.com/office/drawing/2014/main" id="{CF821602-6F5B-4E68-AC5C-4848E0840D6B}"/>
              </a:ext>
            </a:extLst>
          </p:cNvPr>
          <p:cNvCxnSpPr>
            <a:cxnSpLocks/>
          </p:cNvCxnSpPr>
          <p:nvPr userDrawn="1"/>
        </p:nvCxnSpPr>
        <p:spPr>
          <a:xfrm>
            <a:off x="614764" y="1908061"/>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2" name="Titre 1">
            <a:extLst>
              <a:ext uri="{FF2B5EF4-FFF2-40B4-BE49-F238E27FC236}">
                <a16:creationId xmlns:a16="http://schemas.microsoft.com/office/drawing/2014/main" id="{D75F6318-4AF8-4C78-8C5D-D38F344AF06F}"/>
              </a:ext>
            </a:extLst>
          </p:cNvPr>
          <p:cNvSpPr>
            <a:spLocks noGrp="1"/>
          </p:cNvSpPr>
          <p:nvPr>
            <p:ph type="title" hasCustomPrompt="1"/>
          </p:nvPr>
        </p:nvSpPr>
        <p:spPr/>
        <p:txBody>
          <a:bodyPr/>
          <a:lstStyle>
            <a:lvl1pPr>
              <a:defRPr/>
            </a:lvl1pPr>
          </a:lstStyle>
          <a:p>
            <a:r>
              <a:rPr lang="fr-FR"/>
              <a:t>Click to add title</a:t>
            </a:r>
          </a:p>
        </p:txBody>
      </p:sp>
      <p:sp>
        <p:nvSpPr>
          <p:cNvPr id="14" name="Espace réservé du texte 13">
            <a:extLst>
              <a:ext uri="{FF2B5EF4-FFF2-40B4-BE49-F238E27FC236}">
                <a16:creationId xmlns:a16="http://schemas.microsoft.com/office/drawing/2014/main" id="{09F99F1C-6B58-40E1-A2EF-ED51E7BFB669}"/>
              </a:ext>
            </a:extLst>
          </p:cNvPr>
          <p:cNvSpPr>
            <a:spLocks noGrp="1"/>
          </p:cNvSpPr>
          <p:nvPr>
            <p:ph type="body" sz="quarter" idx="12" hasCustomPrompt="1"/>
          </p:nvPr>
        </p:nvSpPr>
        <p:spPr>
          <a:xfrm>
            <a:off x="431006" y="1376116"/>
            <a:ext cx="17425988" cy="440974"/>
          </a:xfrm>
          <a:prstGeom prst="rect">
            <a:avLst/>
          </a:prstGeom>
        </p:spPr>
        <p:txBody>
          <a:bodyPr lIns="72000">
            <a:normAutofit/>
          </a:bodyPr>
          <a:lstStyle>
            <a:lvl1pPr marL="0" indent="0">
              <a:buNone/>
              <a:defRPr sz="2400" b="0" cap="all" baseline="0">
                <a:solidFill>
                  <a:schemeClr val="accent1"/>
                </a:solidFill>
                <a:latin typeface="+mn-lt"/>
                <a:cs typeface="Quire Sans" panose="020B0502040400020003" pitchFamily="34" charset="0"/>
              </a:defRPr>
            </a:lvl1pPr>
          </a:lstStyle>
          <a:p>
            <a:pPr lvl="0"/>
            <a:r>
              <a:rPr lang="fr-FR"/>
              <a:t>Click to add sub title</a:t>
            </a:r>
          </a:p>
        </p:txBody>
      </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sp>
        <p:nvSpPr>
          <p:cNvPr id="4" name="Espace réservé du pied de page 10">
            <a:extLst>
              <a:ext uri="{FF2B5EF4-FFF2-40B4-BE49-F238E27FC236}">
                <a16:creationId xmlns:a16="http://schemas.microsoft.com/office/drawing/2014/main" id="{5C60B2D5-C5FC-0EEB-CCF8-A923F9211B0F}"/>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Tree>
    <p:custDataLst>
      <p:tags r:id="rId1"/>
    </p:custDataLst>
    <p:extLst>
      <p:ext uri="{BB962C8B-B14F-4D97-AF65-F5344CB8AC3E}">
        <p14:creationId xmlns:p14="http://schemas.microsoft.com/office/powerpoint/2010/main" val="36361201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6_ Text | title subtitle only">
    <p:spTree>
      <p:nvGrpSpPr>
        <p:cNvPr id="1" name=""/>
        <p:cNvGrpSpPr/>
        <p:nvPr/>
      </p:nvGrpSpPr>
      <p:grpSpPr>
        <a:xfrm>
          <a:off x="0" y="0"/>
          <a:ext cx="0" cy="0"/>
          <a:chOff x="0" y="0"/>
          <a:chExt cx="0" cy="0"/>
        </a:xfrm>
      </p:grpSpPr>
      <p:pic>
        <p:nvPicPr>
          <p:cNvPr id="20" name="Graphique 19">
            <a:extLst>
              <a:ext uri="{FF2B5EF4-FFF2-40B4-BE49-F238E27FC236}">
                <a16:creationId xmlns:a16="http://schemas.microsoft.com/office/drawing/2014/main" id="{C3BA387A-FB08-4E8F-9F19-13FE2C61575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61" t="-3712" r="37096" b="61920"/>
          <a:stretch/>
        </p:blipFill>
        <p:spPr>
          <a:xfrm>
            <a:off x="10007471" y="-46613"/>
            <a:ext cx="8280530" cy="6671265"/>
          </a:xfrm>
          <a:prstGeom prst="rect">
            <a:avLst/>
          </a:prstGeom>
        </p:spPr>
      </p:pic>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8861" t="-3712" r="64117" b="61920"/>
          <a:stretch/>
        </p:blipFill>
        <p:spPr>
          <a:xfrm rot="10800000">
            <a:off x="-2" y="2828853"/>
            <a:ext cx="4140264" cy="6671265"/>
          </a:xfrm>
          <a:prstGeom prst="rect">
            <a:avLst/>
          </a:prstGeom>
        </p:spPr>
      </p:pic>
      <p:sp>
        <p:nvSpPr>
          <p:cNvPr id="24" name="Ellipse 23">
            <a:extLst>
              <a:ext uri="{FF2B5EF4-FFF2-40B4-BE49-F238E27FC236}">
                <a16:creationId xmlns:a16="http://schemas.microsoft.com/office/drawing/2014/main" id="{C2CB58D9-9EFF-4A71-AC43-B9411F176ED5}"/>
              </a:ext>
            </a:extLst>
          </p:cNvPr>
          <p:cNvSpPr/>
          <p:nvPr userDrawn="1"/>
        </p:nvSpPr>
        <p:spPr>
          <a:xfrm>
            <a:off x="2011145" y="9887818"/>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5" name="Groupe 14">
            <a:extLst>
              <a:ext uri="{FF2B5EF4-FFF2-40B4-BE49-F238E27FC236}">
                <a16:creationId xmlns:a16="http://schemas.microsoft.com/office/drawing/2014/main" id="{D09BEE1B-DFE6-4BA3-450B-621B453F3F1F}"/>
              </a:ext>
            </a:extLst>
          </p:cNvPr>
          <p:cNvGrpSpPr/>
          <p:nvPr userDrawn="1"/>
        </p:nvGrpSpPr>
        <p:grpSpPr>
          <a:xfrm>
            <a:off x="438240" y="9762428"/>
            <a:ext cx="1348263" cy="268484"/>
            <a:chOff x="7804375" y="14663327"/>
            <a:chExt cx="7400924" cy="1473993"/>
          </a:xfrm>
          <a:solidFill>
            <a:schemeClr val="accent2"/>
          </a:solidFill>
        </p:grpSpPr>
        <p:grpSp>
          <p:nvGrpSpPr>
            <p:cNvPr id="16" name="Graphique 37">
              <a:extLst>
                <a:ext uri="{FF2B5EF4-FFF2-40B4-BE49-F238E27FC236}">
                  <a16:creationId xmlns:a16="http://schemas.microsoft.com/office/drawing/2014/main" id="{29F47292-06D8-297D-7918-7A1A41284944}"/>
                </a:ext>
              </a:extLst>
            </p:cNvPr>
            <p:cNvGrpSpPr/>
            <p:nvPr/>
          </p:nvGrpSpPr>
          <p:grpSpPr>
            <a:xfrm>
              <a:off x="7804375" y="14663327"/>
              <a:ext cx="2394966" cy="1473326"/>
              <a:chOff x="7804375" y="14663327"/>
              <a:chExt cx="2394966" cy="1473326"/>
            </a:xfrm>
            <a:grpFill/>
          </p:grpSpPr>
          <p:sp>
            <p:nvSpPr>
              <p:cNvPr id="25" name="Forme libre : forme 24">
                <a:extLst>
                  <a:ext uri="{FF2B5EF4-FFF2-40B4-BE49-F238E27FC236}">
                    <a16:creationId xmlns:a16="http://schemas.microsoft.com/office/drawing/2014/main" id="{EA7F752F-853C-8CCD-51B7-36A5589488F5}"/>
                  </a:ext>
                </a:extLst>
              </p:cNvPr>
              <p:cNvSpPr/>
              <p:nvPr/>
            </p:nvSpPr>
            <p:spPr>
              <a:xfrm>
                <a:off x="8464266" y="14990796"/>
                <a:ext cx="1206016" cy="1137570"/>
              </a:xfrm>
              <a:custGeom>
                <a:avLst/>
                <a:gdLst>
                  <a:gd name="connsiteX0" fmla="*/ 221075 w 1206016"/>
                  <a:gd name="connsiteY0" fmla="*/ 0 h 1137570"/>
                  <a:gd name="connsiteX1" fmla="*/ 0 w 1206016"/>
                  <a:gd name="connsiteY1" fmla="*/ 1137571 h 1137570"/>
                  <a:gd name="connsiteX2" fmla="*/ 467678 w 1206016"/>
                  <a:gd name="connsiteY2" fmla="*/ 1137571 h 1137570"/>
                  <a:gd name="connsiteX3" fmla="*/ 1192530 w 1206016"/>
                  <a:gd name="connsiteY3" fmla="*/ 536258 h 1137570"/>
                  <a:gd name="connsiteX4" fmla="*/ 792290 w 1206016"/>
                  <a:gd name="connsiteY4" fmla="*/ 95 h 1137570"/>
                  <a:gd name="connsiteX5" fmla="*/ 221075 w 1206016"/>
                  <a:gd name="connsiteY5" fmla="*/ 95 h 1137570"/>
                  <a:gd name="connsiteX6" fmla="*/ 452723 w 1206016"/>
                  <a:gd name="connsiteY6" fmla="*/ 96869 h 1137570"/>
                  <a:gd name="connsiteX7" fmla="*/ 616458 w 1206016"/>
                  <a:gd name="connsiteY7" fmla="*/ 96869 h 1137570"/>
                  <a:gd name="connsiteX8" fmla="*/ 915638 w 1206016"/>
                  <a:gd name="connsiteY8" fmla="*/ 534543 h 1137570"/>
                  <a:gd name="connsiteX9" fmla="*/ 411290 w 1206016"/>
                  <a:gd name="connsiteY9" fmla="*/ 1040606 h 1137570"/>
                  <a:gd name="connsiteX10" fmla="*/ 269367 w 1206016"/>
                  <a:gd name="connsiteY10" fmla="*/ 1040606 h 1137570"/>
                  <a:gd name="connsiteX11" fmla="*/ 452723 w 1206016"/>
                  <a:gd name="connsiteY11" fmla="*/ 96774 h 1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6016" h="1137570">
                    <a:moveTo>
                      <a:pt x="221075" y="0"/>
                    </a:moveTo>
                    <a:lnTo>
                      <a:pt x="0" y="1137571"/>
                    </a:lnTo>
                    <a:lnTo>
                      <a:pt x="467678" y="1137571"/>
                    </a:lnTo>
                    <a:cubicBezTo>
                      <a:pt x="810101" y="1137571"/>
                      <a:pt x="1119188" y="913733"/>
                      <a:pt x="1192530" y="536258"/>
                    </a:cubicBezTo>
                    <a:cubicBezTo>
                      <a:pt x="1245775" y="262318"/>
                      <a:pt x="1147191" y="13430"/>
                      <a:pt x="792290" y="95"/>
                    </a:cubicBezTo>
                    <a:lnTo>
                      <a:pt x="221075" y="95"/>
                    </a:lnTo>
                    <a:close/>
                    <a:moveTo>
                      <a:pt x="452723" y="96869"/>
                    </a:moveTo>
                    <a:lnTo>
                      <a:pt x="616458" y="96869"/>
                    </a:lnTo>
                    <a:cubicBezTo>
                      <a:pt x="851916" y="96869"/>
                      <a:pt x="976598" y="220504"/>
                      <a:pt x="915638" y="534543"/>
                    </a:cubicBezTo>
                    <a:cubicBezTo>
                      <a:pt x="839629" y="925354"/>
                      <a:pt x="641795" y="1040606"/>
                      <a:pt x="411290" y="1040606"/>
                    </a:cubicBezTo>
                    <a:lnTo>
                      <a:pt x="269367" y="1040606"/>
                    </a:lnTo>
                    <a:lnTo>
                      <a:pt x="452723" y="96774"/>
                    </a:lnTo>
                    <a:close/>
                  </a:path>
                </a:pathLst>
              </a:custGeom>
              <a:grpFill/>
              <a:ln w="9525" cap="flat">
                <a:noFill/>
                <a:prstDash val="solid"/>
                <a:miter/>
              </a:ln>
            </p:spPr>
            <p:txBody>
              <a:bodyPr rtlCol="0" anchor="ctr"/>
              <a:lstStyle/>
              <a:p>
                <a:endParaRPr lang="fr-FR" sz="2700"/>
              </a:p>
            </p:txBody>
          </p:sp>
          <p:sp>
            <p:nvSpPr>
              <p:cNvPr id="26" name="Forme libre : forme 25">
                <a:extLst>
                  <a:ext uri="{FF2B5EF4-FFF2-40B4-BE49-F238E27FC236}">
                    <a16:creationId xmlns:a16="http://schemas.microsoft.com/office/drawing/2014/main" id="{2D13E8CC-5008-0CB6-4234-60C6A2BEE398}"/>
                  </a:ext>
                </a:extLst>
              </p:cNvPr>
              <p:cNvSpPr/>
              <p:nvPr/>
            </p:nvSpPr>
            <p:spPr>
              <a:xfrm>
                <a:off x="7804375" y="14663327"/>
                <a:ext cx="2394966" cy="1136017"/>
              </a:xfrm>
              <a:custGeom>
                <a:avLst/>
                <a:gdLst>
                  <a:gd name="connsiteX0" fmla="*/ 1852232 w 2394966"/>
                  <a:gd name="connsiteY0" fmla="*/ 299752 h 1136017"/>
                  <a:gd name="connsiteX1" fmla="*/ 1816132 w 2394966"/>
                  <a:gd name="connsiteY1" fmla="*/ 148781 h 1136017"/>
                  <a:gd name="connsiteX2" fmla="*/ 2265426 w 2394966"/>
                  <a:gd name="connsiteY2" fmla="*/ 0 h 1136017"/>
                  <a:gd name="connsiteX3" fmla="*/ 2394966 w 2394966"/>
                  <a:gd name="connsiteY3" fmla="*/ 451961 h 1136017"/>
                  <a:gd name="connsiteX4" fmla="*/ 2237804 w 2394966"/>
                  <a:gd name="connsiteY4" fmla="*/ 487775 h 1136017"/>
                  <a:gd name="connsiteX5" fmla="*/ 2207514 w 2394966"/>
                  <a:gd name="connsiteY5" fmla="*/ 303086 h 1136017"/>
                  <a:gd name="connsiteX6" fmla="*/ 0 w 2394966"/>
                  <a:gd name="connsiteY6" fmla="*/ 1074801 h 1136017"/>
                  <a:gd name="connsiteX7" fmla="*/ 17812 w 2394966"/>
                  <a:gd name="connsiteY7" fmla="*/ 1033272 h 1136017"/>
                  <a:gd name="connsiteX8" fmla="*/ 2028349 w 2394966"/>
                  <a:gd name="connsiteY8" fmla="*/ 231458 h 1136017"/>
                  <a:gd name="connsiteX9" fmla="*/ 1852232 w 2394966"/>
                  <a:gd name="connsiteY9" fmla="*/ 299752 h 1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4966" h="1136017">
                    <a:moveTo>
                      <a:pt x="1852232" y="299752"/>
                    </a:moveTo>
                    <a:cubicBezTo>
                      <a:pt x="1851946" y="217742"/>
                      <a:pt x="1838611" y="205264"/>
                      <a:pt x="1816132" y="148781"/>
                    </a:cubicBezTo>
                    <a:lnTo>
                      <a:pt x="2265426" y="0"/>
                    </a:lnTo>
                    <a:lnTo>
                      <a:pt x="2394966" y="451961"/>
                    </a:lnTo>
                    <a:cubicBezTo>
                      <a:pt x="2348103" y="449199"/>
                      <a:pt x="2298478" y="454724"/>
                      <a:pt x="2237804" y="487775"/>
                    </a:cubicBezTo>
                    <a:lnTo>
                      <a:pt x="2207514" y="303086"/>
                    </a:lnTo>
                    <a:cubicBezTo>
                      <a:pt x="2042160" y="609124"/>
                      <a:pt x="1223677" y="1353217"/>
                      <a:pt x="0" y="1074801"/>
                    </a:cubicBezTo>
                    <a:cubicBezTo>
                      <a:pt x="7906" y="1068038"/>
                      <a:pt x="14002" y="1043654"/>
                      <a:pt x="17812" y="1033272"/>
                    </a:cubicBezTo>
                    <a:cubicBezTo>
                      <a:pt x="1146429" y="1185005"/>
                      <a:pt x="1915478" y="481679"/>
                      <a:pt x="2028349" y="231458"/>
                    </a:cubicBezTo>
                    <a:lnTo>
                      <a:pt x="1852232" y="299752"/>
                    </a:lnTo>
                    <a:close/>
                  </a:path>
                </a:pathLst>
              </a:custGeom>
              <a:solidFill>
                <a:schemeClr val="accent4"/>
              </a:solidFill>
              <a:ln w="9525" cap="flat">
                <a:noFill/>
                <a:prstDash val="solid"/>
                <a:miter/>
              </a:ln>
            </p:spPr>
            <p:txBody>
              <a:bodyPr rtlCol="0" anchor="ctr"/>
              <a:lstStyle/>
              <a:p>
                <a:endParaRPr lang="fr-FR" sz="2700"/>
              </a:p>
            </p:txBody>
          </p:sp>
          <p:sp>
            <p:nvSpPr>
              <p:cNvPr id="27" name="Forme libre : forme 26">
                <a:extLst>
                  <a:ext uri="{FF2B5EF4-FFF2-40B4-BE49-F238E27FC236}">
                    <a16:creationId xmlns:a16="http://schemas.microsoft.com/office/drawing/2014/main" id="{236CD0B0-F2FB-D8E9-1E56-54C2CFBC02CE}"/>
                  </a:ext>
                </a:extLst>
              </p:cNvPr>
              <p:cNvSpPr/>
              <p:nvPr/>
            </p:nvSpPr>
            <p:spPr>
              <a:xfrm>
                <a:off x="8045167" y="14990796"/>
                <a:ext cx="473297" cy="1145857"/>
              </a:xfrm>
              <a:custGeom>
                <a:avLst/>
                <a:gdLst>
                  <a:gd name="connsiteX0" fmla="*/ 95 w 473297"/>
                  <a:gd name="connsiteY0" fmla="*/ 1145857 h 1145857"/>
                  <a:gd name="connsiteX1" fmla="*/ 126968 w 473297"/>
                  <a:gd name="connsiteY1" fmla="*/ 1137571 h 1145857"/>
                  <a:gd name="connsiteX2" fmla="*/ 250603 w 473297"/>
                  <a:gd name="connsiteY2" fmla="*/ 1145857 h 1145857"/>
                  <a:gd name="connsiteX3" fmla="*/ 473297 w 473297"/>
                  <a:gd name="connsiteY3" fmla="*/ 0 h 1145857"/>
                  <a:gd name="connsiteX4" fmla="*/ 346424 w 473297"/>
                  <a:gd name="connsiteY4" fmla="*/ 8382 h 1145857"/>
                  <a:gd name="connsiteX5" fmla="*/ 222790 w 473297"/>
                  <a:gd name="connsiteY5" fmla="*/ 0 h 1145857"/>
                  <a:gd name="connsiteX6" fmla="*/ 0 w 473297"/>
                  <a:gd name="connsiteY6" fmla="*/ 1145857 h 114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297" h="1145857">
                    <a:moveTo>
                      <a:pt x="95" y="1145857"/>
                    </a:moveTo>
                    <a:cubicBezTo>
                      <a:pt x="42481" y="1142524"/>
                      <a:pt x="85249" y="1137571"/>
                      <a:pt x="126968" y="1137571"/>
                    </a:cubicBezTo>
                    <a:cubicBezTo>
                      <a:pt x="168688" y="1137571"/>
                      <a:pt x="209550" y="1142619"/>
                      <a:pt x="250603" y="1145857"/>
                    </a:cubicBezTo>
                    <a:lnTo>
                      <a:pt x="473297" y="0"/>
                    </a:lnTo>
                    <a:cubicBezTo>
                      <a:pt x="430911" y="3239"/>
                      <a:pt x="388144" y="8382"/>
                      <a:pt x="346424" y="8382"/>
                    </a:cubicBezTo>
                    <a:cubicBezTo>
                      <a:pt x="304705" y="8382"/>
                      <a:pt x="263843" y="3334"/>
                      <a:pt x="222790" y="0"/>
                    </a:cubicBezTo>
                    <a:lnTo>
                      <a:pt x="0" y="1145857"/>
                    </a:lnTo>
                    <a:close/>
                  </a:path>
                </a:pathLst>
              </a:custGeom>
              <a:grpFill/>
              <a:ln w="9525" cap="flat">
                <a:noFill/>
                <a:prstDash val="solid"/>
                <a:miter/>
              </a:ln>
            </p:spPr>
            <p:txBody>
              <a:bodyPr rtlCol="0" anchor="ctr"/>
              <a:lstStyle/>
              <a:p>
                <a:endParaRPr lang="fr-FR" sz="2700"/>
              </a:p>
            </p:txBody>
          </p:sp>
        </p:grpSp>
        <p:sp>
          <p:nvSpPr>
            <p:cNvPr id="17" name="Forme libre : forme 16">
              <a:extLst>
                <a:ext uri="{FF2B5EF4-FFF2-40B4-BE49-F238E27FC236}">
                  <a16:creationId xmlns:a16="http://schemas.microsoft.com/office/drawing/2014/main" id="{1646DCE5-914D-E2FF-8025-8EEE8608BAB0}"/>
                </a:ext>
              </a:extLst>
            </p:cNvPr>
            <p:cNvSpPr/>
            <p:nvPr/>
          </p:nvSpPr>
          <p:spPr>
            <a:xfrm>
              <a:off x="9751570" y="15324933"/>
              <a:ext cx="5453729" cy="812387"/>
            </a:xfrm>
            <a:custGeom>
              <a:avLst/>
              <a:gdLst>
                <a:gd name="connsiteX0" fmla="*/ 5395722 w 5453729"/>
                <a:gd name="connsiteY0" fmla="*/ 166592 h 812387"/>
                <a:gd name="connsiteX1" fmla="*/ 5453730 w 5453729"/>
                <a:gd name="connsiteY1" fmla="*/ 54388 h 812387"/>
                <a:gd name="connsiteX2" fmla="*/ 5285328 w 5453729"/>
                <a:gd name="connsiteY2" fmla="*/ 0 h 812387"/>
                <a:gd name="connsiteX3" fmla="*/ 4977384 w 5453729"/>
                <a:gd name="connsiteY3" fmla="*/ 237839 h 812387"/>
                <a:gd name="connsiteX4" fmla="*/ 5239417 w 5453729"/>
                <a:gd name="connsiteY4" fmla="*/ 626459 h 812387"/>
                <a:gd name="connsiteX5" fmla="*/ 5083969 w 5453729"/>
                <a:gd name="connsiteY5" fmla="*/ 744188 h 812387"/>
                <a:gd name="connsiteX6" fmla="*/ 4951953 w 5453729"/>
                <a:gd name="connsiteY6" fmla="*/ 619601 h 812387"/>
                <a:gd name="connsiteX7" fmla="*/ 4930331 w 5453729"/>
                <a:gd name="connsiteY7" fmla="*/ 619601 h 812387"/>
                <a:gd name="connsiteX8" fmla="*/ 4869561 w 5453729"/>
                <a:gd name="connsiteY8" fmla="*/ 763429 h 812387"/>
                <a:gd name="connsiteX9" fmla="*/ 5042535 w 5453729"/>
                <a:gd name="connsiteY9" fmla="*/ 812197 h 812387"/>
                <a:gd name="connsiteX10" fmla="*/ 5391055 w 5453729"/>
                <a:gd name="connsiteY10" fmla="*/ 562928 h 812387"/>
                <a:gd name="connsiteX11" fmla="*/ 5121307 w 5453729"/>
                <a:gd name="connsiteY11" fmla="*/ 178975 h 812387"/>
                <a:gd name="connsiteX12" fmla="*/ 5267516 w 5453729"/>
                <a:gd name="connsiteY12" fmla="*/ 67913 h 812387"/>
                <a:gd name="connsiteX13" fmla="*/ 5378577 w 5453729"/>
                <a:gd name="connsiteY13" fmla="*/ 166592 h 812387"/>
                <a:gd name="connsiteX14" fmla="*/ 5395627 w 5453729"/>
                <a:gd name="connsiteY14" fmla="*/ 166592 h 812387"/>
                <a:gd name="connsiteX15" fmla="*/ 4776692 w 5453729"/>
                <a:gd name="connsiteY15" fmla="*/ 659320 h 812387"/>
                <a:gd name="connsiteX16" fmla="*/ 4557427 w 5453729"/>
                <a:gd name="connsiteY16" fmla="*/ 744284 h 812387"/>
                <a:gd name="connsiteX17" fmla="*/ 4351878 w 5453729"/>
                <a:gd name="connsiteY17" fmla="*/ 414719 h 812387"/>
                <a:gd name="connsiteX18" fmla="*/ 4683157 w 5453729"/>
                <a:gd name="connsiteY18" fmla="*/ 68008 h 812387"/>
                <a:gd name="connsiteX19" fmla="*/ 4850987 w 5453729"/>
                <a:gd name="connsiteY19" fmla="*/ 172307 h 812387"/>
                <a:gd name="connsiteX20" fmla="*/ 4866799 w 5453729"/>
                <a:gd name="connsiteY20" fmla="*/ 172307 h 812387"/>
                <a:gd name="connsiteX21" fmla="*/ 4915567 w 5453729"/>
                <a:gd name="connsiteY21" fmla="*/ 55626 h 812387"/>
                <a:gd name="connsiteX22" fmla="*/ 4695254 w 5453729"/>
                <a:gd name="connsiteY22" fmla="*/ 191 h 812387"/>
                <a:gd name="connsiteX23" fmla="*/ 4160806 w 5453729"/>
                <a:gd name="connsiteY23" fmla="*/ 430625 h 812387"/>
                <a:gd name="connsiteX24" fmla="*/ 4512469 w 5453729"/>
                <a:gd name="connsiteY24" fmla="*/ 812387 h 812387"/>
                <a:gd name="connsiteX25" fmla="*/ 4746212 w 5453729"/>
                <a:gd name="connsiteY25" fmla="*/ 763619 h 812387"/>
                <a:gd name="connsiteX26" fmla="*/ 4790028 w 5453729"/>
                <a:gd name="connsiteY26" fmla="*/ 666178 h 812387"/>
                <a:gd name="connsiteX27" fmla="*/ 4776692 w 5453729"/>
                <a:gd name="connsiteY27" fmla="*/ 659416 h 812387"/>
                <a:gd name="connsiteX28" fmla="*/ 3802571 w 5453729"/>
                <a:gd name="connsiteY28" fmla="*/ 797433 h 812387"/>
                <a:gd name="connsiteX29" fmla="*/ 3888677 w 5453729"/>
                <a:gd name="connsiteY29" fmla="*/ 791813 h 812387"/>
                <a:gd name="connsiteX30" fmla="*/ 3972497 w 5453729"/>
                <a:gd name="connsiteY30" fmla="*/ 797433 h 812387"/>
                <a:gd name="connsiteX31" fmla="*/ 4123468 w 5453729"/>
                <a:gd name="connsiteY31" fmla="*/ 20383 h 812387"/>
                <a:gd name="connsiteX32" fmla="*/ 4037457 w 5453729"/>
                <a:gd name="connsiteY32" fmla="*/ 26003 h 812387"/>
                <a:gd name="connsiteX33" fmla="*/ 3953542 w 5453729"/>
                <a:gd name="connsiteY33" fmla="*/ 20383 h 812387"/>
                <a:gd name="connsiteX34" fmla="*/ 3802476 w 5453729"/>
                <a:gd name="connsiteY34" fmla="*/ 797433 h 812387"/>
                <a:gd name="connsiteX35" fmla="*/ 3625120 w 5453729"/>
                <a:gd name="connsiteY35" fmla="*/ 100775 h 812387"/>
                <a:gd name="connsiteX36" fmla="*/ 3824764 w 5453729"/>
                <a:gd name="connsiteY36" fmla="*/ 116586 h 812387"/>
                <a:gd name="connsiteX37" fmla="*/ 3828574 w 5453729"/>
                <a:gd name="connsiteY37" fmla="*/ 67818 h 812387"/>
                <a:gd name="connsiteX38" fmla="*/ 3843528 w 5453729"/>
                <a:gd name="connsiteY38" fmla="*/ 20288 h 812387"/>
                <a:gd name="connsiteX39" fmla="*/ 3260122 w 5453729"/>
                <a:gd name="connsiteY39" fmla="*/ 20288 h 812387"/>
                <a:gd name="connsiteX40" fmla="*/ 3256503 w 5453729"/>
                <a:gd name="connsiteY40" fmla="*/ 67818 h 812387"/>
                <a:gd name="connsiteX41" fmla="*/ 3241358 w 5453729"/>
                <a:gd name="connsiteY41" fmla="*/ 116586 h 812387"/>
                <a:gd name="connsiteX42" fmla="*/ 3455194 w 5453729"/>
                <a:gd name="connsiteY42" fmla="*/ 100775 h 812387"/>
                <a:gd name="connsiteX43" fmla="*/ 3319749 w 5453729"/>
                <a:gd name="connsiteY43" fmla="*/ 797433 h 812387"/>
                <a:gd name="connsiteX44" fmla="*/ 3405759 w 5453729"/>
                <a:gd name="connsiteY44" fmla="*/ 791813 h 812387"/>
                <a:gd name="connsiteX45" fmla="*/ 3489674 w 5453729"/>
                <a:gd name="connsiteY45" fmla="*/ 797433 h 812387"/>
                <a:gd name="connsiteX46" fmla="*/ 3625025 w 5453729"/>
                <a:gd name="connsiteY46" fmla="*/ 100775 h 812387"/>
                <a:gd name="connsiteX47" fmla="*/ 3116676 w 5453729"/>
                <a:gd name="connsiteY47" fmla="*/ 166592 h 812387"/>
                <a:gd name="connsiteX48" fmla="*/ 3174778 w 5453729"/>
                <a:gd name="connsiteY48" fmla="*/ 54388 h 812387"/>
                <a:gd name="connsiteX49" fmla="*/ 3006376 w 5453729"/>
                <a:gd name="connsiteY49" fmla="*/ 0 h 812387"/>
                <a:gd name="connsiteX50" fmla="*/ 2698433 w 5453729"/>
                <a:gd name="connsiteY50" fmla="*/ 237839 h 812387"/>
                <a:gd name="connsiteX51" fmla="*/ 2960561 w 5453729"/>
                <a:gd name="connsiteY51" fmla="*/ 626459 h 812387"/>
                <a:gd name="connsiteX52" fmla="*/ 2805113 w 5453729"/>
                <a:gd name="connsiteY52" fmla="*/ 744188 h 812387"/>
                <a:gd name="connsiteX53" fmla="*/ 2673001 w 5453729"/>
                <a:gd name="connsiteY53" fmla="*/ 619601 h 812387"/>
                <a:gd name="connsiteX54" fmla="*/ 2651379 w 5453729"/>
                <a:gd name="connsiteY54" fmla="*/ 619601 h 812387"/>
                <a:gd name="connsiteX55" fmla="*/ 2590610 w 5453729"/>
                <a:gd name="connsiteY55" fmla="*/ 763429 h 812387"/>
                <a:gd name="connsiteX56" fmla="*/ 2763584 w 5453729"/>
                <a:gd name="connsiteY56" fmla="*/ 812197 h 812387"/>
                <a:gd name="connsiteX57" fmla="*/ 3112199 w 5453729"/>
                <a:gd name="connsiteY57" fmla="*/ 562928 h 812387"/>
                <a:gd name="connsiteX58" fmla="*/ 2842546 w 5453729"/>
                <a:gd name="connsiteY58" fmla="*/ 178975 h 812387"/>
                <a:gd name="connsiteX59" fmla="*/ 2988660 w 5453729"/>
                <a:gd name="connsiteY59" fmla="*/ 67913 h 812387"/>
                <a:gd name="connsiteX60" fmla="*/ 3099816 w 5453729"/>
                <a:gd name="connsiteY60" fmla="*/ 166592 h 812387"/>
                <a:gd name="connsiteX61" fmla="*/ 3116771 w 5453729"/>
                <a:gd name="connsiteY61" fmla="*/ 166592 h 812387"/>
                <a:gd name="connsiteX62" fmla="*/ 2287238 w 5453729"/>
                <a:gd name="connsiteY62" fmla="*/ 797433 h 812387"/>
                <a:gd name="connsiteX63" fmla="*/ 2373345 w 5453729"/>
                <a:gd name="connsiteY63" fmla="*/ 791813 h 812387"/>
                <a:gd name="connsiteX64" fmla="*/ 2457164 w 5453729"/>
                <a:gd name="connsiteY64" fmla="*/ 797433 h 812387"/>
                <a:gd name="connsiteX65" fmla="*/ 2608231 w 5453729"/>
                <a:gd name="connsiteY65" fmla="*/ 20383 h 812387"/>
                <a:gd name="connsiteX66" fmla="*/ 2522220 w 5453729"/>
                <a:gd name="connsiteY66" fmla="*/ 26003 h 812387"/>
                <a:gd name="connsiteX67" fmla="*/ 2438305 w 5453729"/>
                <a:gd name="connsiteY67" fmla="*/ 20383 h 812387"/>
                <a:gd name="connsiteX68" fmla="*/ 2287238 w 5453729"/>
                <a:gd name="connsiteY68" fmla="*/ 797433 h 812387"/>
                <a:gd name="connsiteX69" fmla="*/ 2206086 w 5453729"/>
                <a:gd name="connsiteY69" fmla="*/ 447485 h 812387"/>
                <a:gd name="connsiteX70" fmla="*/ 2120075 w 5453729"/>
                <a:gd name="connsiteY70" fmla="*/ 453104 h 812387"/>
                <a:gd name="connsiteX71" fmla="*/ 2036255 w 5453729"/>
                <a:gd name="connsiteY71" fmla="*/ 447485 h 812387"/>
                <a:gd name="connsiteX72" fmla="*/ 1984820 w 5453729"/>
                <a:gd name="connsiteY72" fmla="*/ 712470 h 812387"/>
                <a:gd name="connsiteX73" fmla="*/ 1853946 w 5453729"/>
                <a:gd name="connsiteY73" fmla="*/ 744188 h 812387"/>
                <a:gd name="connsiteX74" fmla="*/ 1643348 w 5453729"/>
                <a:gd name="connsiteY74" fmla="*/ 429292 h 812387"/>
                <a:gd name="connsiteX75" fmla="*/ 1995678 w 5453729"/>
                <a:gd name="connsiteY75" fmla="*/ 67913 h 812387"/>
                <a:gd name="connsiteX76" fmla="*/ 2196370 w 5453729"/>
                <a:gd name="connsiteY76" fmla="*/ 183452 h 812387"/>
                <a:gd name="connsiteX77" fmla="*/ 2212181 w 5453729"/>
                <a:gd name="connsiteY77" fmla="*/ 183452 h 812387"/>
                <a:gd name="connsiteX78" fmla="*/ 2266188 w 5453729"/>
                <a:gd name="connsiteY78" fmla="*/ 69056 h 812387"/>
                <a:gd name="connsiteX79" fmla="*/ 2006632 w 5453729"/>
                <a:gd name="connsiteY79" fmla="*/ 0 h 812387"/>
                <a:gd name="connsiteX80" fmla="*/ 1455992 w 5453729"/>
                <a:gd name="connsiteY80" fmla="*/ 425863 h 812387"/>
                <a:gd name="connsiteX81" fmla="*/ 1832896 w 5453729"/>
                <a:gd name="connsiteY81" fmla="*/ 812197 h 812387"/>
                <a:gd name="connsiteX82" fmla="*/ 2145316 w 5453729"/>
                <a:gd name="connsiteY82" fmla="*/ 761238 h 812387"/>
                <a:gd name="connsiteX83" fmla="*/ 2206276 w 5453729"/>
                <a:gd name="connsiteY83" fmla="*/ 447485 h 812387"/>
                <a:gd name="connsiteX84" fmla="*/ 1022033 w 5453729"/>
                <a:gd name="connsiteY84" fmla="*/ 67913 h 812387"/>
                <a:gd name="connsiteX85" fmla="*/ 1198817 w 5453729"/>
                <a:gd name="connsiteY85" fmla="*/ 381762 h 812387"/>
                <a:gd name="connsiteX86" fmla="*/ 875824 w 5453729"/>
                <a:gd name="connsiteY86" fmla="*/ 744188 h 812387"/>
                <a:gd name="connsiteX87" fmla="*/ 697992 w 5453729"/>
                <a:gd name="connsiteY87" fmla="*/ 440627 h 812387"/>
                <a:gd name="connsiteX88" fmla="*/ 1021937 w 5453729"/>
                <a:gd name="connsiteY88" fmla="*/ 67913 h 812387"/>
                <a:gd name="connsiteX89" fmla="*/ 1382649 w 5453729"/>
                <a:gd name="connsiteY89" fmla="*/ 403193 h 812387"/>
                <a:gd name="connsiteX90" fmla="*/ 1041940 w 5453729"/>
                <a:gd name="connsiteY90" fmla="*/ 0 h 812387"/>
                <a:gd name="connsiteX91" fmla="*/ 516350 w 5453729"/>
                <a:gd name="connsiteY91" fmla="*/ 407765 h 812387"/>
                <a:gd name="connsiteX92" fmla="*/ 856964 w 5453729"/>
                <a:gd name="connsiteY92" fmla="*/ 812197 h 812387"/>
                <a:gd name="connsiteX93" fmla="*/ 1382744 w 5453729"/>
                <a:gd name="connsiteY93" fmla="*/ 403289 h 812387"/>
                <a:gd name="connsiteX94" fmla="*/ 319850 w 5453729"/>
                <a:gd name="connsiteY94" fmla="*/ 20479 h 812387"/>
                <a:gd name="connsiteX95" fmla="*/ 233839 w 5453729"/>
                <a:gd name="connsiteY95" fmla="*/ 26098 h 812387"/>
                <a:gd name="connsiteX96" fmla="*/ 149924 w 5453729"/>
                <a:gd name="connsiteY96" fmla="*/ 20479 h 812387"/>
                <a:gd name="connsiteX97" fmla="*/ 0 w 5453729"/>
                <a:gd name="connsiteY97" fmla="*/ 791909 h 812387"/>
                <a:gd name="connsiteX98" fmla="*/ 429292 w 5453729"/>
                <a:gd name="connsiteY98" fmla="*/ 791909 h 812387"/>
                <a:gd name="connsiteX99" fmla="*/ 433197 w 5453729"/>
                <a:gd name="connsiteY99" fmla="*/ 743236 h 812387"/>
                <a:gd name="connsiteX100" fmla="*/ 448342 w 5453729"/>
                <a:gd name="connsiteY100" fmla="*/ 694468 h 812387"/>
                <a:gd name="connsiteX101" fmla="*/ 185833 w 5453729"/>
                <a:gd name="connsiteY101" fmla="*/ 710279 h 812387"/>
                <a:gd name="connsiteX102" fmla="*/ 319945 w 5453729"/>
                <a:gd name="connsiteY102" fmla="*/ 20479 h 8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453729" h="812387">
                  <a:moveTo>
                    <a:pt x="5395722" y="166592"/>
                  </a:moveTo>
                  <a:cubicBezTo>
                    <a:pt x="5414487" y="128016"/>
                    <a:pt x="5433156" y="90583"/>
                    <a:pt x="5453730" y="54388"/>
                  </a:cubicBezTo>
                  <a:cubicBezTo>
                    <a:pt x="5433537" y="30575"/>
                    <a:pt x="5366862" y="0"/>
                    <a:pt x="5285328" y="0"/>
                  </a:cubicBezTo>
                  <a:cubicBezTo>
                    <a:pt x="5113115" y="0"/>
                    <a:pt x="5002816" y="107633"/>
                    <a:pt x="4977384" y="237839"/>
                  </a:cubicBezTo>
                  <a:cubicBezTo>
                    <a:pt x="4924330" y="510826"/>
                    <a:pt x="5274660" y="445198"/>
                    <a:pt x="5239417" y="626459"/>
                  </a:cubicBezTo>
                  <a:cubicBezTo>
                    <a:pt x="5224272" y="704564"/>
                    <a:pt x="5154264" y="744188"/>
                    <a:pt x="5083969" y="744188"/>
                  </a:cubicBezTo>
                  <a:cubicBezTo>
                    <a:pt x="5005864" y="744188"/>
                    <a:pt x="4953667" y="697802"/>
                    <a:pt x="4951953" y="619601"/>
                  </a:cubicBezTo>
                  <a:lnTo>
                    <a:pt x="4930331" y="619601"/>
                  </a:lnTo>
                  <a:cubicBezTo>
                    <a:pt x="4914138" y="668274"/>
                    <a:pt x="4892421" y="715899"/>
                    <a:pt x="4869561" y="763429"/>
                  </a:cubicBezTo>
                  <a:cubicBezTo>
                    <a:pt x="4916234" y="797433"/>
                    <a:pt x="4980147" y="812197"/>
                    <a:pt x="5042535" y="812197"/>
                  </a:cubicBezTo>
                  <a:cubicBezTo>
                    <a:pt x="5217986" y="812197"/>
                    <a:pt x="5362956" y="707993"/>
                    <a:pt x="5391055" y="562928"/>
                  </a:cubicBezTo>
                  <a:cubicBezTo>
                    <a:pt x="5441537" y="303562"/>
                    <a:pt x="5091589" y="331851"/>
                    <a:pt x="5121307" y="178975"/>
                  </a:cubicBezTo>
                  <a:cubicBezTo>
                    <a:pt x="5133880" y="114395"/>
                    <a:pt x="5177981" y="67913"/>
                    <a:pt x="5267516" y="67913"/>
                  </a:cubicBezTo>
                  <a:cubicBezTo>
                    <a:pt x="5332095" y="67913"/>
                    <a:pt x="5367624" y="106490"/>
                    <a:pt x="5378577" y="166592"/>
                  </a:cubicBezTo>
                  <a:lnTo>
                    <a:pt x="5395627" y="166592"/>
                  </a:lnTo>
                  <a:close/>
                  <a:moveTo>
                    <a:pt x="4776692" y="659320"/>
                  </a:moveTo>
                  <a:cubicBezTo>
                    <a:pt x="4716209" y="707993"/>
                    <a:pt x="4627627" y="744284"/>
                    <a:pt x="4557427" y="744284"/>
                  </a:cubicBezTo>
                  <a:cubicBezTo>
                    <a:pt x="4382929" y="744284"/>
                    <a:pt x="4314254" y="608362"/>
                    <a:pt x="4351878" y="414719"/>
                  </a:cubicBezTo>
                  <a:cubicBezTo>
                    <a:pt x="4384262" y="248126"/>
                    <a:pt x="4495133" y="68008"/>
                    <a:pt x="4683157" y="68008"/>
                  </a:cubicBezTo>
                  <a:cubicBezTo>
                    <a:pt x="4756785" y="68008"/>
                    <a:pt x="4820889" y="111157"/>
                    <a:pt x="4850987" y="172307"/>
                  </a:cubicBezTo>
                  <a:lnTo>
                    <a:pt x="4866799" y="172307"/>
                  </a:lnTo>
                  <a:cubicBezTo>
                    <a:pt x="4883659" y="132779"/>
                    <a:pt x="4897851" y="94202"/>
                    <a:pt x="4915567" y="55626"/>
                  </a:cubicBezTo>
                  <a:cubicBezTo>
                    <a:pt x="4856893" y="19431"/>
                    <a:pt x="4770025" y="191"/>
                    <a:pt x="4695254" y="191"/>
                  </a:cubicBezTo>
                  <a:cubicBezTo>
                    <a:pt x="4448271" y="191"/>
                    <a:pt x="4218147" y="134874"/>
                    <a:pt x="4160806" y="430625"/>
                  </a:cubicBezTo>
                  <a:cubicBezTo>
                    <a:pt x="4115562" y="662845"/>
                    <a:pt x="4270058" y="812387"/>
                    <a:pt x="4512469" y="812387"/>
                  </a:cubicBezTo>
                  <a:cubicBezTo>
                    <a:pt x="4588384" y="812387"/>
                    <a:pt x="4671441" y="798862"/>
                    <a:pt x="4746212" y="763619"/>
                  </a:cubicBezTo>
                  <a:lnTo>
                    <a:pt x="4790028" y="666178"/>
                  </a:lnTo>
                  <a:lnTo>
                    <a:pt x="4776692" y="659416"/>
                  </a:lnTo>
                  <a:close/>
                  <a:moveTo>
                    <a:pt x="3802571" y="797433"/>
                  </a:moveTo>
                  <a:cubicBezTo>
                    <a:pt x="3831336" y="795147"/>
                    <a:pt x="3860387" y="791813"/>
                    <a:pt x="3888677" y="791813"/>
                  </a:cubicBezTo>
                  <a:cubicBezTo>
                    <a:pt x="3916966" y="791813"/>
                    <a:pt x="3944684" y="795147"/>
                    <a:pt x="3972497" y="797433"/>
                  </a:cubicBezTo>
                  <a:lnTo>
                    <a:pt x="4123468" y="20383"/>
                  </a:lnTo>
                  <a:cubicBezTo>
                    <a:pt x="4094798" y="22574"/>
                    <a:pt x="4065747" y="26003"/>
                    <a:pt x="4037457" y="26003"/>
                  </a:cubicBezTo>
                  <a:cubicBezTo>
                    <a:pt x="4009168" y="26003"/>
                    <a:pt x="3981450" y="22574"/>
                    <a:pt x="3953542" y="20383"/>
                  </a:cubicBezTo>
                  <a:lnTo>
                    <a:pt x="3802476" y="797433"/>
                  </a:lnTo>
                  <a:close/>
                  <a:moveTo>
                    <a:pt x="3625120" y="100775"/>
                  </a:moveTo>
                  <a:cubicBezTo>
                    <a:pt x="3694176" y="100775"/>
                    <a:pt x="3759518" y="108680"/>
                    <a:pt x="3824764" y="116586"/>
                  </a:cubicBezTo>
                  <a:cubicBezTo>
                    <a:pt x="3825526" y="100775"/>
                    <a:pt x="3825240" y="84868"/>
                    <a:pt x="3828574" y="67818"/>
                  </a:cubicBezTo>
                  <a:cubicBezTo>
                    <a:pt x="3831622" y="52006"/>
                    <a:pt x="3838194" y="36195"/>
                    <a:pt x="3843528" y="20288"/>
                  </a:cubicBezTo>
                  <a:lnTo>
                    <a:pt x="3260122" y="20288"/>
                  </a:lnTo>
                  <a:cubicBezTo>
                    <a:pt x="3259265" y="36195"/>
                    <a:pt x="3259646" y="51911"/>
                    <a:pt x="3256503" y="67818"/>
                  </a:cubicBezTo>
                  <a:cubicBezTo>
                    <a:pt x="3253168" y="84868"/>
                    <a:pt x="3246691" y="100679"/>
                    <a:pt x="3241358" y="116586"/>
                  </a:cubicBezTo>
                  <a:cubicBezTo>
                    <a:pt x="3301842" y="108680"/>
                    <a:pt x="3374803" y="100775"/>
                    <a:pt x="3455194" y="100775"/>
                  </a:cubicBezTo>
                  <a:lnTo>
                    <a:pt x="3319749" y="797433"/>
                  </a:lnTo>
                  <a:cubicBezTo>
                    <a:pt x="3348609" y="795147"/>
                    <a:pt x="3377565" y="791813"/>
                    <a:pt x="3405759" y="791813"/>
                  </a:cubicBezTo>
                  <a:cubicBezTo>
                    <a:pt x="3433953" y="791813"/>
                    <a:pt x="3461671" y="795147"/>
                    <a:pt x="3489674" y="797433"/>
                  </a:cubicBezTo>
                  <a:lnTo>
                    <a:pt x="3625025" y="100775"/>
                  </a:lnTo>
                  <a:close/>
                  <a:moveTo>
                    <a:pt x="3116676" y="166592"/>
                  </a:moveTo>
                  <a:cubicBezTo>
                    <a:pt x="3135535" y="128016"/>
                    <a:pt x="3154109" y="90583"/>
                    <a:pt x="3174778" y="54388"/>
                  </a:cubicBezTo>
                  <a:cubicBezTo>
                    <a:pt x="3154490" y="30575"/>
                    <a:pt x="3088005" y="0"/>
                    <a:pt x="3006376" y="0"/>
                  </a:cubicBezTo>
                  <a:cubicBezTo>
                    <a:pt x="2834164" y="0"/>
                    <a:pt x="2723769" y="107633"/>
                    <a:pt x="2698433" y="237839"/>
                  </a:cubicBezTo>
                  <a:cubicBezTo>
                    <a:pt x="2645378" y="510826"/>
                    <a:pt x="2995708" y="445198"/>
                    <a:pt x="2960561" y="626459"/>
                  </a:cubicBezTo>
                  <a:cubicBezTo>
                    <a:pt x="2945321" y="704564"/>
                    <a:pt x="2875312" y="744188"/>
                    <a:pt x="2805113" y="744188"/>
                  </a:cubicBezTo>
                  <a:cubicBezTo>
                    <a:pt x="2726912" y="744188"/>
                    <a:pt x="2674811" y="697802"/>
                    <a:pt x="2673001" y="619601"/>
                  </a:cubicBezTo>
                  <a:lnTo>
                    <a:pt x="2651379" y="619601"/>
                  </a:lnTo>
                  <a:cubicBezTo>
                    <a:pt x="2635091" y="668274"/>
                    <a:pt x="2613470" y="715899"/>
                    <a:pt x="2590610" y="763429"/>
                  </a:cubicBezTo>
                  <a:cubicBezTo>
                    <a:pt x="2637282" y="797433"/>
                    <a:pt x="2701290" y="812197"/>
                    <a:pt x="2763584" y="812197"/>
                  </a:cubicBezTo>
                  <a:cubicBezTo>
                    <a:pt x="2939129" y="812197"/>
                    <a:pt x="3084005" y="707993"/>
                    <a:pt x="3112199" y="562928"/>
                  </a:cubicBezTo>
                  <a:cubicBezTo>
                    <a:pt x="3162681" y="303562"/>
                    <a:pt x="2812828" y="331851"/>
                    <a:pt x="2842546" y="178975"/>
                  </a:cubicBezTo>
                  <a:cubicBezTo>
                    <a:pt x="2855119" y="114395"/>
                    <a:pt x="2899124" y="67913"/>
                    <a:pt x="2988660" y="67913"/>
                  </a:cubicBezTo>
                  <a:cubicBezTo>
                    <a:pt x="3053239" y="67913"/>
                    <a:pt x="3088767" y="106490"/>
                    <a:pt x="3099816" y="166592"/>
                  </a:cubicBezTo>
                  <a:lnTo>
                    <a:pt x="3116771" y="166592"/>
                  </a:lnTo>
                  <a:close/>
                  <a:moveTo>
                    <a:pt x="2287238" y="797433"/>
                  </a:moveTo>
                  <a:cubicBezTo>
                    <a:pt x="2316004" y="795147"/>
                    <a:pt x="2344960" y="791813"/>
                    <a:pt x="2373345" y="791813"/>
                  </a:cubicBezTo>
                  <a:cubicBezTo>
                    <a:pt x="2401729" y="791813"/>
                    <a:pt x="2429352" y="795147"/>
                    <a:pt x="2457164" y="797433"/>
                  </a:cubicBezTo>
                  <a:lnTo>
                    <a:pt x="2608231" y="20383"/>
                  </a:lnTo>
                  <a:cubicBezTo>
                    <a:pt x="2579465" y="22574"/>
                    <a:pt x="2550510" y="26003"/>
                    <a:pt x="2522220" y="26003"/>
                  </a:cubicBezTo>
                  <a:cubicBezTo>
                    <a:pt x="2493931" y="26003"/>
                    <a:pt x="2466213" y="22574"/>
                    <a:pt x="2438305" y="20383"/>
                  </a:cubicBezTo>
                  <a:lnTo>
                    <a:pt x="2287238" y="797433"/>
                  </a:lnTo>
                  <a:close/>
                  <a:moveTo>
                    <a:pt x="2206086" y="447485"/>
                  </a:moveTo>
                  <a:cubicBezTo>
                    <a:pt x="2177320" y="449675"/>
                    <a:pt x="2148364" y="453104"/>
                    <a:pt x="2120075" y="453104"/>
                  </a:cubicBezTo>
                  <a:cubicBezTo>
                    <a:pt x="2091785" y="453104"/>
                    <a:pt x="2064068" y="449675"/>
                    <a:pt x="2036255" y="447485"/>
                  </a:cubicBezTo>
                  <a:lnTo>
                    <a:pt x="1984820" y="712470"/>
                  </a:lnTo>
                  <a:cubicBezTo>
                    <a:pt x="1954530" y="728282"/>
                    <a:pt x="1910620" y="744188"/>
                    <a:pt x="1853946" y="744188"/>
                  </a:cubicBezTo>
                  <a:cubicBezTo>
                    <a:pt x="1681829" y="744188"/>
                    <a:pt x="1605058" y="626459"/>
                    <a:pt x="1643348" y="429292"/>
                  </a:cubicBezTo>
                  <a:cubicBezTo>
                    <a:pt x="1680401" y="238982"/>
                    <a:pt x="1806607" y="67913"/>
                    <a:pt x="1995678" y="67913"/>
                  </a:cubicBezTo>
                  <a:cubicBezTo>
                    <a:pt x="2085118" y="67913"/>
                    <a:pt x="2158937" y="107633"/>
                    <a:pt x="2196370" y="183452"/>
                  </a:cubicBezTo>
                  <a:lnTo>
                    <a:pt x="2212181" y="183452"/>
                  </a:lnTo>
                  <a:cubicBezTo>
                    <a:pt x="2224183" y="144971"/>
                    <a:pt x="2243233" y="105251"/>
                    <a:pt x="2266188" y="69056"/>
                  </a:cubicBezTo>
                  <a:cubicBezTo>
                    <a:pt x="2190655" y="20383"/>
                    <a:pt x="2103978" y="0"/>
                    <a:pt x="2006632" y="0"/>
                  </a:cubicBezTo>
                  <a:cubicBezTo>
                    <a:pt x="1744980" y="0"/>
                    <a:pt x="1510760" y="143827"/>
                    <a:pt x="1455992" y="425863"/>
                  </a:cubicBezTo>
                  <a:cubicBezTo>
                    <a:pt x="1404271" y="691991"/>
                    <a:pt x="1593818" y="812197"/>
                    <a:pt x="1832896" y="812197"/>
                  </a:cubicBezTo>
                  <a:cubicBezTo>
                    <a:pt x="1932623" y="812197"/>
                    <a:pt x="2037779" y="789527"/>
                    <a:pt x="2145316" y="761238"/>
                  </a:cubicBezTo>
                  <a:lnTo>
                    <a:pt x="2206276" y="447485"/>
                  </a:lnTo>
                  <a:close/>
                  <a:moveTo>
                    <a:pt x="1022033" y="67913"/>
                  </a:moveTo>
                  <a:cubicBezTo>
                    <a:pt x="1191959" y="67913"/>
                    <a:pt x="1227296" y="235553"/>
                    <a:pt x="1198817" y="381762"/>
                  </a:cubicBezTo>
                  <a:cubicBezTo>
                    <a:pt x="1162336" y="569690"/>
                    <a:pt x="1050227" y="744188"/>
                    <a:pt x="875824" y="744188"/>
                  </a:cubicBezTo>
                  <a:cubicBezTo>
                    <a:pt x="701421" y="744188"/>
                    <a:pt x="669417" y="587883"/>
                    <a:pt x="697992" y="440627"/>
                  </a:cubicBezTo>
                  <a:cubicBezTo>
                    <a:pt x="747332" y="186881"/>
                    <a:pt x="864394" y="67913"/>
                    <a:pt x="1021937" y="67913"/>
                  </a:cubicBezTo>
                  <a:moveTo>
                    <a:pt x="1382649" y="403193"/>
                  </a:moveTo>
                  <a:cubicBezTo>
                    <a:pt x="1415606" y="227552"/>
                    <a:pt x="1364742" y="0"/>
                    <a:pt x="1041940" y="0"/>
                  </a:cubicBezTo>
                  <a:cubicBezTo>
                    <a:pt x="759905" y="0"/>
                    <a:pt x="560165" y="182404"/>
                    <a:pt x="516350" y="407765"/>
                  </a:cubicBezTo>
                  <a:cubicBezTo>
                    <a:pt x="466344" y="664940"/>
                    <a:pt x="606552" y="812197"/>
                    <a:pt x="856964" y="812197"/>
                  </a:cubicBezTo>
                  <a:cubicBezTo>
                    <a:pt x="1134523" y="812197"/>
                    <a:pt x="1340930" y="624173"/>
                    <a:pt x="1382744" y="403289"/>
                  </a:cubicBezTo>
                  <a:moveTo>
                    <a:pt x="319850" y="20479"/>
                  </a:moveTo>
                  <a:cubicBezTo>
                    <a:pt x="291084" y="22669"/>
                    <a:pt x="262128" y="26098"/>
                    <a:pt x="233839" y="26098"/>
                  </a:cubicBezTo>
                  <a:cubicBezTo>
                    <a:pt x="205550" y="26098"/>
                    <a:pt x="177832" y="22669"/>
                    <a:pt x="149924" y="20479"/>
                  </a:cubicBezTo>
                  <a:lnTo>
                    <a:pt x="0" y="791909"/>
                  </a:lnTo>
                  <a:lnTo>
                    <a:pt x="429292" y="791909"/>
                  </a:lnTo>
                  <a:cubicBezTo>
                    <a:pt x="430149" y="776002"/>
                    <a:pt x="430054" y="759047"/>
                    <a:pt x="433197" y="743236"/>
                  </a:cubicBezTo>
                  <a:cubicBezTo>
                    <a:pt x="436150" y="727424"/>
                    <a:pt x="442817" y="710374"/>
                    <a:pt x="448342" y="694468"/>
                  </a:cubicBezTo>
                  <a:cubicBezTo>
                    <a:pt x="369761" y="702374"/>
                    <a:pt x="284321" y="710279"/>
                    <a:pt x="185833" y="710279"/>
                  </a:cubicBezTo>
                  <a:lnTo>
                    <a:pt x="319945" y="20479"/>
                  </a:lnTo>
                  <a:close/>
                </a:path>
              </a:pathLst>
            </a:custGeom>
            <a:grpFill/>
            <a:ln w="9525" cap="flat">
              <a:noFill/>
              <a:prstDash val="solid"/>
              <a:miter/>
            </a:ln>
          </p:spPr>
          <p:txBody>
            <a:bodyPr rtlCol="0" anchor="ctr"/>
            <a:lstStyle/>
            <a:p>
              <a:endParaRPr lang="fr-FR" sz="2700"/>
            </a:p>
          </p:txBody>
        </p:sp>
      </p:grpSp>
      <p:sp>
        <p:nvSpPr>
          <p:cNvPr id="8" name="Espace réservé du numéro de diapositive 7">
            <a:extLst>
              <a:ext uri="{FF2B5EF4-FFF2-40B4-BE49-F238E27FC236}">
                <a16:creationId xmlns:a16="http://schemas.microsoft.com/office/drawing/2014/main" id="{B8F567F4-EA09-C338-D049-9C2E91D2F64E}"/>
              </a:ext>
            </a:extLst>
          </p:cNvPr>
          <p:cNvSpPr>
            <a:spLocks noGrp="1"/>
          </p:cNvSpPr>
          <p:nvPr>
            <p:ph type="sldNum" sz="quarter" idx="16"/>
          </p:nvPr>
        </p:nvSpPr>
        <p:spPr/>
        <p:txBody>
          <a:bodyPr/>
          <a:lstStyle/>
          <a:p>
            <a:fld id="{4BF46CD0-FBDC-4232-8F32-5100991AA633}" type="slidenum">
              <a:rPr lang="fr-FR" smtClean="0"/>
              <a:pPr/>
              <a:t>‹N°›</a:t>
            </a:fld>
            <a:endParaRPr lang="fr-FR"/>
          </a:p>
        </p:txBody>
      </p:sp>
      <p:cxnSp>
        <p:nvCxnSpPr>
          <p:cNvPr id="4" name="Connecteur droit 32">
            <a:extLst>
              <a:ext uri="{FF2B5EF4-FFF2-40B4-BE49-F238E27FC236}">
                <a16:creationId xmlns:a16="http://schemas.microsoft.com/office/drawing/2014/main" id="{0A968166-8483-8CE8-5DD4-89E2CE27D9A8}"/>
              </a:ext>
            </a:extLst>
          </p:cNvPr>
          <p:cNvCxnSpPr/>
          <p:nvPr userDrawn="1"/>
        </p:nvCxnSpPr>
        <p:spPr>
          <a:xfrm>
            <a:off x="614764" y="1397138"/>
            <a:ext cx="407993"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261511B-6297-730A-4AF1-CF07B124E855}"/>
              </a:ext>
            </a:extLst>
          </p:cNvPr>
          <p:cNvSpPr>
            <a:spLocks noGrp="1"/>
          </p:cNvSpPr>
          <p:nvPr>
            <p:ph type="title" idx="10" hasCustomPrompt="1"/>
          </p:nvPr>
        </p:nvSpPr>
        <p:spPr>
          <a:xfrm>
            <a:off x="431800" y="573951"/>
            <a:ext cx="17424401" cy="742517"/>
          </a:xfrm>
        </p:spPr>
        <p:txBody>
          <a:bodyPr/>
          <a:lstStyle>
            <a:lvl1pPr>
              <a:defRPr/>
            </a:lvl1pPr>
          </a:lstStyle>
          <a:p>
            <a:r>
              <a:rPr lang="fr-FR"/>
              <a:t>Click to </a:t>
            </a:r>
            <a:r>
              <a:rPr lang="fr-FR" err="1"/>
              <a:t>add</a:t>
            </a:r>
            <a:r>
              <a:rPr lang="fr-FR"/>
              <a:t> </a:t>
            </a:r>
            <a:r>
              <a:rPr lang="fr-FR" err="1"/>
              <a:t>title</a:t>
            </a:r>
            <a:endParaRPr lang="fr-FR"/>
          </a:p>
        </p:txBody>
      </p:sp>
      <p:sp>
        <p:nvSpPr>
          <p:cNvPr id="2" name="Espace réservé du pied de page 10">
            <a:extLst>
              <a:ext uri="{FF2B5EF4-FFF2-40B4-BE49-F238E27FC236}">
                <a16:creationId xmlns:a16="http://schemas.microsoft.com/office/drawing/2014/main" id="{A61FBFFB-7D80-5A7E-0D20-D957370DD020}"/>
              </a:ext>
            </a:extLst>
          </p:cNvPr>
          <p:cNvSpPr>
            <a:spLocks noGrp="1"/>
          </p:cNvSpPr>
          <p:nvPr>
            <p:ph type="ftr" sz="quarter" idx="17"/>
          </p:nvPr>
        </p:nvSpPr>
        <p:spPr>
          <a:xfrm>
            <a:off x="2353757" y="9822747"/>
            <a:ext cx="5657057" cy="253876"/>
          </a:xfrm>
        </p:spPr>
        <p:txBody>
          <a:bodyPr/>
          <a:lstStyle/>
          <a:p>
            <a:pPr>
              <a:spcBef>
                <a:spcPts val="4499"/>
              </a:spcBef>
            </a:pPr>
            <a:r>
              <a:rPr lang="fr-FR"/>
              <a:t>BUDGET 2024 FRANCE</a:t>
            </a:r>
          </a:p>
        </p:txBody>
      </p:sp>
    </p:spTree>
    <p:custDataLst>
      <p:tags r:id="rId1"/>
    </p:custDataLst>
    <p:extLst>
      <p:ext uri="{BB962C8B-B14F-4D97-AF65-F5344CB8AC3E}">
        <p14:creationId xmlns:p14="http://schemas.microsoft.com/office/powerpoint/2010/main" val="175321084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exte 1 colonne">
    <p:spTree>
      <p:nvGrpSpPr>
        <p:cNvPr id="1" name=""/>
        <p:cNvGrpSpPr/>
        <p:nvPr/>
      </p:nvGrpSpPr>
      <p:grpSpPr>
        <a:xfrm>
          <a:off x="0" y="0"/>
          <a:ext cx="0" cy="0"/>
          <a:chOff x="0" y="0"/>
          <a:chExt cx="0" cy="0"/>
        </a:xfrm>
      </p:grpSpPr>
      <p:pic>
        <p:nvPicPr>
          <p:cNvPr id="16" name="Graphique 15">
            <a:extLst>
              <a:ext uri="{FF2B5EF4-FFF2-40B4-BE49-F238E27FC236}">
                <a16:creationId xmlns:a16="http://schemas.microsoft.com/office/drawing/2014/main" id="{F322E848-C377-4402-A473-B3F98A0713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8861" t="-3712" r="37096" b="61920"/>
          <a:stretch/>
        </p:blipFill>
        <p:spPr>
          <a:xfrm>
            <a:off x="10007471" y="-46613"/>
            <a:ext cx="8280530" cy="6671265"/>
          </a:xfrm>
          <a:prstGeom prst="rect">
            <a:avLst/>
          </a:prstGeom>
        </p:spPr>
      </p:pic>
      <p:sp>
        <p:nvSpPr>
          <p:cNvPr id="2" name="Titre 1">
            <a:extLst>
              <a:ext uri="{FF2B5EF4-FFF2-40B4-BE49-F238E27FC236}">
                <a16:creationId xmlns:a16="http://schemas.microsoft.com/office/drawing/2014/main" id="{D75F6318-4AF8-4C78-8C5D-D38F344AF06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7793EFA-D225-4774-9E01-2238BB6C472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p:txBody>
      </p:sp>
      <p:cxnSp>
        <p:nvCxnSpPr>
          <p:cNvPr id="12" name="Connecteur droit 11">
            <a:extLst>
              <a:ext uri="{FF2B5EF4-FFF2-40B4-BE49-F238E27FC236}">
                <a16:creationId xmlns:a16="http://schemas.microsoft.com/office/drawing/2014/main" id="{CF821602-6F5B-4E68-AC5C-4848E0840D6B}"/>
              </a:ext>
            </a:extLst>
          </p:cNvPr>
          <p:cNvCxnSpPr/>
          <p:nvPr userDrawn="1"/>
        </p:nvCxnSpPr>
        <p:spPr>
          <a:xfrm>
            <a:off x="581231" y="1334616"/>
            <a:ext cx="407993" cy="0"/>
          </a:xfrm>
          <a:prstGeom prst="line">
            <a:avLst/>
          </a:prstGeom>
          <a:ln w="476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1" name="Graphique 20">
            <a:extLst>
              <a:ext uri="{FF2B5EF4-FFF2-40B4-BE49-F238E27FC236}">
                <a16:creationId xmlns:a16="http://schemas.microsoft.com/office/drawing/2014/main" id="{01F624E6-AAF3-4A9A-81BA-DB51253B3DB9}"/>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8861" t="-3712" r="64117" b="61920"/>
          <a:stretch/>
        </p:blipFill>
        <p:spPr>
          <a:xfrm rot="10800000">
            <a:off x="-2" y="2828853"/>
            <a:ext cx="4140264" cy="6671265"/>
          </a:xfrm>
          <a:prstGeom prst="rect">
            <a:avLst/>
          </a:prstGeom>
        </p:spPr>
      </p:pic>
      <p:sp>
        <p:nvSpPr>
          <p:cNvPr id="10" name="Rectangle 9">
            <a:extLst>
              <a:ext uri="{FF2B5EF4-FFF2-40B4-BE49-F238E27FC236}">
                <a16:creationId xmlns:a16="http://schemas.microsoft.com/office/drawing/2014/main" id="{9117DB7D-42CD-411F-8062-3AA568417871}"/>
              </a:ext>
            </a:extLst>
          </p:cNvPr>
          <p:cNvSpPr/>
          <p:nvPr userDrawn="1"/>
        </p:nvSpPr>
        <p:spPr>
          <a:xfrm>
            <a:off x="0" y="9711463"/>
            <a:ext cx="18288000" cy="5973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grpSp>
        <p:nvGrpSpPr>
          <p:cNvPr id="11" name="Groupe 10">
            <a:extLst>
              <a:ext uri="{FF2B5EF4-FFF2-40B4-BE49-F238E27FC236}">
                <a16:creationId xmlns:a16="http://schemas.microsoft.com/office/drawing/2014/main" id="{5FB79F17-CDDA-4E7C-AF95-12CAF6F24AFC}"/>
              </a:ext>
            </a:extLst>
          </p:cNvPr>
          <p:cNvGrpSpPr/>
          <p:nvPr userDrawn="1"/>
        </p:nvGrpSpPr>
        <p:grpSpPr>
          <a:xfrm>
            <a:off x="487679" y="9762232"/>
            <a:ext cx="1937406" cy="488484"/>
            <a:chOff x="7939983" y="2035409"/>
            <a:chExt cx="2691404" cy="678696"/>
          </a:xfrm>
        </p:grpSpPr>
        <p:pic>
          <p:nvPicPr>
            <p:cNvPr id="13" name="Image 12">
              <a:extLst>
                <a:ext uri="{FF2B5EF4-FFF2-40B4-BE49-F238E27FC236}">
                  <a16:creationId xmlns:a16="http://schemas.microsoft.com/office/drawing/2014/main" id="{A7F9397C-8E0F-47FA-8BE2-BCF8B8E96E71}"/>
                </a:ext>
              </a:extLst>
            </p:cNvPr>
            <p:cNvPicPr>
              <a:picLocks noChangeAspect="1"/>
            </p:cNvPicPr>
            <p:nvPr userDrawn="1"/>
          </p:nvPicPr>
          <p:blipFill rotWithShape="1">
            <a:blip r:embed="rId6" cstate="screen">
              <a:extLst>
                <a:ext uri="{28A0092B-C50C-407E-A947-70E740481C1C}">
                  <a14:useLocalDpi xmlns:a14="http://schemas.microsoft.com/office/drawing/2010/main"/>
                </a:ext>
              </a:extLst>
            </a:blip>
            <a:srcRect/>
            <a:stretch/>
          </p:blipFill>
          <p:spPr>
            <a:xfrm>
              <a:off x="8601465" y="2282613"/>
              <a:ext cx="2029922" cy="431492"/>
            </a:xfrm>
            <a:prstGeom prst="rect">
              <a:avLst/>
            </a:prstGeom>
          </p:spPr>
        </p:pic>
        <p:pic>
          <p:nvPicPr>
            <p:cNvPr id="14" name="Image 13">
              <a:extLst>
                <a:ext uri="{FF2B5EF4-FFF2-40B4-BE49-F238E27FC236}">
                  <a16:creationId xmlns:a16="http://schemas.microsoft.com/office/drawing/2014/main" id="{1FCA6BDF-E95E-4187-9D18-12FA6A7A77E0}"/>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7939983" y="2035409"/>
              <a:ext cx="907060" cy="555863"/>
            </a:xfrm>
            <a:prstGeom prst="rect">
              <a:avLst/>
            </a:prstGeom>
          </p:spPr>
        </p:pic>
      </p:grpSp>
      <p:sp>
        <p:nvSpPr>
          <p:cNvPr id="15" name="Ellipse 14">
            <a:extLst>
              <a:ext uri="{FF2B5EF4-FFF2-40B4-BE49-F238E27FC236}">
                <a16:creationId xmlns:a16="http://schemas.microsoft.com/office/drawing/2014/main" id="{DF478B5E-CBB6-4B7C-BA3D-5625A6E30E2E}"/>
              </a:ext>
            </a:extLst>
          </p:cNvPr>
          <p:cNvSpPr/>
          <p:nvPr userDrawn="1"/>
        </p:nvSpPr>
        <p:spPr>
          <a:xfrm>
            <a:off x="2530336" y="9993910"/>
            <a:ext cx="117971" cy="117952"/>
          </a:xfrm>
          <a:prstGeom prst="ellipse">
            <a:avLst/>
          </a:prstGeom>
          <a:solidFill>
            <a:srgbClr val="EF1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00"/>
          </a:p>
        </p:txBody>
      </p:sp>
      <p:sp>
        <p:nvSpPr>
          <p:cNvPr id="4" name="Espace réservé du pied de page 3">
            <a:extLst>
              <a:ext uri="{FF2B5EF4-FFF2-40B4-BE49-F238E27FC236}">
                <a16:creationId xmlns:a16="http://schemas.microsoft.com/office/drawing/2014/main" id="{D01FEB85-58C1-4A23-BA08-4637E1CCE705}"/>
              </a:ext>
            </a:extLst>
          </p:cNvPr>
          <p:cNvSpPr>
            <a:spLocks noGrp="1"/>
          </p:cNvSpPr>
          <p:nvPr>
            <p:ph type="ftr" sz="quarter" idx="10"/>
          </p:nvPr>
        </p:nvSpPr>
        <p:spPr/>
        <p:txBody>
          <a:bodyPr/>
          <a:lstStyle/>
          <a:p>
            <a:endParaRPr lang="fr-FR"/>
          </a:p>
        </p:txBody>
      </p:sp>
    </p:spTree>
    <p:extLst>
      <p:ext uri="{BB962C8B-B14F-4D97-AF65-F5344CB8AC3E}">
        <p14:creationId xmlns:p14="http://schemas.microsoft.com/office/powerpoint/2010/main" val="590894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tags" Target="../tags/tag1.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34" Type="http://schemas.openxmlformats.org/officeDocument/2006/relationships/tags" Target="../tags/tag31.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theme" Target="../theme/theme3.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8"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979A295-AC20-0624-8E03-E8DB8148F63A}"/>
              </a:ext>
            </a:extLst>
          </p:cNvPr>
          <p:cNvSpPr>
            <a:spLocks noGrp="1"/>
          </p:cNvSpPr>
          <p:nvPr>
            <p:ph type="title"/>
          </p:nvPr>
        </p:nvSpPr>
        <p:spPr>
          <a:xfrm>
            <a:off x="1257300" y="547604"/>
            <a:ext cx="15773400" cy="1988038"/>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8FFE3EA-D41E-9673-9B4E-D7D3E7225CF6}"/>
              </a:ext>
            </a:extLst>
          </p:cNvPr>
          <p:cNvSpPr>
            <a:spLocks noGrp="1"/>
          </p:cNvSpPr>
          <p:nvPr>
            <p:ph type="body" idx="1"/>
          </p:nvPr>
        </p:nvSpPr>
        <p:spPr>
          <a:xfrm>
            <a:off x="1257300" y="2738017"/>
            <a:ext cx="15773400" cy="65260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B5DFA3D-1B1F-4E3D-5206-7869B6C30AD0}"/>
              </a:ext>
            </a:extLst>
          </p:cNvPr>
          <p:cNvSpPr>
            <a:spLocks noGrp="1"/>
          </p:cNvSpPr>
          <p:nvPr>
            <p:ph type="dt" sz="half" idx="2"/>
          </p:nvPr>
        </p:nvSpPr>
        <p:spPr>
          <a:xfrm>
            <a:off x="1257300" y="9533057"/>
            <a:ext cx="4114800" cy="547603"/>
          </a:xfrm>
          <a:prstGeom prst="rect">
            <a:avLst/>
          </a:prstGeom>
        </p:spPr>
        <p:txBody>
          <a:bodyPr vert="horz" lIns="91440" tIns="45720" rIns="91440" bIns="45720" rtlCol="0" anchor="ctr"/>
          <a:lstStyle>
            <a:lvl1pPr algn="l">
              <a:defRPr sz="848">
                <a:solidFill>
                  <a:schemeClr val="tx1">
                    <a:tint val="82000"/>
                  </a:schemeClr>
                </a:solidFill>
              </a:defRPr>
            </a:lvl1pPr>
          </a:lstStyle>
          <a:p>
            <a:fld id="{680BB936-C79F-4DF8-9DCA-BCEB19EA28F0}" type="datetimeFigureOut">
              <a:rPr lang="fr-FR" smtClean="0"/>
              <a:t>17/11/2025</a:t>
            </a:fld>
            <a:endParaRPr lang="fr-FR"/>
          </a:p>
        </p:txBody>
      </p:sp>
      <p:sp>
        <p:nvSpPr>
          <p:cNvPr id="5" name="Espace réservé du pied de page 4">
            <a:extLst>
              <a:ext uri="{FF2B5EF4-FFF2-40B4-BE49-F238E27FC236}">
                <a16:creationId xmlns:a16="http://schemas.microsoft.com/office/drawing/2014/main" id="{A9527075-9626-091E-8296-1DDC4AF25963}"/>
              </a:ext>
            </a:extLst>
          </p:cNvPr>
          <p:cNvSpPr>
            <a:spLocks noGrp="1"/>
          </p:cNvSpPr>
          <p:nvPr>
            <p:ph type="ftr" sz="quarter" idx="3"/>
          </p:nvPr>
        </p:nvSpPr>
        <p:spPr>
          <a:xfrm>
            <a:off x="6057900" y="9533057"/>
            <a:ext cx="6172200" cy="547603"/>
          </a:xfrm>
          <a:prstGeom prst="rect">
            <a:avLst/>
          </a:prstGeom>
        </p:spPr>
        <p:txBody>
          <a:bodyPr vert="horz" lIns="91440" tIns="45720" rIns="91440" bIns="45720" rtlCol="0" anchor="ctr"/>
          <a:lstStyle>
            <a:lvl1pPr algn="ctr">
              <a:defRPr sz="848">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6D10384D-CBF1-A736-1367-A85B260A184F}"/>
              </a:ext>
            </a:extLst>
          </p:cNvPr>
          <p:cNvSpPr>
            <a:spLocks noGrp="1"/>
          </p:cNvSpPr>
          <p:nvPr>
            <p:ph type="sldNum" sz="quarter" idx="4"/>
          </p:nvPr>
        </p:nvSpPr>
        <p:spPr>
          <a:xfrm>
            <a:off x="12915900" y="9533057"/>
            <a:ext cx="4114800" cy="547603"/>
          </a:xfrm>
          <a:prstGeom prst="rect">
            <a:avLst/>
          </a:prstGeom>
        </p:spPr>
        <p:txBody>
          <a:bodyPr vert="horz" lIns="91440" tIns="45720" rIns="91440" bIns="45720" rtlCol="0" anchor="ctr"/>
          <a:lstStyle>
            <a:lvl1pPr algn="r">
              <a:defRPr sz="848">
                <a:solidFill>
                  <a:schemeClr val="tx1">
                    <a:tint val="82000"/>
                  </a:schemeClr>
                </a:solidFill>
              </a:defRPr>
            </a:lvl1pPr>
          </a:lstStyle>
          <a:p>
            <a:fld id="{930AD87D-3900-432B-BFDB-B2C93BA63A96}" type="slidenum">
              <a:rPr lang="fr-FR" smtClean="0"/>
              <a:t>‹N°›</a:t>
            </a:fld>
            <a:endParaRPr lang="fr-FR"/>
          </a:p>
        </p:txBody>
      </p:sp>
    </p:spTree>
    <p:extLst>
      <p:ext uri="{BB962C8B-B14F-4D97-AF65-F5344CB8AC3E}">
        <p14:creationId xmlns:p14="http://schemas.microsoft.com/office/powerpoint/2010/main" val="2329995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46435" rtl="0" eaLnBrk="1" latinLnBrk="0" hangingPunct="1">
        <a:lnSpc>
          <a:spcPct val="90000"/>
        </a:lnSpc>
        <a:spcBef>
          <a:spcPct val="0"/>
        </a:spcBef>
        <a:buNone/>
        <a:defRPr sz="3111" kern="1200">
          <a:solidFill>
            <a:schemeClr val="tx1"/>
          </a:solidFill>
          <a:latin typeface="+mj-lt"/>
          <a:ea typeface="+mj-ea"/>
          <a:cs typeface="+mj-cs"/>
        </a:defRPr>
      </a:lvl1pPr>
    </p:titleStyle>
    <p:bodyStyle>
      <a:lvl1pPr marL="161609" indent="-161609" algn="l" defTabSz="646435" rtl="0" eaLnBrk="1" latinLnBrk="0" hangingPunct="1">
        <a:lnSpc>
          <a:spcPct val="90000"/>
        </a:lnSpc>
        <a:spcBef>
          <a:spcPts val="707"/>
        </a:spcBef>
        <a:buFont typeface="Arial" panose="020B0604020202020204" pitchFamily="34" charset="0"/>
        <a:buChar char="•"/>
        <a:defRPr sz="1979" kern="1200">
          <a:solidFill>
            <a:schemeClr val="tx1"/>
          </a:solidFill>
          <a:latin typeface="+mn-lt"/>
          <a:ea typeface="+mn-ea"/>
          <a:cs typeface="+mn-cs"/>
        </a:defRPr>
      </a:lvl1pPr>
      <a:lvl2pPr marL="484826" indent="-161609" algn="l" defTabSz="646435" rtl="0" eaLnBrk="1" latinLnBrk="0" hangingPunct="1">
        <a:lnSpc>
          <a:spcPct val="90000"/>
        </a:lnSpc>
        <a:spcBef>
          <a:spcPts val="353"/>
        </a:spcBef>
        <a:buFont typeface="Arial" panose="020B0604020202020204" pitchFamily="34" charset="0"/>
        <a:buChar char="•"/>
        <a:defRPr sz="1697" kern="1200">
          <a:solidFill>
            <a:schemeClr val="tx1"/>
          </a:solidFill>
          <a:latin typeface="+mn-lt"/>
          <a:ea typeface="+mn-ea"/>
          <a:cs typeface="+mn-cs"/>
        </a:defRPr>
      </a:lvl2pPr>
      <a:lvl3pPr marL="808044" indent="-161609" algn="l" defTabSz="646435" rtl="0" eaLnBrk="1" latinLnBrk="0" hangingPunct="1">
        <a:lnSpc>
          <a:spcPct val="90000"/>
        </a:lnSpc>
        <a:spcBef>
          <a:spcPts val="353"/>
        </a:spcBef>
        <a:buFont typeface="Arial" panose="020B0604020202020204" pitchFamily="34" charset="0"/>
        <a:buChar char="•"/>
        <a:defRPr sz="1414" kern="1200">
          <a:solidFill>
            <a:schemeClr val="tx1"/>
          </a:solidFill>
          <a:latin typeface="+mn-lt"/>
          <a:ea typeface="+mn-ea"/>
          <a:cs typeface="+mn-cs"/>
        </a:defRPr>
      </a:lvl3pPr>
      <a:lvl4pPr marL="1131261" indent="-161609" algn="l" defTabSz="646435" rtl="0" eaLnBrk="1" latinLnBrk="0" hangingPunct="1">
        <a:lnSpc>
          <a:spcPct val="90000"/>
        </a:lnSpc>
        <a:spcBef>
          <a:spcPts val="353"/>
        </a:spcBef>
        <a:buFont typeface="Arial" panose="020B0604020202020204" pitchFamily="34" charset="0"/>
        <a:buChar char="•"/>
        <a:defRPr sz="1273" kern="1200">
          <a:solidFill>
            <a:schemeClr val="tx1"/>
          </a:solidFill>
          <a:latin typeface="+mn-lt"/>
          <a:ea typeface="+mn-ea"/>
          <a:cs typeface="+mn-cs"/>
        </a:defRPr>
      </a:lvl4pPr>
      <a:lvl5pPr marL="1454479" indent="-161609" algn="l" defTabSz="646435" rtl="0" eaLnBrk="1" latinLnBrk="0" hangingPunct="1">
        <a:lnSpc>
          <a:spcPct val="90000"/>
        </a:lnSpc>
        <a:spcBef>
          <a:spcPts val="353"/>
        </a:spcBef>
        <a:buFont typeface="Arial" panose="020B0604020202020204" pitchFamily="34" charset="0"/>
        <a:buChar char="•"/>
        <a:defRPr sz="1273" kern="1200">
          <a:solidFill>
            <a:schemeClr val="tx1"/>
          </a:solidFill>
          <a:latin typeface="+mn-lt"/>
          <a:ea typeface="+mn-ea"/>
          <a:cs typeface="+mn-cs"/>
        </a:defRPr>
      </a:lvl5pPr>
      <a:lvl6pPr marL="1777696" indent="-161609" algn="l" defTabSz="646435" rtl="0" eaLnBrk="1" latinLnBrk="0" hangingPunct="1">
        <a:lnSpc>
          <a:spcPct val="90000"/>
        </a:lnSpc>
        <a:spcBef>
          <a:spcPts val="353"/>
        </a:spcBef>
        <a:buFont typeface="Arial" panose="020B0604020202020204" pitchFamily="34" charset="0"/>
        <a:buChar char="•"/>
        <a:defRPr sz="1273" kern="1200">
          <a:solidFill>
            <a:schemeClr val="tx1"/>
          </a:solidFill>
          <a:latin typeface="+mn-lt"/>
          <a:ea typeface="+mn-ea"/>
          <a:cs typeface="+mn-cs"/>
        </a:defRPr>
      </a:lvl6pPr>
      <a:lvl7pPr marL="2100914" indent="-161609" algn="l" defTabSz="646435" rtl="0" eaLnBrk="1" latinLnBrk="0" hangingPunct="1">
        <a:lnSpc>
          <a:spcPct val="90000"/>
        </a:lnSpc>
        <a:spcBef>
          <a:spcPts val="353"/>
        </a:spcBef>
        <a:buFont typeface="Arial" panose="020B0604020202020204" pitchFamily="34" charset="0"/>
        <a:buChar char="•"/>
        <a:defRPr sz="1273" kern="1200">
          <a:solidFill>
            <a:schemeClr val="tx1"/>
          </a:solidFill>
          <a:latin typeface="+mn-lt"/>
          <a:ea typeface="+mn-ea"/>
          <a:cs typeface="+mn-cs"/>
        </a:defRPr>
      </a:lvl7pPr>
      <a:lvl8pPr marL="2424132" indent="-161609" algn="l" defTabSz="646435" rtl="0" eaLnBrk="1" latinLnBrk="0" hangingPunct="1">
        <a:lnSpc>
          <a:spcPct val="90000"/>
        </a:lnSpc>
        <a:spcBef>
          <a:spcPts val="353"/>
        </a:spcBef>
        <a:buFont typeface="Arial" panose="020B0604020202020204" pitchFamily="34" charset="0"/>
        <a:buChar char="•"/>
        <a:defRPr sz="1273" kern="1200">
          <a:solidFill>
            <a:schemeClr val="tx1"/>
          </a:solidFill>
          <a:latin typeface="+mn-lt"/>
          <a:ea typeface="+mn-ea"/>
          <a:cs typeface="+mn-cs"/>
        </a:defRPr>
      </a:lvl8pPr>
      <a:lvl9pPr marL="2747349" indent="-161609" algn="l" defTabSz="646435" rtl="0" eaLnBrk="1" latinLnBrk="0" hangingPunct="1">
        <a:lnSpc>
          <a:spcPct val="90000"/>
        </a:lnSpc>
        <a:spcBef>
          <a:spcPts val="353"/>
        </a:spcBef>
        <a:buFont typeface="Arial" panose="020B0604020202020204" pitchFamily="34" charset="0"/>
        <a:buChar char="•"/>
        <a:defRPr sz="1273" kern="1200">
          <a:solidFill>
            <a:schemeClr val="tx1"/>
          </a:solidFill>
          <a:latin typeface="+mn-lt"/>
          <a:ea typeface="+mn-ea"/>
          <a:cs typeface="+mn-cs"/>
        </a:defRPr>
      </a:lvl9pPr>
    </p:bodyStyle>
    <p:otherStyle>
      <a:defPPr>
        <a:defRPr lang="fr-FR"/>
      </a:defPPr>
      <a:lvl1pPr marL="0" algn="l" defTabSz="646435" rtl="0" eaLnBrk="1" latinLnBrk="0" hangingPunct="1">
        <a:defRPr sz="1273" kern="1200">
          <a:solidFill>
            <a:schemeClr val="tx1"/>
          </a:solidFill>
          <a:latin typeface="+mn-lt"/>
          <a:ea typeface="+mn-ea"/>
          <a:cs typeface="+mn-cs"/>
        </a:defRPr>
      </a:lvl1pPr>
      <a:lvl2pPr marL="323218" algn="l" defTabSz="646435" rtl="0" eaLnBrk="1" latinLnBrk="0" hangingPunct="1">
        <a:defRPr sz="1273" kern="1200">
          <a:solidFill>
            <a:schemeClr val="tx1"/>
          </a:solidFill>
          <a:latin typeface="+mn-lt"/>
          <a:ea typeface="+mn-ea"/>
          <a:cs typeface="+mn-cs"/>
        </a:defRPr>
      </a:lvl2pPr>
      <a:lvl3pPr marL="646435" algn="l" defTabSz="646435" rtl="0" eaLnBrk="1" latinLnBrk="0" hangingPunct="1">
        <a:defRPr sz="1273" kern="1200">
          <a:solidFill>
            <a:schemeClr val="tx1"/>
          </a:solidFill>
          <a:latin typeface="+mn-lt"/>
          <a:ea typeface="+mn-ea"/>
          <a:cs typeface="+mn-cs"/>
        </a:defRPr>
      </a:lvl3pPr>
      <a:lvl4pPr marL="969653" algn="l" defTabSz="646435" rtl="0" eaLnBrk="1" latinLnBrk="0" hangingPunct="1">
        <a:defRPr sz="1273" kern="1200">
          <a:solidFill>
            <a:schemeClr val="tx1"/>
          </a:solidFill>
          <a:latin typeface="+mn-lt"/>
          <a:ea typeface="+mn-ea"/>
          <a:cs typeface="+mn-cs"/>
        </a:defRPr>
      </a:lvl4pPr>
      <a:lvl5pPr marL="1292870" algn="l" defTabSz="646435" rtl="0" eaLnBrk="1" latinLnBrk="0" hangingPunct="1">
        <a:defRPr sz="1273" kern="1200">
          <a:solidFill>
            <a:schemeClr val="tx1"/>
          </a:solidFill>
          <a:latin typeface="+mn-lt"/>
          <a:ea typeface="+mn-ea"/>
          <a:cs typeface="+mn-cs"/>
        </a:defRPr>
      </a:lvl5pPr>
      <a:lvl6pPr marL="1616088" algn="l" defTabSz="646435" rtl="0" eaLnBrk="1" latinLnBrk="0" hangingPunct="1">
        <a:defRPr sz="1273" kern="1200">
          <a:solidFill>
            <a:schemeClr val="tx1"/>
          </a:solidFill>
          <a:latin typeface="+mn-lt"/>
          <a:ea typeface="+mn-ea"/>
          <a:cs typeface="+mn-cs"/>
        </a:defRPr>
      </a:lvl6pPr>
      <a:lvl7pPr marL="1939305" algn="l" defTabSz="646435" rtl="0" eaLnBrk="1" latinLnBrk="0" hangingPunct="1">
        <a:defRPr sz="1273" kern="1200">
          <a:solidFill>
            <a:schemeClr val="tx1"/>
          </a:solidFill>
          <a:latin typeface="+mn-lt"/>
          <a:ea typeface="+mn-ea"/>
          <a:cs typeface="+mn-cs"/>
        </a:defRPr>
      </a:lvl7pPr>
      <a:lvl8pPr marL="2262523" algn="l" defTabSz="646435" rtl="0" eaLnBrk="1" latinLnBrk="0" hangingPunct="1">
        <a:defRPr sz="1273" kern="1200">
          <a:solidFill>
            <a:schemeClr val="tx1"/>
          </a:solidFill>
          <a:latin typeface="+mn-lt"/>
          <a:ea typeface="+mn-ea"/>
          <a:cs typeface="+mn-cs"/>
        </a:defRPr>
      </a:lvl8pPr>
      <a:lvl9pPr marL="2585740" algn="l" defTabSz="646435" rtl="0" eaLnBrk="1" latinLnBrk="0" hangingPunct="1">
        <a:defRPr sz="127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85D93E0-558F-4F5E-B385-0C55ED994F72}"/>
              </a:ext>
            </a:extLst>
          </p:cNvPr>
          <p:cNvSpPr>
            <a:spLocks noGrp="1"/>
          </p:cNvSpPr>
          <p:nvPr>
            <p:ph type="title"/>
          </p:nvPr>
        </p:nvSpPr>
        <p:spPr>
          <a:xfrm>
            <a:off x="431800" y="573951"/>
            <a:ext cx="17424401" cy="742517"/>
          </a:xfrm>
          <a:prstGeom prst="rect">
            <a:avLst/>
          </a:prstGeom>
        </p:spPr>
        <p:txBody>
          <a:bodyPr vert="horz" lIns="91440" tIns="45720" rIns="91440" bIns="45720" rtlCol="0" anchor="t">
            <a:noAutofit/>
          </a:bodyPr>
          <a:lstStyle/>
          <a:p>
            <a:r>
              <a:rPr lang="fr-FR"/>
              <a:t>Modifiez le style du titre</a:t>
            </a:r>
          </a:p>
        </p:txBody>
      </p:sp>
      <p:sp>
        <p:nvSpPr>
          <p:cNvPr id="5" name="Espace réservé du pied de page 4">
            <a:extLst>
              <a:ext uri="{FF2B5EF4-FFF2-40B4-BE49-F238E27FC236}">
                <a16:creationId xmlns:a16="http://schemas.microsoft.com/office/drawing/2014/main" id="{CC184089-CB4A-4192-BEC2-AAB5003CC94F}"/>
              </a:ext>
            </a:extLst>
          </p:cNvPr>
          <p:cNvSpPr>
            <a:spLocks noGrp="1"/>
          </p:cNvSpPr>
          <p:nvPr>
            <p:ph type="ftr" sz="quarter" idx="3"/>
          </p:nvPr>
        </p:nvSpPr>
        <p:spPr>
          <a:xfrm>
            <a:off x="2353757" y="9822747"/>
            <a:ext cx="1560600" cy="253876"/>
          </a:xfrm>
          <a:prstGeom prst="rect">
            <a:avLst/>
          </a:prstGeom>
          <a:noFill/>
        </p:spPr>
        <p:txBody>
          <a:bodyPr vert="horz" wrap="none" lIns="72000" tIns="0" rIns="36000" bIns="0" rtlCol="0" anchor="ctr">
            <a:noAutofit/>
          </a:bodyPr>
          <a:lstStyle>
            <a:lvl1pPr>
              <a:defRPr lang="fr-FR" sz="1650" b="1" cap="all" baseline="0" smtClean="0">
                <a:solidFill>
                  <a:schemeClr val="accent3"/>
                </a:solidFill>
                <a:latin typeface="+mj-lt"/>
                <a:cs typeface="Segoe UI" panose="020B0502040204020203" pitchFamily="34" charset="0"/>
              </a:defRPr>
            </a:lvl1pPr>
          </a:lstStyle>
          <a:p>
            <a:pPr>
              <a:spcBef>
                <a:spcPts val="4499"/>
              </a:spcBef>
            </a:pPr>
            <a:r>
              <a:rPr lang="fr-FR"/>
              <a:t>BUDGET 2024 FRANCE</a:t>
            </a:r>
          </a:p>
        </p:txBody>
      </p:sp>
      <p:sp>
        <p:nvSpPr>
          <p:cNvPr id="13" name="Espace réservé du numéro de diapositive 12">
            <a:extLst>
              <a:ext uri="{FF2B5EF4-FFF2-40B4-BE49-F238E27FC236}">
                <a16:creationId xmlns:a16="http://schemas.microsoft.com/office/drawing/2014/main" id="{6DFF900B-9EDB-8BC1-912F-0664A0E7966D}"/>
              </a:ext>
            </a:extLst>
          </p:cNvPr>
          <p:cNvSpPr>
            <a:spLocks noGrp="1"/>
          </p:cNvSpPr>
          <p:nvPr>
            <p:ph type="sldNum" sz="quarter" idx="4"/>
          </p:nvPr>
        </p:nvSpPr>
        <p:spPr>
          <a:xfrm>
            <a:off x="17582755" y="9702572"/>
            <a:ext cx="446282" cy="446213"/>
          </a:xfrm>
          <a:prstGeom prst="ellipse">
            <a:avLst/>
          </a:prstGeom>
          <a:solidFill>
            <a:schemeClr val="accent3"/>
          </a:solidFill>
        </p:spPr>
        <p:txBody>
          <a:bodyPr vert="horz" wrap="none" lIns="91440" tIns="45720" rIns="91440" bIns="45720" rtlCol="0" anchor="ctr"/>
          <a:lstStyle>
            <a:lvl1pPr algn="ctr">
              <a:defRPr sz="1200">
                <a:solidFill>
                  <a:schemeClr val="bg1"/>
                </a:solidFill>
                <a:latin typeface="+mj-lt"/>
              </a:defRPr>
            </a:lvl1pPr>
          </a:lstStyle>
          <a:p>
            <a:fld id="{4BF46CD0-FBDC-4232-8F32-5100991AA633}" type="slidenum">
              <a:rPr lang="fr-FR" smtClean="0"/>
              <a:pPr/>
              <a:t>‹N°›</a:t>
            </a:fld>
            <a:endParaRPr lang="fr-FR"/>
          </a:p>
        </p:txBody>
      </p:sp>
      <p:sp>
        <p:nvSpPr>
          <p:cNvPr id="4" name="Workspace [Presentation]" hidden="1">
            <a:extLst>
              <a:ext uri="{FF2B5EF4-FFF2-40B4-BE49-F238E27FC236}">
                <a16:creationId xmlns:a16="http://schemas.microsoft.com/office/drawing/2014/main" id="{519808DC-2360-6D0E-29C4-C89B9B969CF8}"/>
              </a:ext>
            </a:extLst>
          </p:cNvPr>
          <p:cNvSpPr/>
          <p:nvPr userDrawn="1"/>
        </p:nvSpPr>
        <p:spPr>
          <a:xfrm>
            <a:off x="398492" y="2182011"/>
            <a:ext cx="17424401" cy="7453236"/>
          </a:xfrm>
          <a:prstGeom prst="rect">
            <a:avLst/>
          </a:prstGeom>
          <a:noFill/>
          <a:ln w="12700">
            <a:solidFill>
              <a:srgbClr val="D24726"/>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73808" indent="-273808" algn="l">
              <a:buClr>
                <a:schemeClr val="accent4"/>
              </a:buClr>
              <a:buFont typeface="Arial" panose="020B0604020202020204" pitchFamily="34" charset="0"/>
              <a:buChar char="•"/>
            </a:pPr>
            <a:endParaRPr lang="fr-FR" sz="1800">
              <a:solidFill>
                <a:schemeClr val="accent1"/>
              </a:solidFill>
            </a:endParaRPr>
          </a:p>
        </p:txBody>
      </p:sp>
      <p:sp>
        <p:nvSpPr>
          <p:cNvPr id="6" name="Text Placeholder 5">
            <a:extLst>
              <a:ext uri="{FF2B5EF4-FFF2-40B4-BE49-F238E27FC236}">
                <a16:creationId xmlns:a16="http://schemas.microsoft.com/office/drawing/2014/main" id="{229CF239-2D3B-495B-A2D7-F4C2BE3D0E28}"/>
              </a:ext>
            </a:extLst>
          </p:cNvPr>
          <p:cNvSpPr>
            <a:spLocks noGrp="1"/>
          </p:cNvSpPr>
          <p:nvPr>
            <p:ph type="body" idx="1"/>
          </p:nvPr>
        </p:nvSpPr>
        <p:spPr>
          <a:xfrm>
            <a:off x="320039" y="2182028"/>
            <a:ext cx="17502854" cy="7520527"/>
          </a:xfrm>
          <a:prstGeom prst="rect">
            <a:avLst/>
          </a:prstGeom>
        </p:spPr>
        <p:txBody>
          <a:bodyPr vert="horz" lIns="0" tIns="0" rIns="0" bIns="0" rtlCol="0">
            <a:normAutofit/>
          </a:bodyPr>
          <a:lstStyle/>
          <a:p>
            <a:pPr lvl="0"/>
            <a:r>
              <a:rPr lang="fr-FR" noProof="0"/>
              <a:t>Click to </a:t>
            </a:r>
            <a:r>
              <a:rPr lang="fr-FR" noProof="0" err="1"/>
              <a:t>add</a:t>
            </a:r>
            <a:r>
              <a:rPr lang="fr-FR" noProof="0"/>
              <a:t> </a:t>
            </a:r>
            <a:r>
              <a:rPr lang="fr-FR" noProof="0" err="1"/>
              <a:t>text</a:t>
            </a:r>
            <a:r>
              <a:rPr lang="fr-FR" noProof="0"/>
              <a:t> </a:t>
            </a:r>
            <a:br>
              <a:rPr lang="fr-FR" noProof="0"/>
            </a:br>
            <a:r>
              <a:rPr lang="fr-FR" noProof="0"/>
              <a:t>Enter &amp; TAB for </a:t>
            </a:r>
            <a:r>
              <a:rPr lang="fr-FR" noProof="0" err="1"/>
              <a:t>next</a:t>
            </a:r>
            <a:r>
              <a:rPr lang="fr-FR" noProof="0"/>
              <a:t> </a:t>
            </a:r>
            <a:r>
              <a:rPr lang="fr-FR" noProof="0" err="1"/>
              <a:t>text</a:t>
            </a:r>
            <a:r>
              <a:rPr lang="fr-FR" noProof="0"/>
              <a:t> </a:t>
            </a:r>
            <a:r>
              <a:rPr lang="fr-FR" noProof="0" err="1"/>
              <a:t>level</a:t>
            </a:r>
            <a:br>
              <a:rPr lang="fr-FR" noProof="0"/>
            </a:br>
            <a:r>
              <a:rPr lang="fr-FR" noProof="0"/>
              <a:t>SHIFT+TAB to go back in </a:t>
            </a:r>
            <a:r>
              <a:rPr lang="fr-FR" noProof="0" err="1"/>
              <a:t>levels</a:t>
            </a:r>
            <a:endParaRPr lang="fr-FR" noProof="0"/>
          </a:p>
          <a:p>
            <a:pPr lvl="1"/>
            <a:r>
              <a:rPr lang="fr-FR" err="1"/>
              <a:t>Level</a:t>
            </a:r>
            <a:r>
              <a:rPr lang="fr-FR"/>
              <a:t> 2</a:t>
            </a:r>
          </a:p>
          <a:p>
            <a:pPr lvl="2"/>
            <a:r>
              <a:rPr lang="fr-FR" err="1"/>
              <a:t>Level</a:t>
            </a:r>
            <a:r>
              <a:rPr lang="fr-FR"/>
              <a:t> 3</a:t>
            </a:r>
          </a:p>
          <a:p>
            <a:pPr lvl="3"/>
            <a:r>
              <a:rPr lang="fr-FR" err="1"/>
              <a:t>Level</a:t>
            </a:r>
            <a:r>
              <a:rPr lang="fr-FR"/>
              <a:t> 4, Header</a:t>
            </a:r>
          </a:p>
          <a:p>
            <a:pPr lvl="4"/>
            <a:r>
              <a:rPr lang="fr-FR" err="1"/>
              <a:t>Level</a:t>
            </a:r>
            <a:r>
              <a:rPr lang="fr-FR"/>
              <a:t> 5, Body</a:t>
            </a:r>
          </a:p>
          <a:p>
            <a:pPr lvl="5"/>
            <a:r>
              <a:rPr lang="fr-FR" err="1"/>
              <a:t>Level</a:t>
            </a:r>
            <a:r>
              <a:rPr lang="fr-FR"/>
              <a:t> 6, Bullet point</a:t>
            </a:r>
          </a:p>
          <a:p>
            <a:pPr lvl="6"/>
            <a:r>
              <a:rPr lang="fr-FR" err="1"/>
              <a:t>Level</a:t>
            </a:r>
            <a:r>
              <a:rPr lang="fr-FR"/>
              <a:t> 7, Small header/</a:t>
            </a:r>
            <a:r>
              <a:rPr lang="fr-FR" err="1"/>
              <a:t>legend</a:t>
            </a:r>
            <a:endParaRPr lang="fr-FR"/>
          </a:p>
          <a:p>
            <a:pPr lvl="7"/>
            <a:r>
              <a:rPr lang="fr-FR" err="1"/>
              <a:t>Level</a:t>
            </a:r>
            <a:r>
              <a:rPr lang="fr-FR"/>
              <a:t> 8, Small body</a:t>
            </a:r>
          </a:p>
          <a:p>
            <a:pPr lvl="8"/>
            <a:r>
              <a:rPr lang="fr-FR" err="1"/>
              <a:t>Level</a:t>
            </a:r>
            <a:r>
              <a:rPr lang="fr-FR"/>
              <a:t> 9, </a:t>
            </a:r>
            <a:r>
              <a:rPr lang="fr-FR" err="1"/>
              <a:t>Infographic</a:t>
            </a:r>
            <a:endParaRPr lang="fr-FR"/>
          </a:p>
        </p:txBody>
      </p:sp>
    </p:spTree>
    <p:custDataLst>
      <p:tags r:id="rId32"/>
    </p:custDataLst>
    <p:extLst>
      <p:ext uri="{BB962C8B-B14F-4D97-AF65-F5344CB8AC3E}">
        <p14:creationId xmlns:p14="http://schemas.microsoft.com/office/powerpoint/2010/main" val="32403940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hf hdr="0" dt="0"/>
  <p:txStyles>
    <p:titleStyle>
      <a:lvl1pPr algn="l" defTabSz="1371417" rtl="0" eaLnBrk="1" latinLnBrk="0" hangingPunct="1">
        <a:lnSpc>
          <a:spcPct val="90000"/>
        </a:lnSpc>
        <a:spcBef>
          <a:spcPct val="0"/>
        </a:spcBef>
        <a:buNone/>
        <a:defRPr sz="4199" b="1" kern="1200" cap="all" baseline="0">
          <a:solidFill>
            <a:schemeClr val="accent1"/>
          </a:solidFill>
          <a:latin typeface="Bahnschrift" panose="020B0502040204020203" pitchFamily="34" charset="0"/>
          <a:ea typeface="+mj-ea"/>
          <a:cs typeface="+mj-cs"/>
        </a:defRPr>
      </a:lvl1pPr>
    </p:titleStyle>
    <p:bodyStyle>
      <a:lvl1pPr marL="264565" indent="-264565" algn="l" defTabSz="1371417" rtl="0" eaLnBrk="1" latinLnBrk="0" hangingPunct="1">
        <a:lnSpc>
          <a:spcPct val="100000"/>
        </a:lnSpc>
        <a:spcBef>
          <a:spcPts val="0"/>
        </a:spcBef>
        <a:spcAft>
          <a:spcPts val="900"/>
        </a:spcAft>
        <a:buFont typeface="Malgun Gothic" panose="020B0503020000020004" pitchFamily="34" charset="-127"/>
        <a:buChar char="​"/>
        <a:defRPr sz="2700" b="1" kern="1200">
          <a:solidFill>
            <a:schemeClr val="accent1"/>
          </a:solidFill>
          <a:latin typeface="Segoe UI" panose="020B0502040204020203" pitchFamily="34" charset="0"/>
          <a:ea typeface="+mn-ea"/>
          <a:cs typeface="Segoe UI" panose="020B0502040204020203" pitchFamily="34" charset="0"/>
        </a:defRPr>
      </a:lvl1pPr>
      <a:lvl2pPr marL="264284" indent="-264284" algn="l" defTabSz="1371417" rtl="0" eaLnBrk="1" latinLnBrk="0" hangingPunct="1">
        <a:lnSpc>
          <a:spcPct val="100000"/>
        </a:lnSpc>
        <a:spcBef>
          <a:spcPts val="0"/>
        </a:spcBef>
        <a:spcAft>
          <a:spcPts val="900"/>
        </a:spcAft>
        <a:buClr>
          <a:schemeClr val="accent4"/>
        </a:buClr>
        <a:buFont typeface="Malgun Gothic" panose="020B0503020000020004" pitchFamily="34" charset="-127"/>
        <a:buChar char="​"/>
        <a:defRPr sz="2400" kern="1200">
          <a:solidFill>
            <a:schemeClr val="accent1"/>
          </a:solidFill>
          <a:latin typeface="+mn-lt"/>
          <a:ea typeface="+mn-ea"/>
          <a:cs typeface="+mn-cs"/>
        </a:defRPr>
      </a:lvl2pPr>
      <a:lvl3pPr marL="542853" indent="-278570" algn="l" defTabSz="1371417" rtl="0" eaLnBrk="1" latinLnBrk="0" hangingPunct="1">
        <a:lnSpc>
          <a:spcPct val="100000"/>
        </a:lnSpc>
        <a:spcBef>
          <a:spcPts val="0"/>
        </a:spcBef>
        <a:spcAft>
          <a:spcPts val="900"/>
        </a:spcAft>
        <a:buClr>
          <a:schemeClr val="accent4"/>
        </a:buClr>
        <a:buFont typeface="Arial" panose="020B0604020202020204" pitchFamily="34" charset="0"/>
        <a:buChar char="•"/>
        <a:tabLst>
          <a:tab pos="4430916" algn="l"/>
        </a:tabLst>
        <a:defRPr sz="1800" i="0" kern="1200">
          <a:solidFill>
            <a:schemeClr val="accent1"/>
          </a:solidFill>
          <a:latin typeface="+mn-lt"/>
          <a:ea typeface="+mn-ea"/>
          <a:cs typeface="+mn-cs"/>
        </a:defRPr>
      </a:lvl3pPr>
      <a:lvl4pPr marL="264284" indent="-264284" algn="l" defTabSz="1371417" rtl="0" eaLnBrk="1" latinLnBrk="0" hangingPunct="1">
        <a:lnSpc>
          <a:spcPct val="100000"/>
        </a:lnSpc>
        <a:spcBef>
          <a:spcPts val="0"/>
        </a:spcBef>
        <a:spcAft>
          <a:spcPts val="900"/>
        </a:spcAft>
        <a:buFont typeface="Arial" panose="020B0604020202020204" pitchFamily="34" charset="0"/>
        <a:buChar char="​"/>
        <a:defRPr sz="5999" b="1" kern="1200">
          <a:gradFill>
            <a:gsLst>
              <a:gs pos="0">
                <a:srgbClr val="014DCF"/>
              </a:gs>
              <a:gs pos="100000">
                <a:srgbClr val="0332B4"/>
              </a:gs>
            </a:gsLst>
            <a:lin ang="10800000" scaled="0"/>
          </a:gradFill>
          <a:latin typeface="+mj-lt"/>
          <a:ea typeface="+mn-ea"/>
          <a:cs typeface="+mn-cs"/>
        </a:defRPr>
      </a:lvl4pPr>
      <a:lvl5pPr marL="264284" indent="-264284" algn="l" defTabSz="1371417" rtl="0" eaLnBrk="1" latinLnBrk="0" hangingPunct="1">
        <a:lnSpc>
          <a:spcPct val="100000"/>
        </a:lnSpc>
        <a:spcBef>
          <a:spcPts val="0"/>
        </a:spcBef>
        <a:spcAft>
          <a:spcPts val="900"/>
        </a:spcAft>
        <a:buFont typeface="Arial" panose="020B0604020202020204" pitchFamily="34" charset="0"/>
        <a:buChar char="​"/>
        <a:defRPr sz="2100" kern="1200" baseline="0">
          <a:solidFill>
            <a:schemeClr val="accent1"/>
          </a:solidFill>
          <a:latin typeface="+mj-lt"/>
          <a:ea typeface="+mn-ea"/>
          <a:cs typeface="+mn-cs"/>
        </a:defRPr>
      </a:lvl5pPr>
      <a:lvl6pPr marL="542853" indent="-278570" algn="l" defTabSz="1371417" rtl="0" eaLnBrk="1" latinLnBrk="0" hangingPunct="1">
        <a:lnSpc>
          <a:spcPct val="100000"/>
        </a:lnSpc>
        <a:spcBef>
          <a:spcPts val="0"/>
        </a:spcBef>
        <a:spcAft>
          <a:spcPts val="900"/>
        </a:spcAft>
        <a:buClr>
          <a:schemeClr val="accent4"/>
        </a:buClr>
        <a:buFont typeface="Arial" panose="020B0604020202020204" pitchFamily="34" charset="0"/>
        <a:buChar char="•"/>
        <a:defRPr sz="1650" b="0" kern="1200">
          <a:solidFill>
            <a:schemeClr val="accent1"/>
          </a:solidFill>
          <a:latin typeface="+mj-lt"/>
          <a:ea typeface="+mn-ea"/>
          <a:cs typeface="+mn-cs"/>
        </a:defRPr>
      </a:lvl6pPr>
      <a:lvl7pPr marL="264284" indent="-264284" algn="l" defTabSz="1371417" rtl="0" eaLnBrk="1" latinLnBrk="0" hangingPunct="1">
        <a:lnSpc>
          <a:spcPct val="100000"/>
        </a:lnSpc>
        <a:spcBef>
          <a:spcPts val="0"/>
        </a:spcBef>
        <a:spcAft>
          <a:spcPts val="900"/>
        </a:spcAft>
        <a:buFont typeface="Arial" panose="020B0604020202020204" pitchFamily="34" charset="0"/>
        <a:buChar char="​"/>
        <a:tabLst/>
        <a:defRPr sz="1800" kern="1200">
          <a:solidFill>
            <a:schemeClr val="accent1"/>
          </a:solidFill>
          <a:latin typeface="+mj-lt"/>
          <a:ea typeface="+mn-ea"/>
          <a:cs typeface="+mn-cs"/>
        </a:defRPr>
      </a:lvl7pPr>
      <a:lvl8pPr marL="264284" indent="-264284" algn="l" defTabSz="1371417" rtl="0" eaLnBrk="1" latinLnBrk="0" hangingPunct="1">
        <a:lnSpc>
          <a:spcPct val="100000"/>
        </a:lnSpc>
        <a:spcBef>
          <a:spcPts val="0"/>
        </a:spcBef>
        <a:spcAft>
          <a:spcPts val="900"/>
        </a:spcAft>
        <a:buFont typeface="Arial" panose="020B0604020202020204" pitchFamily="34" charset="0"/>
        <a:buChar char="​"/>
        <a:tabLst/>
        <a:defRPr sz="1575" kern="1200">
          <a:solidFill>
            <a:schemeClr val="accent1"/>
          </a:solidFill>
          <a:latin typeface="+mn-lt"/>
          <a:ea typeface="+mn-ea"/>
          <a:cs typeface="+mn-cs"/>
        </a:defRPr>
      </a:lvl8pPr>
      <a:lvl9pPr marL="264284" indent="-264284" algn="l" defTabSz="1371417" rtl="0" eaLnBrk="1" latinLnBrk="0" hangingPunct="1">
        <a:lnSpc>
          <a:spcPct val="100000"/>
        </a:lnSpc>
        <a:spcBef>
          <a:spcPts val="0"/>
        </a:spcBef>
        <a:spcAft>
          <a:spcPts val="900"/>
        </a:spcAft>
        <a:buFont typeface="Arial" panose="020B0604020202020204" pitchFamily="34" charset="0"/>
        <a:buChar char="​"/>
        <a:tabLst>
          <a:tab pos="264284" algn="l"/>
        </a:tabLst>
        <a:defRPr sz="4199" b="0" kern="1200">
          <a:gradFill>
            <a:gsLst>
              <a:gs pos="0">
                <a:srgbClr val="014DCF"/>
              </a:gs>
              <a:gs pos="100000">
                <a:srgbClr val="0332B4"/>
              </a:gs>
            </a:gsLst>
            <a:lin ang="10800000" scaled="0"/>
          </a:gradFill>
          <a:latin typeface="+mj-lt"/>
          <a:ea typeface="+mn-ea"/>
          <a:cs typeface="+mn-cs"/>
        </a:defRPr>
      </a:lvl9pPr>
    </p:bodyStyle>
    <p:otherStyle>
      <a:defPPr>
        <a:defRPr lang="fr-FR"/>
      </a:defPPr>
      <a:lvl1pPr marL="0" algn="l" defTabSz="1371417" rtl="0" eaLnBrk="1" latinLnBrk="0" hangingPunct="1">
        <a:defRPr sz="2700" kern="1200">
          <a:solidFill>
            <a:schemeClr val="tx1"/>
          </a:solidFill>
          <a:latin typeface="+mn-lt"/>
          <a:ea typeface="+mn-ea"/>
          <a:cs typeface="+mn-cs"/>
        </a:defRPr>
      </a:lvl1pPr>
      <a:lvl2pPr marL="685709" algn="l" defTabSz="1371417" rtl="0" eaLnBrk="1" latinLnBrk="0" hangingPunct="1">
        <a:defRPr sz="2700" kern="1200">
          <a:solidFill>
            <a:schemeClr val="tx1"/>
          </a:solidFill>
          <a:latin typeface="+mn-lt"/>
          <a:ea typeface="+mn-ea"/>
          <a:cs typeface="+mn-cs"/>
        </a:defRPr>
      </a:lvl2pPr>
      <a:lvl3pPr marL="1371417" algn="l" defTabSz="1371417" rtl="0" eaLnBrk="1" latinLnBrk="0" hangingPunct="1">
        <a:defRPr sz="2700" kern="1200">
          <a:solidFill>
            <a:schemeClr val="tx1"/>
          </a:solidFill>
          <a:latin typeface="+mn-lt"/>
          <a:ea typeface="+mn-ea"/>
          <a:cs typeface="+mn-cs"/>
        </a:defRPr>
      </a:lvl3pPr>
      <a:lvl4pPr marL="2057126" algn="l" defTabSz="1371417" rtl="0" eaLnBrk="1" latinLnBrk="0" hangingPunct="1">
        <a:defRPr sz="2700" kern="1200">
          <a:solidFill>
            <a:schemeClr val="tx1"/>
          </a:solidFill>
          <a:latin typeface="+mn-lt"/>
          <a:ea typeface="+mn-ea"/>
          <a:cs typeface="+mn-cs"/>
        </a:defRPr>
      </a:lvl4pPr>
      <a:lvl5pPr marL="2742834" algn="l" defTabSz="1371417" rtl="0" eaLnBrk="1" latinLnBrk="0" hangingPunct="1">
        <a:defRPr sz="2700" kern="1200">
          <a:solidFill>
            <a:schemeClr val="tx1"/>
          </a:solidFill>
          <a:latin typeface="+mn-lt"/>
          <a:ea typeface="+mn-ea"/>
          <a:cs typeface="+mn-cs"/>
        </a:defRPr>
      </a:lvl5pPr>
      <a:lvl6pPr marL="3428543" algn="l" defTabSz="1371417" rtl="0" eaLnBrk="1" latinLnBrk="0" hangingPunct="1">
        <a:defRPr sz="2700" kern="1200">
          <a:solidFill>
            <a:schemeClr val="tx1"/>
          </a:solidFill>
          <a:latin typeface="+mn-lt"/>
          <a:ea typeface="+mn-ea"/>
          <a:cs typeface="+mn-cs"/>
        </a:defRPr>
      </a:lvl6pPr>
      <a:lvl7pPr marL="4114251" algn="l" defTabSz="1371417" rtl="0" eaLnBrk="1" latinLnBrk="0" hangingPunct="1">
        <a:defRPr sz="2700" kern="1200">
          <a:solidFill>
            <a:schemeClr val="tx1"/>
          </a:solidFill>
          <a:latin typeface="+mn-lt"/>
          <a:ea typeface="+mn-ea"/>
          <a:cs typeface="+mn-cs"/>
        </a:defRPr>
      </a:lvl7pPr>
      <a:lvl8pPr marL="4799960" algn="l" defTabSz="1371417" rtl="0" eaLnBrk="1" latinLnBrk="0" hangingPunct="1">
        <a:defRPr sz="2700" kern="1200">
          <a:solidFill>
            <a:schemeClr val="tx1"/>
          </a:solidFill>
          <a:latin typeface="+mn-lt"/>
          <a:ea typeface="+mn-ea"/>
          <a:cs typeface="+mn-cs"/>
        </a:defRPr>
      </a:lvl8pPr>
      <a:lvl9pPr marL="5485668" algn="l" defTabSz="1371417"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85D93E0-558F-4F5E-B385-0C55ED994F72}"/>
              </a:ext>
            </a:extLst>
          </p:cNvPr>
          <p:cNvSpPr>
            <a:spLocks noGrp="1"/>
          </p:cNvSpPr>
          <p:nvPr>
            <p:ph type="title"/>
          </p:nvPr>
        </p:nvSpPr>
        <p:spPr>
          <a:xfrm>
            <a:off x="431800" y="573951"/>
            <a:ext cx="17424401" cy="742517"/>
          </a:xfrm>
          <a:prstGeom prst="rect">
            <a:avLst/>
          </a:prstGeom>
        </p:spPr>
        <p:txBody>
          <a:bodyPr vert="horz" lIns="91440" tIns="45720" rIns="91440" bIns="45720" rtlCol="0" anchor="t">
            <a:noAutofit/>
          </a:bodyPr>
          <a:lstStyle/>
          <a:p>
            <a:r>
              <a:rPr lang="fr-FR"/>
              <a:t>Modifiez le style du titre</a:t>
            </a:r>
          </a:p>
        </p:txBody>
      </p:sp>
      <p:sp>
        <p:nvSpPr>
          <p:cNvPr id="5" name="Espace réservé du pied de page 4">
            <a:extLst>
              <a:ext uri="{FF2B5EF4-FFF2-40B4-BE49-F238E27FC236}">
                <a16:creationId xmlns:a16="http://schemas.microsoft.com/office/drawing/2014/main" id="{CC184089-CB4A-4192-BEC2-AAB5003CC94F}"/>
              </a:ext>
            </a:extLst>
          </p:cNvPr>
          <p:cNvSpPr>
            <a:spLocks noGrp="1"/>
          </p:cNvSpPr>
          <p:nvPr>
            <p:ph type="ftr" sz="quarter" idx="3"/>
          </p:nvPr>
        </p:nvSpPr>
        <p:spPr>
          <a:xfrm>
            <a:off x="2353757" y="9822747"/>
            <a:ext cx="1560600" cy="253876"/>
          </a:xfrm>
          <a:prstGeom prst="rect">
            <a:avLst/>
          </a:prstGeom>
          <a:noFill/>
        </p:spPr>
        <p:txBody>
          <a:bodyPr vert="horz" wrap="none" lIns="72000" tIns="0" rIns="36000" bIns="0" rtlCol="0" anchor="ctr">
            <a:noAutofit/>
          </a:bodyPr>
          <a:lstStyle>
            <a:lvl1pPr>
              <a:defRPr lang="fr-FR" sz="1650" b="1" cap="all" baseline="0" smtClean="0">
                <a:solidFill>
                  <a:schemeClr val="accent3"/>
                </a:solidFill>
                <a:latin typeface="+mj-lt"/>
                <a:cs typeface="Segoe UI" panose="020B0502040204020203" pitchFamily="34" charset="0"/>
              </a:defRPr>
            </a:lvl1pPr>
          </a:lstStyle>
          <a:p>
            <a:pPr>
              <a:spcBef>
                <a:spcPts val="4499"/>
              </a:spcBef>
            </a:pPr>
            <a:r>
              <a:rPr lang="fr-FR"/>
              <a:t>BUDGET 2024 FRANCE</a:t>
            </a:r>
          </a:p>
        </p:txBody>
      </p:sp>
      <p:sp>
        <p:nvSpPr>
          <p:cNvPr id="13" name="Espace réservé du numéro de diapositive 12">
            <a:extLst>
              <a:ext uri="{FF2B5EF4-FFF2-40B4-BE49-F238E27FC236}">
                <a16:creationId xmlns:a16="http://schemas.microsoft.com/office/drawing/2014/main" id="{6DFF900B-9EDB-8BC1-912F-0664A0E7966D}"/>
              </a:ext>
            </a:extLst>
          </p:cNvPr>
          <p:cNvSpPr>
            <a:spLocks noGrp="1"/>
          </p:cNvSpPr>
          <p:nvPr>
            <p:ph type="sldNum" sz="quarter" idx="4"/>
          </p:nvPr>
        </p:nvSpPr>
        <p:spPr>
          <a:xfrm>
            <a:off x="17582755" y="9702572"/>
            <a:ext cx="446282" cy="446213"/>
          </a:xfrm>
          <a:prstGeom prst="ellipse">
            <a:avLst/>
          </a:prstGeom>
          <a:solidFill>
            <a:schemeClr val="accent3"/>
          </a:solidFill>
        </p:spPr>
        <p:txBody>
          <a:bodyPr vert="horz" wrap="none" lIns="91440" tIns="45720" rIns="91440" bIns="45720" rtlCol="0" anchor="ctr"/>
          <a:lstStyle>
            <a:lvl1pPr algn="ctr">
              <a:defRPr sz="1200">
                <a:solidFill>
                  <a:schemeClr val="bg1"/>
                </a:solidFill>
                <a:latin typeface="+mj-lt"/>
              </a:defRPr>
            </a:lvl1pPr>
          </a:lstStyle>
          <a:p>
            <a:fld id="{4BF46CD0-FBDC-4232-8F32-5100991AA633}" type="slidenum">
              <a:rPr lang="fr-FR" smtClean="0"/>
              <a:pPr/>
              <a:t>‹N°›</a:t>
            </a:fld>
            <a:endParaRPr lang="fr-FR"/>
          </a:p>
        </p:txBody>
      </p:sp>
      <p:sp>
        <p:nvSpPr>
          <p:cNvPr id="4" name="Workspace [Presentation]" hidden="1">
            <a:extLst>
              <a:ext uri="{FF2B5EF4-FFF2-40B4-BE49-F238E27FC236}">
                <a16:creationId xmlns:a16="http://schemas.microsoft.com/office/drawing/2014/main" id="{519808DC-2360-6D0E-29C4-C89B9B969CF8}"/>
              </a:ext>
            </a:extLst>
          </p:cNvPr>
          <p:cNvSpPr/>
          <p:nvPr userDrawn="1"/>
        </p:nvSpPr>
        <p:spPr>
          <a:xfrm>
            <a:off x="398492" y="2182011"/>
            <a:ext cx="17424401" cy="7453236"/>
          </a:xfrm>
          <a:prstGeom prst="rect">
            <a:avLst/>
          </a:prstGeom>
          <a:noFill/>
          <a:ln w="12700">
            <a:solidFill>
              <a:srgbClr val="D24726"/>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73808" indent="-273808" algn="l">
              <a:buClr>
                <a:schemeClr val="accent4"/>
              </a:buClr>
              <a:buFont typeface="Arial" panose="020B0604020202020204" pitchFamily="34" charset="0"/>
              <a:buChar char="•"/>
            </a:pPr>
            <a:endParaRPr lang="fr-FR" sz="1800">
              <a:solidFill>
                <a:schemeClr val="accent1"/>
              </a:solidFill>
            </a:endParaRPr>
          </a:p>
        </p:txBody>
      </p:sp>
      <p:sp>
        <p:nvSpPr>
          <p:cNvPr id="6" name="Text Placeholder 5">
            <a:extLst>
              <a:ext uri="{FF2B5EF4-FFF2-40B4-BE49-F238E27FC236}">
                <a16:creationId xmlns:a16="http://schemas.microsoft.com/office/drawing/2014/main" id="{229CF239-2D3B-495B-A2D7-F4C2BE3D0E28}"/>
              </a:ext>
            </a:extLst>
          </p:cNvPr>
          <p:cNvSpPr>
            <a:spLocks noGrp="1"/>
          </p:cNvSpPr>
          <p:nvPr>
            <p:ph type="body" idx="1"/>
          </p:nvPr>
        </p:nvSpPr>
        <p:spPr>
          <a:xfrm>
            <a:off x="320039" y="2182028"/>
            <a:ext cx="17502854" cy="7520527"/>
          </a:xfrm>
          <a:prstGeom prst="rect">
            <a:avLst/>
          </a:prstGeom>
        </p:spPr>
        <p:txBody>
          <a:bodyPr vert="horz" lIns="0" tIns="0" rIns="0" bIns="0" rtlCol="0">
            <a:normAutofit/>
          </a:bodyPr>
          <a:lstStyle/>
          <a:p>
            <a:pPr lvl="0"/>
            <a:r>
              <a:rPr lang="fr-FR" noProof="0"/>
              <a:t>Click to </a:t>
            </a:r>
            <a:r>
              <a:rPr lang="fr-FR" noProof="0" err="1"/>
              <a:t>add</a:t>
            </a:r>
            <a:r>
              <a:rPr lang="fr-FR" noProof="0"/>
              <a:t> </a:t>
            </a:r>
            <a:r>
              <a:rPr lang="fr-FR" noProof="0" err="1"/>
              <a:t>text</a:t>
            </a:r>
            <a:r>
              <a:rPr lang="fr-FR" noProof="0"/>
              <a:t> </a:t>
            </a:r>
            <a:br>
              <a:rPr lang="fr-FR" noProof="0"/>
            </a:br>
            <a:r>
              <a:rPr lang="fr-FR" noProof="0"/>
              <a:t>Enter &amp; TAB for </a:t>
            </a:r>
            <a:r>
              <a:rPr lang="fr-FR" noProof="0" err="1"/>
              <a:t>next</a:t>
            </a:r>
            <a:r>
              <a:rPr lang="fr-FR" noProof="0"/>
              <a:t> </a:t>
            </a:r>
            <a:r>
              <a:rPr lang="fr-FR" noProof="0" err="1"/>
              <a:t>text</a:t>
            </a:r>
            <a:r>
              <a:rPr lang="fr-FR" noProof="0"/>
              <a:t> </a:t>
            </a:r>
            <a:r>
              <a:rPr lang="fr-FR" noProof="0" err="1"/>
              <a:t>level</a:t>
            </a:r>
            <a:br>
              <a:rPr lang="fr-FR" noProof="0"/>
            </a:br>
            <a:r>
              <a:rPr lang="fr-FR" noProof="0"/>
              <a:t>SHIFT+TAB to go back in </a:t>
            </a:r>
            <a:r>
              <a:rPr lang="fr-FR" noProof="0" err="1"/>
              <a:t>levels</a:t>
            </a:r>
            <a:endParaRPr lang="fr-FR" noProof="0"/>
          </a:p>
          <a:p>
            <a:pPr lvl="1"/>
            <a:r>
              <a:rPr lang="fr-FR" err="1"/>
              <a:t>Level</a:t>
            </a:r>
            <a:r>
              <a:rPr lang="fr-FR"/>
              <a:t> 2</a:t>
            </a:r>
          </a:p>
          <a:p>
            <a:pPr lvl="2"/>
            <a:r>
              <a:rPr lang="fr-FR" err="1"/>
              <a:t>Level</a:t>
            </a:r>
            <a:r>
              <a:rPr lang="fr-FR"/>
              <a:t> 3</a:t>
            </a:r>
          </a:p>
          <a:p>
            <a:pPr lvl="3"/>
            <a:r>
              <a:rPr lang="fr-FR" err="1"/>
              <a:t>Level</a:t>
            </a:r>
            <a:r>
              <a:rPr lang="fr-FR"/>
              <a:t> 4, Header</a:t>
            </a:r>
          </a:p>
          <a:p>
            <a:pPr lvl="4"/>
            <a:r>
              <a:rPr lang="fr-FR" err="1"/>
              <a:t>Level</a:t>
            </a:r>
            <a:r>
              <a:rPr lang="fr-FR"/>
              <a:t> 5, Body</a:t>
            </a:r>
          </a:p>
          <a:p>
            <a:pPr lvl="5"/>
            <a:r>
              <a:rPr lang="fr-FR" err="1"/>
              <a:t>Level</a:t>
            </a:r>
            <a:r>
              <a:rPr lang="fr-FR"/>
              <a:t> 6, Bullet point</a:t>
            </a:r>
          </a:p>
          <a:p>
            <a:pPr lvl="6"/>
            <a:r>
              <a:rPr lang="fr-FR" err="1"/>
              <a:t>Level</a:t>
            </a:r>
            <a:r>
              <a:rPr lang="fr-FR"/>
              <a:t> 7, Small header/</a:t>
            </a:r>
            <a:r>
              <a:rPr lang="fr-FR" err="1"/>
              <a:t>legend</a:t>
            </a:r>
            <a:endParaRPr lang="fr-FR"/>
          </a:p>
          <a:p>
            <a:pPr lvl="7"/>
            <a:r>
              <a:rPr lang="fr-FR" err="1"/>
              <a:t>Level</a:t>
            </a:r>
            <a:r>
              <a:rPr lang="fr-FR"/>
              <a:t> 8, Small body</a:t>
            </a:r>
          </a:p>
          <a:p>
            <a:pPr lvl="8"/>
            <a:r>
              <a:rPr lang="fr-FR" err="1"/>
              <a:t>Level</a:t>
            </a:r>
            <a:r>
              <a:rPr lang="fr-FR"/>
              <a:t> 9, </a:t>
            </a:r>
            <a:r>
              <a:rPr lang="fr-FR" err="1"/>
              <a:t>Infographic</a:t>
            </a:r>
            <a:endParaRPr lang="fr-FR"/>
          </a:p>
        </p:txBody>
      </p:sp>
    </p:spTree>
    <p:custDataLst>
      <p:tags r:id="rId34"/>
    </p:custDataLst>
    <p:extLst>
      <p:ext uri="{BB962C8B-B14F-4D97-AF65-F5344CB8AC3E}">
        <p14:creationId xmlns:p14="http://schemas.microsoft.com/office/powerpoint/2010/main" val="3791611659"/>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Lst>
  <p:hf hdr="0" dt="0"/>
  <p:txStyles>
    <p:titleStyle>
      <a:lvl1pPr algn="l" defTabSz="1371417" rtl="0" eaLnBrk="1" latinLnBrk="0" hangingPunct="1">
        <a:lnSpc>
          <a:spcPct val="90000"/>
        </a:lnSpc>
        <a:spcBef>
          <a:spcPct val="0"/>
        </a:spcBef>
        <a:buNone/>
        <a:defRPr sz="4199" b="1" kern="1200" cap="all" baseline="0">
          <a:solidFill>
            <a:schemeClr val="accent1"/>
          </a:solidFill>
          <a:latin typeface="Bahnschrift" panose="020B0502040204020203" pitchFamily="34" charset="0"/>
          <a:ea typeface="+mj-ea"/>
          <a:cs typeface="+mj-cs"/>
        </a:defRPr>
      </a:lvl1pPr>
    </p:titleStyle>
    <p:bodyStyle>
      <a:lvl1pPr marL="264565" indent="-264565" algn="l" defTabSz="1371417" rtl="0" eaLnBrk="1" latinLnBrk="0" hangingPunct="1">
        <a:lnSpc>
          <a:spcPct val="100000"/>
        </a:lnSpc>
        <a:spcBef>
          <a:spcPts val="0"/>
        </a:spcBef>
        <a:spcAft>
          <a:spcPts val="900"/>
        </a:spcAft>
        <a:buFont typeface="Malgun Gothic" panose="020B0503020000020004" pitchFamily="34" charset="-127"/>
        <a:buChar char="​"/>
        <a:defRPr sz="2700" b="1" kern="1200">
          <a:solidFill>
            <a:schemeClr val="accent1"/>
          </a:solidFill>
          <a:latin typeface="Segoe UI" panose="020B0502040204020203" pitchFamily="34" charset="0"/>
          <a:ea typeface="+mn-ea"/>
          <a:cs typeface="Segoe UI" panose="020B0502040204020203" pitchFamily="34" charset="0"/>
        </a:defRPr>
      </a:lvl1pPr>
      <a:lvl2pPr marL="264284" indent="-264284" algn="l" defTabSz="1371417" rtl="0" eaLnBrk="1" latinLnBrk="0" hangingPunct="1">
        <a:lnSpc>
          <a:spcPct val="100000"/>
        </a:lnSpc>
        <a:spcBef>
          <a:spcPts val="0"/>
        </a:spcBef>
        <a:spcAft>
          <a:spcPts val="900"/>
        </a:spcAft>
        <a:buClr>
          <a:schemeClr val="accent4"/>
        </a:buClr>
        <a:buFont typeface="Malgun Gothic" panose="020B0503020000020004" pitchFamily="34" charset="-127"/>
        <a:buChar char="​"/>
        <a:defRPr sz="2400" kern="1200">
          <a:solidFill>
            <a:schemeClr val="accent1"/>
          </a:solidFill>
          <a:latin typeface="+mn-lt"/>
          <a:ea typeface="+mn-ea"/>
          <a:cs typeface="+mn-cs"/>
        </a:defRPr>
      </a:lvl2pPr>
      <a:lvl3pPr marL="542853" indent="-278570" algn="l" defTabSz="1371417" rtl="0" eaLnBrk="1" latinLnBrk="0" hangingPunct="1">
        <a:lnSpc>
          <a:spcPct val="100000"/>
        </a:lnSpc>
        <a:spcBef>
          <a:spcPts val="0"/>
        </a:spcBef>
        <a:spcAft>
          <a:spcPts val="900"/>
        </a:spcAft>
        <a:buClr>
          <a:schemeClr val="accent4"/>
        </a:buClr>
        <a:buFont typeface="Arial" panose="020B0604020202020204" pitchFamily="34" charset="0"/>
        <a:buChar char="•"/>
        <a:tabLst>
          <a:tab pos="4430916" algn="l"/>
        </a:tabLst>
        <a:defRPr sz="1800" i="0" kern="1200">
          <a:solidFill>
            <a:schemeClr val="accent1"/>
          </a:solidFill>
          <a:latin typeface="+mn-lt"/>
          <a:ea typeface="+mn-ea"/>
          <a:cs typeface="+mn-cs"/>
        </a:defRPr>
      </a:lvl3pPr>
      <a:lvl4pPr marL="264284" indent="-264284" algn="l" defTabSz="1371417" rtl="0" eaLnBrk="1" latinLnBrk="0" hangingPunct="1">
        <a:lnSpc>
          <a:spcPct val="100000"/>
        </a:lnSpc>
        <a:spcBef>
          <a:spcPts val="0"/>
        </a:spcBef>
        <a:spcAft>
          <a:spcPts val="900"/>
        </a:spcAft>
        <a:buFont typeface="Arial" panose="020B0604020202020204" pitchFamily="34" charset="0"/>
        <a:buChar char="​"/>
        <a:defRPr sz="5999" b="1" kern="1200">
          <a:gradFill>
            <a:gsLst>
              <a:gs pos="0">
                <a:srgbClr val="014DCF"/>
              </a:gs>
              <a:gs pos="100000">
                <a:srgbClr val="0332B4"/>
              </a:gs>
            </a:gsLst>
            <a:lin ang="10800000" scaled="0"/>
          </a:gradFill>
          <a:latin typeface="+mj-lt"/>
          <a:ea typeface="+mn-ea"/>
          <a:cs typeface="+mn-cs"/>
        </a:defRPr>
      </a:lvl4pPr>
      <a:lvl5pPr marL="264284" indent="-264284" algn="l" defTabSz="1371417" rtl="0" eaLnBrk="1" latinLnBrk="0" hangingPunct="1">
        <a:lnSpc>
          <a:spcPct val="100000"/>
        </a:lnSpc>
        <a:spcBef>
          <a:spcPts val="0"/>
        </a:spcBef>
        <a:spcAft>
          <a:spcPts val="900"/>
        </a:spcAft>
        <a:buFont typeface="Arial" panose="020B0604020202020204" pitchFamily="34" charset="0"/>
        <a:buChar char="​"/>
        <a:defRPr sz="2100" kern="1200" baseline="0">
          <a:solidFill>
            <a:schemeClr val="accent1"/>
          </a:solidFill>
          <a:latin typeface="+mj-lt"/>
          <a:ea typeface="+mn-ea"/>
          <a:cs typeface="+mn-cs"/>
        </a:defRPr>
      </a:lvl5pPr>
      <a:lvl6pPr marL="542853" indent="-278570" algn="l" defTabSz="1371417" rtl="0" eaLnBrk="1" latinLnBrk="0" hangingPunct="1">
        <a:lnSpc>
          <a:spcPct val="100000"/>
        </a:lnSpc>
        <a:spcBef>
          <a:spcPts val="0"/>
        </a:spcBef>
        <a:spcAft>
          <a:spcPts val="900"/>
        </a:spcAft>
        <a:buClr>
          <a:schemeClr val="accent4"/>
        </a:buClr>
        <a:buFont typeface="Arial" panose="020B0604020202020204" pitchFamily="34" charset="0"/>
        <a:buChar char="•"/>
        <a:defRPr sz="1650" b="0" kern="1200">
          <a:solidFill>
            <a:schemeClr val="accent1"/>
          </a:solidFill>
          <a:latin typeface="+mj-lt"/>
          <a:ea typeface="+mn-ea"/>
          <a:cs typeface="+mn-cs"/>
        </a:defRPr>
      </a:lvl6pPr>
      <a:lvl7pPr marL="264284" indent="-264284" algn="l" defTabSz="1371417" rtl="0" eaLnBrk="1" latinLnBrk="0" hangingPunct="1">
        <a:lnSpc>
          <a:spcPct val="100000"/>
        </a:lnSpc>
        <a:spcBef>
          <a:spcPts val="0"/>
        </a:spcBef>
        <a:spcAft>
          <a:spcPts val="900"/>
        </a:spcAft>
        <a:buFont typeface="Arial" panose="020B0604020202020204" pitchFamily="34" charset="0"/>
        <a:buChar char="​"/>
        <a:tabLst/>
        <a:defRPr sz="1800" kern="1200">
          <a:solidFill>
            <a:schemeClr val="accent1"/>
          </a:solidFill>
          <a:latin typeface="+mj-lt"/>
          <a:ea typeface="+mn-ea"/>
          <a:cs typeface="+mn-cs"/>
        </a:defRPr>
      </a:lvl7pPr>
      <a:lvl8pPr marL="264284" indent="-264284" algn="l" defTabSz="1371417" rtl="0" eaLnBrk="1" latinLnBrk="0" hangingPunct="1">
        <a:lnSpc>
          <a:spcPct val="100000"/>
        </a:lnSpc>
        <a:spcBef>
          <a:spcPts val="0"/>
        </a:spcBef>
        <a:spcAft>
          <a:spcPts val="900"/>
        </a:spcAft>
        <a:buFont typeface="Arial" panose="020B0604020202020204" pitchFamily="34" charset="0"/>
        <a:buChar char="​"/>
        <a:tabLst/>
        <a:defRPr sz="1575" kern="1200">
          <a:solidFill>
            <a:schemeClr val="accent1"/>
          </a:solidFill>
          <a:latin typeface="+mn-lt"/>
          <a:ea typeface="+mn-ea"/>
          <a:cs typeface="+mn-cs"/>
        </a:defRPr>
      </a:lvl8pPr>
      <a:lvl9pPr marL="264284" indent="-264284" algn="l" defTabSz="1371417" rtl="0" eaLnBrk="1" latinLnBrk="0" hangingPunct="1">
        <a:lnSpc>
          <a:spcPct val="100000"/>
        </a:lnSpc>
        <a:spcBef>
          <a:spcPts val="0"/>
        </a:spcBef>
        <a:spcAft>
          <a:spcPts val="900"/>
        </a:spcAft>
        <a:buFont typeface="Arial" panose="020B0604020202020204" pitchFamily="34" charset="0"/>
        <a:buChar char="​"/>
        <a:tabLst>
          <a:tab pos="264284" algn="l"/>
        </a:tabLst>
        <a:defRPr sz="4199" b="0" kern="1200">
          <a:gradFill>
            <a:gsLst>
              <a:gs pos="0">
                <a:srgbClr val="014DCF"/>
              </a:gs>
              <a:gs pos="100000">
                <a:srgbClr val="0332B4"/>
              </a:gs>
            </a:gsLst>
            <a:lin ang="10800000" scaled="0"/>
          </a:gradFill>
          <a:latin typeface="+mj-lt"/>
          <a:ea typeface="+mn-ea"/>
          <a:cs typeface="+mn-cs"/>
        </a:defRPr>
      </a:lvl9pPr>
    </p:bodyStyle>
    <p:otherStyle>
      <a:defPPr>
        <a:defRPr lang="fr-FR"/>
      </a:defPPr>
      <a:lvl1pPr marL="0" algn="l" defTabSz="1371417" rtl="0" eaLnBrk="1" latinLnBrk="0" hangingPunct="1">
        <a:defRPr sz="2700" kern="1200">
          <a:solidFill>
            <a:schemeClr val="tx1"/>
          </a:solidFill>
          <a:latin typeface="+mn-lt"/>
          <a:ea typeface="+mn-ea"/>
          <a:cs typeface="+mn-cs"/>
        </a:defRPr>
      </a:lvl1pPr>
      <a:lvl2pPr marL="685709" algn="l" defTabSz="1371417" rtl="0" eaLnBrk="1" latinLnBrk="0" hangingPunct="1">
        <a:defRPr sz="2700" kern="1200">
          <a:solidFill>
            <a:schemeClr val="tx1"/>
          </a:solidFill>
          <a:latin typeface="+mn-lt"/>
          <a:ea typeface="+mn-ea"/>
          <a:cs typeface="+mn-cs"/>
        </a:defRPr>
      </a:lvl2pPr>
      <a:lvl3pPr marL="1371417" algn="l" defTabSz="1371417" rtl="0" eaLnBrk="1" latinLnBrk="0" hangingPunct="1">
        <a:defRPr sz="2700" kern="1200">
          <a:solidFill>
            <a:schemeClr val="tx1"/>
          </a:solidFill>
          <a:latin typeface="+mn-lt"/>
          <a:ea typeface="+mn-ea"/>
          <a:cs typeface="+mn-cs"/>
        </a:defRPr>
      </a:lvl3pPr>
      <a:lvl4pPr marL="2057126" algn="l" defTabSz="1371417" rtl="0" eaLnBrk="1" latinLnBrk="0" hangingPunct="1">
        <a:defRPr sz="2700" kern="1200">
          <a:solidFill>
            <a:schemeClr val="tx1"/>
          </a:solidFill>
          <a:latin typeface="+mn-lt"/>
          <a:ea typeface="+mn-ea"/>
          <a:cs typeface="+mn-cs"/>
        </a:defRPr>
      </a:lvl4pPr>
      <a:lvl5pPr marL="2742834" algn="l" defTabSz="1371417" rtl="0" eaLnBrk="1" latinLnBrk="0" hangingPunct="1">
        <a:defRPr sz="2700" kern="1200">
          <a:solidFill>
            <a:schemeClr val="tx1"/>
          </a:solidFill>
          <a:latin typeface="+mn-lt"/>
          <a:ea typeface="+mn-ea"/>
          <a:cs typeface="+mn-cs"/>
        </a:defRPr>
      </a:lvl5pPr>
      <a:lvl6pPr marL="3428543" algn="l" defTabSz="1371417" rtl="0" eaLnBrk="1" latinLnBrk="0" hangingPunct="1">
        <a:defRPr sz="2700" kern="1200">
          <a:solidFill>
            <a:schemeClr val="tx1"/>
          </a:solidFill>
          <a:latin typeface="+mn-lt"/>
          <a:ea typeface="+mn-ea"/>
          <a:cs typeface="+mn-cs"/>
        </a:defRPr>
      </a:lvl6pPr>
      <a:lvl7pPr marL="4114251" algn="l" defTabSz="1371417" rtl="0" eaLnBrk="1" latinLnBrk="0" hangingPunct="1">
        <a:defRPr sz="2700" kern="1200">
          <a:solidFill>
            <a:schemeClr val="tx1"/>
          </a:solidFill>
          <a:latin typeface="+mn-lt"/>
          <a:ea typeface="+mn-ea"/>
          <a:cs typeface="+mn-cs"/>
        </a:defRPr>
      </a:lvl7pPr>
      <a:lvl8pPr marL="4799960" algn="l" defTabSz="1371417" rtl="0" eaLnBrk="1" latinLnBrk="0" hangingPunct="1">
        <a:defRPr sz="2700" kern="1200">
          <a:solidFill>
            <a:schemeClr val="tx1"/>
          </a:solidFill>
          <a:latin typeface="+mn-lt"/>
          <a:ea typeface="+mn-ea"/>
          <a:cs typeface="+mn-cs"/>
        </a:defRPr>
      </a:lvl8pPr>
      <a:lvl9pPr marL="5485668" algn="l" defTabSz="1371417"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62.xml"/><Relationship Id="rId7" Type="http://schemas.openxmlformats.org/officeDocument/2006/relationships/image" Target="../media/image18.jpeg"/><Relationship Id="rId2" Type="http://schemas.openxmlformats.org/officeDocument/2006/relationships/customXml" Target="../../customXml/item5.xml"/><Relationship Id="rId1" Type="http://schemas.openxmlformats.org/officeDocument/2006/relationships/customXml" Target="../../customXml/item4.xml"/><Relationship Id="rId6" Type="http://schemas.openxmlformats.org/officeDocument/2006/relationships/notesSlide" Target="../notesSlides/notesSlide1.xml"/><Relationship Id="rId5" Type="http://schemas.openxmlformats.org/officeDocument/2006/relationships/slideLayout" Target="../slideLayouts/slideLayout44.xml"/><Relationship Id="rId4" Type="http://schemas.openxmlformats.org/officeDocument/2006/relationships/tags" Target="../tags/tag63.xml"/></Relationships>
</file>

<file path=ppt/slides/_rels/slide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jpeg"/><Relationship Id="rId4" Type="http://schemas.openxmlformats.org/officeDocument/2006/relationships/image" Target="../media/image21.png"/><Relationship Id="rId9" Type="http://schemas.openxmlformats.org/officeDocument/2006/relationships/image" Target="../media/image26.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72.xml"/><Relationship Id="rId1" Type="http://schemas.openxmlformats.org/officeDocument/2006/relationships/tags" Target="../tags/tag64.xml"/><Relationship Id="rId5" Type="http://schemas.openxmlformats.org/officeDocument/2006/relationships/chart" Target="../charts/char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chart" Target="../charts/chart4.xml"/><Relationship Id="rId2" Type="http://schemas.openxmlformats.org/officeDocument/2006/relationships/image" Target="../media/image28.png"/><Relationship Id="rId1" Type="http://schemas.openxmlformats.org/officeDocument/2006/relationships/slideLayout" Target="../slideLayouts/slideLayout33.xml"/><Relationship Id="rId6" Type="http://schemas.openxmlformats.org/officeDocument/2006/relationships/chart" Target="../charts/chart3.xml"/><Relationship Id="rId5" Type="http://schemas.openxmlformats.org/officeDocument/2006/relationships/image" Target="../media/image31.sv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33.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33.xml"/><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tags" Target="../tags/tag65.xml"/><Relationship Id="rId7" Type="http://schemas.openxmlformats.org/officeDocument/2006/relationships/image" Target="../media/image18.jpeg"/><Relationship Id="rId2" Type="http://schemas.openxmlformats.org/officeDocument/2006/relationships/customXml" Target="../../customXml/item7.xml"/><Relationship Id="rId1" Type="http://schemas.openxmlformats.org/officeDocument/2006/relationships/customXml" Target="../../customXml/item6.xml"/><Relationship Id="rId6" Type="http://schemas.openxmlformats.org/officeDocument/2006/relationships/notesSlide" Target="../notesSlides/notesSlide3.xml"/><Relationship Id="rId5" Type="http://schemas.openxmlformats.org/officeDocument/2006/relationships/slideLayout" Target="../slideLayouts/slideLayout14.xml"/><Relationship Id="rId4" Type="http://schemas.openxmlformats.org/officeDocument/2006/relationships/tags" Target="../tags/tag66.xml"/></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7.jpeg"/><Relationship Id="rId5" Type="http://schemas.openxmlformats.org/officeDocument/2006/relationships/image" Target="../media/image22.png"/><Relationship Id="rId10" Type="http://schemas.openxmlformats.org/officeDocument/2006/relationships/image" Target="../media/image36.emf"/><Relationship Id="rId4" Type="http://schemas.openxmlformats.org/officeDocument/2006/relationships/image" Target="../media/image21.png"/><Relationship Id="rId9"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8.emf"/><Relationship Id="rId7" Type="http://schemas.openxmlformats.org/officeDocument/2006/relationships/image" Target="../media/image41.png"/><Relationship Id="rId2" Type="http://schemas.openxmlformats.org/officeDocument/2006/relationships/image" Target="../media/image37.emf"/><Relationship Id="rId1" Type="http://schemas.openxmlformats.org/officeDocument/2006/relationships/slideLayout" Target="../slideLayouts/slideLayout7.xml"/><Relationship Id="rId6" Type="http://schemas.openxmlformats.org/officeDocument/2006/relationships/image" Target="../media/image40.emf"/><Relationship Id="rId5" Type="http://schemas.openxmlformats.org/officeDocument/2006/relationships/image" Target="../media/image39.emf"/><Relationship Id="rId4" Type="http://schemas.openxmlformats.org/officeDocument/2006/relationships/image" Target="../media/image20.png"/><Relationship Id="rId9" Type="http://schemas.openxmlformats.org/officeDocument/2006/relationships/image" Target="../media/image43.jpeg"/></Relationships>
</file>

<file path=ppt/slides/_rels/slide11.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1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emf"/><Relationship Id="rId7" Type="http://schemas.openxmlformats.org/officeDocument/2006/relationships/image" Target="../media/image51.png"/><Relationship Id="rId2" Type="http://schemas.openxmlformats.org/officeDocument/2006/relationships/image" Target="../media/image47.emf"/><Relationship Id="rId1" Type="http://schemas.openxmlformats.org/officeDocument/2006/relationships/slideLayout" Target="../slideLayouts/slideLayout7.xml"/><Relationship Id="rId6" Type="http://schemas.openxmlformats.org/officeDocument/2006/relationships/image" Target="../media/image50.emf"/><Relationship Id="rId5" Type="http://schemas.openxmlformats.org/officeDocument/2006/relationships/image" Target="../media/image33.png"/><Relationship Id="rId4" Type="http://schemas.openxmlformats.org/officeDocument/2006/relationships/image" Target="../media/image49.png"/></Relationships>
</file>

<file path=ppt/slides/_rels/slide13.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7.xml"/><Relationship Id="rId4" Type="http://schemas.openxmlformats.org/officeDocument/2006/relationships/image" Target="../media/image56.emf"/></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61.png"/><Relationship Id="rId2" Type="http://schemas.openxmlformats.org/officeDocument/2006/relationships/image" Target="../media/image57.emf"/><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2.png"/><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18.jpeg"/><Relationship Id="rId2" Type="http://schemas.openxmlformats.org/officeDocument/2006/relationships/customXml" Target="../../customXml/item9.xml"/><Relationship Id="rId1" Type="http://schemas.openxmlformats.org/officeDocument/2006/relationships/customXml" Target="../../customXml/item8.xml"/><Relationship Id="rId6" Type="http://schemas.openxmlformats.org/officeDocument/2006/relationships/notesSlide" Target="../notesSlides/notesSlide4.xml"/><Relationship Id="rId5" Type="http://schemas.openxmlformats.org/officeDocument/2006/relationships/slideLayout" Target="../slideLayouts/slideLayout14.xml"/><Relationship Id="rId4" Type="http://schemas.openxmlformats.org/officeDocument/2006/relationships/tags" Target="../tags/tag68.xml"/></Relationships>
</file>

<file path=ppt/slides/_rels/slide18.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emf"/><Relationship Id="rId1" Type="http://schemas.openxmlformats.org/officeDocument/2006/relationships/slideLayout" Target="../slideLayouts/slideLayout40.xml"/><Relationship Id="rId4" Type="http://schemas.openxmlformats.org/officeDocument/2006/relationships/image" Target="../media/image66.emf"/></Relationships>
</file>

<file path=ppt/slides/_rels/slide20.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image" Target="../media/image70.emf"/><Relationship Id="rId1" Type="http://schemas.openxmlformats.org/officeDocument/2006/relationships/slideLayout" Target="../slideLayouts/slideLayout40.xml"/><Relationship Id="rId4" Type="http://schemas.openxmlformats.org/officeDocument/2006/relationships/image" Target="../media/image72.emf"/></Relationships>
</file>

<file path=ppt/slides/_rels/slide23.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image" Target="../media/image74.emf"/><Relationship Id="rId1" Type="http://schemas.openxmlformats.org/officeDocument/2006/relationships/slideLayout" Target="../slideLayouts/slideLayout40.xml"/><Relationship Id="rId4" Type="http://schemas.openxmlformats.org/officeDocument/2006/relationships/image" Target="../media/image76.emf"/></Relationships>
</file>

<file path=ppt/slides/_rels/slide26.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78.emf"/><Relationship Id="rId1" Type="http://schemas.openxmlformats.org/officeDocument/2006/relationships/slideLayout" Target="../slideLayouts/slideLayout40.xml"/><Relationship Id="rId4" Type="http://schemas.openxmlformats.org/officeDocument/2006/relationships/image" Target="../media/image80.emf"/></Relationships>
</file>

<file path=ppt/slides/_rels/slide29.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slideLayout" Target="../slideLayouts/slideLayout40.xml"/><Relationship Id="rId4" Type="http://schemas.openxmlformats.org/officeDocument/2006/relationships/image" Target="../media/image84.emf"/></Relationships>
</file>

<file path=ppt/slides/_rels/slide32.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417F551-3A77-5A2B-246D-BA2BDE88603E}"/>
            </a:ext>
          </a:extLst>
        </p:cNvPr>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F1EB461A-BC63-C3D1-0BC8-7BBDA2A869B2}"/>
              </a:ext>
            </a:extLst>
          </p:cNvPr>
          <p:cNvSpPr>
            <a:spLocks noGrp="1"/>
          </p:cNvSpPr>
          <p:nvPr>
            <p:ph type="body" sz="quarter" idx="11"/>
          </p:nvPr>
        </p:nvSpPr>
        <p:spPr/>
        <p:txBody>
          <a:bodyPr/>
          <a:lstStyle/>
          <a:p>
            <a:r>
              <a:rPr lang="fr-FR" dirty="0"/>
              <a:t>SYNTHÈSE GÉNÉRALE</a:t>
            </a:r>
          </a:p>
        </p:txBody>
      </p:sp>
      <p:sp>
        <p:nvSpPr>
          <p:cNvPr id="3" name="Espace réservé du texte 2">
            <a:extLst>
              <a:ext uri="{FF2B5EF4-FFF2-40B4-BE49-F238E27FC236}">
                <a16:creationId xmlns:a16="http://schemas.microsoft.com/office/drawing/2014/main" id="{7F270176-B4AD-D10F-670E-F28338CC777F}"/>
              </a:ext>
            </a:extLst>
          </p:cNvPr>
          <p:cNvSpPr>
            <a:spLocks noGrp="1"/>
          </p:cNvSpPr>
          <p:nvPr>
            <p:ph type="body" sz="quarter" idx="10"/>
          </p:nvPr>
        </p:nvSpPr>
        <p:spPr/>
        <p:txBody>
          <a:bodyPr/>
          <a:lstStyle/>
          <a:p>
            <a:r>
              <a:rPr lang="en-US" dirty="0"/>
              <a:t>01</a:t>
            </a:r>
          </a:p>
        </p:txBody>
      </p:sp>
      <p:pic>
        <p:nvPicPr>
          <p:cNvPr id="9" name="Picture Placeholder 6">
            <a:extLst>
              <a:ext uri="{FF2B5EF4-FFF2-40B4-BE49-F238E27FC236}">
                <a16:creationId xmlns:a16="http://schemas.microsoft.com/office/drawing/2014/main" id="{56B7A4E2-B29C-E8BC-6668-F59FB1CF74A4}"/>
              </a:ext>
            </a:extLst>
          </p:cNvPr>
          <p:cNvPicPr>
            <a:picLocks noGrp="1" noChangeAspect="1"/>
          </p:cNvPicPr>
          <p:nvPr>
            <p:ph type="pic" sz="quarter" idx="12"/>
            <p:custDataLst>
              <p:tags r:id="rId4"/>
            </p:custDataLst>
          </p:nvPr>
        </p:nvPicPr>
        <p:blipFill rotWithShape="1">
          <a:blip r:embed="rId7" cstate="screen">
            <a:extLst>
              <a:ext uri="{28A0092B-C50C-407E-A947-70E740481C1C}">
                <a14:useLocalDpi xmlns:a14="http://schemas.microsoft.com/office/drawing/2010/main"/>
              </a:ext>
            </a:extLst>
          </a:blip>
          <a:srcRect/>
          <a:stretch/>
        </p:blipFill>
        <p:spPr>
          <a:xfrm>
            <a:off x="1231941" y="1267228"/>
            <a:ext cx="6608682" cy="6608682"/>
          </a:xfrm>
        </p:spPr>
      </p:pic>
    </p:spTree>
    <p:custDataLst>
      <p:custData r:id="rId1"/>
      <p:custData r:id="rId2"/>
      <p:tags r:id="rId3"/>
    </p:custDataLst>
    <p:extLst>
      <p:ext uri="{BB962C8B-B14F-4D97-AF65-F5344CB8AC3E}">
        <p14:creationId xmlns:p14="http://schemas.microsoft.com/office/powerpoint/2010/main" val="1131167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31B629ED-D54A-49FA-BA4A-58AA71E4E8EC}"/>
              </a:ext>
            </a:extLst>
          </p:cNvPr>
          <p:cNvPicPr>
            <a:picLocks/>
          </p:cNvPicPr>
          <p:nvPr/>
        </p:nvPicPr>
        <p:blipFill>
          <a:blip r:embed="rId2" cstate="screen">
            <a:extLst>
              <a:ext uri="{28A0092B-C50C-407E-A947-70E740481C1C}">
                <a14:useLocalDpi xmlns:a14="http://schemas.microsoft.com/office/drawing/2010/main"/>
              </a:ext>
            </a:extLst>
          </a:blip>
          <a:stretch>
            <a:fillRect/>
          </a:stretch>
        </p:blipFill>
        <p:spPr>
          <a:xfrm>
            <a:off x="266700" y="2197100"/>
            <a:ext cx="17780000" cy="7226300"/>
          </a:xfrm>
          <a:prstGeom prst="rect">
            <a:avLst/>
          </a:prstGeom>
        </p:spPr>
      </p:pic>
      <p:sp>
        <p:nvSpPr>
          <p:cNvPr id="6" name="ZoneTexte 5">
            <a:extLst>
              <a:ext uri="{FF2B5EF4-FFF2-40B4-BE49-F238E27FC236}">
                <a16:creationId xmlns:a16="http://schemas.microsoft.com/office/drawing/2014/main" id="{D8E373DA-4050-2ED9-BCAE-D05DE8DCB77B}"/>
              </a:ext>
            </a:extLst>
          </p:cNvPr>
          <p:cNvSpPr txBox="1"/>
          <p:nvPr/>
        </p:nvSpPr>
        <p:spPr>
          <a:xfrm>
            <a:off x="14236700" y="5867400"/>
            <a:ext cx="2781300" cy="3429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1A3256"/>
                </a:solidFill>
                <a:effectLst/>
                <a:uLnTx/>
                <a:uFillTx/>
                <a:latin typeface="Segoe UI" panose="020B0502040204020203" pitchFamily="34" charset="0"/>
                <a:ea typeface="+mn-ea"/>
                <a:cs typeface="+mn-cs"/>
              </a:rPr>
              <a:t>2024 : 3,73 (-1,10%)</a:t>
            </a:r>
          </a:p>
        </p:txBody>
      </p:sp>
      <p:sp>
        <p:nvSpPr>
          <p:cNvPr id="7" name="ZoneTexte 6">
            <a:extLst>
              <a:ext uri="{FF2B5EF4-FFF2-40B4-BE49-F238E27FC236}">
                <a16:creationId xmlns:a16="http://schemas.microsoft.com/office/drawing/2014/main" id="{D8AC9AE4-F3D8-4B90-F207-24D44DAE6C29}"/>
              </a:ext>
            </a:extLst>
          </p:cNvPr>
          <p:cNvSpPr txBox="1"/>
          <p:nvPr/>
        </p:nvSpPr>
        <p:spPr>
          <a:xfrm>
            <a:off x="7797800" y="5854700"/>
            <a:ext cx="2603500" cy="3556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1A3256"/>
                </a:solidFill>
                <a:effectLst/>
                <a:uLnTx/>
                <a:uFillTx/>
                <a:latin typeface="Segoe UI" panose="020B0502040204020203" pitchFamily="34" charset="0"/>
                <a:ea typeface="+mn-ea"/>
                <a:cs typeface="+mn-cs"/>
              </a:rPr>
              <a:t>2024 : 3,61 (-1,04%)</a:t>
            </a:r>
          </a:p>
        </p:txBody>
      </p:sp>
      <p:sp>
        <p:nvSpPr>
          <p:cNvPr id="8" name="ZoneTexte 7">
            <a:extLst>
              <a:ext uri="{FF2B5EF4-FFF2-40B4-BE49-F238E27FC236}">
                <a16:creationId xmlns:a16="http://schemas.microsoft.com/office/drawing/2014/main" id="{EE27A00E-8934-5FF8-B599-BEFBB509CE7A}"/>
              </a:ext>
            </a:extLst>
          </p:cNvPr>
          <p:cNvSpPr txBox="1"/>
          <p:nvPr/>
        </p:nvSpPr>
        <p:spPr>
          <a:xfrm>
            <a:off x="1612900" y="5854700"/>
            <a:ext cx="3378200" cy="3556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1A3256"/>
                </a:solidFill>
                <a:effectLst/>
                <a:uLnTx/>
                <a:uFillTx/>
                <a:latin typeface="Segoe UI" panose="020B0502040204020203" pitchFamily="34" charset="0"/>
                <a:ea typeface="+mn-ea"/>
                <a:cs typeface="+mn-cs"/>
              </a:rPr>
              <a:t>2024 : 3,97 (1,04%)</a:t>
            </a:r>
          </a:p>
        </p:txBody>
      </p:sp>
      <p:pic>
        <p:nvPicPr>
          <p:cNvPr id="10" name="Image 9">
            <a:extLst>
              <a:ext uri="{FF2B5EF4-FFF2-40B4-BE49-F238E27FC236}">
                <a16:creationId xmlns:a16="http://schemas.microsoft.com/office/drawing/2014/main" id="{AD26F679-89C7-6A72-B76A-11AA7EF7CA37}"/>
              </a:ext>
            </a:extLst>
          </p:cNvPr>
          <p:cNvPicPr>
            <a:picLocks/>
          </p:cNvPicPr>
          <p:nvPr/>
        </p:nvPicPr>
        <p:blipFill>
          <a:blip r:embed="rId3" cstate="screen">
            <a:extLst>
              <a:ext uri="{28A0092B-C50C-407E-A947-70E740481C1C}">
                <a14:useLocalDpi xmlns:a14="http://schemas.microsoft.com/office/drawing/2010/main"/>
              </a:ext>
            </a:extLst>
          </a:blip>
          <a:stretch>
            <a:fillRect/>
          </a:stretch>
        </p:blipFill>
        <p:spPr>
          <a:xfrm>
            <a:off x="13042900" y="3213100"/>
            <a:ext cx="1498600" cy="596900"/>
          </a:xfrm>
          <a:prstGeom prst="rect">
            <a:avLst/>
          </a:prstGeom>
        </p:spPr>
      </p:pic>
      <p:pic>
        <p:nvPicPr>
          <p:cNvPr id="12" name="Image 11">
            <a:extLst>
              <a:ext uri="{FF2B5EF4-FFF2-40B4-BE49-F238E27FC236}">
                <a16:creationId xmlns:a16="http://schemas.microsoft.com/office/drawing/2014/main" id="{71F5C05C-E62C-5E22-6355-294C6B05E7D4}"/>
              </a:ext>
            </a:extLst>
          </p:cNvPr>
          <p:cNvPicPr>
            <a:picLocks/>
          </p:cNvPicPr>
          <p:nvPr/>
        </p:nvPicPr>
        <p:blipFill>
          <a:blip r:embed="rId3" cstate="screen">
            <a:extLst>
              <a:ext uri="{28A0092B-C50C-407E-A947-70E740481C1C}">
                <a14:useLocalDpi xmlns:a14="http://schemas.microsoft.com/office/drawing/2010/main"/>
              </a:ext>
            </a:extLst>
          </a:blip>
          <a:stretch>
            <a:fillRect/>
          </a:stretch>
        </p:blipFill>
        <p:spPr>
          <a:xfrm>
            <a:off x="3746500" y="3213100"/>
            <a:ext cx="1485900" cy="596900"/>
          </a:xfrm>
          <a:prstGeom prst="rect">
            <a:avLst/>
          </a:prstGeom>
        </p:spPr>
      </p:pic>
      <p:sp>
        <p:nvSpPr>
          <p:cNvPr id="13" name="ZoneTexte 12">
            <a:extLst>
              <a:ext uri="{FF2B5EF4-FFF2-40B4-BE49-F238E27FC236}">
                <a16:creationId xmlns:a16="http://schemas.microsoft.com/office/drawing/2014/main" id="{EDF3B11E-5038-5898-DE04-2DDF5145C135}"/>
              </a:ext>
            </a:extLst>
          </p:cNvPr>
          <p:cNvSpPr txBox="1"/>
          <p:nvPr/>
        </p:nvSpPr>
        <p:spPr>
          <a:xfrm>
            <a:off x="2870200" y="3276600"/>
            <a:ext cx="3238500" cy="7493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a:ln>
                  <a:noFill/>
                </a:ln>
                <a:solidFill>
                  <a:srgbClr val="FFFFFF"/>
                </a:solidFill>
                <a:effectLst/>
                <a:uLnTx/>
                <a:uFillTx/>
                <a:latin typeface="Bahnschrift" panose="020B0502040204020203" pitchFamily="34" charset="0"/>
                <a:ea typeface="+mn-ea"/>
                <a:cs typeface="+mn-cs"/>
              </a:rPr>
              <a:t>3,78</a:t>
            </a:r>
          </a:p>
        </p:txBody>
      </p:sp>
      <p:sp>
        <p:nvSpPr>
          <p:cNvPr id="14" name="ZoneTexte 13">
            <a:extLst>
              <a:ext uri="{FF2B5EF4-FFF2-40B4-BE49-F238E27FC236}">
                <a16:creationId xmlns:a16="http://schemas.microsoft.com/office/drawing/2014/main" id="{2045678B-78C9-D621-E530-521E9077906D}"/>
              </a:ext>
            </a:extLst>
          </p:cNvPr>
          <p:cNvSpPr txBox="1"/>
          <p:nvPr/>
        </p:nvSpPr>
        <p:spPr>
          <a:xfrm>
            <a:off x="533400" y="571500"/>
            <a:ext cx="9144000" cy="723900"/>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200" b="1"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SYNTHÈSE GÉNÉRALE</a:t>
            </a:r>
          </a:p>
        </p:txBody>
      </p:sp>
      <p:sp>
        <p:nvSpPr>
          <p:cNvPr id="15" name="ZoneTexte 14">
            <a:extLst>
              <a:ext uri="{FF2B5EF4-FFF2-40B4-BE49-F238E27FC236}">
                <a16:creationId xmlns:a16="http://schemas.microsoft.com/office/drawing/2014/main" id="{A755F1D2-7B06-663B-A584-C5B1191DB6D8}"/>
              </a:ext>
            </a:extLst>
          </p:cNvPr>
          <p:cNvSpPr txBox="1"/>
          <p:nvPr/>
        </p:nvSpPr>
        <p:spPr>
          <a:xfrm>
            <a:off x="533400" y="1143000"/>
            <a:ext cx="15189200" cy="787400"/>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dirty="0">
                <a:ln>
                  <a:noFill/>
                </a:ln>
                <a:solidFill>
                  <a:srgbClr val="1A3256"/>
                </a:solidFill>
                <a:effectLst/>
                <a:uLnTx/>
                <a:uFillTx/>
                <a:latin typeface="Segoe UI Light" panose="020B0502040204020203" pitchFamily="34" charset="0"/>
                <a:ea typeface="+mn-ea"/>
                <a:cs typeface="+mn-cs"/>
              </a:rPr>
              <a:t>France Logistique</a:t>
            </a:r>
          </a:p>
        </p:txBody>
      </p:sp>
      <p:sp>
        <p:nvSpPr>
          <p:cNvPr id="16" name="ZoneTexte 15">
            <a:extLst>
              <a:ext uri="{FF2B5EF4-FFF2-40B4-BE49-F238E27FC236}">
                <a16:creationId xmlns:a16="http://schemas.microsoft.com/office/drawing/2014/main" id="{E0E68D1B-97F5-6695-5F66-3743FD153652}"/>
              </a:ext>
            </a:extLst>
          </p:cNvPr>
          <p:cNvSpPr txBox="1"/>
          <p:nvPr/>
        </p:nvSpPr>
        <p:spPr>
          <a:xfrm>
            <a:off x="2857500" y="2298700"/>
            <a:ext cx="3263900" cy="7239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800" b="1" i="0" u="none" strike="noStrike" kern="1200" cap="none" spc="0" normalizeH="0" baseline="0" noProof="0">
                <a:ln>
                  <a:noFill/>
                </a:ln>
                <a:solidFill>
                  <a:srgbClr val="0F39B7"/>
                </a:solidFill>
                <a:effectLst/>
                <a:uLnTx/>
                <a:uFillTx/>
                <a:latin typeface="Bahnschrift" panose="020B0502040204020203" pitchFamily="34" charset="0"/>
                <a:ea typeface="+mn-ea"/>
                <a:cs typeface="+mn-cs"/>
              </a:rPr>
              <a:t>2024</a:t>
            </a:r>
          </a:p>
        </p:txBody>
      </p:sp>
      <p:sp>
        <p:nvSpPr>
          <p:cNvPr id="17" name="ZoneTexte 16">
            <a:extLst>
              <a:ext uri="{FF2B5EF4-FFF2-40B4-BE49-F238E27FC236}">
                <a16:creationId xmlns:a16="http://schemas.microsoft.com/office/drawing/2014/main" id="{71FF2C41-0C6B-9996-C031-78CC7E5B0498}"/>
              </a:ext>
            </a:extLst>
          </p:cNvPr>
          <p:cNvSpPr txBox="1"/>
          <p:nvPr/>
        </p:nvSpPr>
        <p:spPr>
          <a:xfrm>
            <a:off x="2857500" y="2806700"/>
            <a:ext cx="3276600" cy="3937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1A3256"/>
                </a:solidFill>
                <a:effectLst/>
                <a:uLnTx/>
                <a:uFillTx/>
                <a:latin typeface="Segoe UI Semilight" panose="020B0402040204020203" pitchFamily="34" charset="0"/>
                <a:ea typeface="+mn-ea"/>
                <a:cs typeface="+mn-cs"/>
              </a:rPr>
              <a:t>(190 interlocuteurs)</a:t>
            </a:r>
          </a:p>
        </p:txBody>
      </p:sp>
      <p:sp>
        <p:nvSpPr>
          <p:cNvPr id="18" name="ZoneTexte 17">
            <a:extLst>
              <a:ext uri="{FF2B5EF4-FFF2-40B4-BE49-F238E27FC236}">
                <a16:creationId xmlns:a16="http://schemas.microsoft.com/office/drawing/2014/main" id="{2924421F-65EA-6D08-3D1A-BDDBFAB3B674}"/>
              </a:ext>
            </a:extLst>
          </p:cNvPr>
          <p:cNvSpPr txBox="1"/>
          <p:nvPr/>
        </p:nvSpPr>
        <p:spPr>
          <a:xfrm>
            <a:off x="1727200" y="5448300"/>
            <a:ext cx="3200400" cy="5969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Basiques : 4,01</a:t>
            </a:r>
          </a:p>
        </p:txBody>
      </p:sp>
      <p:sp>
        <p:nvSpPr>
          <p:cNvPr id="19" name="ZoneTexte 18">
            <a:extLst>
              <a:ext uri="{FF2B5EF4-FFF2-40B4-BE49-F238E27FC236}">
                <a16:creationId xmlns:a16="http://schemas.microsoft.com/office/drawing/2014/main" id="{84260C5D-4E87-2E95-8876-45E0C3407A34}"/>
              </a:ext>
            </a:extLst>
          </p:cNvPr>
          <p:cNvSpPr txBox="1"/>
          <p:nvPr/>
        </p:nvSpPr>
        <p:spPr>
          <a:xfrm>
            <a:off x="7175500" y="5448300"/>
            <a:ext cx="3848100" cy="5969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Collaboratives : 3,57</a:t>
            </a:r>
          </a:p>
        </p:txBody>
      </p:sp>
      <p:sp>
        <p:nvSpPr>
          <p:cNvPr id="20" name="ZoneTexte 19">
            <a:extLst>
              <a:ext uri="{FF2B5EF4-FFF2-40B4-BE49-F238E27FC236}">
                <a16:creationId xmlns:a16="http://schemas.microsoft.com/office/drawing/2014/main" id="{34C3536A-760E-C493-5230-06C354D1EC01}"/>
              </a:ext>
            </a:extLst>
          </p:cNvPr>
          <p:cNvSpPr txBox="1"/>
          <p:nvPr/>
        </p:nvSpPr>
        <p:spPr>
          <a:xfrm>
            <a:off x="13792200" y="5448300"/>
            <a:ext cx="3683000" cy="5969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Partenariales : 3,69</a:t>
            </a:r>
          </a:p>
        </p:txBody>
      </p:sp>
      <p:sp>
        <p:nvSpPr>
          <p:cNvPr id="21" name="ZoneTexte 20">
            <a:extLst>
              <a:ext uri="{FF2B5EF4-FFF2-40B4-BE49-F238E27FC236}">
                <a16:creationId xmlns:a16="http://schemas.microsoft.com/office/drawing/2014/main" id="{058635F4-B030-2EDF-6B2D-4D9E2606ECBA}"/>
              </a:ext>
            </a:extLst>
          </p:cNvPr>
          <p:cNvSpPr txBox="1"/>
          <p:nvPr/>
        </p:nvSpPr>
        <p:spPr>
          <a:xfrm>
            <a:off x="12153900" y="2298700"/>
            <a:ext cx="3263900" cy="7366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800" b="1" i="0" u="none" strike="noStrike" kern="1200" cap="none" spc="0" normalizeH="0" baseline="0" noProof="0" dirty="0">
                <a:ln>
                  <a:noFill/>
                </a:ln>
                <a:solidFill>
                  <a:srgbClr val="0F39B7"/>
                </a:solidFill>
                <a:effectLst/>
                <a:uLnTx/>
                <a:uFillTx/>
                <a:latin typeface="Bahnschrift" panose="020B0502040204020203" pitchFamily="34" charset="0"/>
                <a:ea typeface="+mn-ea"/>
                <a:cs typeface="+mn-cs"/>
              </a:rPr>
              <a:t>2025</a:t>
            </a:r>
          </a:p>
        </p:txBody>
      </p:sp>
      <p:sp>
        <p:nvSpPr>
          <p:cNvPr id="22" name="ZoneTexte 21">
            <a:extLst>
              <a:ext uri="{FF2B5EF4-FFF2-40B4-BE49-F238E27FC236}">
                <a16:creationId xmlns:a16="http://schemas.microsoft.com/office/drawing/2014/main" id="{561C3217-DA20-7806-0076-78B4738825E1}"/>
              </a:ext>
            </a:extLst>
          </p:cNvPr>
          <p:cNvSpPr txBox="1"/>
          <p:nvPr/>
        </p:nvSpPr>
        <p:spPr>
          <a:xfrm>
            <a:off x="12153900" y="2819400"/>
            <a:ext cx="3276600" cy="3810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1A3256"/>
                </a:solidFill>
                <a:effectLst/>
                <a:uLnTx/>
                <a:uFillTx/>
                <a:latin typeface="Segoe UI Semilight" panose="020B0402040204020203" pitchFamily="34" charset="0"/>
                <a:ea typeface="+mn-ea"/>
                <a:cs typeface="+mn-cs"/>
              </a:rPr>
              <a:t>(181 interlocuteurs)</a:t>
            </a:r>
          </a:p>
        </p:txBody>
      </p:sp>
      <p:sp>
        <p:nvSpPr>
          <p:cNvPr id="23" name="ZoneTexte 22">
            <a:extLst>
              <a:ext uri="{FF2B5EF4-FFF2-40B4-BE49-F238E27FC236}">
                <a16:creationId xmlns:a16="http://schemas.microsoft.com/office/drawing/2014/main" id="{C3F884E6-E685-8AAA-45F6-BCFAB289DFFE}"/>
              </a:ext>
            </a:extLst>
          </p:cNvPr>
          <p:cNvSpPr txBox="1"/>
          <p:nvPr/>
        </p:nvSpPr>
        <p:spPr>
          <a:xfrm>
            <a:off x="12179300" y="3276600"/>
            <a:ext cx="3225800" cy="7493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a:ln>
                  <a:noFill/>
                </a:ln>
                <a:solidFill>
                  <a:srgbClr val="FFFFFF"/>
                </a:solidFill>
                <a:effectLst/>
                <a:uLnTx/>
                <a:uFillTx/>
                <a:latin typeface="Bahnschrift" panose="020B0502040204020203" pitchFamily="34" charset="0"/>
                <a:ea typeface="+mn-ea"/>
                <a:cs typeface="+mn-cs"/>
              </a:rPr>
              <a:t>3,81</a:t>
            </a:r>
          </a:p>
        </p:txBody>
      </p:sp>
      <p:sp>
        <p:nvSpPr>
          <p:cNvPr id="24" name="ZoneTexte 23">
            <a:extLst>
              <a:ext uri="{FF2B5EF4-FFF2-40B4-BE49-F238E27FC236}">
                <a16:creationId xmlns:a16="http://schemas.microsoft.com/office/drawing/2014/main" id="{56182F14-B171-36E6-6317-D633AD289445}"/>
              </a:ext>
            </a:extLst>
          </p:cNvPr>
          <p:cNvSpPr txBox="1"/>
          <p:nvPr/>
        </p:nvSpPr>
        <p:spPr>
          <a:xfrm>
            <a:off x="1651000" y="8293100"/>
            <a:ext cx="3238500" cy="5715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a:ln>
                  <a:noFill/>
                </a:ln>
                <a:solidFill>
                  <a:srgbClr val="0F39B7"/>
                </a:solidFill>
                <a:effectLst/>
                <a:uLnTx/>
                <a:uFillTx/>
                <a:latin typeface="Bahnschrift" panose="020B0502040204020203" pitchFamily="34" charset="0"/>
                <a:ea typeface="+mn-ea"/>
                <a:cs typeface="+mn-cs"/>
              </a:rPr>
              <a:t>59 clients</a:t>
            </a:r>
          </a:p>
        </p:txBody>
      </p:sp>
      <p:sp>
        <p:nvSpPr>
          <p:cNvPr id="25" name="ZoneTexte 24">
            <a:extLst>
              <a:ext uri="{FF2B5EF4-FFF2-40B4-BE49-F238E27FC236}">
                <a16:creationId xmlns:a16="http://schemas.microsoft.com/office/drawing/2014/main" id="{A4991B75-B5BA-AF25-E584-FD6D2731677B}"/>
              </a:ext>
            </a:extLst>
          </p:cNvPr>
          <p:cNvSpPr txBox="1"/>
          <p:nvPr/>
        </p:nvSpPr>
        <p:spPr>
          <a:xfrm>
            <a:off x="13881100" y="8293100"/>
            <a:ext cx="3238500" cy="5715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a:ln>
                  <a:noFill/>
                </a:ln>
                <a:solidFill>
                  <a:srgbClr val="0F39B7"/>
                </a:solidFill>
                <a:effectLst/>
                <a:uLnTx/>
                <a:uFillTx/>
                <a:latin typeface="Bahnschrift" panose="020B0502040204020203" pitchFamily="34" charset="0"/>
                <a:ea typeface="+mn-ea"/>
                <a:cs typeface="+mn-cs"/>
              </a:rPr>
              <a:t>181 réponses</a:t>
            </a:r>
          </a:p>
        </p:txBody>
      </p:sp>
      <p:sp>
        <p:nvSpPr>
          <p:cNvPr id="26" name="ZoneTexte 25">
            <a:extLst>
              <a:ext uri="{FF2B5EF4-FFF2-40B4-BE49-F238E27FC236}">
                <a16:creationId xmlns:a16="http://schemas.microsoft.com/office/drawing/2014/main" id="{26F18AB9-D535-006C-25AA-F25BC8B88B13}"/>
              </a:ext>
            </a:extLst>
          </p:cNvPr>
          <p:cNvSpPr txBox="1"/>
          <p:nvPr/>
        </p:nvSpPr>
        <p:spPr>
          <a:xfrm>
            <a:off x="1625600" y="8851900"/>
            <a:ext cx="3276600" cy="3810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0" i="0" u="none" strike="noStrike" kern="1200" cap="none" spc="0" normalizeH="0" baseline="0" noProof="0">
                <a:ln>
                  <a:noFill/>
                </a:ln>
                <a:solidFill>
                  <a:srgbClr val="1A3256"/>
                </a:solidFill>
                <a:effectLst/>
                <a:uLnTx/>
                <a:uFillTx/>
                <a:latin typeface="Segoe UI" panose="020B0502040204020203" pitchFamily="34" charset="0"/>
                <a:ea typeface="+mn-ea"/>
                <a:cs typeface="+mn-cs"/>
              </a:rPr>
              <a:t>58 en 2024</a:t>
            </a:r>
          </a:p>
        </p:txBody>
      </p:sp>
      <p:sp>
        <p:nvSpPr>
          <p:cNvPr id="27" name="ZoneTexte 26">
            <a:extLst>
              <a:ext uri="{FF2B5EF4-FFF2-40B4-BE49-F238E27FC236}">
                <a16:creationId xmlns:a16="http://schemas.microsoft.com/office/drawing/2014/main" id="{71D2CEB4-195E-0E57-0CC7-61E277FB9000}"/>
              </a:ext>
            </a:extLst>
          </p:cNvPr>
          <p:cNvSpPr txBox="1"/>
          <p:nvPr/>
        </p:nvSpPr>
        <p:spPr>
          <a:xfrm>
            <a:off x="13830300" y="8851900"/>
            <a:ext cx="3276600" cy="3810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0" i="0" u="none" strike="noStrike" kern="1200" cap="none" spc="0" normalizeH="0" baseline="0" noProof="0">
                <a:ln>
                  <a:noFill/>
                </a:ln>
                <a:solidFill>
                  <a:srgbClr val="1A3256"/>
                </a:solidFill>
                <a:effectLst/>
                <a:uLnTx/>
                <a:uFillTx/>
                <a:latin typeface="Segoe UI" panose="020B0502040204020203" pitchFamily="34" charset="0"/>
                <a:ea typeface="+mn-ea"/>
                <a:cs typeface="+mn-cs"/>
              </a:rPr>
              <a:t>190 en 2024</a:t>
            </a:r>
          </a:p>
        </p:txBody>
      </p:sp>
      <p:pic>
        <p:nvPicPr>
          <p:cNvPr id="29" name="Image 28">
            <a:extLst>
              <a:ext uri="{FF2B5EF4-FFF2-40B4-BE49-F238E27FC236}">
                <a16:creationId xmlns:a16="http://schemas.microsoft.com/office/drawing/2014/main" id="{41BD9E5C-414B-0B18-B4E6-7BF1714946A3}"/>
              </a:ext>
            </a:extLst>
          </p:cNvPr>
          <p:cNvPicPr>
            <a:picLocks/>
          </p:cNvPicPr>
          <p:nvPr/>
        </p:nvPicPr>
        <p:blipFill>
          <a:blip r:embed="rId4" cstate="screen">
            <a:extLst>
              <a:ext uri="{28A0092B-C50C-407E-A947-70E740481C1C}">
                <a14:useLocalDpi xmlns:a14="http://schemas.microsoft.com/office/drawing/2010/main"/>
              </a:ext>
            </a:extLst>
          </a:blip>
          <a:stretch>
            <a:fillRect/>
          </a:stretch>
        </p:blipFill>
        <p:spPr>
          <a:xfrm>
            <a:off x="2654300" y="7010400"/>
            <a:ext cx="1358900" cy="1155700"/>
          </a:xfrm>
          <a:prstGeom prst="rect">
            <a:avLst/>
          </a:prstGeom>
        </p:spPr>
      </p:pic>
      <p:pic>
        <p:nvPicPr>
          <p:cNvPr id="31" name="Image 30">
            <a:extLst>
              <a:ext uri="{FF2B5EF4-FFF2-40B4-BE49-F238E27FC236}">
                <a16:creationId xmlns:a16="http://schemas.microsoft.com/office/drawing/2014/main" id="{B71405A1-75A0-7E82-4B48-19BCB76E3150}"/>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2717800" y="4419600"/>
            <a:ext cx="1219200" cy="1117600"/>
          </a:xfrm>
          <a:prstGeom prst="rect">
            <a:avLst/>
          </a:prstGeom>
        </p:spPr>
      </p:pic>
      <p:pic>
        <p:nvPicPr>
          <p:cNvPr id="33" name="Image 32">
            <a:extLst>
              <a:ext uri="{FF2B5EF4-FFF2-40B4-BE49-F238E27FC236}">
                <a16:creationId xmlns:a16="http://schemas.microsoft.com/office/drawing/2014/main" id="{95094F55-9170-9F5C-3A4C-5F16E8B0B62C}"/>
              </a:ext>
            </a:extLst>
          </p:cNvPr>
          <p:cNvPicPr>
            <a:picLocks/>
          </p:cNvPicPr>
          <p:nvPr/>
        </p:nvPicPr>
        <p:blipFill>
          <a:blip r:embed="rId6" cstate="screen">
            <a:extLst>
              <a:ext uri="{28A0092B-C50C-407E-A947-70E740481C1C}">
                <a14:useLocalDpi xmlns:a14="http://schemas.microsoft.com/office/drawing/2010/main"/>
              </a:ext>
            </a:extLst>
          </a:blip>
          <a:stretch>
            <a:fillRect/>
          </a:stretch>
        </p:blipFill>
        <p:spPr>
          <a:xfrm>
            <a:off x="14922500" y="6997700"/>
            <a:ext cx="1358900" cy="1168400"/>
          </a:xfrm>
          <a:prstGeom prst="rect">
            <a:avLst/>
          </a:prstGeom>
        </p:spPr>
      </p:pic>
      <p:pic>
        <p:nvPicPr>
          <p:cNvPr id="35" name="Image 34">
            <a:extLst>
              <a:ext uri="{FF2B5EF4-FFF2-40B4-BE49-F238E27FC236}">
                <a16:creationId xmlns:a16="http://schemas.microsoft.com/office/drawing/2014/main" id="{16902C60-C60E-009C-F345-0D383E4A6681}"/>
              </a:ext>
            </a:extLst>
          </p:cNvPr>
          <p:cNvPicPr>
            <a:picLocks/>
          </p:cNvPicPr>
          <p:nvPr/>
        </p:nvPicPr>
        <p:blipFill>
          <a:blip r:embed="rId7" cstate="screen">
            <a:extLst>
              <a:ext uri="{28A0092B-C50C-407E-A947-70E740481C1C}">
                <a14:useLocalDpi xmlns:a14="http://schemas.microsoft.com/office/drawing/2010/main"/>
              </a:ext>
            </a:extLst>
          </a:blip>
          <a:stretch>
            <a:fillRect/>
          </a:stretch>
        </p:blipFill>
        <p:spPr>
          <a:xfrm>
            <a:off x="8661400" y="4406900"/>
            <a:ext cx="1206500" cy="1130300"/>
          </a:xfrm>
          <a:prstGeom prst="rect">
            <a:avLst/>
          </a:prstGeom>
        </p:spPr>
      </p:pic>
      <p:pic>
        <p:nvPicPr>
          <p:cNvPr id="37" name="Image 36">
            <a:extLst>
              <a:ext uri="{FF2B5EF4-FFF2-40B4-BE49-F238E27FC236}">
                <a16:creationId xmlns:a16="http://schemas.microsoft.com/office/drawing/2014/main" id="{BB6AFD66-7BD2-732D-E2F2-6D0A6EB42F72}"/>
              </a:ext>
            </a:extLst>
          </p:cNvPr>
          <p:cNvPicPr>
            <a:picLocks/>
          </p:cNvPicPr>
          <p:nvPr/>
        </p:nvPicPr>
        <p:blipFill>
          <a:blip r:embed="rId7" cstate="screen">
            <a:extLst>
              <a:ext uri="{28A0092B-C50C-407E-A947-70E740481C1C}">
                <a14:useLocalDpi xmlns:a14="http://schemas.microsoft.com/office/drawing/2010/main"/>
              </a:ext>
            </a:extLst>
          </a:blip>
          <a:stretch>
            <a:fillRect/>
          </a:stretch>
        </p:blipFill>
        <p:spPr>
          <a:xfrm>
            <a:off x="14859000" y="4406900"/>
            <a:ext cx="1219200" cy="1130300"/>
          </a:xfrm>
          <a:prstGeom prst="rect">
            <a:avLst/>
          </a:prstGeom>
        </p:spPr>
      </p:pic>
      <p:pic>
        <p:nvPicPr>
          <p:cNvPr id="39" name="Image 38">
            <a:extLst>
              <a:ext uri="{FF2B5EF4-FFF2-40B4-BE49-F238E27FC236}">
                <a16:creationId xmlns:a16="http://schemas.microsoft.com/office/drawing/2014/main" id="{2E18BFFA-DF54-029E-73BB-E0424FDC856C}"/>
              </a:ext>
            </a:extLst>
          </p:cNvPr>
          <p:cNvPicPr>
            <a:picLocks/>
          </p:cNvPicPr>
          <p:nvPr/>
        </p:nvPicPr>
        <p:blipFill>
          <a:blip r:embed="rId8" cstate="screen">
            <a:extLst>
              <a:ext uri="{28A0092B-C50C-407E-A947-70E740481C1C}">
                <a14:useLocalDpi xmlns:a14="http://schemas.microsoft.com/office/drawing/2010/main"/>
              </a:ext>
            </a:extLst>
          </a:blip>
          <a:stretch>
            <a:fillRect/>
          </a:stretch>
        </p:blipFill>
        <p:spPr>
          <a:xfrm>
            <a:off x="8623300" y="2019300"/>
            <a:ext cx="1016000" cy="1028700"/>
          </a:xfrm>
          <a:prstGeom prst="rect">
            <a:avLst/>
          </a:prstGeom>
        </p:spPr>
      </p:pic>
      <p:pic>
        <p:nvPicPr>
          <p:cNvPr id="41" name="Image 40">
            <a:extLst>
              <a:ext uri="{FF2B5EF4-FFF2-40B4-BE49-F238E27FC236}">
                <a16:creationId xmlns:a16="http://schemas.microsoft.com/office/drawing/2014/main" id="{99156AB9-08EA-FB4F-9DE6-DB722C20FF07}"/>
              </a:ext>
            </a:extLst>
          </p:cNvPr>
          <p:cNvPicPr>
            <a:picLocks/>
          </p:cNvPicPr>
          <p:nvPr/>
        </p:nvPicPr>
        <p:blipFill>
          <a:blip r:embed="rId9"/>
          <a:stretch>
            <a:fillRect/>
          </a:stretch>
        </p:blipFill>
        <p:spPr>
          <a:xfrm>
            <a:off x="5486400" y="6629400"/>
            <a:ext cx="7416800" cy="3492500"/>
          </a:xfrm>
          <a:prstGeom prst="rect">
            <a:avLst/>
          </a:prstGeom>
        </p:spPr>
      </p:pic>
      <p:pic>
        <p:nvPicPr>
          <p:cNvPr id="43" name="Image 42">
            <a:extLst>
              <a:ext uri="{FF2B5EF4-FFF2-40B4-BE49-F238E27FC236}">
                <a16:creationId xmlns:a16="http://schemas.microsoft.com/office/drawing/2014/main" id="{54409BC4-0FB4-C409-AE65-42F13231DCFE}"/>
              </a:ext>
            </a:extLst>
          </p:cNvPr>
          <p:cNvPicPr>
            <a:picLocks/>
          </p:cNvPicPr>
          <p:nvPr/>
        </p:nvPicPr>
        <p:blipFill>
          <a:blip r:embed="rId10" cstate="screen">
            <a:extLst>
              <a:ext uri="{28A0092B-C50C-407E-A947-70E740481C1C}">
                <a14:useLocalDpi xmlns:a14="http://schemas.microsoft.com/office/drawing/2010/main"/>
              </a:ext>
            </a:extLst>
          </a:blip>
          <a:stretch>
            <a:fillRect/>
          </a:stretch>
        </p:blipFill>
        <p:spPr>
          <a:xfrm>
            <a:off x="7048500" y="6654800"/>
            <a:ext cx="4051300" cy="3187700"/>
          </a:xfrm>
          <a:prstGeom prst="rect">
            <a:avLst/>
          </a:prstGeom>
        </p:spPr>
      </p:pic>
      <p:sp>
        <p:nvSpPr>
          <p:cNvPr id="44" name="ZoneTexte 43">
            <a:extLst>
              <a:ext uri="{FF2B5EF4-FFF2-40B4-BE49-F238E27FC236}">
                <a16:creationId xmlns:a16="http://schemas.microsoft.com/office/drawing/2014/main" id="{1EF7CCBE-235C-1C0F-9E33-08618E4AB6C1}"/>
              </a:ext>
            </a:extLst>
          </p:cNvPr>
          <p:cNvSpPr txBox="1"/>
          <p:nvPr/>
        </p:nvSpPr>
        <p:spPr>
          <a:xfrm>
            <a:off x="8432800" y="8013700"/>
            <a:ext cx="1371600" cy="11684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a:ln>
                  <a:noFill/>
                </a:ln>
                <a:solidFill>
                  <a:srgbClr val="1A3256"/>
                </a:solidFill>
                <a:effectLst/>
                <a:uLnTx/>
                <a:uFillTx/>
                <a:latin typeface="Bahnschrift" panose="020B0502040204020203" pitchFamily="34" charset="0"/>
                <a:ea typeface="+mn-ea"/>
                <a:cs typeface="+mn-cs"/>
              </a:rPr>
              <a:t>40</a:t>
            </a:r>
          </a:p>
        </p:txBody>
      </p:sp>
      <p:sp>
        <p:nvSpPr>
          <p:cNvPr id="45" name="ZoneTexte 44">
            <a:extLst>
              <a:ext uri="{FF2B5EF4-FFF2-40B4-BE49-F238E27FC236}">
                <a16:creationId xmlns:a16="http://schemas.microsoft.com/office/drawing/2014/main" id="{4163A839-3EFC-35B9-40E1-863388CCEF1A}"/>
              </a:ext>
            </a:extLst>
          </p:cNvPr>
          <p:cNvSpPr txBox="1"/>
          <p:nvPr/>
        </p:nvSpPr>
        <p:spPr>
          <a:xfrm>
            <a:off x="8089900" y="8928100"/>
            <a:ext cx="2032000" cy="5969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NPS 2025</a:t>
            </a:r>
          </a:p>
        </p:txBody>
      </p:sp>
      <p:sp>
        <p:nvSpPr>
          <p:cNvPr id="46" name="ZoneTexte 45">
            <a:extLst>
              <a:ext uri="{FF2B5EF4-FFF2-40B4-BE49-F238E27FC236}">
                <a16:creationId xmlns:a16="http://schemas.microsoft.com/office/drawing/2014/main" id="{D44F79FA-8FDE-3B4E-0D2D-46CA1E565882}"/>
              </a:ext>
            </a:extLst>
          </p:cNvPr>
          <p:cNvSpPr txBox="1"/>
          <p:nvPr/>
        </p:nvSpPr>
        <p:spPr>
          <a:xfrm>
            <a:off x="7188200" y="8394700"/>
            <a:ext cx="1079500" cy="3810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17</a:t>
            </a:r>
          </a:p>
        </p:txBody>
      </p:sp>
      <p:sp>
        <p:nvSpPr>
          <p:cNvPr id="47" name="ZoneTexte 46">
            <a:extLst>
              <a:ext uri="{FF2B5EF4-FFF2-40B4-BE49-F238E27FC236}">
                <a16:creationId xmlns:a16="http://schemas.microsoft.com/office/drawing/2014/main" id="{E8130827-76B7-29D2-D615-AE33DF5F3896}"/>
              </a:ext>
            </a:extLst>
          </p:cNvPr>
          <p:cNvSpPr txBox="1"/>
          <p:nvPr/>
        </p:nvSpPr>
        <p:spPr>
          <a:xfrm>
            <a:off x="7988300" y="7150100"/>
            <a:ext cx="1079500" cy="3937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noProof="0">
                <a:ln>
                  <a:noFill/>
                </a:ln>
                <a:solidFill>
                  <a:srgbClr val="FF8000"/>
                </a:solidFill>
                <a:effectLst/>
                <a:uLnTx/>
                <a:uFillTx/>
                <a:latin typeface="Segoe UI" panose="020B0502040204020203" pitchFamily="34" charset="0"/>
                <a:ea typeface="+mn-ea"/>
                <a:cs typeface="+mn-cs"/>
              </a:rPr>
              <a:t>75</a:t>
            </a:r>
          </a:p>
        </p:txBody>
      </p:sp>
      <p:sp>
        <p:nvSpPr>
          <p:cNvPr id="48" name="ZoneTexte 47">
            <a:extLst>
              <a:ext uri="{FF2B5EF4-FFF2-40B4-BE49-F238E27FC236}">
                <a16:creationId xmlns:a16="http://schemas.microsoft.com/office/drawing/2014/main" id="{CED5D57C-520D-9D49-4C10-DD9F6CB486AE}"/>
              </a:ext>
            </a:extLst>
          </p:cNvPr>
          <p:cNvSpPr txBox="1"/>
          <p:nvPr/>
        </p:nvSpPr>
        <p:spPr>
          <a:xfrm>
            <a:off x="9804400" y="7861300"/>
            <a:ext cx="1079500" cy="3810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noProof="0">
                <a:ln>
                  <a:noFill/>
                </a:ln>
                <a:solidFill>
                  <a:srgbClr val="008000"/>
                </a:solidFill>
                <a:effectLst/>
                <a:uLnTx/>
                <a:uFillTx/>
                <a:latin typeface="Segoe UI" panose="020B0502040204020203" pitchFamily="34" charset="0"/>
                <a:ea typeface="+mn-ea"/>
                <a:cs typeface="+mn-cs"/>
              </a:rPr>
              <a:t>89</a:t>
            </a:r>
          </a:p>
        </p:txBody>
      </p:sp>
      <p:sp>
        <p:nvSpPr>
          <p:cNvPr id="49" name="ZoneTexte 48">
            <a:extLst>
              <a:ext uri="{FF2B5EF4-FFF2-40B4-BE49-F238E27FC236}">
                <a16:creationId xmlns:a16="http://schemas.microsoft.com/office/drawing/2014/main" id="{860D421B-BB88-5541-E5D4-743310A420D8}"/>
              </a:ext>
            </a:extLst>
          </p:cNvPr>
          <p:cNvSpPr txBox="1"/>
          <p:nvPr/>
        </p:nvSpPr>
        <p:spPr>
          <a:xfrm>
            <a:off x="7823200" y="3225800"/>
            <a:ext cx="2717800" cy="4826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0"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0,79%</a:t>
            </a:r>
          </a:p>
        </p:txBody>
      </p:sp>
      <p:sp>
        <p:nvSpPr>
          <p:cNvPr id="2" name="ZoneTexte 1">
            <a:extLst>
              <a:ext uri="{FF2B5EF4-FFF2-40B4-BE49-F238E27FC236}">
                <a16:creationId xmlns:a16="http://schemas.microsoft.com/office/drawing/2014/main" id="{AC501AFF-A62F-70E6-2900-6803A53656AA}"/>
              </a:ext>
            </a:extLst>
          </p:cNvPr>
          <p:cNvSpPr txBox="1"/>
          <p:nvPr/>
        </p:nvSpPr>
        <p:spPr>
          <a:xfrm>
            <a:off x="8089900" y="9436100"/>
            <a:ext cx="2032000" cy="5969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38 en 2024</a:t>
            </a:r>
          </a:p>
        </p:txBody>
      </p:sp>
      <p:sp>
        <p:nvSpPr>
          <p:cNvPr id="3" name="Rectangle : coins arrondis 2">
            <a:extLst>
              <a:ext uri="{FF2B5EF4-FFF2-40B4-BE49-F238E27FC236}">
                <a16:creationId xmlns:a16="http://schemas.microsoft.com/office/drawing/2014/main" id="{5EEC92BA-3BB9-9250-53C4-9BF5C2D56DD1}"/>
              </a:ext>
            </a:extLst>
          </p:cNvPr>
          <p:cNvSpPr/>
          <p:nvPr/>
        </p:nvSpPr>
        <p:spPr>
          <a:xfrm>
            <a:off x="12522495" y="2260600"/>
            <a:ext cx="2615609" cy="1695450"/>
          </a:xfrm>
          <a:prstGeom prst="roundRect">
            <a:avLst/>
          </a:prstGeom>
          <a:noFill/>
          <a:ln w="12700"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F9ED5"/>
              </a:buClr>
              <a:buSzTx/>
              <a:buFontTx/>
              <a:buNone/>
              <a:tabLst/>
              <a:defRPr/>
            </a:pPr>
            <a:endParaRPr kumimoji="0" lang="fr-FR" sz="1200" b="0" i="0" u="none" strike="noStrike" kern="1200" cap="none" spc="0" normalizeH="0" baseline="0" noProof="0" err="1">
              <a:ln>
                <a:noFill/>
              </a:ln>
              <a:solidFill>
                <a:prstClr val="white">
                  <a:lumMod val="100000"/>
                </a:prstClr>
              </a:solidFill>
              <a:effectLst/>
              <a:uLnTx/>
              <a:uFillTx/>
              <a:latin typeface="Segoe UI Semilight" panose="020B0402040204020203" pitchFamily="34" charset="0"/>
              <a:ea typeface="+mn-ea"/>
              <a:cs typeface="+mn-cs"/>
            </a:endParaRPr>
          </a:p>
        </p:txBody>
      </p:sp>
      <p:sp>
        <p:nvSpPr>
          <p:cNvPr id="4" name="Rectangle : coins arrondis 3">
            <a:extLst>
              <a:ext uri="{FF2B5EF4-FFF2-40B4-BE49-F238E27FC236}">
                <a16:creationId xmlns:a16="http://schemas.microsoft.com/office/drawing/2014/main" id="{DF06DD34-F9F4-656E-11F5-A683A108C93D}"/>
              </a:ext>
            </a:extLst>
          </p:cNvPr>
          <p:cNvSpPr/>
          <p:nvPr/>
        </p:nvSpPr>
        <p:spPr>
          <a:xfrm>
            <a:off x="15252995" y="862013"/>
            <a:ext cx="2615609" cy="3097212"/>
          </a:xfrm>
          <a:prstGeom prst="roundRect">
            <a:avLst/>
          </a:prstGeom>
          <a:noFill/>
          <a:ln w="12700"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F9ED5"/>
              </a:buClr>
              <a:buSzTx/>
              <a:buFontTx/>
              <a:buNone/>
              <a:tabLst/>
              <a:defRPr/>
            </a:pPr>
            <a:endParaRPr kumimoji="0" lang="fr-FR" sz="1200" b="0" i="0" u="none" strike="noStrike" kern="1200" cap="none" spc="0" normalizeH="0" baseline="0" noProof="0" err="1">
              <a:ln>
                <a:noFill/>
              </a:ln>
              <a:solidFill>
                <a:prstClr val="white">
                  <a:lumMod val="100000"/>
                </a:prstClr>
              </a:solidFill>
              <a:effectLst/>
              <a:uLnTx/>
              <a:uFillTx/>
              <a:latin typeface="Segoe UI Semilight" panose="020B0402040204020203" pitchFamily="34" charset="0"/>
              <a:ea typeface="+mn-ea"/>
              <a:cs typeface="+mn-cs"/>
            </a:endParaRPr>
          </a:p>
        </p:txBody>
      </p:sp>
      <p:pic>
        <p:nvPicPr>
          <p:cNvPr id="9" name="Image 8">
            <a:extLst>
              <a:ext uri="{FF2B5EF4-FFF2-40B4-BE49-F238E27FC236}">
                <a16:creationId xmlns:a16="http://schemas.microsoft.com/office/drawing/2014/main" id="{6E3DFD65-9419-5E8C-80CA-2EC9AF8C506D}"/>
              </a:ext>
            </a:extLst>
          </p:cNvPr>
          <p:cNvPicPr>
            <a:picLocks/>
          </p:cNvPicPr>
          <p:nvPr/>
        </p:nvPicPr>
        <p:blipFill>
          <a:blip r:embed="rId3" cstate="screen">
            <a:extLst>
              <a:ext uri="{28A0092B-C50C-407E-A947-70E740481C1C}">
                <a14:useLocalDpi xmlns:a14="http://schemas.microsoft.com/office/drawing/2010/main"/>
              </a:ext>
            </a:extLst>
          </a:blip>
          <a:stretch>
            <a:fillRect/>
          </a:stretch>
        </p:blipFill>
        <p:spPr>
          <a:xfrm>
            <a:off x="15887552" y="3232150"/>
            <a:ext cx="1498600" cy="596900"/>
          </a:xfrm>
          <a:prstGeom prst="rect">
            <a:avLst/>
          </a:prstGeom>
        </p:spPr>
      </p:pic>
      <p:sp>
        <p:nvSpPr>
          <p:cNvPr id="11" name="ZoneTexte 10">
            <a:extLst>
              <a:ext uri="{FF2B5EF4-FFF2-40B4-BE49-F238E27FC236}">
                <a16:creationId xmlns:a16="http://schemas.microsoft.com/office/drawing/2014/main" id="{1C05793E-5A14-6236-97EA-3C8114EAE051}"/>
              </a:ext>
            </a:extLst>
          </p:cNvPr>
          <p:cNvSpPr txBox="1"/>
          <p:nvPr/>
        </p:nvSpPr>
        <p:spPr>
          <a:xfrm>
            <a:off x="15023952" y="3295650"/>
            <a:ext cx="3225800" cy="7493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FFFFFF"/>
                </a:solidFill>
                <a:effectLst/>
                <a:uLnTx/>
                <a:uFillTx/>
                <a:latin typeface="Bahnschrift" panose="020B0502040204020203" pitchFamily="34" charset="0"/>
                <a:ea typeface="+mn-ea"/>
                <a:cs typeface="+mn-cs"/>
              </a:rPr>
              <a:t>3,68</a:t>
            </a:r>
          </a:p>
        </p:txBody>
      </p:sp>
      <p:sp>
        <p:nvSpPr>
          <p:cNvPr id="28" name="ZoneTexte 27">
            <a:extLst>
              <a:ext uri="{FF2B5EF4-FFF2-40B4-BE49-F238E27FC236}">
                <a16:creationId xmlns:a16="http://schemas.microsoft.com/office/drawing/2014/main" id="{A6BCAFF4-9AE4-116E-5982-5B9ADB8546BB}"/>
              </a:ext>
            </a:extLst>
          </p:cNvPr>
          <p:cNvSpPr txBox="1"/>
          <p:nvPr/>
        </p:nvSpPr>
        <p:spPr>
          <a:xfrm>
            <a:off x="14922499" y="2787650"/>
            <a:ext cx="3276600" cy="3810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1A3256"/>
                </a:solidFill>
                <a:effectLst/>
                <a:uLnTx/>
                <a:uFillTx/>
                <a:latin typeface="Segoe UI Semilight" panose="020B0402040204020203" pitchFamily="34" charset="0"/>
                <a:ea typeface="+mn-ea"/>
                <a:cs typeface="+mn-cs"/>
              </a:rPr>
              <a:t>(CONFORAMA et HILTI)</a:t>
            </a:r>
          </a:p>
        </p:txBody>
      </p:sp>
      <p:sp>
        <p:nvSpPr>
          <p:cNvPr id="32" name="ZoneTexte 31">
            <a:extLst>
              <a:ext uri="{FF2B5EF4-FFF2-40B4-BE49-F238E27FC236}">
                <a16:creationId xmlns:a16="http://schemas.microsoft.com/office/drawing/2014/main" id="{362FCF50-28BC-59C4-044C-D5A02D72E969}"/>
              </a:ext>
            </a:extLst>
          </p:cNvPr>
          <p:cNvSpPr txBox="1"/>
          <p:nvPr/>
        </p:nvSpPr>
        <p:spPr>
          <a:xfrm>
            <a:off x="14985852" y="2311400"/>
            <a:ext cx="3263900" cy="736600"/>
          </a:xfrm>
          <a:prstGeom prst="rect">
            <a:avLst/>
          </a:prstGeom>
          <a:noFill/>
        </p:spPr>
        <p:txBody>
          <a:bodyPr vert="horz" wrap="square" lIns="0" tIns="0" rIns="0" bIns="0" rtlCol="0" anchor="t"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800" b="1" i="0" u="none" strike="noStrike" kern="1200" cap="none" spc="0" normalizeH="0" baseline="0" noProof="0" dirty="0">
                <a:ln>
                  <a:noFill/>
                </a:ln>
                <a:solidFill>
                  <a:srgbClr val="0F39B7"/>
                </a:solidFill>
                <a:effectLst/>
                <a:uLnTx/>
                <a:uFillTx/>
                <a:latin typeface="Bahnschrift" panose="020B0502040204020203" pitchFamily="34" charset="0"/>
                <a:ea typeface="+mn-ea"/>
                <a:cs typeface="+mn-cs"/>
              </a:rPr>
              <a:t>2025</a:t>
            </a:r>
          </a:p>
        </p:txBody>
      </p:sp>
      <p:sp>
        <p:nvSpPr>
          <p:cNvPr id="34" name="ZoneTexte 33">
            <a:extLst>
              <a:ext uri="{FF2B5EF4-FFF2-40B4-BE49-F238E27FC236}">
                <a16:creationId xmlns:a16="http://schemas.microsoft.com/office/drawing/2014/main" id="{3EEB4E31-6FCD-4F28-CDC3-4FC15F5716BD}"/>
              </a:ext>
            </a:extLst>
          </p:cNvPr>
          <p:cNvSpPr txBox="1"/>
          <p:nvPr/>
        </p:nvSpPr>
        <p:spPr>
          <a:xfrm>
            <a:off x="15526045" y="1028700"/>
            <a:ext cx="2102145" cy="1200329"/>
          </a:xfrm>
          <a:prstGeom prst="rect">
            <a:avLst/>
          </a:prstGeom>
          <a:noFill/>
          <a:ln>
            <a:solidFill>
              <a:schemeClr val="accent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rPr>
              <a:t>Note en prenant en compte les 2 clients qui n’ont pas répondu</a:t>
            </a:r>
          </a:p>
        </p:txBody>
      </p:sp>
    </p:spTree>
    <p:extLst>
      <p:ext uri="{BB962C8B-B14F-4D97-AF65-F5344CB8AC3E}">
        <p14:creationId xmlns:p14="http://schemas.microsoft.com/office/powerpoint/2010/main" val="653448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D33C7662-B556-B401-75CF-846E561A0F2B}"/>
              </a:ext>
            </a:extLst>
          </p:cNvPr>
          <p:cNvSpPr txBox="1">
            <a:spLocks/>
          </p:cNvSpPr>
          <p:nvPr/>
        </p:nvSpPr>
        <p:spPr>
          <a:xfrm>
            <a:off x="467684" y="433184"/>
            <a:ext cx="17424657" cy="742517"/>
          </a:xfrm>
          <a:prstGeom prst="rect">
            <a:avLst/>
          </a:prstGeom>
        </p:spPr>
        <p:txBody>
          <a:bodyPr lIns="137139" tIns="68569" rIns="137139" bIns="68569" anchor="t"/>
          <a:lstStyle>
            <a:lvl1pPr algn="l" defTabSz="914400" rtl="0" eaLnBrk="1" latinLnBrk="0" hangingPunct="1">
              <a:lnSpc>
                <a:spcPct val="90000"/>
              </a:lnSpc>
              <a:spcBef>
                <a:spcPct val="0"/>
              </a:spcBef>
              <a:buNone/>
              <a:defRPr sz="2800" b="1" kern="1200" cap="all" baseline="0">
                <a:solidFill>
                  <a:schemeClr val="accent1"/>
                </a:solidFill>
                <a:latin typeface="Bahnschrift" panose="020B0502040204020203"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4200" b="1" i="0" u="none" strike="noStrike" kern="1200" cap="all" spc="0" normalizeH="0" baseline="0" noProof="0">
                <a:ln>
                  <a:noFill/>
                </a:ln>
                <a:solidFill>
                  <a:srgbClr val="1A3256"/>
                </a:solidFill>
                <a:effectLst/>
                <a:uLnTx/>
                <a:uFillTx/>
                <a:latin typeface="Bahnschrift" panose="020B0502040204020203" pitchFamily="34" charset="0"/>
                <a:ea typeface="+mj-ea"/>
                <a:cs typeface="+mj-cs"/>
              </a:rPr>
              <a:t>PANEL CLIENTS LOGISTIQUE 2025</a:t>
            </a:r>
          </a:p>
        </p:txBody>
      </p:sp>
      <p:sp>
        <p:nvSpPr>
          <p:cNvPr id="6" name="Rectangle : coins arrondis 5">
            <a:extLst>
              <a:ext uri="{FF2B5EF4-FFF2-40B4-BE49-F238E27FC236}">
                <a16:creationId xmlns:a16="http://schemas.microsoft.com/office/drawing/2014/main" id="{B7F1633E-3DF3-FC2D-88E9-B6B865D89DBB}"/>
              </a:ext>
            </a:extLst>
          </p:cNvPr>
          <p:cNvSpPr/>
          <p:nvPr/>
        </p:nvSpPr>
        <p:spPr>
          <a:xfrm>
            <a:off x="3737361" y="2014414"/>
            <a:ext cx="3455467" cy="3918373"/>
          </a:xfrm>
          <a:prstGeom prst="roundRect">
            <a:avLst/>
          </a:prstGeom>
          <a:noFill/>
          <a:ln>
            <a:solidFill>
              <a:srgbClr val="00447B"/>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rtlCol="0" anchor="t">
            <a:noAutofit/>
          </a:bodyPr>
          <a:lstStyle/>
          <a:p>
            <a:pPr marL="0" marR="0" lvl="0" indent="0" algn="l" defTabSz="914400" rtl="0" eaLnBrk="1" fontAlgn="auto" latinLnBrk="0" hangingPunct="1">
              <a:lnSpc>
                <a:spcPct val="100000"/>
              </a:lnSpc>
              <a:spcBef>
                <a:spcPts val="0"/>
              </a:spcBef>
              <a:spcAft>
                <a:spcPts val="0"/>
              </a:spcAft>
              <a:buClr>
                <a:srgbClr val="0F9ED5"/>
              </a:buClr>
              <a:buSzTx/>
              <a:buFontTx/>
              <a:buNone/>
              <a:tabLst/>
              <a:defRPr/>
            </a:pPr>
            <a:endParaRPr kumimoji="0" lang="fr-FR" sz="1800" b="0" i="0" u="none" strike="noStrike" kern="1200" cap="none" spc="0" normalizeH="0" baseline="0" noProof="0" err="1">
              <a:ln>
                <a:noFill/>
              </a:ln>
              <a:solidFill>
                <a:prstClr val="white">
                  <a:lumMod val="100000"/>
                </a:prstClr>
              </a:solidFill>
              <a:effectLst/>
              <a:uLnTx/>
              <a:uFillTx/>
              <a:latin typeface="Aptos Display" panose="02110004020202020204"/>
              <a:ea typeface="+mn-ea"/>
              <a:cs typeface="+mn-cs"/>
            </a:endParaRPr>
          </a:p>
        </p:txBody>
      </p:sp>
      <p:sp>
        <p:nvSpPr>
          <p:cNvPr id="7" name="Rectangle : coins arrondis 6">
            <a:extLst>
              <a:ext uri="{FF2B5EF4-FFF2-40B4-BE49-F238E27FC236}">
                <a16:creationId xmlns:a16="http://schemas.microsoft.com/office/drawing/2014/main" id="{1D8CB22F-1E00-2CDE-5ADE-A8CCC2DEBFB4}"/>
              </a:ext>
            </a:extLst>
          </p:cNvPr>
          <p:cNvSpPr/>
          <p:nvPr/>
        </p:nvSpPr>
        <p:spPr>
          <a:xfrm>
            <a:off x="163402" y="3877135"/>
            <a:ext cx="3455467" cy="917859"/>
          </a:xfrm>
          <a:prstGeom prst="roundRect">
            <a:avLst>
              <a:gd name="adj" fmla="val 50000"/>
            </a:avLst>
          </a:prstGeom>
          <a:solidFill>
            <a:srgbClr val="00447B"/>
          </a:solidFill>
          <a:ln w="12700" cap="flat" cmpd="sng" algn="ctr">
            <a:solidFill>
              <a:srgbClr val="00447B"/>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marL="0" marR="0" lvl="0" indent="0" algn="ctr" defTabSz="914400" rtl="0" eaLnBrk="1" fontAlgn="auto" latinLnBrk="0" hangingPunct="1">
              <a:lnSpc>
                <a:spcPct val="100000"/>
              </a:lnSpc>
              <a:spcBef>
                <a:spcPts val="0"/>
              </a:spcBef>
              <a:spcAft>
                <a:spcPts val="0"/>
              </a:spcAft>
              <a:buClr>
                <a:srgbClr val="0F9ED5"/>
              </a:buClr>
              <a:buSzTx/>
              <a:buFontTx/>
              <a:buNone/>
              <a:tabLst/>
              <a:defRPr/>
            </a:pPr>
            <a:r>
              <a:rPr kumimoji="0" lang="fr-FR" sz="2100" b="0" i="0" u="none" strike="noStrike" kern="1200" cap="none" spc="0" normalizeH="0" baseline="0" noProof="0">
                <a:ln>
                  <a:noFill/>
                </a:ln>
                <a:solidFill>
                  <a:prstClr val="white">
                    <a:lumMod val="100000"/>
                  </a:prstClr>
                </a:solidFill>
                <a:effectLst/>
                <a:uLnTx/>
                <a:uFillTx/>
                <a:latin typeface="Aptos Display" panose="02110004020202020204"/>
                <a:ea typeface="+mn-ea"/>
                <a:cs typeface="+mn-cs"/>
              </a:rPr>
              <a:t>COSMETICS &amp; FRAGANCE</a:t>
            </a:r>
          </a:p>
        </p:txBody>
      </p:sp>
      <p:grpSp>
        <p:nvGrpSpPr>
          <p:cNvPr id="11" name="Groupe 10">
            <a:extLst>
              <a:ext uri="{FF2B5EF4-FFF2-40B4-BE49-F238E27FC236}">
                <a16:creationId xmlns:a16="http://schemas.microsoft.com/office/drawing/2014/main" id="{A8B6D08D-CB57-926E-4E50-0A87D933EC56}"/>
              </a:ext>
            </a:extLst>
          </p:cNvPr>
          <p:cNvGrpSpPr/>
          <p:nvPr/>
        </p:nvGrpSpPr>
        <p:grpSpPr>
          <a:xfrm>
            <a:off x="14307415" y="2014414"/>
            <a:ext cx="3493537" cy="2184179"/>
            <a:chOff x="3067100" y="1643602"/>
            <a:chExt cx="1887235" cy="2400966"/>
          </a:xfrm>
        </p:grpSpPr>
        <p:sp>
          <p:nvSpPr>
            <p:cNvPr id="12" name="Rectangle : coins arrondis 11">
              <a:extLst>
                <a:ext uri="{FF2B5EF4-FFF2-40B4-BE49-F238E27FC236}">
                  <a16:creationId xmlns:a16="http://schemas.microsoft.com/office/drawing/2014/main" id="{DE73250A-08A8-5729-A0B6-2C6719ED2F68}"/>
                </a:ext>
              </a:extLst>
            </p:cNvPr>
            <p:cNvSpPr/>
            <p:nvPr/>
          </p:nvSpPr>
          <p:spPr>
            <a:xfrm>
              <a:off x="3087666" y="1727253"/>
              <a:ext cx="1866669" cy="2317315"/>
            </a:xfrm>
            <a:prstGeom prst="roundRect">
              <a:avLst/>
            </a:prstGeom>
            <a:noFill/>
            <a:ln>
              <a:solidFill>
                <a:srgbClr val="00447B"/>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rtlCol="0" anchor="t">
              <a:noAutofit/>
            </a:bodyPr>
            <a:lstStyle/>
            <a:p>
              <a:pPr marL="0" marR="0" lvl="0" indent="0" algn="l" defTabSz="914400" rtl="0" eaLnBrk="1" fontAlgn="auto" latinLnBrk="0" hangingPunct="1">
                <a:lnSpc>
                  <a:spcPct val="100000"/>
                </a:lnSpc>
                <a:spcBef>
                  <a:spcPts val="0"/>
                </a:spcBef>
                <a:spcAft>
                  <a:spcPts val="0"/>
                </a:spcAft>
                <a:buClr>
                  <a:srgbClr val="0F9ED5"/>
                </a:buClr>
                <a:buSzTx/>
                <a:buFontTx/>
                <a:buNone/>
                <a:tabLst/>
                <a:defRPr/>
              </a:pPr>
              <a:endParaRPr kumimoji="0" lang="fr-FR" sz="1800" b="0" i="0" u="none" strike="noStrike" kern="1200" cap="none" spc="0" normalizeH="0" baseline="0" noProof="0" err="1">
                <a:ln>
                  <a:noFill/>
                </a:ln>
                <a:solidFill>
                  <a:prstClr val="white">
                    <a:lumMod val="100000"/>
                  </a:prstClr>
                </a:solidFill>
                <a:effectLst/>
                <a:uLnTx/>
                <a:uFillTx/>
                <a:latin typeface="Aptos Display" panose="02110004020202020204"/>
                <a:ea typeface="+mn-ea"/>
                <a:cs typeface="+mn-cs"/>
              </a:endParaRPr>
            </a:p>
          </p:txBody>
        </p:sp>
        <p:sp>
          <p:nvSpPr>
            <p:cNvPr id="13" name="Rectangle : coins arrondis 12">
              <a:extLst>
                <a:ext uri="{FF2B5EF4-FFF2-40B4-BE49-F238E27FC236}">
                  <a16:creationId xmlns:a16="http://schemas.microsoft.com/office/drawing/2014/main" id="{09895C1E-B0B7-9FC9-B6CE-5FC4A64162CA}"/>
                </a:ext>
              </a:extLst>
            </p:cNvPr>
            <p:cNvSpPr/>
            <p:nvPr/>
          </p:nvSpPr>
          <p:spPr>
            <a:xfrm>
              <a:off x="3067100" y="1643602"/>
              <a:ext cx="1887234" cy="1008959"/>
            </a:xfrm>
            <a:prstGeom prst="roundRect">
              <a:avLst>
                <a:gd name="adj" fmla="val 50000"/>
              </a:avLst>
            </a:prstGeom>
            <a:solidFill>
              <a:srgbClr val="00447B"/>
            </a:solidFill>
            <a:ln w="12700" cap="flat" cmpd="sng" algn="ctr">
              <a:solidFill>
                <a:srgbClr val="00447B"/>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marL="0" marR="0" lvl="0" indent="0" algn="ctr" defTabSz="914400" rtl="0" eaLnBrk="1" fontAlgn="auto" latinLnBrk="0" hangingPunct="1">
                <a:lnSpc>
                  <a:spcPct val="100000"/>
                </a:lnSpc>
                <a:spcBef>
                  <a:spcPts val="0"/>
                </a:spcBef>
                <a:spcAft>
                  <a:spcPts val="0"/>
                </a:spcAft>
                <a:buClr>
                  <a:srgbClr val="0F9ED5"/>
                </a:buClr>
                <a:buSzTx/>
                <a:buFontTx/>
                <a:buNone/>
                <a:tabLst/>
                <a:defRPr/>
              </a:pPr>
              <a:r>
                <a:rPr kumimoji="0" lang="fr-FR" sz="2100" b="0" i="0" u="none" strike="noStrike" kern="1200" cap="none" spc="0" normalizeH="0" baseline="0" noProof="0">
                  <a:ln>
                    <a:noFill/>
                  </a:ln>
                  <a:solidFill>
                    <a:prstClr val="white">
                      <a:lumMod val="100000"/>
                    </a:prstClr>
                  </a:solidFill>
                  <a:effectLst/>
                  <a:uLnTx/>
                  <a:uFillTx/>
                  <a:latin typeface="Aptos Display" panose="02110004020202020204"/>
                  <a:ea typeface="+mn-ea"/>
                  <a:cs typeface="+mn-cs"/>
                </a:rPr>
                <a:t>AUTOMOTIVE</a:t>
              </a:r>
            </a:p>
          </p:txBody>
        </p:sp>
      </p:grpSp>
      <p:grpSp>
        <p:nvGrpSpPr>
          <p:cNvPr id="14" name="Groupe 13">
            <a:extLst>
              <a:ext uri="{FF2B5EF4-FFF2-40B4-BE49-F238E27FC236}">
                <a16:creationId xmlns:a16="http://schemas.microsoft.com/office/drawing/2014/main" id="{D84304BD-5EC9-ED4C-9EB5-765AA575C43D}"/>
              </a:ext>
            </a:extLst>
          </p:cNvPr>
          <p:cNvGrpSpPr/>
          <p:nvPr/>
        </p:nvGrpSpPr>
        <p:grpSpPr>
          <a:xfrm>
            <a:off x="10745931" y="2032075"/>
            <a:ext cx="3436819" cy="3285808"/>
            <a:chOff x="3082951" y="1727253"/>
            <a:chExt cx="1871384" cy="2317315"/>
          </a:xfrm>
        </p:grpSpPr>
        <p:sp>
          <p:nvSpPr>
            <p:cNvPr id="15" name="Rectangle : coins arrondis 14">
              <a:extLst>
                <a:ext uri="{FF2B5EF4-FFF2-40B4-BE49-F238E27FC236}">
                  <a16:creationId xmlns:a16="http://schemas.microsoft.com/office/drawing/2014/main" id="{CDE14A5C-401D-B14D-BE0C-CE2DC784C93F}"/>
                </a:ext>
              </a:extLst>
            </p:cNvPr>
            <p:cNvSpPr/>
            <p:nvPr/>
          </p:nvSpPr>
          <p:spPr>
            <a:xfrm>
              <a:off x="3087666" y="1727253"/>
              <a:ext cx="1866669" cy="2317315"/>
            </a:xfrm>
            <a:prstGeom prst="roundRect">
              <a:avLst/>
            </a:prstGeom>
            <a:noFill/>
            <a:ln>
              <a:solidFill>
                <a:srgbClr val="00447B"/>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rtlCol="0" anchor="t">
              <a:noAutofit/>
            </a:bodyPr>
            <a:lstStyle/>
            <a:p>
              <a:pPr marL="0" marR="0" lvl="0" indent="0" algn="l" defTabSz="914400" rtl="0" eaLnBrk="1" fontAlgn="auto" latinLnBrk="0" hangingPunct="1">
                <a:lnSpc>
                  <a:spcPct val="100000"/>
                </a:lnSpc>
                <a:spcBef>
                  <a:spcPts val="0"/>
                </a:spcBef>
                <a:spcAft>
                  <a:spcPts val="0"/>
                </a:spcAft>
                <a:buClr>
                  <a:srgbClr val="0F9ED5"/>
                </a:buClr>
                <a:buSzTx/>
                <a:buFontTx/>
                <a:buNone/>
                <a:tabLst/>
                <a:defRPr/>
              </a:pPr>
              <a:endParaRPr kumimoji="0" lang="fr-FR" sz="1800" b="0" i="0" u="none" strike="noStrike" kern="1200" cap="none" spc="0" normalizeH="0" baseline="0" noProof="0" err="1">
                <a:ln>
                  <a:noFill/>
                </a:ln>
                <a:solidFill>
                  <a:prstClr val="white">
                    <a:lumMod val="100000"/>
                  </a:prstClr>
                </a:solidFill>
                <a:effectLst/>
                <a:uLnTx/>
                <a:uFillTx/>
                <a:latin typeface="Aptos Display" panose="02110004020202020204"/>
                <a:ea typeface="+mn-ea"/>
                <a:cs typeface="+mn-cs"/>
              </a:endParaRPr>
            </a:p>
          </p:txBody>
        </p:sp>
        <p:sp>
          <p:nvSpPr>
            <p:cNvPr id="16" name="Rectangle : coins arrondis 15">
              <a:extLst>
                <a:ext uri="{FF2B5EF4-FFF2-40B4-BE49-F238E27FC236}">
                  <a16:creationId xmlns:a16="http://schemas.microsoft.com/office/drawing/2014/main" id="{CD4C4AE4-D4DF-774F-2F58-DEE163625A25}"/>
                </a:ext>
              </a:extLst>
            </p:cNvPr>
            <p:cNvSpPr/>
            <p:nvPr/>
          </p:nvSpPr>
          <p:spPr>
            <a:xfrm>
              <a:off x="3082951" y="1727253"/>
              <a:ext cx="1866669" cy="647320"/>
            </a:xfrm>
            <a:prstGeom prst="roundRect">
              <a:avLst>
                <a:gd name="adj" fmla="val 50000"/>
              </a:avLst>
            </a:prstGeom>
            <a:solidFill>
              <a:srgbClr val="00447B"/>
            </a:solidFill>
            <a:ln w="12700" cap="flat" cmpd="sng" algn="ctr">
              <a:solidFill>
                <a:srgbClr val="00447B"/>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marL="0" marR="0" lvl="0" indent="0" algn="ctr" defTabSz="914400" rtl="0" eaLnBrk="1" fontAlgn="auto" latinLnBrk="0" hangingPunct="1">
                <a:lnSpc>
                  <a:spcPct val="100000"/>
                </a:lnSpc>
                <a:spcBef>
                  <a:spcPts val="0"/>
                </a:spcBef>
                <a:spcAft>
                  <a:spcPts val="0"/>
                </a:spcAft>
                <a:buClr>
                  <a:srgbClr val="0F9ED5"/>
                </a:buClr>
                <a:buSzTx/>
                <a:buFontTx/>
                <a:buNone/>
                <a:tabLst/>
                <a:defRPr/>
              </a:pPr>
              <a:r>
                <a:rPr kumimoji="0" lang="fr-FR" sz="2100" b="0" i="0" u="none" strike="noStrike" kern="1200" cap="none" spc="0" normalizeH="0" baseline="0" noProof="0">
                  <a:ln>
                    <a:noFill/>
                  </a:ln>
                  <a:solidFill>
                    <a:prstClr val="white">
                      <a:lumMod val="100000"/>
                    </a:prstClr>
                  </a:solidFill>
                  <a:effectLst/>
                  <a:uLnTx/>
                  <a:uFillTx/>
                  <a:latin typeface="Aptos Display" panose="02110004020202020204"/>
                  <a:ea typeface="+mn-ea"/>
                  <a:cs typeface="+mn-cs"/>
                </a:rPr>
                <a:t>E-COMMERCE</a:t>
              </a:r>
            </a:p>
          </p:txBody>
        </p:sp>
      </p:grpSp>
      <p:grpSp>
        <p:nvGrpSpPr>
          <p:cNvPr id="17" name="Groupe 16">
            <a:extLst>
              <a:ext uri="{FF2B5EF4-FFF2-40B4-BE49-F238E27FC236}">
                <a16:creationId xmlns:a16="http://schemas.microsoft.com/office/drawing/2014/main" id="{6D5AD750-60E3-7FB9-4E2E-3EFDCD31B270}"/>
              </a:ext>
            </a:extLst>
          </p:cNvPr>
          <p:cNvGrpSpPr/>
          <p:nvPr/>
        </p:nvGrpSpPr>
        <p:grpSpPr>
          <a:xfrm>
            <a:off x="3792827" y="6060189"/>
            <a:ext cx="3428039" cy="3231295"/>
            <a:chOff x="-1596863" y="3870506"/>
            <a:chExt cx="1871233" cy="2317315"/>
          </a:xfrm>
        </p:grpSpPr>
        <p:sp>
          <p:nvSpPr>
            <p:cNvPr id="18" name="Rectangle : coins arrondis 17">
              <a:extLst>
                <a:ext uri="{FF2B5EF4-FFF2-40B4-BE49-F238E27FC236}">
                  <a16:creationId xmlns:a16="http://schemas.microsoft.com/office/drawing/2014/main" id="{E2D221AA-B735-CDFC-46AA-DAE3D27F4866}"/>
                </a:ext>
              </a:extLst>
            </p:cNvPr>
            <p:cNvSpPr/>
            <p:nvPr/>
          </p:nvSpPr>
          <p:spPr>
            <a:xfrm>
              <a:off x="-1596863" y="3870506"/>
              <a:ext cx="1866669" cy="2317315"/>
            </a:xfrm>
            <a:prstGeom prst="roundRect">
              <a:avLst/>
            </a:prstGeom>
            <a:noFill/>
            <a:ln>
              <a:solidFill>
                <a:srgbClr val="00447B"/>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rtlCol="0" anchor="t">
              <a:noAutofit/>
            </a:bodyPr>
            <a:lstStyle/>
            <a:p>
              <a:pPr marL="0" marR="0" lvl="0" indent="0" algn="l" defTabSz="914400" rtl="0" eaLnBrk="1" fontAlgn="auto" latinLnBrk="0" hangingPunct="1">
                <a:lnSpc>
                  <a:spcPct val="100000"/>
                </a:lnSpc>
                <a:spcBef>
                  <a:spcPts val="0"/>
                </a:spcBef>
                <a:spcAft>
                  <a:spcPts val="0"/>
                </a:spcAft>
                <a:buClr>
                  <a:srgbClr val="0F9ED5"/>
                </a:buClr>
                <a:buSzTx/>
                <a:buFontTx/>
                <a:buNone/>
                <a:tabLst/>
                <a:defRPr/>
              </a:pPr>
              <a:endParaRPr kumimoji="0" lang="fr-FR" sz="1800" b="0" i="0" u="none" strike="noStrike" kern="1200" cap="none" spc="0" normalizeH="0" baseline="0" noProof="0" err="1">
                <a:ln>
                  <a:noFill/>
                </a:ln>
                <a:solidFill>
                  <a:prstClr val="white">
                    <a:lumMod val="100000"/>
                  </a:prstClr>
                </a:solidFill>
                <a:effectLst/>
                <a:uLnTx/>
                <a:uFillTx/>
                <a:latin typeface="Aptos Display" panose="02110004020202020204"/>
                <a:ea typeface="+mn-ea"/>
                <a:cs typeface="+mn-cs"/>
              </a:endParaRPr>
            </a:p>
          </p:txBody>
        </p:sp>
        <p:sp>
          <p:nvSpPr>
            <p:cNvPr id="19" name="Rectangle : coins arrondis 18">
              <a:extLst>
                <a:ext uri="{FF2B5EF4-FFF2-40B4-BE49-F238E27FC236}">
                  <a16:creationId xmlns:a16="http://schemas.microsoft.com/office/drawing/2014/main" id="{85A7EFC5-BA91-ABEE-0CF7-EDB5836424D9}"/>
                </a:ext>
              </a:extLst>
            </p:cNvPr>
            <p:cNvSpPr/>
            <p:nvPr/>
          </p:nvSpPr>
          <p:spPr>
            <a:xfrm>
              <a:off x="-1592299" y="3873281"/>
              <a:ext cx="1866669" cy="696476"/>
            </a:xfrm>
            <a:prstGeom prst="roundRect">
              <a:avLst>
                <a:gd name="adj" fmla="val 50000"/>
              </a:avLst>
            </a:prstGeom>
            <a:solidFill>
              <a:srgbClr val="00447B"/>
            </a:solidFill>
            <a:ln w="12700" cap="flat" cmpd="sng" algn="ctr">
              <a:solidFill>
                <a:srgbClr val="00447B"/>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marL="0" marR="0" lvl="0" indent="0" algn="ctr" defTabSz="914400" rtl="0" eaLnBrk="1" fontAlgn="auto" latinLnBrk="0" hangingPunct="1">
                <a:lnSpc>
                  <a:spcPct val="100000"/>
                </a:lnSpc>
                <a:spcBef>
                  <a:spcPts val="0"/>
                </a:spcBef>
                <a:spcAft>
                  <a:spcPts val="0"/>
                </a:spcAft>
                <a:buClr>
                  <a:srgbClr val="0F9ED5"/>
                </a:buClr>
                <a:buSzTx/>
                <a:buFontTx/>
                <a:buNone/>
                <a:tabLst/>
                <a:defRPr/>
              </a:pPr>
              <a:r>
                <a:rPr kumimoji="0" lang="fr-FR" sz="2100" b="0" i="0" u="none" strike="noStrike" kern="1200" cap="none" spc="0" normalizeH="0" baseline="0" noProof="0">
                  <a:ln>
                    <a:noFill/>
                  </a:ln>
                  <a:solidFill>
                    <a:prstClr val="white">
                      <a:lumMod val="100000"/>
                    </a:prstClr>
                  </a:solidFill>
                  <a:effectLst/>
                  <a:uLnTx/>
                  <a:uFillTx/>
                  <a:latin typeface="Aptos Display" panose="02110004020202020204"/>
                  <a:ea typeface="+mn-ea"/>
                  <a:cs typeface="+mn-cs"/>
                </a:rPr>
                <a:t>FASHION</a:t>
              </a:r>
            </a:p>
          </p:txBody>
        </p:sp>
      </p:grpSp>
      <p:sp>
        <p:nvSpPr>
          <p:cNvPr id="24" name="Rectangle : coins arrondis 23">
            <a:extLst>
              <a:ext uri="{FF2B5EF4-FFF2-40B4-BE49-F238E27FC236}">
                <a16:creationId xmlns:a16="http://schemas.microsoft.com/office/drawing/2014/main" id="{CE9B0AEE-B416-F29B-C8F2-39D3D2C88280}"/>
              </a:ext>
            </a:extLst>
          </p:cNvPr>
          <p:cNvSpPr/>
          <p:nvPr/>
        </p:nvSpPr>
        <p:spPr>
          <a:xfrm>
            <a:off x="162736" y="3954843"/>
            <a:ext cx="3455467" cy="5336641"/>
          </a:xfrm>
          <a:prstGeom prst="roundRect">
            <a:avLst/>
          </a:prstGeom>
          <a:noFill/>
          <a:ln>
            <a:solidFill>
              <a:srgbClr val="00447B"/>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rtlCol="0" anchor="t">
            <a:noAutofit/>
          </a:bodyPr>
          <a:lstStyle/>
          <a:p>
            <a:pPr marL="0" marR="0" lvl="0" indent="0" algn="l" defTabSz="914400" rtl="0" eaLnBrk="1" fontAlgn="auto" latinLnBrk="0" hangingPunct="1">
              <a:lnSpc>
                <a:spcPct val="100000"/>
              </a:lnSpc>
              <a:spcBef>
                <a:spcPts val="0"/>
              </a:spcBef>
              <a:spcAft>
                <a:spcPts val="0"/>
              </a:spcAft>
              <a:buClr>
                <a:srgbClr val="0F9ED5"/>
              </a:buClr>
              <a:buSzTx/>
              <a:buFontTx/>
              <a:buNone/>
              <a:tabLst/>
              <a:defRPr/>
            </a:pPr>
            <a:endParaRPr kumimoji="0" lang="fr-FR" sz="1800" b="0" i="0" u="none" strike="noStrike" kern="1200" cap="none" spc="0" normalizeH="0" baseline="0" noProof="0" err="1">
              <a:ln>
                <a:noFill/>
              </a:ln>
              <a:solidFill>
                <a:prstClr val="white">
                  <a:lumMod val="100000"/>
                </a:prstClr>
              </a:solidFill>
              <a:effectLst/>
              <a:uLnTx/>
              <a:uFillTx/>
              <a:latin typeface="Aptos Display" panose="02110004020202020204"/>
              <a:ea typeface="+mn-ea"/>
              <a:cs typeface="+mn-cs"/>
            </a:endParaRPr>
          </a:p>
        </p:txBody>
      </p:sp>
      <p:sp>
        <p:nvSpPr>
          <p:cNvPr id="25" name="Rectangle : coins arrondis 24">
            <a:extLst>
              <a:ext uri="{FF2B5EF4-FFF2-40B4-BE49-F238E27FC236}">
                <a16:creationId xmlns:a16="http://schemas.microsoft.com/office/drawing/2014/main" id="{892CF1E3-A2FD-7D6E-991B-80412B95C7CE}"/>
              </a:ext>
            </a:extLst>
          </p:cNvPr>
          <p:cNvSpPr/>
          <p:nvPr/>
        </p:nvSpPr>
        <p:spPr>
          <a:xfrm>
            <a:off x="3747236" y="1977908"/>
            <a:ext cx="3455467" cy="917859"/>
          </a:xfrm>
          <a:prstGeom prst="roundRect">
            <a:avLst>
              <a:gd name="adj" fmla="val 50000"/>
            </a:avLst>
          </a:prstGeom>
          <a:solidFill>
            <a:srgbClr val="00447B"/>
          </a:solidFill>
          <a:ln w="12700" cap="flat" cmpd="sng" algn="ctr">
            <a:solidFill>
              <a:srgbClr val="00447B"/>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marL="0" marR="0" lvl="0" indent="0" algn="ctr" defTabSz="914400" rtl="0" eaLnBrk="1" fontAlgn="auto" latinLnBrk="0" hangingPunct="1">
              <a:lnSpc>
                <a:spcPct val="100000"/>
              </a:lnSpc>
              <a:spcBef>
                <a:spcPts val="0"/>
              </a:spcBef>
              <a:spcAft>
                <a:spcPts val="0"/>
              </a:spcAft>
              <a:buClr>
                <a:srgbClr val="0F9ED5"/>
              </a:buClr>
              <a:buSzTx/>
              <a:buFontTx/>
              <a:buNone/>
              <a:tabLst/>
              <a:defRPr/>
            </a:pPr>
            <a:r>
              <a:rPr kumimoji="0" lang="fr-FR" sz="2100" b="0" i="0" u="none" strike="noStrike" kern="1200" cap="none" spc="0" normalizeH="0" baseline="0" noProof="0">
                <a:ln>
                  <a:noFill/>
                </a:ln>
                <a:solidFill>
                  <a:prstClr val="white">
                    <a:lumMod val="100000"/>
                  </a:prstClr>
                </a:solidFill>
                <a:effectLst/>
                <a:uLnTx/>
                <a:uFillTx/>
                <a:latin typeface="Aptos Display" panose="02110004020202020204"/>
                <a:ea typeface="+mn-ea"/>
                <a:cs typeface="+mn-cs"/>
              </a:rPr>
              <a:t>FOOD RETAIL</a:t>
            </a:r>
          </a:p>
        </p:txBody>
      </p:sp>
      <p:grpSp>
        <p:nvGrpSpPr>
          <p:cNvPr id="26" name="Groupe 25">
            <a:extLst>
              <a:ext uri="{FF2B5EF4-FFF2-40B4-BE49-F238E27FC236}">
                <a16:creationId xmlns:a16="http://schemas.microsoft.com/office/drawing/2014/main" id="{55CB3CBE-8FAA-28CA-3E9C-803A2B1E8C00}"/>
              </a:ext>
            </a:extLst>
          </p:cNvPr>
          <p:cNvGrpSpPr/>
          <p:nvPr/>
        </p:nvGrpSpPr>
        <p:grpSpPr>
          <a:xfrm>
            <a:off x="14307415" y="4274692"/>
            <a:ext cx="3455467" cy="5016792"/>
            <a:chOff x="3087666" y="1727253"/>
            <a:chExt cx="1866669" cy="2317315"/>
          </a:xfrm>
        </p:grpSpPr>
        <p:sp>
          <p:nvSpPr>
            <p:cNvPr id="27" name="Rectangle : coins arrondis 26">
              <a:extLst>
                <a:ext uri="{FF2B5EF4-FFF2-40B4-BE49-F238E27FC236}">
                  <a16:creationId xmlns:a16="http://schemas.microsoft.com/office/drawing/2014/main" id="{95B69362-1285-A4E6-757C-2ECCFFD911C8}"/>
                </a:ext>
              </a:extLst>
            </p:cNvPr>
            <p:cNvSpPr/>
            <p:nvPr/>
          </p:nvSpPr>
          <p:spPr>
            <a:xfrm>
              <a:off x="3087666" y="1727253"/>
              <a:ext cx="1866669" cy="2317315"/>
            </a:xfrm>
            <a:prstGeom prst="roundRect">
              <a:avLst/>
            </a:prstGeom>
            <a:noFill/>
            <a:ln>
              <a:solidFill>
                <a:srgbClr val="00447B"/>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rtlCol="0" anchor="t">
              <a:noAutofit/>
            </a:bodyPr>
            <a:lstStyle/>
            <a:p>
              <a:pPr marL="0" marR="0" lvl="0" indent="0" algn="l" defTabSz="914400" rtl="0" eaLnBrk="1" fontAlgn="auto" latinLnBrk="0" hangingPunct="1">
                <a:lnSpc>
                  <a:spcPct val="100000"/>
                </a:lnSpc>
                <a:spcBef>
                  <a:spcPts val="0"/>
                </a:spcBef>
                <a:spcAft>
                  <a:spcPts val="0"/>
                </a:spcAft>
                <a:buClr>
                  <a:srgbClr val="0F9ED5"/>
                </a:buClr>
                <a:buSzTx/>
                <a:buFontTx/>
                <a:buNone/>
                <a:tabLst/>
                <a:defRPr/>
              </a:pPr>
              <a:endParaRPr kumimoji="0" lang="fr-FR" sz="1800" b="0" i="0" u="none" strike="noStrike" kern="1200" cap="none" spc="0" normalizeH="0" baseline="0" noProof="0" err="1">
                <a:ln>
                  <a:noFill/>
                </a:ln>
                <a:solidFill>
                  <a:prstClr val="white">
                    <a:lumMod val="100000"/>
                  </a:prstClr>
                </a:solidFill>
                <a:effectLst/>
                <a:uLnTx/>
                <a:uFillTx/>
                <a:latin typeface="Aptos Display" panose="02110004020202020204"/>
                <a:ea typeface="+mn-ea"/>
                <a:cs typeface="+mn-cs"/>
              </a:endParaRPr>
            </a:p>
          </p:txBody>
        </p:sp>
        <p:sp>
          <p:nvSpPr>
            <p:cNvPr id="28" name="Rectangle : coins arrondis 27">
              <a:extLst>
                <a:ext uri="{FF2B5EF4-FFF2-40B4-BE49-F238E27FC236}">
                  <a16:creationId xmlns:a16="http://schemas.microsoft.com/office/drawing/2014/main" id="{FD7C2A56-4E2E-B8A7-1120-B15856B59BF4}"/>
                </a:ext>
              </a:extLst>
            </p:cNvPr>
            <p:cNvSpPr/>
            <p:nvPr/>
          </p:nvSpPr>
          <p:spPr>
            <a:xfrm>
              <a:off x="3087666" y="1727254"/>
              <a:ext cx="1866669" cy="454828"/>
            </a:xfrm>
            <a:prstGeom prst="roundRect">
              <a:avLst>
                <a:gd name="adj" fmla="val 50000"/>
              </a:avLst>
            </a:prstGeom>
            <a:solidFill>
              <a:srgbClr val="00447B"/>
            </a:solidFill>
            <a:ln w="12700" cap="flat" cmpd="sng" algn="ctr">
              <a:solidFill>
                <a:srgbClr val="00447B"/>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marL="0" marR="0" lvl="0" indent="0" algn="ctr" defTabSz="914400" rtl="0" eaLnBrk="1" fontAlgn="auto" latinLnBrk="0" hangingPunct="1">
                <a:lnSpc>
                  <a:spcPct val="100000"/>
                </a:lnSpc>
                <a:spcBef>
                  <a:spcPts val="0"/>
                </a:spcBef>
                <a:spcAft>
                  <a:spcPts val="0"/>
                </a:spcAft>
                <a:buClr>
                  <a:srgbClr val="0F9ED5"/>
                </a:buClr>
                <a:buSzTx/>
                <a:buFontTx/>
                <a:buNone/>
                <a:tabLst/>
                <a:defRPr/>
              </a:pPr>
              <a:r>
                <a:rPr kumimoji="0" lang="fr-FR" sz="2100" b="0" i="0" u="none" strike="noStrike" kern="1200" cap="none" spc="0" normalizeH="0" baseline="0" noProof="0">
                  <a:ln>
                    <a:noFill/>
                  </a:ln>
                  <a:solidFill>
                    <a:prstClr val="white">
                      <a:lumMod val="100000"/>
                    </a:prstClr>
                  </a:solidFill>
                  <a:effectLst/>
                  <a:uLnTx/>
                  <a:uFillTx/>
                  <a:latin typeface="Aptos Display" panose="02110004020202020204"/>
                  <a:ea typeface="+mn-ea"/>
                  <a:cs typeface="+mn-cs"/>
                </a:rPr>
                <a:t>FMCG</a:t>
              </a:r>
            </a:p>
          </p:txBody>
        </p:sp>
      </p:grpSp>
      <p:sp>
        <p:nvSpPr>
          <p:cNvPr id="34" name="Rectangle : coins arrondis 33">
            <a:extLst>
              <a:ext uri="{FF2B5EF4-FFF2-40B4-BE49-F238E27FC236}">
                <a16:creationId xmlns:a16="http://schemas.microsoft.com/office/drawing/2014/main" id="{0742F7D2-2447-2057-F5DC-B628A8E86627}"/>
              </a:ext>
            </a:extLst>
          </p:cNvPr>
          <p:cNvSpPr/>
          <p:nvPr/>
        </p:nvSpPr>
        <p:spPr>
          <a:xfrm>
            <a:off x="212721" y="2090834"/>
            <a:ext cx="3455467" cy="1704072"/>
          </a:xfrm>
          <a:prstGeom prst="roundRect">
            <a:avLst/>
          </a:prstGeom>
          <a:noFill/>
          <a:ln>
            <a:solidFill>
              <a:srgbClr val="00447B"/>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rtlCol="0" anchor="t">
            <a:noAutofit/>
          </a:bodyPr>
          <a:lstStyle/>
          <a:p>
            <a:pPr marL="0" marR="0" lvl="0" indent="0" algn="l" defTabSz="914400" rtl="0" eaLnBrk="1" fontAlgn="auto" latinLnBrk="0" hangingPunct="1">
              <a:lnSpc>
                <a:spcPct val="100000"/>
              </a:lnSpc>
              <a:spcBef>
                <a:spcPts val="0"/>
              </a:spcBef>
              <a:spcAft>
                <a:spcPts val="0"/>
              </a:spcAft>
              <a:buClr>
                <a:srgbClr val="0F9ED5"/>
              </a:buClr>
              <a:buSzTx/>
              <a:buFontTx/>
              <a:buNone/>
              <a:tabLst/>
              <a:defRPr/>
            </a:pPr>
            <a:endParaRPr kumimoji="0" lang="fr-FR" sz="1800" b="0" i="0" u="none" strike="noStrike" kern="1200" cap="none" spc="0" normalizeH="0" baseline="0" noProof="0" err="1">
              <a:ln>
                <a:noFill/>
              </a:ln>
              <a:solidFill>
                <a:prstClr val="white">
                  <a:lumMod val="100000"/>
                </a:prstClr>
              </a:solidFill>
              <a:effectLst/>
              <a:uLnTx/>
              <a:uFillTx/>
              <a:latin typeface="Aptos Display" panose="02110004020202020204"/>
              <a:ea typeface="+mn-ea"/>
              <a:cs typeface="+mn-cs"/>
            </a:endParaRPr>
          </a:p>
        </p:txBody>
      </p:sp>
      <p:sp>
        <p:nvSpPr>
          <p:cNvPr id="35" name="Rectangle : coins arrondis 34">
            <a:extLst>
              <a:ext uri="{FF2B5EF4-FFF2-40B4-BE49-F238E27FC236}">
                <a16:creationId xmlns:a16="http://schemas.microsoft.com/office/drawing/2014/main" id="{0D58CF77-FDCE-6FC3-CF54-B3FEF371CD10}"/>
              </a:ext>
            </a:extLst>
          </p:cNvPr>
          <p:cNvSpPr/>
          <p:nvPr/>
        </p:nvSpPr>
        <p:spPr>
          <a:xfrm>
            <a:off x="209545" y="1984831"/>
            <a:ext cx="3455467" cy="917858"/>
          </a:xfrm>
          <a:prstGeom prst="roundRect">
            <a:avLst>
              <a:gd name="adj" fmla="val 50000"/>
            </a:avLst>
          </a:prstGeom>
          <a:solidFill>
            <a:srgbClr val="00447B"/>
          </a:solidFill>
          <a:ln w="12700" cap="flat" cmpd="sng" algn="ctr">
            <a:solidFill>
              <a:srgbClr val="00447B"/>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marL="0" marR="0" lvl="0" indent="0" algn="ctr" defTabSz="914400" rtl="0" eaLnBrk="1" fontAlgn="auto" latinLnBrk="0" hangingPunct="1">
              <a:lnSpc>
                <a:spcPct val="100000"/>
              </a:lnSpc>
              <a:spcBef>
                <a:spcPts val="0"/>
              </a:spcBef>
              <a:spcAft>
                <a:spcPts val="0"/>
              </a:spcAft>
              <a:buClr>
                <a:srgbClr val="0F9ED5"/>
              </a:buClr>
              <a:buSzTx/>
              <a:buFontTx/>
              <a:buNone/>
              <a:tabLst/>
              <a:defRPr/>
            </a:pPr>
            <a:r>
              <a:rPr kumimoji="0" lang="fr-FR" sz="2100" b="0" i="0" u="none" strike="noStrike" kern="1200" cap="none" spc="0" normalizeH="0" baseline="0" noProof="0">
                <a:ln>
                  <a:noFill/>
                </a:ln>
                <a:solidFill>
                  <a:prstClr val="white">
                    <a:lumMod val="100000"/>
                  </a:prstClr>
                </a:solidFill>
                <a:effectLst/>
                <a:uLnTx/>
                <a:uFillTx/>
                <a:latin typeface="Aptos Display" panose="02110004020202020204"/>
                <a:ea typeface="+mn-ea"/>
                <a:cs typeface="+mn-cs"/>
              </a:rPr>
              <a:t>HEALTHCARE</a:t>
            </a:r>
          </a:p>
        </p:txBody>
      </p:sp>
      <p:grpSp>
        <p:nvGrpSpPr>
          <p:cNvPr id="36" name="Groupe 35">
            <a:extLst>
              <a:ext uri="{FF2B5EF4-FFF2-40B4-BE49-F238E27FC236}">
                <a16:creationId xmlns:a16="http://schemas.microsoft.com/office/drawing/2014/main" id="{2820E3B8-DD6A-CD73-48C5-40CA6351F8A9}"/>
              </a:ext>
            </a:extLst>
          </p:cNvPr>
          <p:cNvGrpSpPr/>
          <p:nvPr/>
        </p:nvGrpSpPr>
        <p:grpSpPr>
          <a:xfrm>
            <a:off x="7253669" y="1996294"/>
            <a:ext cx="3441753" cy="7295190"/>
            <a:chOff x="3087666" y="1725540"/>
            <a:chExt cx="1866917" cy="2319028"/>
          </a:xfrm>
        </p:grpSpPr>
        <p:sp>
          <p:nvSpPr>
            <p:cNvPr id="37" name="Rectangle : coins arrondis 36">
              <a:extLst>
                <a:ext uri="{FF2B5EF4-FFF2-40B4-BE49-F238E27FC236}">
                  <a16:creationId xmlns:a16="http://schemas.microsoft.com/office/drawing/2014/main" id="{FAB21445-9961-1DD8-8499-888161998177}"/>
                </a:ext>
              </a:extLst>
            </p:cNvPr>
            <p:cNvSpPr/>
            <p:nvPr/>
          </p:nvSpPr>
          <p:spPr>
            <a:xfrm>
              <a:off x="3087666" y="1727253"/>
              <a:ext cx="1866669" cy="2317315"/>
            </a:xfrm>
            <a:prstGeom prst="roundRect">
              <a:avLst/>
            </a:prstGeom>
            <a:noFill/>
            <a:ln>
              <a:solidFill>
                <a:srgbClr val="00447B"/>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rtlCol="0" anchor="t">
              <a:noAutofit/>
            </a:bodyPr>
            <a:lstStyle/>
            <a:p>
              <a:pPr marL="0" marR="0" lvl="0" indent="0" algn="l" defTabSz="914400" rtl="0" eaLnBrk="1" fontAlgn="auto" latinLnBrk="0" hangingPunct="1">
                <a:lnSpc>
                  <a:spcPct val="100000"/>
                </a:lnSpc>
                <a:spcBef>
                  <a:spcPts val="0"/>
                </a:spcBef>
                <a:spcAft>
                  <a:spcPts val="0"/>
                </a:spcAft>
                <a:buClr>
                  <a:srgbClr val="0F9ED5"/>
                </a:buClr>
                <a:buSzTx/>
                <a:buFontTx/>
                <a:buNone/>
                <a:tabLst/>
                <a:defRPr/>
              </a:pPr>
              <a:endParaRPr kumimoji="0" lang="fr-FR" sz="1800" b="0" i="0" u="none" strike="noStrike" kern="1200" cap="none" spc="0" normalizeH="0" baseline="0" noProof="0" err="1">
                <a:ln>
                  <a:noFill/>
                </a:ln>
                <a:solidFill>
                  <a:prstClr val="white">
                    <a:lumMod val="100000"/>
                  </a:prstClr>
                </a:solidFill>
                <a:effectLst/>
                <a:uLnTx/>
                <a:uFillTx/>
                <a:latin typeface="Aptos Display" panose="02110004020202020204"/>
                <a:ea typeface="+mn-ea"/>
                <a:cs typeface="+mn-cs"/>
              </a:endParaRPr>
            </a:p>
          </p:txBody>
        </p:sp>
        <p:sp>
          <p:nvSpPr>
            <p:cNvPr id="38" name="Rectangle : coins arrondis 37">
              <a:extLst>
                <a:ext uri="{FF2B5EF4-FFF2-40B4-BE49-F238E27FC236}">
                  <a16:creationId xmlns:a16="http://schemas.microsoft.com/office/drawing/2014/main" id="{CAFDF904-A478-1981-7F8A-E5F3000FC282}"/>
                </a:ext>
              </a:extLst>
            </p:cNvPr>
            <p:cNvSpPr/>
            <p:nvPr/>
          </p:nvSpPr>
          <p:spPr>
            <a:xfrm>
              <a:off x="3087915" y="1725540"/>
              <a:ext cx="1866668" cy="299045"/>
            </a:xfrm>
            <a:prstGeom prst="roundRect">
              <a:avLst>
                <a:gd name="adj" fmla="val 50000"/>
              </a:avLst>
            </a:prstGeom>
            <a:solidFill>
              <a:srgbClr val="00447B"/>
            </a:solidFill>
            <a:ln w="12700" cap="flat" cmpd="sng" algn="ctr">
              <a:solidFill>
                <a:srgbClr val="00447B"/>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marL="0" marR="0" lvl="0" indent="0" algn="ctr" defTabSz="914400" rtl="0" eaLnBrk="1" fontAlgn="auto" latinLnBrk="0" hangingPunct="1">
                <a:lnSpc>
                  <a:spcPct val="100000"/>
                </a:lnSpc>
                <a:spcBef>
                  <a:spcPts val="0"/>
                </a:spcBef>
                <a:spcAft>
                  <a:spcPts val="0"/>
                </a:spcAft>
                <a:buClr>
                  <a:srgbClr val="0F9ED5"/>
                </a:buClr>
                <a:buSzTx/>
                <a:buFontTx/>
                <a:buNone/>
                <a:tabLst/>
                <a:defRPr/>
              </a:pPr>
              <a:r>
                <a:rPr kumimoji="0" lang="fr-FR" sz="2100" b="0" i="0" u="none" strike="noStrike" kern="1200" cap="none" spc="0" normalizeH="0" baseline="0" noProof="0">
                  <a:ln>
                    <a:noFill/>
                  </a:ln>
                  <a:solidFill>
                    <a:prstClr val="white">
                      <a:lumMod val="100000"/>
                    </a:prstClr>
                  </a:solidFill>
                  <a:effectLst/>
                  <a:uLnTx/>
                  <a:uFillTx/>
                  <a:latin typeface="Aptos Display" panose="02110004020202020204"/>
                  <a:ea typeface="+mn-ea"/>
                  <a:cs typeface="+mn-cs"/>
                </a:rPr>
                <a:t>NON FOOD RETAIL</a:t>
              </a:r>
            </a:p>
          </p:txBody>
        </p:sp>
      </p:grpSp>
      <p:grpSp>
        <p:nvGrpSpPr>
          <p:cNvPr id="39" name="Groupe 38">
            <a:extLst>
              <a:ext uri="{FF2B5EF4-FFF2-40B4-BE49-F238E27FC236}">
                <a16:creationId xmlns:a16="http://schemas.microsoft.com/office/drawing/2014/main" id="{FCB0533A-0148-315C-A091-DECF4B47B64C}"/>
              </a:ext>
            </a:extLst>
          </p:cNvPr>
          <p:cNvGrpSpPr/>
          <p:nvPr/>
        </p:nvGrpSpPr>
        <p:grpSpPr>
          <a:xfrm>
            <a:off x="10792635" y="6186690"/>
            <a:ext cx="3455467" cy="3104794"/>
            <a:chOff x="3087665" y="1727253"/>
            <a:chExt cx="1866670" cy="2317315"/>
          </a:xfrm>
        </p:grpSpPr>
        <p:sp>
          <p:nvSpPr>
            <p:cNvPr id="40" name="Rectangle : coins arrondis 39">
              <a:extLst>
                <a:ext uri="{FF2B5EF4-FFF2-40B4-BE49-F238E27FC236}">
                  <a16:creationId xmlns:a16="http://schemas.microsoft.com/office/drawing/2014/main" id="{ACC475C0-6463-9497-F812-D083956C50C9}"/>
                </a:ext>
              </a:extLst>
            </p:cNvPr>
            <p:cNvSpPr/>
            <p:nvPr/>
          </p:nvSpPr>
          <p:spPr>
            <a:xfrm>
              <a:off x="3087666" y="1727253"/>
              <a:ext cx="1866669" cy="2317315"/>
            </a:xfrm>
            <a:prstGeom prst="roundRect">
              <a:avLst/>
            </a:prstGeom>
            <a:noFill/>
            <a:ln>
              <a:solidFill>
                <a:srgbClr val="00447B"/>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rtlCol="0" anchor="t">
              <a:noAutofit/>
            </a:bodyPr>
            <a:lstStyle/>
            <a:p>
              <a:pPr marL="0" marR="0" lvl="0" indent="0" algn="l" defTabSz="914400" rtl="0" eaLnBrk="1" fontAlgn="auto" latinLnBrk="0" hangingPunct="1">
                <a:lnSpc>
                  <a:spcPct val="100000"/>
                </a:lnSpc>
                <a:spcBef>
                  <a:spcPts val="0"/>
                </a:spcBef>
                <a:spcAft>
                  <a:spcPts val="0"/>
                </a:spcAft>
                <a:buClr>
                  <a:srgbClr val="0F9ED5"/>
                </a:buClr>
                <a:buSzTx/>
                <a:buFontTx/>
                <a:buNone/>
                <a:tabLst/>
                <a:defRPr/>
              </a:pPr>
              <a:endParaRPr kumimoji="0" lang="fr-FR" sz="1800" b="0" i="0" u="none" strike="noStrike" kern="1200" cap="none" spc="0" normalizeH="0" baseline="0" noProof="0" err="1">
                <a:ln>
                  <a:noFill/>
                </a:ln>
                <a:solidFill>
                  <a:prstClr val="white">
                    <a:lumMod val="100000"/>
                  </a:prstClr>
                </a:solidFill>
                <a:effectLst/>
                <a:uLnTx/>
                <a:uFillTx/>
                <a:latin typeface="Aptos Display" panose="02110004020202020204"/>
                <a:ea typeface="+mn-ea"/>
                <a:cs typeface="+mn-cs"/>
              </a:endParaRPr>
            </a:p>
          </p:txBody>
        </p:sp>
        <p:sp>
          <p:nvSpPr>
            <p:cNvPr id="41" name="Rectangle : coins arrondis 40">
              <a:extLst>
                <a:ext uri="{FF2B5EF4-FFF2-40B4-BE49-F238E27FC236}">
                  <a16:creationId xmlns:a16="http://schemas.microsoft.com/office/drawing/2014/main" id="{B6FDFB91-DEAE-538D-455F-29E749256C5B}"/>
                </a:ext>
              </a:extLst>
            </p:cNvPr>
            <p:cNvSpPr/>
            <p:nvPr/>
          </p:nvSpPr>
          <p:spPr>
            <a:xfrm>
              <a:off x="3087665" y="1727253"/>
              <a:ext cx="1851918" cy="726572"/>
            </a:xfrm>
            <a:prstGeom prst="roundRect">
              <a:avLst>
                <a:gd name="adj" fmla="val 50000"/>
              </a:avLst>
            </a:prstGeom>
            <a:solidFill>
              <a:srgbClr val="00447B"/>
            </a:solidFill>
            <a:ln w="12700" cap="flat" cmpd="sng" algn="ctr">
              <a:solidFill>
                <a:srgbClr val="00447B"/>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marL="0" marR="0" lvl="0" indent="0" algn="ctr" defTabSz="914400" rtl="0" eaLnBrk="1" fontAlgn="auto" latinLnBrk="0" hangingPunct="1">
                <a:lnSpc>
                  <a:spcPct val="100000"/>
                </a:lnSpc>
                <a:spcBef>
                  <a:spcPts val="0"/>
                </a:spcBef>
                <a:spcAft>
                  <a:spcPts val="0"/>
                </a:spcAft>
                <a:buClr>
                  <a:srgbClr val="0F9ED5"/>
                </a:buClr>
                <a:buSzTx/>
                <a:buFontTx/>
                <a:buNone/>
                <a:tabLst/>
                <a:defRPr/>
              </a:pPr>
              <a:r>
                <a:rPr kumimoji="0" lang="fr-FR" sz="2100" b="0" i="0" u="none" strike="noStrike" kern="1200" cap="none" spc="0" normalizeH="0" baseline="0" noProof="0">
                  <a:ln>
                    <a:noFill/>
                  </a:ln>
                  <a:solidFill>
                    <a:prstClr val="white">
                      <a:lumMod val="100000"/>
                    </a:prstClr>
                  </a:solidFill>
                  <a:effectLst/>
                  <a:uLnTx/>
                  <a:uFillTx/>
                  <a:latin typeface="Aptos Display" panose="02110004020202020204"/>
                  <a:ea typeface="+mn-ea"/>
                  <a:cs typeface="+mn-cs"/>
                </a:rPr>
                <a:t>HIGH-TECH</a:t>
              </a:r>
            </a:p>
          </p:txBody>
        </p:sp>
      </p:grpSp>
      <p:graphicFrame>
        <p:nvGraphicFramePr>
          <p:cNvPr id="43" name="Tableau 42">
            <a:extLst>
              <a:ext uri="{FF2B5EF4-FFF2-40B4-BE49-F238E27FC236}">
                <a16:creationId xmlns:a16="http://schemas.microsoft.com/office/drawing/2014/main" id="{41C20B0B-093D-016A-3B1C-F1CD7ED43FE2}"/>
              </a:ext>
            </a:extLst>
          </p:cNvPr>
          <p:cNvGraphicFramePr>
            <a:graphicFrameLocks noGrp="1"/>
          </p:cNvGraphicFramePr>
          <p:nvPr/>
        </p:nvGraphicFramePr>
        <p:xfrm>
          <a:off x="14851014" y="3106944"/>
          <a:ext cx="2437643" cy="476165"/>
        </p:xfrm>
        <a:graphic>
          <a:graphicData uri="http://schemas.openxmlformats.org/drawingml/2006/table">
            <a:tbl>
              <a:tblPr/>
              <a:tblGrid>
                <a:gridCol w="2437643">
                  <a:extLst>
                    <a:ext uri="{9D8B030D-6E8A-4147-A177-3AD203B41FA5}">
                      <a16:colId xmlns:a16="http://schemas.microsoft.com/office/drawing/2014/main" val="3139694348"/>
                    </a:ext>
                  </a:extLst>
                </a:gridCol>
              </a:tblGrid>
              <a:tr h="476165">
                <a:tc>
                  <a:txBody>
                    <a:bodyPr/>
                    <a:lstStyle/>
                    <a:p>
                      <a:pPr algn="ctr" fontAlgn="b"/>
                      <a:r>
                        <a:rPr lang="fr-FR" sz="2000" b="0" i="0" u="none" strike="noStrike">
                          <a:solidFill>
                            <a:srgbClr val="000000"/>
                          </a:solidFill>
                          <a:effectLst/>
                          <a:latin typeface="+mj-lt"/>
                        </a:rPr>
                        <a:t>PURFLUX</a:t>
                      </a:r>
                    </a:p>
                  </a:txBody>
                  <a:tcPr marL="85712" marR="9524" marT="9524" marB="68569" anchor="b">
                    <a:lnL>
                      <a:noFill/>
                    </a:lnL>
                    <a:lnR>
                      <a:noFill/>
                    </a:lnR>
                    <a:lnT>
                      <a:noFill/>
                    </a:lnT>
                    <a:lnB>
                      <a:noFill/>
                    </a:lnB>
                  </a:tcPr>
                </a:tc>
                <a:extLst>
                  <a:ext uri="{0D108BD9-81ED-4DB2-BD59-A6C34878D82A}">
                    <a16:rowId xmlns:a16="http://schemas.microsoft.com/office/drawing/2014/main" val="1159248543"/>
                  </a:ext>
                </a:extLst>
              </a:tr>
            </a:tbl>
          </a:graphicData>
        </a:graphic>
      </p:graphicFrame>
      <p:sp>
        <p:nvSpPr>
          <p:cNvPr id="5" name="ZoneTexte 4">
            <a:extLst>
              <a:ext uri="{FF2B5EF4-FFF2-40B4-BE49-F238E27FC236}">
                <a16:creationId xmlns:a16="http://schemas.microsoft.com/office/drawing/2014/main" id="{81EBDAD9-0FD2-7528-9FAC-EFC61C3A382F}"/>
              </a:ext>
            </a:extLst>
          </p:cNvPr>
          <p:cNvSpPr txBox="1"/>
          <p:nvPr/>
        </p:nvSpPr>
        <p:spPr>
          <a:xfrm>
            <a:off x="579981" y="1143619"/>
            <a:ext cx="15141604" cy="78727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a:ln>
                  <a:noFill/>
                </a:ln>
                <a:solidFill>
                  <a:srgbClr val="1A3256"/>
                </a:solidFill>
                <a:effectLst/>
                <a:uLnTx/>
                <a:uFillTx/>
                <a:latin typeface="Segoe UI Light" panose="020B0502040204020203" pitchFamily="34" charset="0"/>
                <a:ea typeface="+mn-ea"/>
                <a:cs typeface="+mn-cs"/>
              </a:rPr>
              <a:t>Rapport FRANCE LOGISTIQUE</a:t>
            </a:r>
          </a:p>
        </p:txBody>
      </p:sp>
      <p:graphicFrame>
        <p:nvGraphicFramePr>
          <p:cNvPr id="2" name="Tableau 1">
            <a:extLst>
              <a:ext uri="{FF2B5EF4-FFF2-40B4-BE49-F238E27FC236}">
                <a16:creationId xmlns:a16="http://schemas.microsoft.com/office/drawing/2014/main" id="{4E7EC94E-1B5D-8F54-6A8F-CFD124480309}"/>
              </a:ext>
            </a:extLst>
          </p:cNvPr>
          <p:cNvGraphicFramePr>
            <a:graphicFrameLocks noGrp="1"/>
          </p:cNvGraphicFramePr>
          <p:nvPr>
            <p:extLst>
              <p:ext uri="{D42A27DB-BD31-4B8C-83A1-F6EECF244321}">
                <p14:modId xmlns:p14="http://schemas.microsoft.com/office/powerpoint/2010/main" val="586085505"/>
              </p:ext>
            </p:extLst>
          </p:nvPr>
        </p:nvGraphicFramePr>
        <p:xfrm>
          <a:off x="240094" y="4997384"/>
          <a:ext cx="3327835" cy="3741420"/>
        </p:xfrm>
        <a:graphic>
          <a:graphicData uri="http://schemas.openxmlformats.org/drawingml/2006/table">
            <a:tbl>
              <a:tblPr>
                <a:tableStyleId>{5C22544A-7EE6-4342-B048-85BDC9FD1C3A}</a:tableStyleId>
              </a:tblPr>
              <a:tblGrid>
                <a:gridCol w="3327835">
                  <a:extLst>
                    <a:ext uri="{9D8B030D-6E8A-4147-A177-3AD203B41FA5}">
                      <a16:colId xmlns:a16="http://schemas.microsoft.com/office/drawing/2014/main" val="3043242263"/>
                    </a:ext>
                  </a:extLst>
                </a:gridCol>
              </a:tblGrid>
              <a:tr h="182880">
                <a:tc>
                  <a:txBody>
                    <a:bodyPr/>
                    <a:lstStyle/>
                    <a:p>
                      <a:pPr marL="0" algn="ctr" defTabSz="646435" rtl="0" eaLnBrk="1" fontAlgn="b" latinLnBrk="0" hangingPunct="1">
                        <a:buNone/>
                      </a:pPr>
                      <a:r>
                        <a:rPr lang="fr-FR" sz="2000" b="0" i="0" u="none" strike="noStrike" kern="1200" dirty="0">
                          <a:solidFill>
                            <a:srgbClr val="000000"/>
                          </a:solidFill>
                          <a:effectLst/>
                          <a:latin typeface="+mj-lt"/>
                          <a:ea typeface="+mn-ea"/>
                          <a:cs typeface="+mn-cs"/>
                        </a:rPr>
                        <a:t>PARFUMS CHRISTIAN DIOR</a:t>
                      </a:r>
                    </a:p>
                  </a:txBody>
                  <a:tcPr marL="7620" marR="7620" marT="7620" marB="0" anchor="b">
                    <a:solidFill>
                      <a:schemeClr val="bg1"/>
                    </a:solidFill>
                  </a:tcPr>
                </a:tc>
                <a:extLst>
                  <a:ext uri="{0D108BD9-81ED-4DB2-BD59-A6C34878D82A}">
                    <a16:rowId xmlns:a16="http://schemas.microsoft.com/office/drawing/2014/main" val="2693444387"/>
                  </a:ext>
                </a:extLst>
              </a:tr>
              <a:tr h="182880">
                <a:tc>
                  <a:txBody>
                    <a:bodyPr/>
                    <a:lstStyle/>
                    <a:p>
                      <a:pPr marL="0" algn="ctr" defTabSz="646435" rtl="0" eaLnBrk="1" fontAlgn="b" latinLnBrk="0" hangingPunct="1">
                        <a:buNone/>
                      </a:pPr>
                      <a:r>
                        <a:rPr lang="fr-FR" sz="2000" b="0" i="0" u="none" strike="noStrike" kern="1200" dirty="0">
                          <a:solidFill>
                            <a:srgbClr val="000000"/>
                          </a:solidFill>
                          <a:effectLst/>
                          <a:latin typeface="+mj-lt"/>
                          <a:ea typeface="+mn-ea"/>
                          <a:cs typeface="+mn-cs"/>
                        </a:rPr>
                        <a:t>LABORATOIRES DERMATOLOGIQUES URIAGE</a:t>
                      </a:r>
                    </a:p>
                  </a:txBody>
                  <a:tcPr marL="7620" marR="7620" marT="7620" marB="0" anchor="b">
                    <a:solidFill>
                      <a:schemeClr val="bg1"/>
                    </a:solidFill>
                  </a:tcPr>
                </a:tc>
                <a:extLst>
                  <a:ext uri="{0D108BD9-81ED-4DB2-BD59-A6C34878D82A}">
                    <a16:rowId xmlns:a16="http://schemas.microsoft.com/office/drawing/2014/main" val="3338239320"/>
                  </a:ext>
                </a:extLst>
              </a:tr>
              <a:tr h="182880">
                <a:tc>
                  <a:txBody>
                    <a:bodyPr/>
                    <a:lstStyle/>
                    <a:p>
                      <a:pPr marL="0" algn="ctr" defTabSz="646435" rtl="0" eaLnBrk="1" fontAlgn="b" latinLnBrk="0" hangingPunct="1">
                        <a:buNone/>
                      </a:pPr>
                      <a:r>
                        <a:rPr lang="fr-FR" sz="2000" b="0" i="0" u="none" strike="noStrike" kern="1200" dirty="0">
                          <a:solidFill>
                            <a:srgbClr val="000000"/>
                          </a:solidFill>
                          <a:effectLst/>
                          <a:latin typeface="+mj-lt"/>
                          <a:ea typeface="+mn-ea"/>
                          <a:cs typeface="+mn-cs"/>
                        </a:rPr>
                        <a:t>NAOS CAMPUS</a:t>
                      </a:r>
                    </a:p>
                  </a:txBody>
                  <a:tcPr marL="7620" marR="7620" marT="7620" marB="0" anchor="b">
                    <a:solidFill>
                      <a:schemeClr val="bg1"/>
                    </a:solidFill>
                  </a:tcPr>
                </a:tc>
                <a:extLst>
                  <a:ext uri="{0D108BD9-81ED-4DB2-BD59-A6C34878D82A}">
                    <a16:rowId xmlns:a16="http://schemas.microsoft.com/office/drawing/2014/main" val="2795922713"/>
                  </a:ext>
                </a:extLst>
              </a:tr>
              <a:tr h="182880">
                <a:tc>
                  <a:txBody>
                    <a:bodyPr/>
                    <a:lstStyle/>
                    <a:p>
                      <a:pPr marL="0" algn="ctr" defTabSz="646435" rtl="0" eaLnBrk="1" fontAlgn="b" latinLnBrk="0" hangingPunct="1">
                        <a:buNone/>
                      </a:pPr>
                      <a:r>
                        <a:rPr lang="fr-FR" sz="2000" b="0" i="0" u="none" strike="noStrike" kern="1200" dirty="0">
                          <a:solidFill>
                            <a:srgbClr val="000000"/>
                          </a:solidFill>
                          <a:effectLst/>
                          <a:latin typeface="+mj-lt"/>
                          <a:ea typeface="+mn-ea"/>
                          <a:cs typeface="+mn-cs"/>
                        </a:rPr>
                        <a:t>NAOS FRANCE</a:t>
                      </a:r>
                    </a:p>
                  </a:txBody>
                  <a:tcPr marL="7620" marR="7620" marT="7620" marB="0" anchor="b">
                    <a:solidFill>
                      <a:schemeClr val="bg1"/>
                    </a:solidFill>
                  </a:tcPr>
                </a:tc>
                <a:extLst>
                  <a:ext uri="{0D108BD9-81ED-4DB2-BD59-A6C34878D82A}">
                    <a16:rowId xmlns:a16="http://schemas.microsoft.com/office/drawing/2014/main" val="385594448"/>
                  </a:ext>
                </a:extLst>
              </a:tr>
              <a:tr h="182880">
                <a:tc>
                  <a:txBody>
                    <a:bodyPr/>
                    <a:lstStyle/>
                    <a:p>
                      <a:pPr marL="0" algn="ctr" defTabSz="646435" rtl="0" eaLnBrk="1" fontAlgn="b" latinLnBrk="0" hangingPunct="1">
                        <a:buNone/>
                      </a:pPr>
                      <a:r>
                        <a:rPr lang="fr-FR" sz="2000" b="0" i="0" u="none" strike="noStrike" kern="1200">
                          <a:solidFill>
                            <a:srgbClr val="000000"/>
                          </a:solidFill>
                          <a:effectLst/>
                          <a:latin typeface="+mj-lt"/>
                          <a:ea typeface="+mn-ea"/>
                          <a:cs typeface="+mn-cs"/>
                        </a:rPr>
                        <a:t>L'OCCITANE</a:t>
                      </a:r>
                    </a:p>
                  </a:txBody>
                  <a:tcPr marL="7620" marR="7620" marT="7620" marB="0" anchor="b">
                    <a:solidFill>
                      <a:schemeClr val="bg1"/>
                    </a:solidFill>
                  </a:tcPr>
                </a:tc>
                <a:extLst>
                  <a:ext uri="{0D108BD9-81ED-4DB2-BD59-A6C34878D82A}">
                    <a16:rowId xmlns:a16="http://schemas.microsoft.com/office/drawing/2014/main" val="455511465"/>
                  </a:ext>
                </a:extLst>
              </a:tr>
              <a:tr h="182880">
                <a:tc>
                  <a:txBody>
                    <a:bodyPr/>
                    <a:lstStyle/>
                    <a:p>
                      <a:pPr marL="0" algn="ctr" defTabSz="646435" rtl="0" eaLnBrk="1" fontAlgn="b" latinLnBrk="0" hangingPunct="1">
                        <a:buNone/>
                      </a:pPr>
                      <a:r>
                        <a:rPr lang="fr-FR" sz="2000" b="0" i="0" u="none" strike="noStrike" kern="1200">
                          <a:solidFill>
                            <a:srgbClr val="000000"/>
                          </a:solidFill>
                          <a:effectLst/>
                          <a:latin typeface="+mj-lt"/>
                          <a:ea typeface="+mn-ea"/>
                          <a:cs typeface="+mn-cs"/>
                        </a:rPr>
                        <a:t>YVES ROCHER</a:t>
                      </a:r>
                    </a:p>
                  </a:txBody>
                  <a:tcPr marL="7620" marR="7620" marT="7620" marB="0" anchor="b">
                    <a:solidFill>
                      <a:schemeClr val="bg1"/>
                    </a:solidFill>
                  </a:tcPr>
                </a:tc>
                <a:extLst>
                  <a:ext uri="{0D108BD9-81ED-4DB2-BD59-A6C34878D82A}">
                    <a16:rowId xmlns:a16="http://schemas.microsoft.com/office/drawing/2014/main" val="451772971"/>
                  </a:ext>
                </a:extLst>
              </a:tr>
              <a:tr h="182880">
                <a:tc>
                  <a:txBody>
                    <a:bodyPr/>
                    <a:lstStyle/>
                    <a:p>
                      <a:pPr marL="0" algn="ctr" defTabSz="646435" rtl="0" eaLnBrk="1" fontAlgn="b" latinLnBrk="0" hangingPunct="1">
                        <a:buNone/>
                      </a:pPr>
                      <a:r>
                        <a:rPr lang="fr-FR" sz="2000" b="0" i="0" u="none" strike="noStrike" kern="1200" dirty="0">
                          <a:solidFill>
                            <a:srgbClr val="000000"/>
                          </a:solidFill>
                          <a:effectLst/>
                          <a:latin typeface="+mj-lt"/>
                          <a:ea typeface="+mn-ea"/>
                          <a:cs typeface="+mn-cs"/>
                        </a:rPr>
                        <a:t>LVMH FB</a:t>
                      </a:r>
                    </a:p>
                  </a:txBody>
                  <a:tcPr marL="7620" marR="7620" marT="7620" marB="0" anchor="b">
                    <a:solidFill>
                      <a:schemeClr val="bg1"/>
                    </a:solidFill>
                  </a:tcPr>
                </a:tc>
                <a:extLst>
                  <a:ext uri="{0D108BD9-81ED-4DB2-BD59-A6C34878D82A}">
                    <a16:rowId xmlns:a16="http://schemas.microsoft.com/office/drawing/2014/main" val="15654483"/>
                  </a:ext>
                </a:extLst>
              </a:tr>
              <a:tr h="182880">
                <a:tc>
                  <a:txBody>
                    <a:bodyPr/>
                    <a:lstStyle/>
                    <a:p>
                      <a:pPr marL="0" algn="ctr" defTabSz="646435" rtl="0" eaLnBrk="1" fontAlgn="b" latinLnBrk="0" hangingPunct="1">
                        <a:buNone/>
                      </a:pPr>
                      <a:r>
                        <a:rPr lang="fr-FR" sz="2000" b="0" i="0" u="none" strike="noStrike" kern="1200" dirty="0">
                          <a:solidFill>
                            <a:srgbClr val="000000"/>
                          </a:solidFill>
                          <a:effectLst/>
                          <a:latin typeface="+mj-lt"/>
                          <a:ea typeface="+mn-ea"/>
                          <a:cs typeface="+mn-cs"/>
                        </a:rPr>
                        <a:t>MAKE UP FOREVER</a:t>
                      </a:r>
                    </a:p>
                  </a:txBody>
                  <a:tcPr marL="7620" marR="7620" marT="7620" marB="0" anchor="b">
                    <a:solidFill>
                      <a:schemeClr val="bg1"/>
                    </a:solidFill>
                  </a:tcPr>
                </a:tc>
                <a:extLst>
                  <a:ext uri="{0D108BD9-81ED-4DB2-BD59-A6C34878D82A}">
                    <a16:rowId xmlns:a16="http://schemas.microsoft.com/office/drawing/2014/main" val="1207698840"/>
                  </a:ext>
                </a:extLst>
              </a:tr>
              <a:tr h="182880">
                <a:tc>
                  <a:txBody>
                    <a:bodyPr/>
                    <a:lstStyle/>
                    <a:p>
                      <a:pPr marL="0" algn="ctr" defTabSz="646435" rtl="0" eaLnBrk="1" fontAlgn="b" latinLnBrk="0" hangingPunct="1">
                        <a:buNone/>
                      </a:pPr>
                      <a:r>
                        <a:rPr lang="fr-FR" sz="2000" b="0" i="0" u="none" strike="noStrike" kern="1200" dirty="0">
                          <a:solidFill>
                            <a:srgbClr val="000000"/>
                          </a:solidFill>
                          <a:effectLst/>
                          <a:latin typeface="+mj-lt"/>
                          <a:ea typeface="+mn-ea"/>
                          <a:cs typeface="+mn-cs"/>
                        </a:rPr>
                        <a:t>LAGARDERE TRAVEL RETAIL</a:t>
                      </a:r>
                    </a:p>
                  </a:txBody>
                  <a:tcPr marL="7620" marR="7620" marT="7620" marB="0" anchor="b">
                    <a:solidFill>
                      <a:schemeClr val="bg1"/>
                    </a:solidFill>
                  </a:tcPr>
                </a:tc>
                <a:extLst>
                  <a:ext uri="{0D108BD9-81ED-4DB2-BD59-A6C34878D82A}">
                    <a16:rowId xmlns:a16="http://schemas.microsoft.com/office/drawing/2014/main" val="1658075434"/>
                  </a:ext>
                </a:extLst>
              </a:tr>
              <a:tr h="182880">
                <a:tc>
                  <a:txBody>
                    <a:bodyPr/>
                    <a:lstStyle/>
                    <a:p>
                      <a:pPr marL="0" algn="ctr" defTabSz="646435" rtl="0" eaLnBrk="1" fontAlgn="b" latinLnBrk="0" hangingPunct="1">
                        <a:buNone/>
                      </a:pPr>
                      <a:r>
                        <a:rPr lang="fr-FR" sz="2000" b="0" i="0" u="none" strike="noStrike" kern="1200" dirty="0">
                          <a:solidFill>
                            <a:srgbClr val="000000"/>
                          </a:solidFill>
                          <a:effectLst/>
                          <a:latin typeface="+mj-lt"/>
                          <a:ea typeface="+mn-ea"/>
                          <a:cs typeface="+mn-cs"/>
                        </a:rPr>
                        <a:t>NOVEAL</a:t>
                      </a:r>
                    </a:p>
                  </a:txBody>
                  <a:tcPr marL="7620" marR="7620" marT="7620" marB="0" anchor="b">
                    <a:solidFill>
                      <a:schemeClr val="bg1"/>
                    </a:solidFill>
                  </a:tcPr>
                </a:tc>
                <a:extLst>
                  <a:ext uri="{0D108BD9-81ED-4DB2-BD59-A6C34878D82A}">
                    <a16:rowId xmlns:a16="http://schemas.microsoft.com/office/drawing/2014/main" val="3244332553"/>
                  </a:ext>
                </a:extLst>
              </a:tr>
              <a:tr h="182880">
                <a:tc>
                  <a:txBody>
                    <a:bodyPr/>
                    <a:lstStyle/>
                    <a:p>
                      <a:pPr marL="0" algn="ctr" defTabSz="646435" rtl="0" eaLnBrk="1" fontAlgn="b" latinLnBrk="0" hangingPunct="1">
                        <a:buNone/>
                      </a:pPr>
                      <a:r>
                        <a:rPr lang="fr-FR" sz="2000" b="0" i="0" u="none" strike="noStrike" kern="1200" dirty="0">
                          <a:solidFill>
                            <a:srgbClr val="000000"/>
                          </a:solidFill>
                          <a:effectLst/>
                          <a:latin typeface="+mj-lt"/>
                          <a:ea typeface="+mn-ea"/>
                          <a:cs typeface="+mn-cs"/>
                        </a:rPr>
                        <a:t>GUERLAIN</a:t>
                      </a:r>
                    </a:p>
                  </a:txBody>
                  <a:tcPr marL="7620" marR="7620" marT="7620" marB="0" anchor="b">
                    <a:solidFill>
                      <a:schemeClr val="bg1"/>
                    </a:solidFill>
                  </a:tcPr>
                </a:tc>
                <a:extLst>
                  <a:ext uri="{0D108BD9-81ED-4DB2-BD59-A6C34878D82A}">
                    <a16:rowId xmlns:a16="http://schemas.microsoft.com/office/drawing/2014/main" val="2454705236"/>
                  </a:ext>
                </a:extLst>
              </a:tr>
            </a:tbl>
          </a:graphicData>
        </a:graphic>
      </p:graphicFrame>
      <p:graphicFrame>
        <p:nvGraphicFramePr>
          <p:cNvPr id="8" name="Tableau 7">
            <a:extLst>
              <a:ext uri="{FF2B5EF4-FFF2-40B4-BE49-F238E27FC236}">
                <a16:creationId xmlns:a16="http://schemas.microsoft.com/office/drawing/2014/main" id="{3EE70D5E-1BD6-D8E1-B6B6-4D7B5FBC3701}"/>
              </a:ext>
            </a:extLst>
          </p:cNvPr>
          <p:cNvGraphicFramePr>
            <a:graphicFrameLocks noGrp="1"/>
          </p:cNvGraphicFramePr>
          <p:nvPr>
            <p:extLst>
              <p:ext uri="{D42A27DB-BD31-4B8C-83A1-F6EECF244321}">
                <p14:modId xmlns:p14="http://schemas.microsoft.com/office/powerpoint/2010/main" val="583048359"/>
              </p:ext>
            </p:extLst>
          </p:nvPr>
        </p:nvGraphicFramePr>
        <p:xfrm>
          <a:off x="11145561" y="3180089"/>
          <a:ext cx="2628900" cy="187452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1140006216"/>
                    </a:ext>
                  </a:extLst>
                </a:gridCol>
              </a:tblGrid>
              <a:tr h="0">
                <a:tc>
                  <a:txBody>
                    <a:bodyPr/>
                    <a:lstStyle/>
                    <a:p>
                      <a:pPr algn="ctr" fontAlgn="b">
                        <a:buNone/>
                      </a:pPr>
                      <a:r>
                        <a:rPr lang="fr-FR" sz="2000" b="0" i="0" u="none" strike="noStrike" kern="1200">
                          <a:solidFill>
                            <a:srgbClr val="000000"/>
                          </a:solidFill>
                          <a:effectLst/>
                          <a:latin typeface="+mj-lt"/>
                          <a:ea typeface="+mn-ea"/>
                          <a:cs typeface="+mn-cs"/>
                        </a:rPr>
                        <a:t>DOLCE GUSTO</a:t>
                      </a:r>
                    </a:p>
                  </a:txBody>
                  <a:tcPr marL="7620" marR="7620" marT="7620" marB="0" anchor="b">
                    <a:solidFill>
                      <a:schemeClr val="bg1"/>
                    </a:solidFill>
                  </a:tcPr>
                </a:tc>
                <a:extLst>
                  <a:ext uri="{0D108BD9-81ED-4DB2-BD59-A6C34878D82A}">
                    <a16:rowId xmlns:a16="http://schemas.microsoft.com/office/drawing/2014/main" val="360746997"/>
                  </a:ext>
                </a:extLst>
              </a:tr>
              <a:tr h="182880">
                <a:tc>
                  <a:txBody>
                    <a:bodyPr/>
                    <a:lstStyle/>
                    <a:p>
                      <a:pPr algn="ctr" fontAlgn="b">
                        <a:buNone/>
                      </a:pPr>
                      <a:r>
                        <a:rPr lang="fr-FR" sz="2000" b="0" i="0" u="none" strike="noStrike" kern="1200">
                          <a:solidFill>
                            <a:srgbClr val="000000"/>
                          </a:solidFill>
                          <a:effectLst/>
                          <a:latin typeface="+mj-lt"/>
                          <a:ea typeface="+mn-ea"/>
                          <a:cs typeface="+mn-cs"/>
                        </a:rPr>
                        <a:t>NESPRESSO</a:t>
                      </a:r>
                    </a:p>
                  </a:txBody>
                  <a:tcPr marL="7620" marR="7620" marT="7620" marB="0" anchor="b">
                    <a:solidFill>
                      <a:schemeClr val="bg1"/>
                    </a:solidFill>
                  </a:tcPr>
                </a:tc>
                <a:extLst>
                  <a:ext uri="{0D108BD9-81ED-4DB2-BD59-A6C34878D82A}">
                    <a16:rowId xmlns:a16="http://schemas.microsoft.com/office/drawing/2014/main" val="780117403"/>
                  </a:ext>
                </a:extLst>
              </a:tr>
              <a:tr h="182880">
                <a:tc>
                  <a:txBody>
                    <a:bodyPr/>
                    <a:lstStyle/>
                    <a:p>
                      <a:pPr algn="ctr" fontAlgn="b">
                        <a:buNone/>
                      </a:pPr>
                      <a:r>
                        <a:rPr lang="fr-FR" sz="2000" b="0" i="0" u="none" strike="noStrike" kern="1200">
                          <a:solidFill>
                            <a:srgbClr val="000000"/>
                          </a:solidFill>
                          <a:effectLst/>
                          <a:latin typeface="+mj-lt"/>
                          <a:ea typeface="+mn-ea"/>
                          <a:cs typeface="+mn-cs"/>
                        </a:rPr>
                        <a:t>MANO </a:t>
                      </a:r>
                      <a:r>
                        <a:rPr lang="fr-FR" sz="2000" b="0" i="0" u="none" strike="noStrike" kern="1200" err="1">
                          <a:solidFill>
                            <a:srgbClr val="000000"/>
                          </a:solidFill>
                          <a:effectLst/>
                          <a:latin typeface="+mj-lt"/>
                          <a:ea typeface="+mn-ea"/>
                          <a:cs typeface="+mn-cs"/>
                        </a:rPr>
                        <a:t>MANO</a:t>
                      </a:r>
                      <a:endParaRPr lang="fr-FR" sz="2000" b="0" i="0" u="none" strike="noStrike" kern="1200">
                        <a:solidFill>
                          <a:srgbClr val="000000"/>
                        </a:solidFill>
                        <a:effectLst/>
                        <a:latin typeface="+mj-lt"/>
                        <a:ea typeface="+mn-ea"/>
                        <a:cs typeface="+mn-cs"/>
                      </a:endParaRPr>
                    </a:p>
                  </a:txBody>
                  <a:tcPr marL="7620" marR="7620" marT="7620" marB="0" anchor="b">
                    <a:solidFill>
                      <a:schemeClr val="bg1"/>
                    </a:solidFill>
                  </a:tcPr>
                </a:tc>
                <a:extLst>
                  <a:ext uri="{0D108BD9-81ED-4DB2-BD59-A6C34878D82A}">
                    <a16:rowId xmlns:a16="http://schemas.microsoft.com/office/drawing/2014/main" val="1057916055"/>
                  </a:ext>
                </a:extLst>
              </a:tr>
              <a:tr h="182880">
                <a:tc>
                  <a:txBody>
                    <a:bodyPr/>
                    <a:lstStyle/>
                    <a:p>
                      <a:pPr algn="ctr" fontAlgn="b">
                        <a:buNone/>
                      </a:pPr>
                      <a:r>
                        <a:rPr lang="fr-FR" sz="2000" b="0" i="0" u="none" strike="noStrike" kern="1200">
                          <a:solidFill>
                            <a:srgbClr val="000000"/>
                          </a:solidFill>
                          <a:effectLst/>
                          <a:latin typeface="+mj-lt"/>
                          <a:ea typeface="+mn-ea"/>
                          <a:cs typeface="+mn-cs"/>
                        </a:rPr>
                        <a:t>CDISCOUNT</a:t>
                      </a:r>
                    </a:p>
                  </a:txBody>
                  <a:tcPr marL="7620" marR="7620" marT="7620" marB="0" anchor="b">
                    <a:solidFill>
                      <a:schemeClr val="bg1"/>
                    </a:solidFill>
                  </a:tcPr>
                </a:tc>
                <a:extLst>
                  <a:ext uri="{0D108BD9-81ED-4DB2-BD59-A6C34878D82A}">
                    <a16:rowId xmlns:a16="http://schemas.microsoft.com/office/drawing/2014/main" val="3228204838"/>
                  </a:ext>
                </a:extLst>
              </a:tr>
              <a:tr h="182880">
                <a:tc>
                  <a:txBody>
                    <a:bodyPr/>
                    <a:lstStyle/>
                    <a:p>
                      <a:pPr algn="ctr" fontAlgn="b">
                        <a:buNone/>
                      </a:pPr>
                      <a:r>
                        <a:rPr lang="fr-FR" sz="2000" b="0" i="0" u="none" strike="noStrike" kern="1200" dirty="0">
                          <a:solidFill>
                            <a:srgbClr val="000000"/>
                          </a:solidFill>
                          <a:effectLst/>
                          <a:latin typeface="+mj-lt"/>
                          <a:ea typeface="+mn-ea"/>
                          <a:cs typeface="+mn-cs"/>
                        </a:rPr>
                        <a:t>900.CARE</a:t>
                      </a:r>
                    </a:p>
                  </a:txBody>
                  <a:tcPr marL="7620" marR="7620" marT="7620" marB="0" anchor="b">
                    <a:solidFill>
                      <a:schemeClr val="bg1"/>
                    </a:solidFill>
                  </a:tcPr>
                </a:tc>
                <a:extLst>
                  <a:ext uri="{0D108BD9-81ED-4DB2-BD59-A6C34878D82A}">
                    <a16:rowId xmlns:a16="http://schemas.microsoft.com/office/drawing/2014/main" val="3781868860"/>
                  </a:ext>
                </a:extLst>
              </a:tr>
              <a:tr h="182880">
                <a:tc>
                  <a:txBody>
                    <a:bodyPr/>
                    <a:lstStyle/>
                    <a:p>
                      <a:pPr algn="ctr" fontAlgn="b">
                        <a:buNone/>
                      </a:pPr>
                      <a:r>
                        <a:rPr lang="fr-FR" sz="2000" b="0" i="0" u="none" strike="noStrike" kern="1200" dirty="0">
                          <a:solidFill>
                            <a:srgbClr val="000000"/>
                          </a:solidFill>
                          <a:effectLst/>
                          <a:latin typeface="+mj-lt"/>
                          <a:ea typeface="+mn-ea"/>
                          <a:cs typeface="+mn-cs"/>
                        </a:rPr>
                        <a:t>AMAZON </a:t>
                      </a:r>
                    </a:p>
                  </a:txBody>
                  <a:tcPr marL="7620" marR="7620" marT="7620" marB="0" anchor="b">
                    <a:solidFill>
                      <a:schemeClr val="bg1"/>
                    </a:solidFill>
                  </a:tcPr>
                </a:tc>
                <a:extLst>
                  <a:ext uri="{0D108BD9-81ED-4DB2-BD59-A6C34878D82A}">
                    <a16:rowId xmlns:a16="http://schemas.microsoft.com/office/drawing/2014/main" val="2718937642"/>
                  </a:ext>
                </a:extLst>
              </a:tr>
            </a:tbl>
          </a:graphicData>
        </a:graphic>
      </p:graphicFrame>
      <p:graphicFrame>
        <p:nvGraphicFramePr>
          <p:cNvPr id="20" name="Tableau 19">
            <a:extLst>
              <a:ext uri="{FF2B5EF4-FFF2-40B4-BE49-F238E27FC236}">
                <a16:creationId xmlns:a16="http://schemas.microsoft.com/office/drawing/2014/main" id="{60BCD674-820E-43B8-4541-98A41440EF57}"/>
              </a:ext>
            </a:extLst>
          </p:cNvPr>
          <p:cNvGraphicFramePr>
            <a:graphicFrameLocks noGrp="1"/>
          </p:cNvGraphicFramePr>
          <p:nvPr>
            <p:extLst>
              <p:ext uri="{D42A27DB-BD31-4B8C-83A1-F6EECF244321}">
                <p14:modId xmlns:p14="http://schemas.microsoft.com/office/powerpoint/2010/main" val="1840201806"/>
              </p:ext>
            </p:extLst>
          </p:nvPr>
        </p:nvGraphicFramePr>
        <p:xfrm>
          <a:off x="4259345" y="7056520"/>
          <a:ext cx="2399991" cy="2186940"/>
        </p:xfrm>
        <a:graphic>
          <a:graphicData uri="http://schemas.openxmlformats.org/drawingml/2006/table">
            <a:tbl>
              <a:tblPr>
                <a:tableStyleId>{5C22544A-7EE6-4342-B048-85BDC9FD1C3A}</a:tableStyleId>
              </a:tblPr>
              <a:tblGrid>
                <a:gridCol w="2399991">
                  <a:extLst>
                    <a:ext uri="{9D8B030D-6E8A-4147-A177-3AD203B41FA5}">
                      <a16:colId xmlns:a16="http://schemas.microsoft.com/office/drawing/2014/main" val="3481130472"/>
                    </a:ext>
                  </a:extLst>
                </a:gridCol>
              </a:tblGrid>
              <a:tr h="283089">
                <a:tc>
                  <a:txBody>
                    <a:bodyPr/>
                    <a:lstStyle/>
                    <a:p>
                      <a:pPr algn="ctr" fontAlgn="b">
                        <a:buNone/>
                      </a:pPr>
                      <a:r>
                        <a:rPr lang="fr-FR" sz="2000" u="none" strike="noStrike">
                          <a:effectLst/>
                          <a:latin typeface="+mj-lt"/>
                        </a:rPr>
                        <a:t>CWF</a:t>
                      </a:r>
                      <a:endParaRPr lang="fr-FR" sz="2000" b="0" i="0" u="none" strike="noStrike">
                        <a:solidFill>
                          <a:srgbClr val="000000"/>
                        </a:solidFill>
                        <a:effectLst/>
                        <a:latin typeface="+mj-lt"/>
                      </a:endParaRPr>
                    </a:p>
                  </a:txBody>
                  <a:tcPr marL="7620" marR="7620" marT="7620" marB="0" anchor="b">
                    <a:noFill/>
                  </a:tcPr>
                </a:tc>
                <a:extLst>
                  <a:ext uri="{0D108BD9-81ED-4DB2-BD59-A6C34878D82A}">
                    <a16:rowId xmlns:a16="http://schemas.microsoft.com/office/drawing/2014/main" val="476885300"/>
                  </a:ext>
                </a:extLst>
              </a:tr>
              <a:tr h="283089">
                <a:tc>
                  <a:txBody>
                    <a:bodyPr/>
                    <a:lstStyle/>
                    <a:p>
                      <a:pPr algn="ctr" fontAlgn="b">
                        <a:buNone/>
                      </a:pPr>
                      <a:r>
                        <a:rPr lang="fr-FR" sz="2000" u="none" strike="noStrike">
                          <a:effectLst/>
                          <a:latin typeface="+mj-lt"/>
                        </a:rPr>
                        <a:t>LPG</a:t>
                      </a:r>
                      <a:endParaRPr lang="fr-FR" sz="2000" b="0" i="0" u="none" strike="noStrike">
                        <a:solidFill>
                          <a:srgbClr val="000000"/>
                        </a:solidFill>
                        <a:effectLst/>
                        <a:latin typeface="+mj-lt"/>
                      </a:endParaRPr>
                    </a:p>
                  </a:txBody>
                  <a:tcPr marL="7620" marR="7620" marT="7620" marB="0" anchor="b">
                    <a:noFill/>
                  </a:tcPr>
                </a:tc>
                <a:extLst>
                  <a:ext uri="{0D108BD9-81ED-4DB2-BD59-A6C34878D82A}">
                    <a16:rowId xmlns:a16="http://schemas.microsoft.com/office/drawing/2014/main" val="436496050"/>
                  </a:ext>
                </a:extLst>
              </a:tr>
              <a:tr h="283089">
                <a:tc>
                  <a:txBody>
                    <a:bodyPr/>
                    <a:lstStyle/>
                    <a:p>
                      <a:pPr algn="ctr" fontAlgn="b">
                        <a:buNone/>
                      </a:pPr>
                      <a:r>
                        <a:rPr lang="fr-FR" sz="2000" u="none" strike="noStrike">
                          <a:effectLst/>
                          <a:latin typeface="+mj-lt"/>
                        </a:rPr>
                        <a:t>STANLEY STELLA</a:t>
                      </a:r>
                      <a:endParaRPr lang="fr-FR" sz="2000" b="0" i="0" u="none" strike="noStrike">
                        <a:solidFill>
                          <a:srgbClr val="000000"/>
                        </a:solidFill>
                        <a:effectLst/>
                        <a:latin typeface="+mj-lt"/>
                      </a:endParaRPr>
                    </a:p>
                  </a:txBody>
                  <a:tcPr marL="7620" marR="7620" marT="7620" marB="0" anchor="b">
                    <a:noFill/>
                  </a:tcPr>
                </a:tc>
                <a:extLst>
                  <a:ext uri="{0D108BD9-81ED-4DB2-BD59-A6C34878D82A}">
                    <a16:rowId xmlns:a16="http://schemas.microsoft.com/office/drawing/2014/main" val="1017109969"/>
                  </a:ext>
                </a:extLst>
              </a:tr>
              <a:tr h="283089">
                <a:tc>
                  <a:txBody>
                    <a:bodyPr/>
                    <a:lstStyle/>
                    <a:p>
                      <a:pPr algn="ctr" fontAlgn="b">
                        <a:buNone/>
                      </a:pPr>
                      <a:r>
                        <a:rPr lang="fr-FR" sz="2000" u="none" strike="noStrike">
                          <a:effectLst/>
                          <a:latin typeface="+mj-lt"/>
                        </a:rPr>
                        <a:t>COURIR</a:t>
                      </a:r>
                      <a:endParaRPr lang="fr-FR" sz="2000" b="0" i="0" u="none" strike="noStrike">
                        <a:solidFill>
                          <a:srgbClr val="000000"/>
                        </a:solidFill>
                        <a:effectLst/>
                        <a:latin typeface="+mj-lt"/>
                      </a:endParaRPr>
                    </a:p>
                  </a:txBody>
                  <a:tcPr marL="7620" marR="7620" marT="7620" marB="0" anchor="b">
                    <a:noFill/>
                  </a:tcPr>
                </a:tc>
                <a:extLst>
                  <a:ext uri="{0D108BD9-81ED-4DB2-BD59-A6C34878D82A}">
                    <a16:rowId xmlns:a16="http://schemas.microsoft.com/office/drawing/2014/main" val="2491212308"/>
                  </a:ext>
                </a:extLst>
              </a:tr>
              <a:tr h="283089">
                <a:tc>
                  <a:txBody>
                    <a:bodyPr/>
                    <a:lstStyle/>
                    <a:p>
                      <a:pPr algn="ctr" fontAlgn="b">
                        <a:buNone/>
                      </a:pPr>
                      <a:r>
                        <a:rPr lang="fr-FR" sz="2000" u="none" strike="noStrike">
                          <a:effectLst/>
                          <a:latin typeface="+mj-lt"/>
                        </a:rPr>
                        <a:t>PUMA</a:t>
                      </a:r>
                      <a:endParaRPr lang="fr-FR" sz="2000" b="0" i="0" u="none" strike="noStrike">
                        <a:solidFill>
                          <a:srgbClr val="000000"/>
                        </a:solidFill>
                        <a:effectLst/>
                        <a:latin typeface="+mj-lt"/>
                      </a:endParaRPr>
                    </a:p>
                  </a:txBody>
                  <a:tcPr marL="7620" marR="7620" marT="7620" marB="0" anchor="b">
                    <a:noFill/>
                  </a:tcPr>
                </a:tc>
                <a:extLst>
                  <a:ext uri="{0D108BD9-81ED-4DB2-BD59-A6C34878D82A}">
                    <a16:rowId xmlns:a16="http://schemas.microsoft.com/office/drawing/2014/main" val="3991981665"/>
                  </a:ext>
                </a:extLst>
              </a:tr>
              <a:tr h="283089">
                <a:tc>
                  <a:txBody>
                    <a:bodyPr/>
                    <a:lstStyle/>
                    <a:p>
                      <a:pPr algn="ctr" fontAlgn="b">
                        <a:buNone/>
                      </a:pPr>
                      <a:r>
                        <a:rPr lang="fr-FR" sz="2000" u="none" strike="noStrike" dirty="0">
                          <a:effectLst/>
                          <a:latin typeface="+mj-lt"/>
                        </a:rPr>
                        <a:t>LA REDOUTE</a:t>
                      </a:r>
                      <a:endParaRPr lang="fr-FR" sz="2000" b="0" i="0" u="none" strike="noStrike" dirty="0">
                        <a:solidFill>
                          <a:srgbClr val="000000"/>
                        </a:solidFill>
                        <a:effectLst/>
                        <a:latin typeface="+mj-lt"/>
                      </a:endParaRPr>
                    </a:p>
                  </a:txBody>
                  <a:tcPr marL="7620" marR="7620" marT="7620" marB="0" anchor="b">
                    <a:noFill/>
                  </a:tcPr>
                </a:tc>
                <a:extLst>
                  <a:ext uri="{0D108BD9-81ED-4DB2-BD59-A6C34878D82A}">
                    <a16:rowId xmlns:a16="http://schemas.microsoft.com/office/drawing/2014/main" val="2435221017"/>
                  </a:ext>
                </a:extLst>
              </a:tr>
              <a:tr h="283089">
                <a:tc>
                  <a:txBody>
                    <a:bodyPr/>
                    <a:lstStyle/>
                    <a:p>
                      <a:pPr algn="ctr" fontAlgn="b">
                        <a:buNone/>
                      </a:pPr>
                      <a:r>
                        <a:rPr lang="fr-FR" sz="2000" u="none" strike="noStrike" dirty="0">
                          <a:effectLst/>
                          <a:latin typeface="+mj-lt"/>
                        </a:rPr>
                        <a:t>KSGB</a:t>
                      </a:r>
                      <a:endParaRPr lang="fr-FR" sz="2000" b="0" i="0" u="none" strike="noStrike" dirty="0">
                        <a:solidFill>
                          <a:srgbClr val="000000"/>
                        </a:solidFill>
                        <a:effectLst/>
                        <a:latin typeface="+mj-lt"/>
                      </a:endParaRPr>
                    </a:p>
                  </a:txBody>
                  <a:tcPr marL="7620" marR="7620" marT="7620" marB="0" anchor="b">
                    <a:noFill/>
                  </a:tcPr>
                </a:tc>
                <a:extLst>
                  <a:ext uri="{0D108BD9-81ED-4DB2-BD59-A6C34878D82A}">
                    <a16:rowId xmlns:a16="http://schemas.microsoft.com/office/drawing/2014/main" val="769694572"/>
                  </a:ext>
                </a:extLst>
              </a:tr>
            </a:tbl>
          </a:graphicData>
        </a:graphic>
      </p:graphicFrame>
      <p:graphicFrame>
        <p:nvGraphicFramePr>
          <p:cNvPr id="21" name="Tableau 20">
            <a:extLst>
              <a:ext uri="{FF2B5EF4-FFF2-40B4-BE49-F238E27FC236}">
                <a16:creationId xmlns:a16="http://schemas.microsoft.com/office/drawing/2014/main" id="{DB6768E3-F606-EA37-0742-BE9F960AD308}"/>
              </a:ext>
            </a:extLst>
          </p:cNvPr>
          <p:cNvGraphicFramePr>
            <a:graphicFrameLocks noGrp="1"/>
          </p:cNvGraphicFramePr>
          <p:nvPr/>
        </p:nvGraphicFramePr>
        <p:xfrm>
          <a:off x="14720698" y="5610701"/>
          <a:ext cx="2628900" cy="281178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389315879"/>
                    </a:ext>
                  </a:extLst>
                </a:gridCol>
              </a:tblGrid>
              <a:tr h="182880">
                <a:tc>
                  <a:txBody>
                    <a:bodyPr/>
                    <a:lstStyle/>
                    <a:p>
                      <a:pPr algn="ctr" fontAlgn="b">
                        <a:buNone/>
                      </a:pPr>
                      <a:r>
                        <a:rPr lang="fr-FR" sz="2000" u="none" strike="noStrike">
                          <a:effectLst/>
                          <a:latin typeface="+mj-lt"/>
                        </a:rPr>
                        <a:t>PANZANI</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724791921"/>
                  </a:ext>
                </a:extLst>
              </a:tr>
              <a:tr h="182880">
                <a:tc>
                  <a:txBody>
                    <a:bodyPr/>
                    <a:lstStyle/>
                    <a:p>
                      <a:pPr algn="ctr" fontAlgn="b">
                        <a:buNone/>
                      </a:pPr>
                      <a:r>
                        <a:rPr lang="fr-FR" sz="2000" u="none" strike="noStrike">
                          <a:effectLst/>
                          <a:latin typeface="+mj-lt"/>
                        </a:rPr>
                        <a:t>LF</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1231645134"/>
                  </a:ext>
                </a:extLst>
              </a:tr>
              <a:tr h="182880">
                <a:tc>
                  <a:txBody>
                    <a:bodyPr/>
                    <a:lstStyle/>
                    <a:p>
                      <a:pPr algn="ctr" fontAlgn="b">
                        <a:buNone/>
                      </a:pPr>
                      <a:r>
                        <a:rPr lang="fr-FR" sz="2000" u="none" strike="noStrike">
                          <a:effectLst/>
                          <a:latin typeface="+mj-lt"/>
                        </a:rPr>
                        <a:t>PEPSICO</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1461314648"/>
                  </a:ext>
                </a:extLst>
              </a:tr>
              <a:tr h="182880">
                <a:tc>
                  <a:txBody>
                    <a:bodyPr/>
                    <a:lstStyle/>
                    <a:p>
                      <a:pPr algn="ctr" fontAlgn="b">
                        <a:buNone/>
                      </a:pPr>
                      <a:r>
                        <a:rPr lang="fr-FR" sz="2000" u="none" strike="noStrike">
                          <a:effectLst/>
                          <a:latin typeface="+mj-lt"/>
                        </a:rPr>
                        <a:t>MAPA</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756322488"/>
                  </a:ext>
                </a:extLst>
              </a:tr>
              <a:tr h="182880">
                <a:tc>
                  <a:txBody>
                    <a:bodyPr/>
                    <a:lstStyle/>
                    <a:p>
                      <a:pPr algn="ctr" fontAlgn="b">
                        <a:buNone/>
                      </a:pPr>
                      <a:r>
                        <a:rPr lang="fr-FR" sz="2000" u="none" strike="noStrike">
                          <a:effectLst/>
                          <a:latin typeface="+mj-lt"/>
                        </a:rPr>
                        <a:t>PPG</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3478300184"/>
                  </a:ext>
                </a:extLst>
              </a:tr>
              <a:tr h="182880">
                <a:tc>
                  <a:txBody>
                    <a:bodyPr/>
                    <a:lstStyle/>
                    <a:p>
                      <a:pPr algn="ctr" fontAlgn="b">
                        <a:buNone/>
                      </a:pPr>
                      <a:r>
                        <a:rPr lang="fr-FR" sz="2000" u="none" strike="noStrike">
                          <a:effectLst/>
                          <a:latin typeface="+mj-lt"/>
                        </a:rPr>
                        <a:t>PROCTER &amp; GAMBLE</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529631237"/>
                  </a:ext>
                </a:extLst>
              </a:tr>
              <a:tr h="182880">
                <a:tc>
                  <a:txBody>
                    <a:bodyPr/>
                    <a:lstStyle/>
                    <a:p>
                      <a:pPr algn="ctr" fontAlgn="b">
                        <a:buNone/>
                      </a:pPr>
                      <a:r>
                        <a:rPr lang="fr-FR" sz="2000" u="none" strike="noStrike">
                          <a:effectLst/>
                          <a:latin typeface="+mj-lt"/>
                        </a:rPr>
                        <a:t>NESTLE PURINA</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1802595805"/>
                  </a:ext>
                </a:extLst>
              </a:tr>
              <a:tr h="182880">
                <a:tc>
                  <a:txBody>
                    <a:bodyPr/>
                    <a:lstStyle/>
                    <a:p>
                      <a:pPr algn="ctr" fontAlgn="b">
                        <a:buNone/>
                      </a:pPr>
                      <a:r>
                        <a:rPr lang="fr-FR" sz="2000" u="none" strike="noStrike">
                          <a:effectLst/>
                          <a:latin typeface="+mj-lt"/>
                        </a:rPr>
                        <a:t>ABINBEV </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1696863444"/>
                  </a:ext>
                </a:extLst>
              </a:tr>
              <a:tr h="182880">
                <a:tc>
                  <a:txBody>
                    <a:bodyPr/>
                    <a:lstStyle/>
                    <a:p>
                      <a:pPr algn="ctr" fontAlgn="b">
                        <a:buNone/>
                      </a:pPr>
                      <a:r>
                        <a:rPr lang="fr-FR" sz="2000" u="none" strike="noStrike">
                          <a:effectLst/>
                          <a:latin typeface="+mj-lt"/>
                        </a:rPr>
                        <a:t>HEINEKEN</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1626266833"/>
                  </a:ext>
                </a:extLst>
              </a:tr>
            </a:tbl>
          </a:graphicData>
        </a:graphic>
      </p:graphicFrame>
      <p:graphicFrame>
        <p:nvGraphicFramePr>
          <p:cNvPr id="22" name="Tableau 21">
            <a:extLst>
              <a:ext uri="{FF2B5EF4-FFF2-40B4-BE49-F238E27FC236}">
                <a16:creationId xmlns:a16="http://schemas.microsoft.com/office/drawing/2014/main" id="{BF8957FA-8EFF-060F-3EA8-3150FABA151A}"/>
              </a:ext>
            </a:extLst>
          </p:cNvPr>
          <p:cNvGraphicFramePr>
            <a:graphicFrameLocks noGrp="1"/>
          </p:cNvGraphicFramePr>
          <p:nvPr/>
        </p:nvGraphicFramePr>
        <p:xfrm>
          <a:off x="4144890" y="3154843"/>
          <a:ext cx="2628900" cy="249174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825628797"/>
                    </a:ext>
                  </a:extLst>
                </a:gridCol>
              </a:tblGrid>
              <a:tr h="182880">
                <a:tc>
                  <a:txBody>
                    <a:bodyPr/>
                    <a:lstStyle/>
                    <a:p>
                      <a:pPr algn="ctr" fontAlgn="b">
                        <a:buNone/>
                      </a:pPr>
                      <a:r>
                        <a:rPr lang="fr-FR" sz="2000" u="none" strike="noStrike" dirty="0">
                          <a:effectLst/>
                          <a:latin typeface="+mj-lt"/>
                        </a:rPr>
                        <a:t>AUCHAN RETAIL FRANCE</a:t>
                      </a:r>
                      <a:endParaRPr lang="fr-FR" sz="2000" b="0" i="0" u="none" strike="noStrike" dirty="0">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192387660"/>
                  </a:ext>
                </a:extLst>
              </a:tr>
              <a:tr h="182880">
                <a:tc>
                  <a:txBody>
                    <a:bodyPr/>
                    <a:lstStyle/>
                    <a:p>
                      <a:pPr algn="ctr" fontAlgn="b">
                        <a:buNone/>
                      </a:pPr>
                      <a:r>
                        <a:rPr lang="fr-FR" sz="2000" u="none" strike="noStrike">
                          <a:effectLst/>
                          <a:latin typeface="+mj-lt"/>
                        </a:rPr>
                        <a:t>INTERMARCHE</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1904686726"/>
                  </a:ext>
                </a:extLst>
              </a:tr>
              <a:tr h="182880">
                <a:tc>
                  <a:txBody>
                    <a:bodyPr/>
                    <a:lstStyle/>
                    <a:p>
                      <a:pPr algn="ctr" fontAlgn="b">
                        <a:buNone/>
                      </a:pPr>
                      <a:r>
                        <a:rPr lang="fr-FR" sz="2000" u="none" strike="noStrike">
                          <a:effectLst/>
                          <a:latin typeface="+mj-lt"/>
                        </a:rPr>
                        <a:t>U LOG</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731272875"/>
                  </a:ext>
                </a:extLst>
              </a:tr>
              <a:tr h="182880">
                <a:tc>
                  <a:txBody>
                    <a:bodyPr/>
                    <a:lstStyle/>
                    <a:p>
                      <a:pPr algn="ctr" fontAlgn="b">
                        <a:buNone/>
                      </a:pPr>
                      <a:r>
                        <a:rPr lang="fr-FR" sz="2000" u="none" strike="noStrike">
                          <a:effectLst/>
                          <a:latin typeface="+mj-lt"/>
                        </a:rPr>
                        <a:t>CARREFOUR</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820657210"/>
                  </a:ext>
                </a:extLst>
              </a:tr>
              <a:tr h="182880">
                <a:tc>
                  <a:txBody>
                    <a:bodyPr/>
                    <a:lstStyle/>
                    <a:p>
                      <a:pPr algn="ctr" fontAlgn="b">
                        <a:buNone/>
                      </a:pPr>
                      <a:r>
                        <a:rPr lang="fr-FR" sz="2000" u="none" strike="noStrike">
                          <a:effectLst/>
                          <a:latin typeface="+mj-lt"/>
                        </a:rPr>
                        <a:t>METRO</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3697460476"/>
                  </a:ext>
                </a:extLst>
              </a:tr>
              <a:tr h="182880">
                <a:tc>
                  <a:txBody>
                    <a:bodyPr/>
                    <a:lstStyle/>
                    <a:p>
                      <a:pPr algn="ctr" fontAlgn="b">
                        <a:buNone/>
                      </a:pPr>
                      <a:r>
                        <a:rPr lang="fr-FR" sz="2000" u="none" strike="noStrike" dirty="0">
                          <a:effectLst/>
                          <a:latin typeface="+mj-lt"/>
                        </a:rPr>
                        <a:t>LIDL</a:t>
                      </a:r>
                      <a:endParaRPr lang="fr-FR" sz="2000" b="0" i="0" u="none" strike="noStrike" dirty="0">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413645193"/>
                  </a:ext>
                </a:extLst>
              </a:tr>
              <a:tr h="182880">
                <a:tc>
                  <a:txBody>
                    <a:bodyPr/>
                    <a:lstStyle/>
                    <a:p>
                      <a:pPr algn="ctr" fontAlgn="b">
                        <a:buNone/>
                      </a:pPr>
                      <a:r>
                        <a:rPr lang="fr-FR" sz="2000" u="none" strike="noStrike">
                          <a:effectLst/>
                          <a:latin typeface="+mj-lt"/>
                        </a:rPr>
                        <a:t>LECASUD</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377997833"/>
                  </a:ext>
                </a:extLst>
              </a:tr>
            </a:tbl>
          </a:graphicData>
        </a:graphic>
      </p:graphicFrame>
      <p:graphicFrame>
        <p:nvGraphicFramePr>
          <p:cNvPr id="29" name="Tableau 28">
            <a:extLst>
              <a:ext uri="{FF2B5EF4-FFF2-40B4-BE49-F238E27FC236}">
                <a16:creationId xmlns:a16="http://schemas.microsoft.com/office/drawing/2014/main" id="{81DC8B09-4F60-0724-002A-242B07DC21B4}"/>
              </a:ext>
            </a:extLst>
          </p:cNvPr>
          <p:cNvGraphicFramePr>
            <a:graphicFrameLocks noGrp="1"/>
          </p:cNvGraphicFramePr>
          <p:nvPr/>
        </p:nvGraphicFramePr>
        <p:xfrm>
          <a:off x="467684" y="2974138"/>
          <a:ext cx="2628900" cy="62484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1501135194"/>
                    </a:ext>
                  </a:extLst>
                </a:gridCol>
              </a:tblGrid>
              <a:tr h="182880">
                <a:tc>
                  <a:txBody>
                    <a:bodyPr/>
                    <a:lstStyle/>
                    <a:p>
                      <a:pPr algn="ctr" fontAlgn="b">
                        <a:buNone/>
                      </a:pPr>
                      <a:r>
                        <a:rPr lang="fr-FR" sz="2000" u="none" strike="noStrike">
                          <a:effectLst/>
                          <a:latin typeface="+mj-lt"/>
                        </a:rPr>
                        <a:t>ROQUETTE</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007895221"/>
                  </a:ext>
                </a:extLst>
              </a:tr>
              <a:tr h="182880">
                <a:tc>
                  <a:txBody>
                    <a:bodyPr/>
                    <a:lstStyle/>
                    <a:p>
                      <a:pPr algn="ctr" fontAlgn="b">
                        <a:buNone/>
                      </a:pPr>
                      <a:r>
                        <a:rPr lang="fr-FR" sz="2000" u="none" strike="noStrike">
                          <a:effectLst/>
                          <a:latin typeface="+mj-lt"/>
                        </a:rPr>
                        <a:t>BOERHINGER</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052097331"/>
                  </a:ext>
                </a:extLst>
              </a:tr>
            </a:tbl>
          </a:graphicData>
        </a:graphic>
      </p:graphicFrame>
      <p:graphicFrame>
        <p:nvGraphicFramePr>
          <p:cNvPr id="30" name="Tableau 29">
            <a:extLst>
              <a:ext uri="{FF2B5EF4-FFF2-40B4-BE49-F238E27FC236}">
                <a16:creationId xmlns:a16="http://schemas.microsoft.com/office/drawing/2014/main" id="{EAFCDCA8-3097-4E51-D190-B1840790C65B}"/>
              </a:ext>
            </a:extLst>
          </p:cNvPr>
          <p:cNvGraphicFramePr>
            <a:graphicFrameLocks noGrp="1"/>
          </p:cNvGraphicFramePr>
          <p:nvPr/>
        </p:nvGraphicFramePr>
        <p:xfrm>
          <a:off x="11107236" y="7376224"/>
          <a:ext cx="2628900" cy="93726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4253793312"/>
                    </a:ext>
                  </a:extLst>
                </a:gridCol>
              </a:tblGrid>
              <a:tr h="182880">
                <a:tc>
                  <a:txBody>
                    <a:bodyPr/>
                    <a:lstStyle/>
                    <a:p>
                      <a:pPr algn="ctr" fontAlgn="b">
                        <a:buNone/>
                      </a:pPr>
                      <a:r>
                        <a:rPr lang="fr-FR" sz="2000" u="none" strike="noStrike">
                          <a:effectLst/>
                          <a:latin typeface="+mj-lt"/>
                        </a:rPr>
                        <a:t>SIGNIFY</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3242017352"/>
                  </a:ext>
                </a:extLst>
              </a:tr>
              <a:tr h="182880">
                <a:tc>
                  <a:txBody>
                    <a:bodyPr/>
                    <a:lstStyle/>
                    <a:p>
                      <a:pPr algn="ctr" fontAlgn="b">
                        <a:buNone/>
                      </a:pPr>
                      <a:r>
                        <a:rPr lang="fr-FR" sz="2000" u="none" strike="noStrike">
                          <a:effectLst/>
                          <a:latin typeface="+mj-lt"/>
                        </a:rPr>
                        <a:t>BOSCH</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997723236"/>
                  </a:ext>
                </a:extLst>
              </a:tr>
              <a:tr h="133324">
                <a:tc>
                  <a:txBody>
                    <a:bodyPr/>
                    <a:lstStyle/>
                    <a:p>
                      <a:pPr algn="ctr" fontAlgn="b">
                        <a:buNone/>
                      </a:pPr>
                      <a:r>
                        <a:rPr lang="fr-FR" sz="2000" u="none" strike="noStrike">
                          <a:effectLst/>
                          <a:latin typeface="+mj-lt"/>
                        </a:rPr>
                        <a:t>BOUYGUES TELECOM</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1360637167"/>
                  </a:ext>
                </a:extLst>
              </a:tr>
            </a:tbl>
          </a:graphicData>
        </a:graphic>
      </p:graphicFrame>
      <p:graphicFrame>
        <p:nvGraphicFramePr>
          <p:cNvPr id="31" name="Tableau 30">
            <a:extLst>
              <a:ext uri="{FF2B5EF4-FFF2-40B4-BE49-F238E27FC236}">
                <a16:creationId xmlns:a16="http://schemas.microsoft.com/office/drawing/2014/main" id="{902DCC54-CB14-0593-337E-C9BAF8F1BC04}"/>
              </a:ext>
            </a:extLst>
          </p:cNvPr>
          <p:cNvGraphicFramePr>
            <a:graphicFrameLocks noGrp="1"/>
          </p:cNvGraphicFramePr>
          <p:nvPr>
            <p:extLst>
              <p:ext uri="{D42A27DB-BD31-4B8C-83A1-F6EECF244321}">
                <p14:modId xmlns:p14="http://schemas.microsoft.com/office/powerpoint/2010/main" val="832901098"/>
              </p:ext>
            </p:extLst>
          </p:nvPr>
        </p:nvGraphicFramePr>
        <p:xfrm>
          <a:off x="7628395" y="3125733"/>
          <a:ext cx="2628900" cy="467106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1028068107"/>
                    </a:ext>
                  </a:extLst>
                </a:gridCol>
              </a:tblGrid>
              <a:tr h="182880">
                <a:tc>
                  <a:txBody>
                    <a:bodyPr/>
                    <a:lstStyle/>
                    <a:p>
                      <a:pPr algn="ctr" fontAlgn="b">
                        <a:buNone/>
                      </a:pPr>
                      <a:r>
                        <a:rPr lang="fr-FR" sz="2000" b="0" i="0" u="none" strike="noStrike" kern="1200" dirty="0">
                          <a:solidFill>
                            <a:srgbClr val="000000"/>
                          </a:solidFill>
                          <a:effectLst/>
                          <a:latin typeface="+mj-lt"/>
                          <a:ea typeface="+mn-ea"/>
                          <a:cs typeface="+mn-cs"/>
                        </a:rPr>
                        <a:t>SCREWFIX</a:t>
                      </a:r>
                    </a:p>
                  </a:txBody>
                  <a:tcPr marL="7620" marR="7620" marT="7620" marB="0" anchor="b">
                    <a:solidFill>
                      <a:schemeClr val="bg1"/>
                    </a:solidFill>
                  </a:tcPr>
                </a:tc>
                <a:extLst>
                  <a:ext uri="{0D108BD9-81ED-4DB2-BD59-A6C34878D82A}">
                    <a16:rowId xmlns:a16="http://schemas.microsoft.com/office/drawing/2014/main" val="1662397559"/>
                  </a:ext>
                </a:extLst>
              </a:tr>
              <a:tr h="182880">
                <a:tc>
                  <a:txBody>
                    <a:bodyPr/>
                    <a:lstStyle/>
                    <a:p>
                      <a:pPr algn="ctr" fontAlgn="b">
                        <a:buNone/>
                      </a:pPr>
                      <a:r>
                        <a:rPr lang="fr-FR" sz="2000" u="none" strike="noStrike">
                          <a:effectLst/>
                          <a:latin typeface="+mj-lt"/>
                        </a:rPr>
                        <a:t>BOULANGER</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872351612"/>
                  </a:ext>
                </a:extLst>
              </a:tr>
              <a:tr h="182880">
                <a:tc>
                  <a:txBody>
                    <a:bodyPr/>
                    <a:lstStyle/>
                    <a:p>
                      <a:pPr algn="ctr" fontAlgn="b">
                        <a:buNone/>
                      </a:pPr>
                      <a:r>
                        <a:rPr lang="fr-FR" sz="2000" u="none" strike="noStrike">
                          <a:effectLst/>
                          <a:latin typeface="+mj-lt"/>
                        </a:rPr>
                        <a:t>WELDOM</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138915293"/>
                  </a:ext>
                </a:extLst>
              </a:tr>
              <a:tr h="182880">
                <a:tc>
                  <a:txBody>
                    <a:bodyPr/>
                    <a:lstStyle/>
                    <a:p>
                      <a:pPr algn="ctr" fontAlgn="b">
                        <a:buNone/>
                      </a:pPr>
                      <a:r>
                        <a:rPr lang="fr-FR" sz="2000" u="none" strike="noStrike">
                          <a:effectLst/>
                          <a:latin typeface="+mj-lt"/>
                        </a:rPr>
                        <a:t>BRICOMAN</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1941653054"/>
                  </a:ext>
                </a:extLst>
              </a:tr>
              <a:tr h="182880">
                <a:tc>
                  <a:txBody>
                    <a:bodyPr/>
                    <a:lstStyle/>
                    <a:p>
                      <a:pPr algn="ctr" fontAlgn="b">
                        <a:buNone/>
                      </a:pPr>
                      <a:r>
                        <a:rPr lang="fr-FR" sz="2000" u="none" strike="noStrike">
                          <a:effectLst/>
                          <a:latin typeface="+mj-lt"/>
                        </a:rPr>
                        <a:t>LEROY MERLIN</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1482469053"/>
                  </a:ext>
                </a:extLst>
              </a:tr>
              <a:tr h="182880">
                <a:tc>
                  <a:txBody>
                    <a:bodyPr/>
                    <a:lstStyle/>
                    <a:p>
                      <a:pPr algn="ctr" fontAlgn="b">
                        <a:buNone/>
                      </a:pPr>
                      <a:r>
                        <a:rPr lang="fr-FR" sz="2000" u="none" strike="noStrike">
                          <a:effectLst/>
                          <a:latin typeface="+mj-lt"/>
                        </a:rPr>
                        <a:t>AUCHAN RETAIL INTERNATIONAL</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502194910"/>
                  </a:ext>
                </a:extLst>
              </a:tr>
              <a:tr h="182880">
                <a:tc>
                  <a:txBody>
                    <a:bodyPr/>
                    <a:lstStyle/>
                    <a:p>
                      <a:pPr algn="ctr" fontAlgn="b">
                        <a:buNone/>
                      </a:pPr>
                      <a:r>
                        <a:rPr lang="fr-FR" sz="2000" u="none" strike="noStrike" dirty="0">
                          <a:effectLst/>
                          <a:latin typeface="+mj-lt"/>
                        </a:rPr>
                        <a:t>KINGFISHER FRANCE</a:t>
                      </a:r>
                      <a:endParaRPr lang="fr-FR" sz="2000" b="0" i="0" u="none" strike="noStrike" dirty="0">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623128109"/>
                  </a:ext>
                </a:extLst>
              </a:tr>
              <a:tr h="182880">
                <a:tc>
                  <a:txBody>
                    <a:bodyPr/>
                    <a:lstStyle/>
                    <a:p>
                      <a:pPr algn="ctr" fontAlgn="b">
                        <a:buNone/>
                      </a:pPr>
                      <a:r>
                        <a:rPr lang="fr-FR" sz="2000" u="none" strike="noStrike">
                          <a:effectLst/>
                          <a:latin typeface="+mj-lt"/>
                        </a:rPr>
                        <a:t>DSC</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373859687"/>
                  </a:ext>
                </a:extLst>
              </a:tr>
              <a:tr h="182880">
                <a:tc>
                  <a:txBody>
                    <a:bodyPr/>
                    <a:lstStyle/>
                    <a:p>
                      <a:pPr algn="ctr" fontAlgn="b">
                        <a:buNone/>
                      </a:pPr>
                      <a:r>
                        <a:rPr lang="fr-FR" sz="2000" u="none" strike="noStrike">
                          <a:effectLst/>
                          <a:latin typeface="+mj-lt"/>
                        </a:rPr>
                        <a:t>LA PLATEFORME DU BÂTIMENT</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429604250"/>
                  </a:ext>
                </a:extLst>
              </a:tr>
              <a:tr h="182880">
                <a:tc>
                  <a:txBody>
                    <a:bodyPr/>
                    <a:lstStyle/>
                    <a:p>
                      <a:pPr algn="ctr" fontAlgn="b">
                        <a:buNone/>
                      </a:pPr>
                      <a:r>
                        <a:rPr lang="fr-FR" sz="2000" u="none" strike="noStrike">
                          <a:effectLst/>
                          <a:latin typeface="+mj-lt"/>
                        </a:rPr>
                        <a:t>GIBERT</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3241424198"/>
                  </a:ext>
                </a:extLst>
              </a:tr>
              <a:tr h="182880">
                <a:tc>
                  <a:txBody>
                    <a:bodyPr/>
                    <a:lstStyle/>
                    <a:p>
                      <a:pPr algn="ctr" fontAlgn="b">
                        <a:buNone/>
                      </a:pPr>
                      <a:r>
                        <a:rPr lang="fr-FR" sz="2000" u="none" strike="noStrike">
                          <a:effectLst/>
                          <a:latin typeface="+mj-lt"/>
                        </a:rPr>
                        <a:t>DESCOURS &amp; CABAUD</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3101717623"/>
                  </a:ext>
                </a:extLst>
              </a:tr>
              <a:tr h="182880">
                <a:tc>
                  <a:txBody>
                    <a:bodyPr/>
                    <a:lstStyle/>
                    <a:p>
                      <a:pPr algn="ctr" fontAlgn="b">
                        <a:buNone/>
                      </a:pPr>
                      <a:r>
                        <a:rPr lang="fr-FR" sz="2000" u="none" strike="noStrike">
                          <a:effectLst/>
                          <a:latin typeface="+mj-lt"/>
                        </a:rPr>
                        <a:t>GALERIES LAFAYETTE</a:t>
                      </a:r>
                      <a:endParaRPr lang="fr-FR" sz="2000" b="0" i="0" u="none" strike="noStrike">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733051198"/>
                  </a:ext>
                </a:extLst>
              </a:tr>
              <a:tr h="182880">
                <a:tc>
                  <a:txBody>
                    <a:bodyPr/>
                    <a:lstStyle/>
                    <a:p>
                      <a:pPr algn="ctr" fontAlgn="b">
                        <a:buNone/>
                      </a:pPr>
                      <a:r>
                        <a:rPr lang="fr-FR" sz="2000" u="none" strike="noStrike" dirty="0">
                          <a:effectLst/>
                          <a:latin typeface="+mj-lt"/>
                        </a:rPr>
                        <a:t>PRODESCA</a:t>
                      </a:r>
                      <a:endParaRPr lang="fr-FR" sz="2000" b="0" i="0" u="none" strike="noStrike" dirty="0">
                        <a:solidFill>
                          <a:srgbClr val="000000"/>
                        </a:solidFill>
                        <a:effectLst/>
                        <a:latin typeface="+mj-lt"/>
                      </a:endParaRPr>
                    </a:p>
                  </a:txBody>
                  <a:tcPr marL="7620" marR="7620" marT="7620" marB="0" anchor="b">
                    <a:solidFill>
                      <a:schemeClr val="bg1"/>
                    </a:solidFill>
                  </a:tcPr>
                </a:tc>
                <a:extLst>
                  <a:ext uri="{0D108BD9-81ED-4DB2-BD59-A6C34878D82A}">
                    <a16:rowId xmlns:a16="http://schemas.microsoft.com/office/drawing/2014/main" val="2090373719"/>
                  </a:ext>
                </a:extLst>
              </a:tr>
            </a:tbl>
          </a:graphicData>
        </a:graphic>
      </p:graphicFrame>
    </p:spTree>
    <p:extLst>
      <p:ext uri="{BB962C8B-B14F-4D97-AF65-F5344CB8AC3E}">
        <p14:creationId xmlns:p14="http://schemas.microsoft.com/office/powerpoint/2010/main" val="2722751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9C33E-222B-D0C9-4807-3F8A5027823C}"/>
            </a:ext>
          </a:extLst>
        </p:cNvPr>
        <p:cNvGrpSpPr/>
        <p:nvPr/>
      </p:nvGrpSpPr>
      <p:grpSpPr>
        <a:xfrm>
          <a:off x="0" y="0"/>
          <a:ext cx="0" cy="0"/>
          <a:chOff x="0" y="0"/>
          <a:chExt cx="0" cy="0"/>
        </a:xfrm>
      </p:grpSpPr>
      <p:graphicFrame>
        <p:nvGraphicFramePr>
          <p:cNvPr id="373" name="Tableau 372">
            <a:extLst>
              <a:ext uri="{FF2B5EF4-FFF2-40B4-BE49-F238E27FC236}">
                <a16:creationId xmlns:a16="http://schemas.microsoft.com/office/drawing/2014/main" id="{23FD9705-E252-ACF3-5859-08F5AFA19B5C}"/>
              </a:ext>
            </a:extLst>
          </p:cNvPr>
          <p:cNvGraphicFramePr>
            <a:graphicFrameLocks noGrp="1"/>
          </p:cNvGraphicFramePr>
          <p:nvPr/>
        </p:nvGraphicFramePr>
        <p:xfrm>
          <a:off x="16281448" y="2064413"/>
          <a:ext cx="1161139" cy="7543817"/>
        </p:xfrm>
        <a:graphic>
          <a:graphicData uri="http://schemas.openxmlformats.org/drawingml/2006/table">
            <a:tbl>
              <a:tblPr>
                <a:tableStyleId>{5C22544A-7EE6-4342-B048-85BDC9FD1C3A}</a:tableStyleId>
              </a:tblPr>
              <a:tblGrid>
                <a:gridCol w="1161139">
                  <a:extLst>
                    <a:ext uri="{9D8B030D-6E8A-4147-A177-3AD203B41FA5}">
                      <a16:colId xmlns:a16="http://schemas.microsoft.com/office/drawing/2014/main" val="1190803103"/>
                    </a:ext>
                  </a:extLst>
                </a:gridCol>
              </a:tblGrid>
              <a:tr h="250543">
                <a:tc>
                  <a:txBody>
                    <a:bodyPr/>
                    <a:lstStyle/>
                    <a:p>
                      <a:pPr algn="l" fontAlgn="b">
                        <a:buNone/>
                      </a:pPr>
                      <a:r>
                        <a:rPr lang="fr-FR" sz="1200" kern="1200">
                          <a:solidFill>
                            <a:srgbClr val="1A3256"/>
                          </a:solidFill>
                          <a:latin typeface="Segoe UI Semilight"/>
                          <a:ea typeface="+mn-ea"/>
                          <a:cs typeface="+mn-cs"/>
                        </a:rPr>
                        <a:t>             3,75 </a:t>
                      </a:r>
                    </a:p>
                  </a:txBody>
                  <a:tcPr marL="7620" marR="7620" marT="7620" marB="0" anchor="b">
                    <a:noFill/>
                  </a:tcPr>
                </a:tc>
                <a:extLst>
                  <a:ext uri="{0D108BD9-81ED-4DB2-BD59-A6C34878D82A}">
                    <a16:rowId xmlns:a16="http://schemas.microsoft.com/office/drawing/2014/main" val="1759581577"/>
                  </a:ext>
                </a:extLst>
              </a:tr>
              <a:tr h="250543">
                <a:tc>
                  <a:txBody>
                    <a:bodyPr/>
                    <a:lstStyle/>
                    <a:p>
                      <a:pPr algn="l" fontAlgn="b">
                        <a:buNone/>
                      </a:pPr>
                      <a:r>
                        <a:rPr lang="fr-FR" sz="1200" kern="1200">
                          <a:solidFill>
                            <a:srgbClr val="1A3256"/>
                          </a:solidFill>
                          <a:latin typeface="Segoe UI Semilight"/>
                          <a:ea typeface="+mn-ea"/>
                          <a:cs typeface="+mn-cs"/>
                        </a:rPr>
                        <a:t>             3,77 </a:t>
                      </a:r>
                    </a:p>
                  </a:txBody>
                  <a:tcPr marL="7620" marR="7620" marT="7620" marB="0" anchor="b">
                    <a:noFill/>
                  </a:tcPr>
                </a:tc>
                <a:extLst>
                  <a:ext uri="{0D108BD9-81ED-4DB2-BD59-A6C34878D82A}">
                    <a16:rowId xmlns:a16="http://schemas.microsoft.com/office/drawing/2014/main" val="21533335"/>
                  </a:ext>
                </a:extLst>
              </a:tr>
              <a:tr h="250543">
                <a:tc>
                  <a:txBody>
                    <a:bodyPr/>
                    <a:lstStyle/>
                    <a:p>
                      <a:pPr algn="l" fontAlgn="b">
                        <a:buNone/>
                      </a:pPr>
                      <a:r>
                        <a:rPr lang="fr-FR" sz="1200" kern="1200">
                          <a:solidFill>
                            <a:srgbClr val="1A3256"/>
                          </a:solidFill>
                          <a:latin typeface="Segoe UI Semilight"/>
                          <a:ea typeface="+mn-ea"/>
                          <a:cs typeface="+mn-cs"/>
                        </a:rPr>
                        <a:t>             3,53 </a:t>
                      </a:r>
                    </a:p>
                  </a:txBody>
                  <a:tcPr marL="7620" marR="7620" marT="7620" marB="0" anchor="b">
                    <a:noFill/>
                  </a:tcPr>
                </a:tc>
                <a:extLst>
                  <a:ext uri="{0D108BD9-81ED-4DB2-BD59-A6C34878D82A}">
                    <a16:rowId xmlns:a16="http://schemas.microsoft.com/office/drawing/2014/main" val="1392992136"/>
                  </a:ext>
                </a:extLst>
              </a:tr>
              <a:tr h="250543">
                <a:tc>
                  <a:txBody>
                    <a:bodyPr/>
                    <a:lstStyle/>
                    <a:p>
                      <a:pPr algn="l" fontAlgn="b">
                        <a:buNone/>
                      </a:pPr>
                      <a:r>
                        <a:rPr lang="fr-FR" sz="1200" kern="1200">
                          <a:solidFill>
                            <a:srgbClr val="1A3256"/>
                          </a:solidFill>
                          <a:latin typeface="Segoe UI Semilight"/>
                          <a:ea typeface="+mn-ea"/>
                          <a:cs typeface="+mn-cs"/>
                        </a:rPr>
                        <a:t>             3,79 </a:t>
                      </a:r>
                    </a:p>
                  </a:txBody>
                  <a:tcPr marL="7620" marR="7620" marT="7620" marB="0" anchor="b">
                    <a:noFill/>
                  </a:tcPr>
                </a:tc>
                <a:extLst>
                  <a:ext uri="{0D108BD9-81ED-4DB2-BD59-A6C34878D82A}">
                    <a16:rowId xmlns:a16="http://schemas.microsoft.com/office/drawing/2014/main" val="3197228128"/>
                  </a:ext>
                </a:extLst>
              </a:tr>
              <a:tr h="250543">
                <a:tc>
                  <a:txBody>
                    <a:bodyPr/>
                    <a:lstStyle/>
                    <a:p>
                      <a:pPr algn="l" fontAlgn="b">
                        <a:buNone/>
                      </a:pPr>
                      <a:r>
                        <a:rPr lang="fr-FR" sz="1200" kern="1200">
                          <a:solidFill>
                            <a:srgbClr val="1A3256"/>
                          </a:solidFill>
                          <a:latin typeface="Segoe UI Semilight"/>
                          <a:ea typeface="+mn-ea"/>
                          <a:cs typeface="+mn-cs"/>
                        </a:rPr>
                        <a:t>             3,92 </a:t>
                      </a:r>
                    </a:p>
                  </a:txBody>
                  <a:tcPr marL="7620" marR="7620" marT="7620" marB="0" anchor="b">
                    <a:noFill/>
                  </a:tcPr>
                </a:tc>
                <a:extLst>
                  <a:ext uri="{0D108BD9-81ED-4DB2-BD59-A6C34878D82A}">
                    <a16:rowId xmlns:a16="http://schemas.microsoft.com/office/drawing/2014/main" val="368801917"/>
                  </a:ext>
                </a:extLst>
              </a:tr>
              <a:tr h="250543">
                <a:tc>
                  <a:txBody>
                    <a:bodyPr/>
                    <a:lstStyle/>
                    <a:p>
                      <a:pPr algn="l" fontAlgn="b">
                        <a:buNone/>
                      </a:pPr>
                      <a:r>
                        <a:rPr lang="fr-FR" sz="1200" kern="1200">
                          <a:solidFill>
                            <a:srgbClr val="1A3256"/>
                          </a:solidFill>
                          <a:latin typeface="Segoe UI Semilight"/>
                          <a:ea typeface="+mn-ea"/>
                          <a:cs typeface="+mn-cs"/>
                        </a:rPr>
                        <a:t>             4,12 </a:t>
                      </a:r>
                    </a:p>
                  </a:txBody>
                  <a:tcPr marL="7620" marR="7620" marT="7620" marB="0" anchor="b">
                    <a:noFill/>
                  </a:tcPr>
                </a:tc>
                <a:extLst>
                  <a:ext uri="{0D108BD9-81ED-4DB2-BD59-A6C34878D82A}">
                    <a16:rowId xmlns:a16="http://schemas.microsoft.com/office/drawing/2014/main" val="2484931697"/>
                  </a:ext>
                </a:extLst>
              </a:tr>
              <a:tr h="194789">
                <a:tc>
                  <a:txBody>
                    <a:bodyPr/>
                    <a:lstStyle/>
                    <a:p>
                      <a:pPr algn="l" fontAlgn="b">
                        <a:buNone/>
                      </a:pPr>
                      <a:r>
                        <a:rPr lang="fr-FR" sz="1200" kern="1200">
                          <a:solidFill>
                            <a:srgbClr val="1A3256"/>
                          </a:solidFill>
                          <a:latin typeface="Segoe UI Semilight"/>
                          <a:ea typeface="+mn-ea"/>
                          <a:cs typeface="+mn-cs"/>
                        </a:rPr>
                        <a:t>           </a:t>
                      </a:r>
                      <a:r>
                        <a:rPr lang="fr-FR" sz="1200" b="1" kern="1200">
                          <a:solidFill>
                            <a:srgbClr val="1A3256"/>
                          </a:solidFill>
                          <a:latin typeface="Segoe UI Semilight"/>
                          <a:ea typeface="+mn-ea"/>
                          <a:cs typeface="+mn-cs"/>
                        </a:rPr>
                        <a:t>NEW</a:t>
                      </a:r>
                      <a:r>
                        <a:rPr lang="fr-FR" sz="1200" kern="1200">
                          <a:solidFill>
                            <a:srgbClr val="1A3256"/>
                          </a:solidFill>
                          <a:latin typeface="Segoe UI Semilight"/>
                          <a:ea typeface="+mn-ea"/>
                          <a:cs typeface="+mn-cs"/>
                        </a:rPr>
                        <a:t> </a:t>
                      </a:r>
                    </a:p>
                  </a:txBody>
                  <a:tcPr marL="7620" marR="7620" marT="7620" marB="0" anchor="b">
                    <a:noFill/>
                  </a:tcPr>
                </a:tc>
                <a:extLst>
                  <a:ext uri="{0D108BD9-81ED-4DB2-BD59-A6C34878D82A}">
                    <a16:rowId xmlns:a16="http://schemas.microsoft.com/office/drawing/2014/main" val="4096530508"/>
                  </a:ext>
                </a:extLst>
              </a:tr>
              <a:tr h="250543">
                <a:tc>
                  <a:txBody>
                    <a:bodyPr/>
                    <a:lstStyle/>
                    <a:p>
                      <a:pPr algn="l" fontAlgn="b">
                        <a:buNone/>
                      </a:pPr>
                      <a:r>
                        <a:rPr lang="fr-FR" sz="1200" kern="1200">
                          <a:solidFill>
                            <a:srgbClr val="1A3256"/>
                          </a:solidFill>
                          <a:latin typeface="Segoe UI Semilight"/>
                          <a:ea typeface="+mn-ea"/>
                          <a:cs typeface="+mn-cs"/>
                        </a:rPr>
                        <a:t>             3,87 </a:t>
                      </a:r>
                    </a:p>
                  </a:txBody>
                  <a:tcPr marL="7620" marR="7620" marT="7620" marB="0" anchor="b">
                    <a:noFill/>
                  </a:tcPr>
                </a:tc>
                <a:extLst>
                  <a:ext uri="{0D108BD9-81ED-4DB2-BD59-A6C34878D82A}">
                    <a16:rowId xmlns:a16="http://schemas.microsoft.com/office/drawing/2014/main" val="58150089"/>
                  </a:ext>
                </a:extLst>
              </a:tr>
              <a:tr h="250543">
                <a:tc>
                  <a:txBody>
                    <a:bodyPr/>
                    <a:lstStyle/>
                    <a:p>
                      <a:pPr algn="l" fontAlgn="b">
                        <a:buNone/>
                      </a:pPr>
                      <a:r>
                        <a:rPr lang="fr-FR" sz="1200" kern="1200">
                          <a:solidFill>
                            <a:srgbClr val="1A3256"/>
                          </a:solidFill>
                          <a:latin typeface="Segoe UI Semilight"/>
                          <a:ea typeface="+mn-ea"/>
                          <a:cs typeface="+mn-cs"/>
                        </a:rPr>
                        <a:t>             4,06 </a:t>
                      </a:r>
                    </a:p>
                  </a:txBody>
                  <a:tcPr marL="7620" marR="7620" marT="7620" marB="0" anchor="b">
                    <a:noFill/>
                  </a:tcPr>
                </a:tc>
                <a:extLst>
                  <a:ext uri="{0D108BD9-81ED-4DB2-BD59-A6C34878D82A}">
                    <a16:rowId xmlns:a16="http://schemas.microsoft.com/office/drawing/2014/main" val="3019039594"/>
                  </a:ext>
                </a:extLst>
              </a:tr>
              <a:tr h="250543">
                <a:tc>
                  <a:txBody>
                    <a:bodyPr/>
                    <a:lstStyle/>
                    <a:p>
                      <a:pPr algn="l" fontAlgn="b">
                        <a:buNone/>
                      </a:pPr>
                      <a:r>
                        <a:rPr lang="fr-FR" sz="1200" kern="1200">
                          <a:solidFill>
                            <a:srgbClr val="1A3256"/>
                          </a:solidFill>
                          <a:latin typeface="Segoe UI Semilight"/>
                          <a:ea typeface="+mn-ea"/>
                          <a:cs typeface="+mn-cs"/>
                        </a:rPr>
                        <a:t>             3,71 </a:t>
                      </a:r>
                    </a:p>
                  </a:txBody>
                  <a:tcPr marL="7620" marR="7620" marT="7620" marB="0" anchor="b">
                    <a:noFill/>
                  </a:tcPr>
                </a:tc>
                <a:extLst>
                  <a:ext uri="{0D108BD9-81ED-4DB2-BD59-A6C34878D82A}">
                    <a16:rowId xmlns:a16="http://schemas.microsoft.com/office/drawing/2014/main" val="3748255398"/>
                  </a:ext>
                </a:extLst>
              </a:tr>
              <a:tr h="250543">
                <a:tc>
                  <a:txBody>
                    <a:bodyPr/>
                    <a:lstStyle/>
                    <a:p>
                      <a:pPr algn="l" fontAlgn="b">
                        <a:buNone/>
                      </a:pPr>
                      <a:r>
                        <a:rPr lang="fr-FR" sz="1200" kern="1200">
                          <a:solidFill>
                            <a:srgbClr val="1A3256"/>
                          </a:solidFill>
                          <a:latin typeface="Segoe UI Semilight"/>
                          <a:ea typeface="+mn-ea"/>
                          <a:cs typeface="+mn-cs"/>
                        </a:rPr>
                        <a:t>             3,73 </a:t>
                      </a:r>
                    </a:p>
                  </a:txBody>
                  <a:tcPr marL="7620" marR="7620" marT="7620" marB="0" anchor="b">
                    <a:noFill/>
                  </a:tcPr>
                </a:tc>
                <a:extLst>
                  <a:ext uri="{0D108BD9-81ED-4DB2-BD59-A6C34878D82A}">
                    <a16:rowId xmlns:a16="http://schemas.microsoft.com/office/drawing/2014/main" val="271187739"/>
                  </a:ext>
                </a:extLst>
              </a:tr>
              <a:tr h="250543">
                <a:tc>
                  <a:txBody>
                    <a:bodyPr/>
                    <a:lstStyle/>
                    <a:p>
                      <a:pPr algn="l" fontAlgn="b">
                        <a:buNone/>
                      </a:pPr>
                      <a:r>
                        <a:rPr lang="fr-FR" sz="1200" kern="1200">
                          <a:solidFill>
                            <a:srgbClr val="1A3256"/>
                          </a:solidFill>
                          <a:latin typeface="Segoe UI Semilight"/>
                          <a:ea typeface="+mn-ea"/>
                          <a:cs typeface="+mn-cs"/>
                        </a:rPr>
                        <a:t>             3,74 </a:t>
                      </a:r>
                    </a:p>
                  </a:txBody>
                  <a:tcPr marL="7620" marR="7620" marT="7620" marB="0" anchor="b">
                    <a:noFill/>
                  </a:tcPr>
                </a:tc>
                <a:extLst>
                  <a:ext uri="{0D108BD9-81ED-4DB2-BD59-A6C34878D82A}">
                    <a16:rowId xmlns:a16="http://schemas.microsoft.com/office/drawing/2014/main" val="2561178476"/>
                  </a:ext>
                </a:extLst>
              </a:tr>
              <a:tr h="250543">
                <a:tc>
                  <a:txBody>
                    <a:bodyPr/>
                    <a:lstStyle/>
                    <a:p>
                      <a:pPr algn="l" fontAlgn="b">
                        <a:buNone/>
                      </a:pPr>
                      <a:r>
                        <a:rPr lang="fr-FR" sz="1200" kern="1200">
                          <a:solidFill>
                            <a:srgbClr val="1A3256"/>
                          </a:solidFill>
                          <a:latin typeface="Segoe UI Semilight"/>
                          <a:ea typeface="+mn-ea"/>
                          <a:cs typeface="+mn-cs"/>
                        </a:rPr>
                        <a:t>             3,26 </a:t>
                      </a:r>
                    </a:p>
                  </a:txBody>
                  <a:tcPr marL="7620" marR="7620" marT="7620" marB="0" anchor="b">
                    <a:noFill/>
                  </a:tcPr>
                </a:tc>
                <a:extLst>
                  <a:ext uri="{0D108BD9-81ED-4DB2-BD59-A6C34878D82A}">
                    <a16:rowId xmlns:a16="http://schemas.microsoft.com/office/drawing/2014/main" val="2611499593"/>
                  </a:ext>
                </a:extLst>
              </a:tr>
              <a:tr h="250543">
                <a:tc>
                  <a:txBody>
                    <a:bodyPr/>
                    <a:lstStyle/>
                    <a:p>
                      <a:pPr algn="l" fontAlgn="b">
                        <a:buNone/>
                      </a:pPr>
                      <a:r>
                        <a:rPr lang="fr-FR" sz="1200" kern="1200">
                          <a:solidFill>
                            <a:srgbClr val="1A3256"/>
                          </a:solidFill>
                          <a:latin typeface="Segoe UI Semilight"/>
                          <a:ea typeface="+mn-ea"/>
                          <a:cs typeface="+mn-cs"/>
                        </a:rPr>
                        <a:t>             3,45 </a:t>
                      </a:r>
                    </a:p>
                  </a:txBody>
                  <a:tcPr marL="7620" marR="7620" marT="7620" marB="0" anchor="b">
                    <a:noFill/>
                  </a:tcPr>
                </a:tc>
                <a:extLst>
                  <a:ext uri="{0D108BD9-81ED-4DB2-BD59-A6C34878D82A}">
                    <a16:rowId xmlns:a16="http://schemas.microsoft.com/office/drawing/2014/main" val="731105889"/>
                  </a:ext>
                </a:extLst>
              </a:tr>
              <a:tr h="250543">
                <a:tc>
                  <a:txBody>
                    <a:bodyPr/>
                    <a:lstStyle/>
                    <a:p>
                      <a:pPr algn="l" fontAlgn="b">
                        <a:buNone/>
                      </a:pPr>
                      <a:r>
                        <a:rPr lang="fr-FR" sz="1200" kern="1200">
                          <a:solidFill>
                            <a:srgbClr val="1A3256"/>
                          </a:solidFill>
                          <a:latin typeface="Segoe UI Semilight"/>
                          <a:ea typeface="+mn-ea"/>
                          <a:cs typeface="+mn-cs"/>
                        </a:rPr>
                        <a:t>             2,55 </a:t>
                      </a:r>
                    </a:p>
                  </a:txBody>
                  <a:tcPr marL="7620" marR="7620" marT="7620" marB="0" anchor="b">
                    <a:noFill/>
                  </a:tcPr>
                </a:tc>
                <a:extLst>
                  <a:ext uri="{0D108BD9-81ED-4DB2-BD59-A6C34878D82A}">
                    <a16:rowId xmlns:a16="http://schemas.microsoft.com/office/drawing/2014/main" val="624835095"/>
                  </a:ext>
                </a:extLst>
              </a:tr>
              <a:tr h="250543">
                <a:tc>
                  <a:txBody>
                    <a:bodyPr/>
                    <a:lstStyle/>
                    <a:p>
                      <a:pPr algn="l" fontAlgn="b">
                        <a:buNone/>
                      </a:pPr>
                      <a:r>
                        <a:rPr lang="fr-FR" sz="1200" kern="1200">
                          <a:solidFill>
                            <a:srgbClr val="1A3256"/>
                          </a:solidFill>
                          <a:latin typeface="Segoe UI Semilight"/>
                          <a:ea typeface="+mn-ea"/>
                          <a:cs typeface="+mn-cs"/>
                        </a:rPr>
                        <a:t>             3,83 </a:t>
                      </a:r>
                    </a:p>
                  </a:txBody>
                  <a:tcPr marL="7620" marR="7620" marT="7620" marB="0" anchor="b">
                    <a:noFill/>
                  </a:tcPr>
                </a:tc>
                <a:extLst>
                  <a:ext uri="{0D108BD9-81ED-4DB2-BD59-A6C34878D82A}">
                    <a16:rowId xmlns:a16="http://schemas.microsoft.com/office/drawing/2014/main" val="1146669003"/>
                  </a:ext>
                </a:extLst>
              </a:tr>
              <a:tr h="250543">
                <a:tc>
                  <a:txBody>
                    <a:bodyPr/>
                    <a:lstStyle/>
                    <a:p>
                      <a:pPr algn="l" fontAlgn="b">
                        <a:buNone/>
                      </a:pPr>
                      <a:r>
                        <a:rPr lang="fr-FR" sz="1200" kern="1200">
                          <a:solidFill>
                            <a:srgbClr val="1A3256"/>
                          </a:solidFill>
                          <a:latin typeface="Segoe UI Semilight"/>
                          <a:ea typeface="+mn-ea"/>
                          <a:cs typeface="+mn-cs"/>
                        </a:rPr>
                        <a:t>             4,30 </a:t>
                      </a:r>
                    </a:p>
                  </a:txBody>
                  <a:tcPr marL="7620" marR="7620" marT="7620" marB="0" anchor="b">
                    <a:noFill/>
                  </a:tcPr>
                </a:tc>
                <a:extLst>
                  <a:ext uri="{0D108BD9-81ED-4DB2-BD59-A6C34878D82A}">
                    <a16:rowId xmlns:a16="http://schemas.microsoft.com/office/drawing/2014/main" val="92286713"/>
                  </a:ext>
                </a:extLst>
              </a:tr>
              <a:tr h="250543">
                <a:tc>
                  <a:txBody>
                    <a:bodyPr/>
                    <a:lstStyle/>
                    <a:p>
                      <a:pPr algn="l" fontAlgn="b">
                        <a:buNone/>
                      </a:pPr>
                      <a:r>
                        <a:rPr lang="fr-FR" sz="1200" kern="1200">
                          <a:solidFill>
                            <a:srgbClr val="1A3256"/>
                          </a:solidFill>
                          <a:latin typeface="Segoe UI Semilight"/>
                          <a:ea typeface="+mn-ea"/>
                          <a:cs typeface="+mn-cs"/>
                        </a:rPr>
                        <a:t>             4,19 </a:t>
                      </a:r>
                    </a:p>
                  </a:txBody>
                  <a:tcPr marL="7620" marR="7620" marT="7620" marB="0" anchor="b">
                    <a:noFill/>
                  </a:tcPr>
                </a:tc>
                <a:extLst>
                  <a:ext uri="{0D108BD9-81ED-4DB2-BD59-A6C34878D82A}">
                    <a16:rowId xmlns:a16="http://schemas.microsoft.com/office/drawing/2014/main" val="1649161776"/>
                  </a:ext>
                </a:extLst>
              </a:tr>
              <a:tr h="250543">
                <a:tc>
                  <a:txBody>
                    <a:bodyPr/>
                    <a:lstStyle/>
                    <a:p>
                      <a:pPr algn="l" fontAlgn="b">
                        <a:buNone/>
                      </a:pPr>
                      <a:r>
                        <a:rPr lang="fr-FR" sz="1200" kern="1200">
                          <a:solidFill>
                            <a:srgbClr val="1A3256"/>
                          </a:solidFill>
                          <a:latin typeface="Segoe UI Semilight"/>
                          <a:ea typeface="+mn-ea"/>
                          <a:cs typeface="+mn-cs"/>
                        </a:rPr>
                        <a:t>             3,38 </a:t>
                      </a:r>
                    </a:p>
                  </a:txBody>
                  <a:tcPr marL="7620" marR="7620" marT="7620" marB="0" anchor="b">
                    <a:noFill/>
                  </a:tcPr>
                </a:tc>
                <a:extLst>
                  <a:ext uri="{0D108BD9-81ED-4DB2-BD59-A6C34878D82A}">
                    <a16:rowId xmlns:a16="http://schemas.microsoft.com/office/drawing/2014/main" val="510630087"/>
                  </a:ext>
                </a:extLst>
              </a:tr>
              <a:tr h="250543">
                <a:tc>
                  <a:txBody>
                    <a:bodyPr/>
                    <a:lstStyle/>
                    <a:p>
                      <a:pPr algn="l" fontAlgn="b">
                        <a:buNone/>
                      </a:pPr>
                      <a:r>
                        <a:rPr lang="fr-FR" sz="1200" kern="1200">
                          <a:solidFill>
                            <a:srgbClr val="1A3256"/>
                          </a:solidFill>
                          <a:latin typeface="Segoe UI Semilight"/>
                          <a:ea typeface="+mn-ea"/>
                          <a:cs typeface="+mn-cs"/>
                        </a:rPr>
                        <a:t>             3,29 </a:t>
                      </a:r>
                    </a:p>
                  </a:txBody>
                  <a:tcPr marL="7620" marR="7620" marT="7620" marB="0" anchor="b">
                    <a:noFill/>
                  </a:tcPr>
                </a:tc>
                <a:extLst>
                  <a:ext uri="{0D108BD9-81ED-4DB2-BD59-A6C34878D82A}">
                    <a16:rowId xmlns:a16="http://schemas.microsoft.com/office/drawing/2014/main" val="1452220371"/>
                  </a:ext>
                </a:extLst>
              </a:tr>
              <a:tr h="250543">
                <a:tc>
                  <a:txBody>
                    <a:bodyPr/>
                    <a:lstStyle/>
                    <a:p>
                      <a:pPr algn="l" fontAlgn="b">
                        <a:buNone/>
                      </a:pPr>
                      <a:r>
                        <a:rPr lang="fr-FR" sz="1200" kern="1200">
                          <a:solidFill>
                            <a:srgbClr val="1A3256"/>
                          </a:solidFill>
                          <a:latin typeface="Segoe UI Semilight"/>
                          <a:ea typeface="+mn-ea"/>
                          <a:cs typeface="+mn-cs"/>
                        </a:rPr>
                        <a:t>             3,24 </a:t>
                      </a:r>
                    </a:p>
                  </a:txBody>
                  <a:tcPr marL="7620" marR="7620" marT="7620" marB="0" anchor="b">
                    <a:noFill/>
                  </a:tcPr>
                </a:tc>
                <a:extLst>
                  <a:ext uri="{0D108BD9-81ED-4DB2-BD59-A6C34878D82A}">
                    <a16:rowId xmlns:a16="http://schemas.microsoft.com/office/drawing/2014/main" val="3306345166"/>
                  </a:ext>
                </a:extLst>
              </a:tr>
              <a:tr h="194789">
                <a:tc>
                  <a:txBody>
                    <a:bodyPr/>
                    <a:lstStyle/>
                    <a:p>
                      <a:pPr algn="l" fontAlgn="b">
                        <a:buNone/>
                      </a:pPr>
                      <a:r>
                        <a:rPr lang="fr-FR" sz="1200" kern="1200" dirty="0">
                          <a:solidFill>
                            <a:srgbClr val="1A3256"/>
                          </a:solidFill>
                          <a:latin typeface="Segoe UI Semilight"/>
                          <a:ea typeface="+mn-ea"/>
                          <a:cs typeface="+mn-cs"/>
                        </a:rPr>
                        <a:t>             4,26 </a:t>
                      </a:r>
                    </a:p>
                  </a:txBody>
                  <a:tcPr marL="7620" marR="7620" marT="7620" marB="0" anchor="b">
                    <a:noFill/>
                  </a:tcPr>
                </a:tc>
                <a:extLst>
                  <a:ext uri="{0D108BD9-81ED-4DB2-BD59-A6C34878D82A}">
                    <a16:rowId xmlns:a16="http://schemas.microsoft.com/office/drawing/2014/main" val="2417065273"/>
                  </a:ext>
                </a:extLst>
              </a:tr>
              <a:tr h="250543">
                <a:tc>
                  <a:txBody>
                    <a:bodyPr/>
                    <a:lstStyle/>
                    <a:p>
                      <a:pPr algn="l" fontAlgn="b">
                        <a:buNone/>
                      </a:pPr>
                      <a:r>
                        <a:rPr lang="fr-FR" sz="1200" kern="1200">
                          <a:solidFill>
                            <a:srgbClr val="1A3256"/>
                          </a:solidFill>
                          <a:latin typeface="Segoe UI Semilight"/>
                          <a:ea typeface="+mn-ea"/>
                          <a:cs typeface="+mn-cs"/>
                        </a:rPr>
                        <a:t>             3,95 </a:t>
                      </a:r>
                    </a:p>
                  </a:txBody>
                  <a:tcPr marL="7620" marR="7620" marT="7620" marB="0" anchor="b">
                    <a:noFill/>
                  </a:tcPr>
                </a:tc>
                <a:extLst>
                  <a:ext uri="{0D108BD9-81ED-4DB2-BD59-A6C34878D82A}">
                    <a16:rowId xmlns:a16="http://schemas.microsoft.com/office/drawing/2014/main" val="2833507725"/>
                  </a:ext>
                </a:extLst>
              </a:tr>
              <a:tr h="250543">
                <a:tc>
                  <a:txBody>
                    <a:bodyPr/>
                    <a:lstStyle/>
                    <a:p>
                      <a:pPr algn="l" fontAlgn="b">
                        <a:buNone/>
                      </a:pPr>
                      <a:r>
                        <a:rPr lang="fr-FR" sz="1200" kern="1200">
                          <a:solidFill>
                            <a:srgbClr val="1A3256"/>
                          </a:solidFill>
                          <a:latin typeface="Segoe UI Semilight"/>
                          <a:ea typeface="+mn-ea"/>
                          <a:cs typeface="+mn-cs"/>
                        </a:rPr>
                        <a:t>             2,58 </a:t>
                      </a:r>
                    </a:p>
                  </a:txBody>
                  <a:tcPr marL="7620" marR="7620" marT="7620" marB="0" anchor="b">
                    <a:noFill/>
                  </a:tcPr>
                </a:tc>
                <a:extLst>
                  <a:ext uri="{0D108BD9-81ED-4DB2-BD59-A6C34878D82A}">
                    <a16:rowId xmlns:a16="http://schemas.microsoft.com/office/drawing/2014/main" val="463231891"/>
                  </a:ext>
                </a:extLst>
              </a:tr>
              <a:tr h="250543">
                <a:tc>
                  <a:txBody>
                    <a:bodyPr/>
                    <a:lstStyle/>
                    <a:p>
                      <a:pPr algn="l" fontAlgn="b">
                        <a:buNone/>
                      </a:pPr>
                      <a:r>
                        <a:rPr lang="fr-FR" sz="1200" kern="1200">
                          <a:solidFill>
                            <a:srgbClr val="1A3256"/>
                          </a:solidFill>
                          <a:latin typeface="Segoe UI Semilight"/>
                          <a:ea typeface="+mn-ea"/>
                          <a:cs typeface="+mn-cs"/>
                        </a:rPr>
                        <a:t>             3,67 </a:t>
                      </a:r>
                    </a:p>
                  </a:txBody>
                  <a:tcPr marL="7620" marR="7620" marT="7620" marB="0" anchor="b">
                    <a:noFill/>
                  </a:tcPr>
                </a:tc>
                <a:extLst>
                  <a:ext uri="{0D108BD9-81ED-4DB2-BD59-A6C34878D82A}">
                    <a16:rowId xmlns:a16="http://schemas.microsoft.com/office/drawing/2014/main" val="397400026"/>
                  </a:ext>
                </a:extLst>
              </a:tr>
              <a:tr h="250543">
                <a:tc>
                  <a:txBody>
                    <a:bodyPr/>
                    <a:lstStyle/>
                    <a:p>
                      <a:pPr algn="l" fontAlgn="b">
                        <a:buNone/>
                      </a:pPr>
                      <a:r>
                        <a:rPr lang="fr-FR" sz="1200" kern="1200">
                          <a:solidFill>
                            <a:srgbClr val="1A3256"/>
                          </a:solidFill>
                          <a:latin typeface="Segoe UI Semilight"/>
                          <a:ea typeface="+mn-ea"/>
                          <a:cs typeface="+mn-cs"/>
                        </a:rPr>
                        <a:t>             2,83 </a:t>
                      </a:r>
                    </a:p>
                  </a:txBody>
                  <a:tcPr marL="7620" marR="7620" marT="7620" marB="0" anchor="b">
                    <a:noFill/>
                  </a:tcPr>
                </a:tc>
                <a:extLst>
                  <a:ext uri="{0D108BD9-81ED-4DB2-BD59-A6C34878D82A}">
                    <a16:rowId xmlns:a16="http://schemas.microsoft.com/office/drawing/2014/main" val="384302195"/>
                  </a:ext>
                </a:extLst>
              </a:tr>
              <a:tr h="250543">
                <a:tc>
                  <a:txBody>
                    <a:bodyPr/>
                    <a:lstStyle/>
                    <a:p>
                      <a:pPr algn="l" fontAlgn="b">
                        <a:buNone/>
                      </a:pPr>
                      <a:r>
                        <a:rPr lang="fr-FR" sz="1200" kern="1200">
                          <a:solidFill>
                            <a:srgbClr val="1A3256"/>
                          </a:solidFill>
                          <a:latin typeface="Segoe UI Semilight"/>
                          <a:ea typeface="+mn-ea"/>
                          <a:cs typeface="+mn-cs"/>
                        </a:rPr>
                        <a:t>             3,93 </a:t>
                      </a:r>
                    </a:p>
                  </a:txBody>
                  <a:tcPr marL="7620" marR="7620" marT="7620" marB="0" anchor="b">
                    <a:noFill/>
                  </a:tcPr>
                </a:tc>
                <a:extLst>
                  <a:ext uri="{0D108BD9-81ED-4DB2-BD59-A6C34878D82A}">
                    <a16:rowId xmlns:a16="http://schemas.microsoft.com/office/drawing/2014/main" val="243202080"/>
                  </a:ext>
                </a:extLst>
              </a:tr>
              <a:tr h="250543">
                <a:tc>
                  <a:txBody>
                    <a:bodyPr/>
                    <a:lstStyle/>
                    <a:p>
                      <a:pPr algn="l" fontAlgn="b">
                        <a:buNone/>
                      </a:pPr>
                      <a:r>
                        <a:rPr lang="fr-FR" sz="1200" kern="1200">
                          <a:solidFill>
                            <a:srgbClr val="1A3256"/>
                          </a:solidFill>
                          <a:latin typeface="Segoe UI Semilight"/>
                          <a:ea typeface="+mn-ea"/>
                          <a:cs typeface="+mn-cs"/>
                        </a:rPr>
                        <a:t>             2,80 </a:t>
                      </a:r>
                    </a:p>
                  </a:txBody>
                  <a:tcPr marL="7620" marR="7620" marT="7620" marB="0" anchor="b">
                    <a:noFill/>
                  </a:tcPr>
                </a:tc>
                <a:extLst>
                  <a:ext uri="{0D108BD9-81ED-4DB2-BD59-A6C34878D82A}">
                    <a16:rowId xmlns:a16="http://schemas.microsoft.com/office/drawing/2014/main" val="1525456936"/>
                  </a:ext>
                </a:extLst>
              </a:tr>
              <a:tr h="250543">
                <a:tc>
                  <a:txBody>
                    <a:bodyPr/>
                    <a:lstStyle/>
                    <a:p>
                      <a:pPr algn="l" fontAlgn="b">
                        <a:buNone/>
                      </a:pPr>
                      <a:r>
                        <a:rPr lang="fr-FR" sz="1200" kern="1200">
                          <a:solidFill>
                            <a:srgbClr val="1A3256"/>
                          </a:solidFill>
                          <a:latin typeface="Segoe UI Semilight"/>
                          <a:ea typeface="+mn-ea"/>
                          <a:cs typeface="+mn-cs"/>
                        </a:rPr>
                        <a:t>             2,71 </a:t>
                      </a:r>
                    </a:p>
                  </a:txBody>
                  <a:tcPr marL="7620" marR="7620" marT="7620" marB="0" anchor="b">
                    <a:noFill/>
                  </a:tcPr>
                </a:tc>
                <a:extLst>
                  <a:ext uri="{0D108BD9-81ED-4DB2-BD59-A6C34878D82A}">
                    <a16:rowId xmlns:a16="http://schemas.microsoft.com/office/drawing/2014/main" val="572789960"/>
                  </a:ext>
                </a:extLst>
              </a:tr>
              <a:tr h="194789">
                <a:tc>
                  <a:txBody>
                    <a:bodyPr/>
                    <a:lstStyle/>
                    <a:p>
                      <a:pPr algn="l" fontAlgn="b">
                        <a:buNone/>
                      </a:pPr>
                      <a:r>
                        <a:rPr lang="fr-FR" sz="1200" kern="1200">
                          <a:solidFill>
                            <a:srgbClr val="1A3256"/>
                          </a:solidFill>
                          <a:latin typeface="Segoe UI Semilight"/>
                          <a:ea typeface="+mn-ea"/>
                          <a:cs typeface="+mn-cs"/>
                        </a:rPr>
                        <a:t>           </a:t>
                      </a:r>
                      <a:r>
                        <a:rPr lang="fr-FR" sz="1200" b="1" kern="1200">
                          <a:solidFill>
                            <a:srgbClr val="1A3256"/>
                          </a:solidFill>
                          <a:latin typeface="Segoe UI Semilight"/>
                          <a:ea typeface="+mn-ea"/>
                          <a:cs typeface="+mn-cs"/>
                        </a:rPr>
                        <a:t>NEW</a:t>
                      </a:r>
                      <a:r>
                        <a:rPr lang="fr-FR" sz="1200" kern="1200">
                          <a:solidFill>
                            <a:srgbClr val="1A3256"/>
                          </a:solidFill>
                          <a:latin typeface="Segoe UI Semilight"/>
                          <a:ea typeface="+mn-ea"/>
                          <a:cs typeface="+mn-cs"/>
                        </a:rPr>
                        <a:t> </a:t>
                      </a:r>
                    </a:p>
                  </a:txBody>
                  <a:tcPr marL="7620" marR="7620" marT="7620" marB="0" anchor="b">
                    <a:noFill/>
                  </a:tcPr>
                </a:tc>
                <a:extLst>
                  <a:ext uri="{0D108BD9-81ED-4DB2-BD59-A6C34878D82A}">
                    <a16:rowId xmlns:a16="http://schemas.microsoft.com/office/drawing/2014/main" val="2083042606"/>
                  </a:ext>
                </a:extLst>
              </a:tr>
              <a:tr h="194789">
                <a:tc>
                  <a:txBody>
                    <a:bodyPr/>
                    <a:lstStyle/>
                    <a:p>
                      <a:pPr algn="l" fontAlgn="b">
                        <a:buNone/>
                      </a:pPr>
                      <a:endParaRPr lang="fr-FR" sz="1200" kern="1200" dirty="0">
                        <a:solidFill>
                          <a:srgbClr val="1A3256"/>
                        </a:solidFill>
                        <a:latin typeface="Segoe UI Semilight"/>
                        <a:ea typeface="+mn-ea"/>
                        <a:cs typeface="+mn-cs"/>
                      </a:endParaRPr>
                    </a:p>
                  </a:txBody>
                  <a:tcPr marL="7620" marR="7620" marT="7620" marB="0" anchor="b">
                    <a:noFill/>
                  </a:tcPr>
                </a:tc>
                <a:extLst>
                  <a:ext uri="{0D108BD9-81ED-4DB2-BD59-A6C34878D82A}">
                    <a16:rowId xmlns:a16="http://schemas.microsoft.com/office/drawing/2014/main" val="2494776220"/>
                  </a:ext>
                </a:extLst>
              </a:tr>
            </a:tbl>
          </a:graphicData>
        </a:graphic>
      </p:graphicFrame>
      <p:graphicFrame>
        <p:nvGraphicFramePr>
          <p:cNvPr id="15" name="Graphique 14">
            <a:extLst>
              <a:ext uri="{FF2B5EF4-FFF2-40B4-BE49-F238E27FC236}">
                <a16:creationId xmlns:a16="http://schemas.microsoft.com/office/drawing/2014/main" id="{015A09E0-03BD-FC86-4D95-917E750117B6}"/>
              </a:ext>
            </a:extLst>
          </p:cNvPr>
          <p:cNvGraphicFramePr/>
          <p:nvPr>
            <p:extLst>
              <p:ext uri="{D42A27DB-BD31-4B8C-83A1-F6EECF244321}">
                <p14:modId xmlns:p14="http://schemas.microsoft.com/office/powerpoint/2010/main" val="1346409197"/>
              </p:ext>
            </p:extLst>
          </p:nvPr>
        </p:nvGraphicFramePr>
        <p:xfrm>
          <a:off x="-663774" y="1558273"/>
          <a:ext cx="9032948" cy="8166042"/>
        </p:xfrm>
        <a:graphic>
          <a:graphicData uri="http://schemas.openxmlformats.org/drawingml/2006/chart">
            <c:chart xmlns:c="http://schemas.openxmlformats.org/drawingml/2006/chart" xmlns:r="http://schemas.openxmlformats.org/officeDocument/2006/relationships" r:id="rId3"/>
          </a:graphicData>
        </a:graphic>
      </p:graphicFrame>
      <p:sp>
        <p:nvSpPr>
          <p:cNvPr id="17" name="ZoneTexte 16">
            <a:extLst>
              <a:ext uri="{FF2B5EF4-FFF2-40B4-BE49-F238E27FC236}">
                <a16:creationId xmlns:a16="http://schemas.microsoft.com/office/drawing/2014/main" id="{706F6745-CAF0-B73F-730F-2553EC0785B6}"/>
              </a:ext>
            </a:extLst>
          </p:cNvPr>
          <p:cNvSpPr txBox="1"/>
          <p:nvPr/>
        </p:nvSpPr>
        <p:spPr>
          <a:xfrm>
            <a:off x="7795399" y="1662830"/>
            <a:ext cx="1011793" cy="388241"/>
          </a:xfrm>
          <a:prstGeom prst="rect">
            <a:avLst/>
          </a:prstGeom>
          <a:noFill/>
        </p:spPr>
        <p:txBody>
          <a:bodyPr vert="horz" wrap="square" lIns="0" tIns="0" rIns="0" bIns="0" rtlCol="0" anchor="t" anchorCtr="0">
            <a:noAutofit/>
          </a:bodyPr>
          <a:lstStyle/>
          <a:p>
            <a:pPr marL="0" marR="0" lvl="0" indent="0" algn="ctr" defTabSz="1371417"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1A3256"/>
                </a:solidFill>
                <a:effectLst/>
                <a:uLnTx/>
                <a:uFillTx/>
                <a:latin typeface="Segoe UI Semilight" panose="020B0402040204020203" pitchFamily="34" charset="0"/>
                <a:ea typeface="+mn-ea"/>
                <a:cs typeface="+mn-cs"/>
              </a:rPr>
              <a:t>2024</a:t>
            </a:r>
          </a:p>
        </p:txBody>
      </p:sp>
      <p:sp>
        <p:nvSpPr>
          <p:cNvPr id="6" name="Titre 5">
            <a:extLst>
              <a:ext uri="{FF2B5EF4-FFF2-40B4-BE49-F238E27FC236}">
                <a16:creationId xmlns:a16="http://schemas.microsoft.com/office/drawing/2014/main" id="{3CF472D8-5518-3A99-C6F9-DF57E6F720AC}"/>
              </a:ext>
            </a:extLst>
          </p:cNvPr>
          <p:cNvSpPr>
            <a:spLocks noGrp="1"/>
          </p:cNvSpPr>
          <p:nvPr>
            <p:ph type="title" idx="10"/>
          </p:nvPr>
        </p:nvSpPr>
        <p:spPr/>
        <p:txBody>
          <a:bodyPr/>
          <a:lstStyle/>
          <a:p>
            <a:r>
              <a:rPr lang="fr-FR"/>
              <a:t>France : CLASSEMENT LOGISTIQUE 2025</a:t>
            </a:r>
          </a:p>
        </p:txBody>
      </p:sp>
      <p:cxnSp>
        <p:nvCxnSpPr>
          <p:cNvPr id="8" name="Connecteur droit 7">
            <a:extLst>
              <a:ext uri="{FF2B5EF4-FFF2-40B4-BE49-F238E27FC236}">
                <a16:creationId xmlns:a16="http://schemas.microsoft.com/office/drawing/2014/main" id="{07AF54D3-0A23-E4FF-6733-28AB4B311F12}"/>
              </a:ext>
            </a:extLst>
          </p:cNvPr>
          <p:cNvCxnSpPr>
            <a:cxnSpLocks/>
          </p:cNvCxnSpPr>
          <p:nvPr/>
        </p:nvCxnSpPr>
        <p:spPr>
          <a:xfrm flipV="1">
            <a:off x="9353005" y="2018030"/>
            <a:ext cx="0" cy="7616490"/>
          </a:xfrm>
          <a:prstGeom prst="line">
            <a:avLst/>
          </a:prstGeom>
          <a:ln w="15875"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94" name="Image 93">
            <a:extLst>
              <a:ext uri="{FF2B5EF4-FFF2-40B4-BE49-F238E27FC236}">
                <a16:creationId xmlns:a16="http://schemas.microsoft.com/office/drawing/2014/main" id="{2E964C63-F4DF-7089-DDE7-894E8C9105BB}"/>
              </a:ext>
            </a:extLst>
          </p:cNvPr>
          <p:cNvPicPr>
            <a:picLocks noChangeAspect="1"/>
          </p:cNvPicPr>
          <p:nvPr/>
        </p:nvPicPr>
        <p:blipFill>
          <a:blip r:embed="rId4">
            <a:alphaModFix amt="88000"/>
            <a:extLst>
              <a:ext uri="{28A0092B-C50C-407E-A947-70E740481C1C}">
                <a14:useLocalDpi xmlns:a14="http://schemas.microsoft.com/office/drawing/2010/main"/>
              </a:ext>
            </a:extLst>
          </a:blip>
          <a:stretch>
            <a:fillRect/>
          </a:stretch>
        </p:blipFill>
        <p:spPr>
          <a:xfrm>
            <a:off x="2900255" y="1989410"/>
            <a:ext cx="203798" cy="7645110"/>
          </a:xfrm>
          <a:prstGeom prst="rect">
            <a:avLst/>
          </a:prstGeom>
        </p:spPr>
      </p:pic>
      <p:sp>
        <p:nvSpPr>
          <p:cNvPr id="5" name="ZoneTexte 4">
            <a:extLst>
              <a:ext uri="{FF2B5EF4-FFF2-40B4-BE49-F238E27FC236}">
                <a16:creationId xmlns:a16="http://schemas.microsoft.com/office/drawing/2014/main" id="{53EF4336-B73C-17C1-D9B7-7021FADA1AF5}"/>
              </a:ext>
            </a:extLst>
          </p:cNvPr>
          <p:cNvSpPr txBox="1"/>
          <p:nvPr/>
        </p:nvSpPr>
        <p:spPr>
          <a:xfrm>
            <a:off x="8697788" y="9842225"/>
            <a:ext cx="1554269" cy="300082"/>
          </a:xfrm>
          <a:prstGeom prst="rect">
            <a:avLst/>
          </a:prstGeom>
          <a:noFill/>
          <a:effectLst/>
        </p:spPr>
        <p:txBody>
          <a:bodyPr wrap="square">
            <a:spAutoFit/>
          </a:bodyPr>
          <a:lstStyle/>
          <a:p>
            <a:pPr marL="0" marR="0" lvl="0" indent="0" algn="l" defTabSz="1371417" rtl="0" eaLnBrk="1" fontAlgn="auto" latinLnBrk="0" hangingPunct="1">
              <a:lnSpc>
                <a:spcPct val="100000"/>
              </a:lnSpc>
              <a:spcBef>
                <a:spcPts val="0"/>
              </a:spcBef>
              <a:spcAft>
                <a:spcPts val="0"/>
              </a:spcAft>
              <a:buClrTx/>
              <a:buSzTx/>
              <a:buFontTx/>
              <a:buNone/>
              <a:tabLst/>
              <a:defRPr/>
            </a:pPr>
            <a:r>
              <a:rPr kumimoji="0" lang="fr-FR" sz="1350" b="0" i="0" u="none" strike="noStrike" kern="1200" cap="none" spc="0" normalizeH="0" baseline="0" noProof="0">
                <a:ln>
                  <a:noFill/>
                </a:ln>
                <a:solidFill>
                  <a:prstClr val="black"/>
                </a:solidFill>
                <a:effectLst/>
                <a:uLnTx/>
                <a:uFillTx/>
                <a:latin typeface="Bahnschrift"/>
                <a:ea typeface="+mn-ea"/>
                <a:cs typeface="+mn-cs"/>
              </a:rPr>
              <a:t>= Résultats 2024</a:t>
            </a:r>
          </a:p>
        </p:txBody>
      </p:sp>
      <p:sp>
        <p:nvSpPr>
          <p:cNvPr id="10" name="Rectangle 9">
            <a:extLst>
              <a:ext uri="{FF2B5EF4-FFF2-40B4-BE49-F238E27FC236}">
                <a16:creationId xmlns:a16="http://schemas.microsoft.com/office/drawing/2014/main" id="{EE75799A-344F-3A8A-70B3-E5316B82C705}"/>
              </a:ext>
            </a:extLst>
          </p:cNvPr>
          <p:cNvSpPr/>
          <p:nvPr/>
        </p:nvSpPr>
        <p:spPr>
          <a:xfrm>
            <a:off x="8215080" y="9990136"/>
            <a:ext cx="535633" cy="68568"/>
          </a:xfrm>
          <a:prstGeom prst="rect">
            <a:avLst/>
          </a:prstGeom>
          <a:solidFill>
            <a:srgbClr val="BFBFBF"/>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p>
            <a:pPr marL="0" marR="0" lvl="0" indent="0" algn="l" defTabSz="1371417" rtl="0" eaLnBrk="1" fontAlgn="auto" latinLnBrk="0" hangingPunct="1">
              <a:lnSpc>
                <a:spcPct val="100000"/>
              </a:lnSpc>
              <a:spcBef>
                <a:spcPts val="0"/>
              </a:spcBef>
              <a:spcAft>
                <a:spcPts val="0"/>
              </a:spcAft>
              <a:buClr>
                <a:srgbClr val="EF1A25"/>
              </a:buClr>
              <a:buSzTx/>
              <a:buFontTx/>
              <a:buNone/>
              <a:tabLst/>
              <a:defRPr/>
            </a:pPr>
            <a:endParaRPr kumimoji="0" lang="fr-FR" sz="1800" b="0" i="0" u="none" strike="noStrike" kern="1200" cap="none" spc="0" normalizeH="0" baseline="0" noProof="0" err="1">
              <a:ln>
                <a:noFill/>
              </a:ln>
              <a:solidFill>
                <a:prstClr val="white">
                  <a:lumMod val="100000"/>
                </a:prstClr>
              </a:solidFill>
              <a:effectLst/>
              <a:uLnTx/>
              <a:uFillTx/>
              <a:latin typeface="Segoe UI Semilight" panose="020B0402040204020203" pitchFamily="34" charset="0"/>
              <a:ea typeface="+mn-ea"/>
              <a:cs typeface="+mn-cs"/>
            </a:endParaRPr>
          </a:p>
        </p:txBody>
      </p:sp>
      <p:sp>
        <p:nvSpPr>
          <p:cNvPr id="12" name="ZoneTexte 11">
            <a:extLst>
              <a:ext uri="{FF2B5EF4-FFF2-40B4-BE49-F238E27FC236}">
                <a16:creationId xmlns:a16="http://schemas.microsoft.com/office/drawing/2014/main" id="{9AC0FFA4-6505-3952-4DBB-F06796FED65C}"/>
              </a:ext>
            </a:extLst>
          </p:cNvPr>
          <p:cNvSpPr txBox="1"/>
          <p:nvPr/>
        </p:nvSpPr>
        <p:spPr>
          <a:xfrm>
            <a:off x="6660811" y="9829602"/>
            <a:ext cx="1554269" cy="300082"/>
          </a:xfrm>
          <a:prstGeom prst="rect">
            <a:avLst/>
          </a:prstGeom>
          <a:noFill/>
          <a:effectLst/>
        </p:spPr>
        <p:txBody>
          <a:bodyPr wrap="square">
            <a:spAutoFit/>
          </a:bodyPr>
          <a:lstStyle/>
          <a:p>
            <a:pPr marL="0" marR="0" lvl="0" indent="0" algn="l" defTabSz="1371417" rtl="0" eaLnBrk="1" fontAlgn="auto" latinLnBrk="0" hangingPunct="1">
              <a:lnSpc>
                <a:spcPct val="100000"/>
              </a:lnSpc>
              <a:spcBef>
                <a:spcPts val="0"/>
              </a:spcBef>
              <a:spcAft>
                <a:spcPts val="0"/>
              </a:spcAft>
              <a:buClrTx/>
              <a:buSzTx/>
              <a:buFontTx/>
              <a:buNone/>
              <a:tabLst/>
              <a:defRPr/>
            </a:pPr>
            <a:r>
              <a:rPr kumimoji="0" lang="fr-FR" sz="1350" b="0" i="0" u="none" strike="noStrike" kern="1200" cap="none" spc="0" normalizeH="0" baseline="0" noProof="0">
                <a:ln>
                  <a:noFill/>
                </a:ln>
                <a:solidFill>
                  <a:prstClr val="black"/>
                </a:solidFill>
                <a:effectLst/>
                <a:uLnTx/>
                <a:uFillTx/>
                <a:latin typeface="Bahnschrift"/>
                <a:ea typeface="+mn-ea"/>
                <a:cs typeface="+mn-cs"/>
              </a:rPr>
              <a:t>= Résultats 2025</a:t>
            </a:r>
          </a:p>
        </p:txBody>
      </p:sp>
      <p:sp>
        <p:nvSpPr>
          <p:cNvPr id="13" name="Rectangle 12">
            <a:extLst>
              <a:ext uri="{FF2B5EF4-FFF2-40B4-BE49-F238E27FC236}">
                <a16:creationId xmlns:a16="http://schemas.microsoft.com/office/drawing/2014/main" id="{DEEAF767-5D57-1AD1-CBCB-BF75448C7BB8}"/>
              </a:ext>
            </a:extLst>
          </p:cNvPr>
          <p:cNvSpPr/>
          <p:nvPr/>
        </p:nvSpPr>
        <p:spPr>
          <a:xfrm>
            <a:off x="6178103" y="9968414"/>
            <a:ext cx="535633" cy="68568"/>
          </a:xfrm>
          <a:prstGeom prst="rect">
            <a:avLst/>
          </a:prstGeom>
          <a:solidFill>
            <a:srgbClr val="2EC4C0"/>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p>
            <a:pPr marL="0" marR="0" lvl="0" indent="0" algn="l" defTabSz="1371417" rtl="0" eaLnBrk="1" fontAlgn="auto" latinLnBrk="0" hangingPunct="1">
              <a:lnSpc>
                <a:spcPct val="100000"/>
              </a:lnSpc>
              <a:spcBef>
                <a:spcPts val="0"/>
              </a:spcBef>
              <a:spcAft>
                <a:spcPts val="0"/>
              </a:spcAft>
              <a:buClr>
                <a:srgbClr val="EF1A25"/>
              </a:buClr>
              <a:buSzTx/>
              <a:buFontTx/>
              <a:buNone/>
              <a:tabLst/>
              <a:defRPr/>
            </a:pPr>
            <a:endParaRPr kumimoji="0" lang="fr-FR" sz="1800" b="0" i="0" u="none" strike="noStrike" kern="1200" cap="none" spc="0" normalizeH="0" baseline="0" noProof="0" err="1">
              <a:ln>
                <a:noFill/>
              </a:ln>
              <a:solidFill>
                <a:prstClr val="white">
                  <a:lumMod val="100000"/>
                </a:prstClr>
              </a:solidFill>
              <a:effectLst/>
              <a:uLnTx/>
              <a:uFillTx/>
              <a:latin typeface="Segoe UI Semilight" panose="020B0402040204020203" pitchFamily="34" charset="0"/>
              <a:ea typeface="+mn-ea"/>
              <a:cs typeface="+mn-cs"/>
            </a:endParaRPr>
          </a:p>
        </p:txBody>
      </p:sp>
      <p:graphicFrame>
        <p:nvGraphicFramePr>
          <p:cNvPr id="18" name="Graphique 17">
            <a:extLst>
              <a:ext uri="{FF2B5EF4-FFF2-40B4-BE49-F238E27FC236}">
                <a16:creationId xmlns:a16="http://schemas.microsoft.com/office/drawing/2014/main" id="{A53D3FA9-BF3A-61B0-5DD9-2E8E8BA9454F}"/>
              </a:ext>
            </a:extLst>
          </p:cNvPr>
          <p:cNvGraphicFramePr/>
          <p:nvPr>
            <p:extLst>
              <p:ext uri="{D42A27DB-BD31-4B8C-83A1-F6EECF244321}">
                <p14:modId xmlns:p14="http://schemas.microsoft.com/office/powerpoint/2010/main" val="807428763"/>
              </p:ext>
            </p:extLst>
          </p:nvPr>
        </p:nvGraphicFramePr>
        <p:xfrm>
          <a:off x="10022730" y="1904315"/>
          <a:ext cx="7765646" cy="7873876"/>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Groupe 1">
            <a:extLst>
              <a:ext uri="{FF2B5EF4-FFF2-40B4-BE49-F238E27FC236}">
                <a16:creationId xmlns:a16="http://schemas.microsoft.com/office/drawing/2014/main" id="{1ADEE9E8-B27D-9492-131F-0F05267612AE}"/>
              </a:ext>
            </a:extLst>
          </p:cNvPr>
          <p:cNvGrpSpPr/>
          <p:nvPr/>
        </p:nvGrpSpPr>
        <p:grpSpPr>
          <a:xfrm>
            <a:off x="8617316" y="2092519"/>
            <a:ext cx="225445" cy="225445"/>
            <a:chOff x="927958" y="3427011"/>
            <a:chExt cx="423756" cy="423756"/>
          </a:xfrm>
        </p:grpSpPr>
        <p:grpSp>
          <p:nvGrpSpPr>
            <p:cNvPr id="3" name="Groupe 2">
              <a:extLst>
                <a:ext uri="{FF2B5EF4-FFF2-40B4-BE49-F238E27FC236}">
                  <a16:creationId xmlns:a16="http://schemas.microsoft.com/office/drawing/2014/main" id="{F20504E1-7DFD-FC80-3EEC-29AB07A0F7B7}"/>
                </a:ext>
              </a:extLst>
            </p:cNvPr>
            <p:cNvGrpSpPr/>
            <p:nvPr/>
          </p:nvGrpSpPr>
          <p:grpSpPr>
            <a:xfrm>
              <a:off x="927958" y="3427011"/>
              <a:ext cx="423756" cy="423756"/>
              <a:chOff x="2828525" y="4754776"/>
              <a:chExt cx="1911484" cy="1911484"/>
            </a:xfrm>
          </p:grpSpPr>
          <p:sp>
            <p:nvSpPr>
              <p:cNvPr id="9" name="Arc 8">
                <a:extLst>
                  <a:ext uri="{FF2B5EF4-FFF2-40B4-BE49-F238E27FC236}">
                    <a16:creationId xmlns:a16="http://schemas.microsoft.com/office/drawing/2014/main" id="{75A0FA11-F6F9-36F4-F7CD-B50D28C00186}"/>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14" name="Arc 13">
                <a:extLst>
                  <a:ext uri="{FF2B5EF4-FFF2-40B4-BE49-F238E27FC236}">
                    <a16:creationId xmlns:a16="http://schemas.microsoft.com/office/drawing/2014/main" id="{57CC7732-1E36-2900-80A7-282B789066AD}"/>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7" name="Freeform: Shape 278">
              <a:extLst>
                <a:ext uri="{FF2B5EF4-FFF2-40B4-BE49-F238E27FC236}">
                  <a16:creationId xmlns:a16="http://schemas.microsoft.com/office/drawing/2014/main" id="{50D04C28-F035-8767-4B6D-B99D0A0FEDBD}"/>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5" name="Groupe 34">
            <a:extLst>
              <a:ext uri="{FF2B5EF4-FFF2-40B4-BE49-F238E27FC236}">
                <a16:creationId xmlns:a16="http://schemas.microsoft.com/office/drawing/2014/main" id="{BE13C658-4023-169A-CE51-1454C0B6ABFE}"/>
              </a:ext>
            </a:extLst>
          </p:cNvPr>
          <p:cNvGrpSpPr/>
          <p:nvPr/>
        </p:nvGrpSpPr>
        <p:grpSpPr>
          <a:xfrm>
            <a:off x="8620671" y="2360630"/>
            <a:ext cx="218737" cy="218737"/>
            <a:chOff x="9434811" y="2018043"/>
            <a:chExt cx="423756" cy="423756"/>
          </a:xfrm>
        </p:grpSpPr>
        <p:grpSp>
          <p:nvGrpSpPr>
            <p:cNvPr id="36" name="Groupe 35">
              <a:extLst>
                <a:ext uri="{FF2B5EF4-FFF2-40B4-BE49-F238E27FC236}">
                  <a16:creationId xmlns:a16="http://schemas.microsoft.com/office/drawing/2014/main" id="{731C7D88-4A88-6B2D-DAAC-4E4550A9DDC6}"/>
                </a:ext>
              </a:extLst>
            </p:cNvPr>
            <p:cNvGrpSpPr/>
            <p:nvPr/>
          </p:nvGrpSpPr>
          <p:grpSpPr>
            <a:xfrm>
              <a:off x="9434811" y="2018043"/>
              <a:ext cx="423756" cy="423756"/>
              <a:chOff x="2828525" y="4754776"/>
              <a:chExt cx="1911484" cy="1911484"/>
            </a:xfrm>
          </p:grpSpPr>
          <p:sp>
            <p:nvSpPr>
              <p:cNvPr id="38" name="Arc 37">
                <a:extLst>
                  <a:ext uri="{FF2B5EF4-FFF2-40B4-BE49-F238E27FC236}">
                    <a16:creationId xmlns:a16="http://schemas.microsoft.com/office/drawing/2014/main" id="{4DE79628-514D-651A-B5F3-0F2524580C17}"/>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9" name="Arc 38">
                <a:extLst>
                  <a:ext uri="{FF2B5EF4-FFF2-40B4-BE49-F238E27FC236}">
                    <a16:creationId xmlns:a16="http://schemas.microsoft.com/office/drawing/2014/main" id="{870EAB8E-0114-2A02-E970-3AA4D3BC8857}"/>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7" name="Freeform: Shape 278">
              <a:extLst>
                <a:ext uri="{FF2B5EF4-FFF2-40B4-BE49-F238E27FC236}">
                  <a16:creationId xmlns:a16="http://schemas.microsoft.com/office/drawing/2014/main" id="{B9034C87-1912-D20C-1AB4-B639509B69D2}"/>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0" name="Groupe 39">
            <a:extLst>
              <a:ext uri="{FF2B5EF4-FFF2-40B4-BE49-F238E27FC236}">
                <a16:creationId xmlns:a16="http://schemas.microsoft.com/office/drawing/2014/main" id="{CE0B19BC-4EB8-9AE8-C77C-BE26C8BDE585}"/>
              </a:ext>
            </a:extLst>
          </p:cNvPr>
          <p:cNvGrpSpPr/>
          <p:nvPr/>
        </p:nvGrpSpPr>
        <p:grpSpPr>
          <a:xfrm>
            <a:off x="8617316" y="2616874"/>
            <a:ext cx="225445" cy="225445"/>
            <a:chOff x="927958" y="3427011"/>
            <a:chExt cx="423756" cy="423756"/>
          </a:xfrm>
        </p:grpSpPr>
        <p:grpSp>
          <p:nvGrpSpPr>
            <p:cNvPr id="41" name="Groupe 40">
              <a:extLst>
                <a:ext uri="{FF2B5EF4-FFF2-40B4-BE49-F238E27FC236}">
                  <a16:creationId xmlns:a16="http://schemas.microsoft.com/office/drawing/2014/main" id="{11EE71B4-77AD-19A4-4F9B-B4CE7B737A9F}"/>
                </a:ext>
              </a:extLst>
            </p:cNvPr>
            <p:cNvGrpSpPr/>
            <p:nvPr/>
          </p:nvGrpSpPr>
          <p:grpSpPr>
            <a:xfrm>
              <a:off x="927958" y="3427011"/>
              <a:ext cx="423756" cy="423756"/>
              <a:chOff x="2828525" y="4754776"/>
              <a:chExt cx="1911484" cy="1911484"/>
            </a:xfrm>
          </p:grpSpPr>
          <p:sp>
            <p:nvSpPr>
              <p:cNvPr id="43" name="Arc 42">
                <a:extLst>
                  <a:ext uri="{FF2B5EF4-FFF2-40B4-BE49-F238E27FC236}">
                    <a16:creationId xmlns:a16="http://schemas.microsoft.com/office/drawing/2014/main" id="{8EBD0BA9-8C9E-96A0-B9C4-5BF3BA901309}"/>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4" name="Arc 43">
                <a:extLst>
                  <a:ext uri="{FF2B5EF4-FFF2-40B4-BE49-F238E27FC236}">
                    <a16:creationId xmlns:a16="http://schemas.microsoft.com/office/drawing/2014/main" id="{5CA0EB8E-FE53-BC19-FBAA-58955BA3BECF}"/>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2" name="Freeform: Shape 278">
              <a:extLst>
                <a:ext uri="{FF2B5EF4-FFF2-40B4-BE49-F238E27FC236}">
                  <a16:creationId xmlns:a16="http://schemas.microsoft.com/office/drawing/2014/main" id="{EF44AC6C-8416-6CF0-E39D-760D68678056}"/>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50" name="Groupe 49">
            <a:extLst>
              <a:ext uri="{FF2B5EF4-FFF2-40B4-BE49-F238E27FC236}">
                <a16:creationId xmlns:a16="http://schemas.microsoft.com/office/drawing/2014/main" id="{954D1190-1C9D-7CF4-9512-2F714E745CC6}"/>
              </a:ext>
            </a:extLst>
          </p:cNvPr>
          <p:cNvGrpSpPr/>
          <p:nvPr/>
        </p:nvGrpSpPr>
        <p:grpSpPr>
          <a:xfrm>
            <a:off x="8617316" y="3383243"/>
            <a:ext cx="225445" cy="225445"/>
            <a:chOff x="927958" y="3427011"/>
            <a:chExt cx="423756" cy="423756"/>
          </a:xfrm>
        </p:grpSpPr>
        <p:grpSp>
          <p:nvGrpSpPr>
            <p:cNvPr id="51" name="Groupe 50">
              <a:extLst>
                <a:ext uri="{FF2B5EF4-FFF2-40B4-BE49-F238E27FC236}">
                  <a16:creationId xmlns:a16="http://schemas.microsoft.com/office/drawing/2014/main" id="{ED437BEB-BA86-36FF-9F9E-F8BC330F9458}"/>
                </a:ext>
              </a:extLst>
            </p:cNvPr>
            <p:cNvGrpSpPr/>
            <p:nvPr/>
          </p:nvGrpSpPr>
          <p:grpSpPr>
            <a:xfrm>
              <a:off x="927958" y="3427011"/>
              <a:ext cx="423756" cy="423756"/>
              <a:chOff x="2828525" y="4754776"/>
              <a:chExt cx="1911484" cy="1911484"/>
            </a:xfrm>
          </p:grpSpPr>
          <p:sp>
            <p:nvSpPr>
              <p:cNvPr id="53" name="Arc 52">
                <a:extLst>
                  <a:ext uri="{FF2B5EF4-FFF2-40B4-BE49-F238E27FC236}">
                    <a16:creationId xmlns:a16="http://schemas.microsoft.com/office/drawing/2014/main" id="{0BAA218F-CFC1-55D3-3C1B-7AFBE050A2AF}"/>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54" name="Arc 53">
                <a:extLst>
                  <a:ext uri="{FF2B5EF4-FFF2-40B4-BE49-F238E27FC236}">
                    <a16:creationId xmlns:a16="http://schemas.microsoft.com/office/drawing/2014/main" id="{DBAAD148-F7C3-672E-FBEC-5DA4E802F8DA}"/>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52" name="Freeform: Shape 278">
              <a:extLst>
                <a:ext uri="{FF2B5EF4-FFF2-40B4-BE49-F238E27FC236}">
                  <a16:creationId xmlns:a16="http://schemas.microsoft.com/office/drawing/2014/main" id="{B6E21AF8-2D29-C4A3-2762-BB4413024B44}"/>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sp>
        <p:nvSpPr>
          <p:cNvPr id="152" name="ZoneTexte 151">
            <a:extLst>
              <a:ext uri="{FF2B5EF4-FFF2-40B4-BE49-F238E27FC236}">
                <a16:creationId xmlns:a16="http://schemas.microsoft.com/office/drawing/2014/main" id="{8A86415A-72CE-83D6-C5AC-E670583E9A74}"/>
              </a:ext>
            </a:extLst>
          </p:cNvPr>
          <p:cNvSpPr txBox="1"/>
          <p:nvPr/>
        </p:nvSpPr>
        <p:spPr>
          <a:xfrm>
            <a:off x="16925538" y="1710195"/>
            <a:ext cx="1011793" cy="388241"/>
          </a:xfrm>
          <a:prstGeom prst="rect">
            <a:avLst/>
          </a:prstGeom>
          <a:noFill/>
        </p:spPr>
        <p:txBody>
          <a:bodyPr vert="horz" wrap="square" lIns="0" tIns="0" rIns="0" bIns="0" rtlCol="0" anchor="t" anchorCtr="0">
            <a:noAutofit/>
          </a:bodyPr>
          <a:lstStyle/>
          <a:p>
            <a:pPr marL="0" marR="0" lvl="0" indent="0" algn="ctr" defTabSz="1371417"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1A3256"/>
                </a:solidFill>
                <a:effectLst/>
                <a:uLnTx/>
                <a:uFillTx/>
                <a:latin typeface="Segoe UI Semilight" panose="020B0402040204020203" pitchFamily="34" charset="0"/>
                <a:ea typeface="+mn-ea"/>
                <a:cs typeface="+mn-cs"/>
              </a:rPr>
              <a:t>2024</a:t>
            </a:r>
          </a:p>
        </p:txBody>
      </p:sp>
      <p:graphicFrame>
        <p:nvGraphicFramePr>
          <p:cNvPr id="21" name="Tableau 20">
            <a:extLst>
              <a:ext uri="{FF2B5EF4-FFF2-40B4-BE49-F238E27FC236}">
                <a16:creationId xmlns:a16="http://schemas.microsoft.com/office/drawing/2014/main" id="{559E7990-B93A-60BD-CA23-DC0641A4002B}"/>
              </a:ext>
            </a:extLst>
          </p:cNvPr>
          <p:cNvGraphicFramePr>
            <a:graphicFrameLocks noGrp="1"/>
          </p:cNvGraphicFramePr>
          <p:nvPr/>
        </p:nvGraphicFramePr>
        <p:xfrm>
          <a:off x="7612261" y="2018030"/>
          <a:ext cx="914328" cy="7461745"/>
        </p:xfrm>
        <a:graphic>
          <a:graphicData uri="http://schemas.openxmlformats.org/drawingml/2006/table">
            <a:tbl>
              <a:tblPr>
                <a:tableStyleId>{5C22544A-7EE6-4342-B048-85BDC9FD1C3A}</a:tableStyleId>
              </a:tblPr>
              <a:tblGrid>
                <a:gridCol w="914328">
                  <a:extLst>
                    <a:ext uri="{9D8B030D-6E8A-4147-A177-3AD203B41FA5}">
                      <a16:colId xmlns:a16="http://schemas.microsoft.com/office/drawing/2014/main" val="2047840592"/>
                    </a:ext>
                  </a:extLst>
                </a:gridCol>
              </a:tblGrid>
              <a:tr h="265001">
                <a:tc>
                  <a:txBody>
                    <a:bodyPr/>
                    <a:lstStyle/>
                    <a:p>
                      <a:pPr algn="l" fontAlgn="b">
                        <a:buNone/>
                      </a:pPr>
                      <a:r>
                        <a:rPr lang="fr-FR" sz="1200" kern="1200">
                          <a:solidFill>
                            <a:srgbClr val="1A3256"/>
                          </a:solidFill>
                          <a:latin typeface="Segoe UI Semilight"/>
                          <a:ea typeface="+mn-ea"/>
                          <a:cs typeface="+mn-cs"/>
                        </a:rPr>
                        <a:t>             4,52 </a:t>
                      </a:r>
                    </a:p>
                  </a:txBody>
                  <a:tcPr marL="7620" marR="7620" marT="7620" marB="0" anchor="b">
                    <a:noFill/>
                  </a:tcPr>
                </a:tc>
                <a:extLst>
                  <a:ext uri="{0D108BD9-81ED-4DB2-BD59-A6C34878D82A}">
                    <a16:rowId xmlns:a16="http://schemas.microsoft.com/office/drawing/2014/main" val="288053296"/>
                  </a:ext>
                </a:extLst>
              </a:tr>
              <a:tr h="265001">
                <a:tc>
                  <a:txBody>
                    <a:bodyPr/>
                    <a:lstStyle/>
                    <a:p>
                      <a:pPr algn="l" fontAlgn="b">
                        <a:buNone/>
                      </a:pPr>
                      <a:r>
                        <a:rPr lang="fr-FR" sz="1200" kern="1200">
                          <a:solidFill>
                            <a:srgbClr val="1A3256"/>
                          </a:solidFill>
                          <a:latin typeface="Segoe UI Semilight"/>
                          <a:ea typeface="+mn-ea"/>
                          <a:cs typeface="+mn-cs"/>
                        </a:rPr>
                        <a:t>             4,70 </a:t>
                      </a:r>
                    </a:p>
                  </a:txBody>
                  <a:tcPr marL="7620" marR="7620" marT="7620" marB="0" anchor="b">
                    <a:noFill/>
                  </a:tcPr>
                </a:tc>
                <a:extLst>
                  <a:ext uri="{0D108BD9-81ED-4DB2-BD59-A6C34878D82A}">
                    <a16:rowId xmlns:a16="http://schemas.microsoft.com/office/drawing/2014/main" val="537495281"/>
                  </a:ext>
                </a:extLst>
              </a:tr>
              <a:tr h="265001">
                <a:tc>
                  <a:txBody>
                    <a:bodyPr/>
                    <a:lstStyle/>
                    <a:p>
                      <a:pPr algn="l" fontAlgn="b">
                        <a:buNone/>
                      </a:pPr>
                      <a:r>
                        <a:rPr lang="fr-FR" sz="1200" kern="1200">
                          <a:solidFill>
                            <a:srgbClr val="1A3256"/>
                          </a:solidFill>
                          <a:latin typeface="Segoe UI Semilight"/>
                          <a:ea typeface="+mn-ea"/>
                          <a:cs typeface="+mn-cs"/>
                        </a:rPr>
                        <a:t>             4,01 </a:t>
                      </a:r>
                    </a:p>
                  </a:txBody>
                  <a:tcPr marL="7620" marR="7620" marT="7620" marB="0" anchor="b">
                    <a:noFill/>
                  </a:tcPr>
                </a:tc>
                <a:extLst>
                  <a:ext uri="{0D108BD9-81ED-4DB2-BD59-A6C34878D82A}">
                    <a16:rowId xmlns:a16="http://schemas.microsoft.com/office/drawing/2014/main" val="3072340088"/>
                  </a:ext>
                </a:extLst>
              </a:tr>
              <a:tr h="265001">
                <a:tc>
                  <a:txBody>
                    <a:bodyPr/>
                    <a:lstStyle/>
                    <a:p>
                      <a:pPr algn="l" fontAlgn="b">
                        <a:buNone/>
                      </a:pPr>
                      <a:r>
                        <a:rPr lang="fr-FR" sz="1200" kern="1200">
                          <a:solidFill>
                            <a:srgbClr val="1A3256"/>
                          </a:solidFill>
                          <a:latin typeface="Segoe UI Semilight"/>
                          <a:ea typeface="+mn-ea"/>
                          <a:cs typeface="+mn-cs"/>
                        </a:rPr>
                        <a:t>             4,07 </a:t>
                      </a:r>
                    </a:p>
                  </a:txBody>
                  <a:tcPr marL="7620" marR="7620" marT="7620" marB="0" anchor="b">
                    <a:noFill/>
                  </a:tcPr>
                </a:tc>
                <a:extLst>
                  <a:ext uri="{0D108BD9-81ED-4DB2-BD59-A6C34878D82A}">
                    <a16:rowId xmlns:a16="http://schemas.microsoft.com/office/drawing/2014/main" val="1804311487"/>
                  </a:ext>
                </a:extLst>
              </a:tr>
              <a:tr h="265001">
                <a:tc>
                  <a:txBody>
                    <a:bodyPr/>
                    <a:lstStyle/>
                    <a:p>
                      <a:pPr algn="l" fontAlgn="b">
                        <a:buNone/>
                      </a:pPr>
                      <a:r>
                        <a:rPr lang="fr-FR" sz="1200" kern="1200">
                          <a:solidFill>
                            <a:srgbClr val="1A3256"/>
                          </a:solidFill>
                          <a:latin typeface="Segoe UI Semilight"/>
                          <a:ea typeface="+mn-ea"/>
                          <a:cs typeface="+mn-cs"/>
                        </a:rPr>
                        <a:t>             4,48 </a:t>
                      </a:r>
                    </a:p>
                  </a:txBody>
                  <a:tcPr marL="7620" marR="7620" marT="7620" marB="0" anchor="b">
                    <a:noFill/>
                  </a:tcPr>
                </a:tc>
                <a:extLst>
                  <a:ext uri="{0D108BD9-81ED-4DB2-BD59-A6C34878D82A}">
                    <a16:rowId xmlns:a16="http://schemas.microsoft.com/office/drawing/2014/main" val="401204732"/>
                  </a:ext>
                </a:extLst>
              </a:tr>
              <a:tr h="265001">
                <a:tc>
                  <a:txBody>
                    <a:bodyPr/>
                    <a:lstStyle/>
                    <a:p>
                      <a:pPr algn="l" fontAlgn="b">
                        <a:buNone/>
                      </a:pPr>
                      <a:r>
                        <a:rPr lang="fr-FR" sz="1200" kern="1200">
                          <a:solidFill>
                            <a:srgbClr val="1A3256"/>
                          </a:solidFill>
                          <a:latin typeface="Segoe UI Semilight"/>
                          <a:ea typeface="+mn-ea"/>
                          <a:cs typeface="+mn-cs"/>
                        </a:rPr>
                        <a:t>             4,33 </a:t>
                      </a:r>
                    </a:p>
                  </a:txBody>
                  <a:tcPr marL="7620" marR="7620" marT="7620" marB="0" anchor="b">
                    <a:noFill/>
                  </a:tcPr>
                </a:tc>
                <a:extLst>
                  <a:ext uri="{0D108BD9-81ED-4DB2-BD59-A6C34878D82A}">
                    <a16:rowId xmlns:a16="http://schemas.microsoft.com/office/drawing/2014/main" val="1002649213"/>
                  </a:ext>
                </a:extLst>
              </a:tr>
              <a:tr h="227787">
                <a:tc>
                  <a:txBody>
                    <a:bodyPr/>
                    <a:lstStyle/>
                    <a:p>
                      <a:pPr algn="l" fontAlgn="b">
                        <a:buNone/>
                      </a:pPr>
                      <a:r>
                        <a:rPr lang="fr-FR" sz="1200" kern="1200" dirty="0">
                          <a:solidFill>
                            <a:srgbClr val="1A3256"/>
                          </a:solidFill>
                          <a:latin typeface="Segoe UI Semilight"/>
                          <a:ea typeface="+mn-ea"/>
                          <a:cs typeface="+mn-cs"/>
                        </a:rPr>
                        <a:t>           </a:t>
                      </a:r>
                      <a:r>
                        <a:rPr lang="fr-FR" sz="1200" b="1" kern="1200" dirty="0">
                          <a:solidFill>
                            <a:srgbClr val="1A3256"/>
                          </a:solidFill>
                          <a:latin typeface="Segoe UI Semilight"/>
                          <a:ea typeface="+mn-ea"/>
                          <a:cs typeface="+mn-cs"/>
                        </a:rPr>
                        <a:t>NEW</a:t>
                      </a:r>
                      <a:r>
                        <a:rPr lang="fr-FR" sz="1200" kern="1200" dirty="0">
                          <a:solidFill>
                            <a:srgbClr val="1A3256"/>
                          </a:solidFill>
                          <a:latin typeface="Segoe UI Semilight"/>
                          <a:ea typeface="+mn-ea"/>
                          <a:cs typeface="+mn-cs"/>
                        </a:rPr>
                        <a:t> </a:t>
                      </a:r>
                    </a:p>
                  </a:txBody>
                  <a:tcPr marL="7620" marR="7620" marT="7620" marB="0" anchor="b">
                    <a:noFill/>
                  </a:tcPr>
                </a:tc>
                <a:extLst>
                  <a:ext uri="{0D108BD9-81ED-4DB2-BD59-A6C34878D82A}">
                    <a16:rowId xmlns:a16="http://schemas.microsoft.com/office/drawing/2014/main" val="1887164243"/>
                  </a:ext>
                </a:extLst>
              </a:tr>
              <a:tr h="265001">
                <a:tc>
                  <a:txBody>
                    <a:bodyPr/>
                    <a:lstStyle/>
                    <a:p>
                      <a:pPr algn="l" fontAlgn="b">
                        <a:buNone/>
                      </a:pPr>
                      <a:r>
                        <a:rPr lang="fr-FR" sz="1200" kern="1200">
                          <a:solidFill>
                            <a:srgbClr val="1A3256"/>
                          </a:solidFill>
                          <a:latin typeface="Segoe UI Semilight"/>
                          <a:ea typeface="+mn-ea"/>
                          <a:cs typeface="+mn-cs"/>
                        </a:rPr>
                        <a:t>             4,10 </a:t>
                      </a:r>
                    </a:p>
                  </a:txBody>
                  <a:tcPr marL="7620" marR="7620" marT="7620" marB="0" anchor="b">
                    <a:noFill/>
                  </a:tcPr>
                </a:tc>
                <a:extLst>
                  <a:ext uri="{0D108BD9-81ED-4DB2-BD59-A6C34878D82A}">
                    <a16:rowId xmlns:a16="http://schemas.microsoft.com/office/drawing/2014/main" val="278506479"/>
                  </a:ext>
                </a:extLst>
              </a:tr>
              <a:tr h="227787">
                <a:tc>
                  <a:txBody>
                    <a:bodyPr/>
                    <a:lstStyle/>
                    <a:p>
                      <a:pPr algn="l" fontAlgn="b">
                        <a:buNone/>
                      </a:pPr>
                      <a:r>
                        <a:rPr lang="fr-FR" sz="1200" kern="1200">
                          <a:solidFill>
                            <a:srgbClr val="1A3256"/>
                          </a:solidFill>
                          <a:latin typeface="Segoe UI Semilight"/>
                          <a:ea typeface="+mn-ea"/>
                          <a:cs typeface="+mn-cs"/>
                        </a:rPr>
                        <a:t>           </a:t>
                      </a:r>
                      <a:r>
                        <a:rPr lang="fr-FR" sz="1200" b="1" kern="1200">
                          <a:solidFill>
                            <a:srgbClr val="1A3256"/>
                          </a:solidFill>
                          <a:latin typeface="Segoe UI Semilight"/>
                          <a:ea typeface="+mn-ea"/>
                          <a:cs typeface="+mn-cs"/>
                        </a:rPr>
                        <a:t>NEW</a:t>
                      </a:r>
                      <a:r>
                        <a:rPr lang="fr-FR" sz="1200" kern="1200">
                          <a:solidFill>
                            <a:srgbClr val="1A3256"/>
                          </a:solidFill>
                          <a:latin typeface="Segoe UI Semilight"/>
                          <a:ea typeface="+mn-ea"/>
                          <a:cs typeface="+mn-cs"/>
                        </a:rPr>
                        <a:t> </a:t>
                      </a:r>
                    </a:p>
                  </a:txBody>
                  <a:tcPr marL="7620" marR="7620" marT="7620" marB="0" anchor="b">
                    <a:noFill/>
                  </a:tcPr>
                </a:tc>
                <a:extLst>
                  <a:ext uri="{0D108BD9-81ED-4DB2-BD59-A6C34878D82A}">
                    <a16:rowId xmlns:a16="http://schemas.microsoft.com/office/drawing/2014/main" val="1290426186"/>
                  </a:ext>
                </a:extLst>
              </a:tr>
              <a:tr h="265001">
                <a:tc>
                  <a:txBody>
                    <a:bodyPr/>
                    <a:lstStyle/>
                    <a:p>
                      <a:pPr algn="l" fontAlgn="b">
                        <a:buNone/>
                      </a:pPr>
                      <a:r>
                        <a:rPr lang="fr-FR" sz="1200" kern="1200">
                          <a:solidFill>
                            <a:srgbClr val="1A3256"/>
                          </a:solidFill>
                          <a:latin typeface="Segoe UI Semilight"/>
                          <a:ea typeface="+mn-ea"/>
                          <a:cs typeface="+mn-cs"/>
                        </a:rPr>
                        <a:t>             4,09 </a:t>
                      </a:r>
                    </a:p>
                  </a:txBody>
                  <a:tcPr marL="7620" marR="7620" marT="7620" marB="0" anchor="b">
                    <a:noFill/>
                  </a:tcPr>
                </a:tc>
                <a:extLst>
                  <a:ext uri="{0D108BD9-81ED-4DB2-BD59-A6C34878D82A}">
                    <a16:rowId xmlns:a16="http://schemas.microsoft.com/office/drawing/2014/main" val="353860526"/>
                  </a:ext>
                </a:extLst>
              </a:tr>
              <a:tr h="265001">
                <a:tc>
                  <a:txBody>
                    <a:bodyPr/>
                    <a:lstStyle/>
                    <a:p>
                      <a:pPr algn="l" fontAlgn="b">
                        <a:buNone/>
                      </a:pPr>
                      <a:r>
                        <a:rPr lang="fr-FR" sz="1200" kern="1200">
                          <a:solidFill>
                            <a:srgbClr val="1A3256"/>
                          </a:solidFill>
                          <a:latin typeface="Segoe UI Semilight"/>
                          <a:ea typeface="+mn-ea"/>
                          <a:cs typeface="+mn-cs"/>
                        </a:rPr>
                        <a:t>             3,98 </a:t>
                      </a:r>
                    </a:p>
                  </a:txBody>
                  <a:tcPr marL="7620" marR="7620" marT="7620" marB="0" anchor="b">
                    <a:noFill/>
                  </a:tcPr>
                </a:tc>
                <a:extLst>
                  <a:ext uri="{0D108BD9-81ED-4DB2-BD59-A6C34878D82A}">
                    <a16:rowId xmlns:a16="http://schemas.microsoft.com/office/drawing/2014/main" val="3321350213"/>
                  </a:ext>
                </a:extLst>
              </a:tr>
              <a:tr h="227787">
                <a:tc>
                  <a:txBody>
                    <a:bodyPr/>
                    <a:lstStyle/>
                    <a:p>
                      <a:pPr algn="l" fontAlgn="b">
                        <a:buNone/>
                      </a:pPr>
                      <a:r>
                        <a:rPr lang="fr-FR" sz="1200" b="1" kern="1200" dirty="0">
                          <a:solidFill>
                            <a:srgbClr val="1A3256"/>
                          </a:solidFill>
                          <a:latin typeface="Segoe UI Semilight"/>
                          <a:ea typeface="+mn-ea"/>
                          <a:cs typeface="+mn-cs"/>
                        </a:rPr>
                        <a:t>             </a:t>
                      </a:r>
                      <a:r>
                        <a:rPr lang="fr-FR" sz="1200" b="0" kern="1200" dirty="0">
                          <a:solidFill>
                            <a:srgbClr val="1A3256"/>
                          </a:solidFill>
                          <a:latin typeface="Segoe UI Semilight"/>
                          <a:ea typeface="+mn-ea"/>
                          <a:cs typeface="+mn-cs"/>
                        </a:rPr>
                        <a:t>4,00</a:t>
                      </a:r>
                      <a:r>
                        <a:rPr lang="fr-FR" sz="1200" b="1" kern="1200" dirty="0">
                          <a:solidFill>
                            <a:srgbClr val="1A3256"/>
                          </a:solidFill>
                          <a:latin typeface="Segoe UI Semilight"/>
                          <a:ea typeface="+mn-ea"/>
                          <a:cs typeface="+mn-cs"/>
                        </a:rPr>
                        <a:t> </a:t>
                      </a:r>
                    </a:p>
                  </a:txBody>
                  <a:tcPr marL="7620" marR="7620" marT="7620" marB="0" anchor="b">
                    <a:noFill/>
                  </a:tcPr>
                </a:tc>
                <a:extLst>
                  <a:ext uri="{0D108BD9-81ED-4DB2-BD59-A6C34878D82A}">
                    <a16:rowId xmlns:a16="http://schemas.microsoft.com/office/drawing/2014/main" val="3926321194"/>
                  </a:ext>
                </a:extLst>
              </a:tr>
              <a:tr h="227787">
                <a:tc>
                  <a:txBody>
                    <a:bodyPr/>
                    <a:lstStyle/>
                    <a:p>
                      <a:pPr algn="l" fontAlgn="b">
                        <a:buNone/>
                      </a:pPr>
                      <a:r>
                        <a:rPr lang="fr-FR" sz="1200" b="1" kern="1200" dirty="0">
                          <a:solidFill>
                            <a:srgbClr val="1A3256"/>
                          </a:solidFill>
                          <a:latin typeface="Segoe UI Semilight"/>
                          <a:ea typeface="+mn-ea"/>
                          <a:cs typeface="+mn-cs"/>
                        </a:rPr>
                        <a:t>             </a:t>
                      </a:r>
                      <a:r>
                        <a:rPr lang="fr-FR" sz="1200" b="0" kern="1200" dirty="0">
                          <a:solidFill>
                            <a:srgbClr val="1A3256"/>
                          </a:solidFill>
                          <a:latin typeface="Segoe UI Semilight"/>
                          <a:ea typeface="+mn-ea"/>
                          <a:cs typeface="+mn-cs"/>
                        </a:rPr>
                        <a:t>3,99</a:t>
                      </a:r>
                      <a:r>
                        <a:rPr lang="fr-FR" sz="1200" b="1" kern="1200" dirty="0">
                          <a:solidFill>
                            <a:srgbClr val="1A3256"/>
                          </a:solidFill>
                          <a:latin typeface="Segoe UI Semilight"/>
                          <a:ea typeface="+mn-ea"/>
                          <a:cs typeface="+mn-cs"/>
                        </a:rPr>
                        <a:t> </a:t>
                      </a:r>
                    </a:p>
                  </a:txBody>
                  <a:tcPr marL="7620" marR="7620" marT="7620" marB="0" anchor="b">
                    <a:noFill/>
                  </a:tcPr>
                </a:tc>
                <a:extLst>
                  <a:ext uri="{0D108BD9-81ED-4DB2-BD59-A6C34878D82A}">
                    <a16:rowId xmlns:a16="http://schemas.microsoft.com/office/drawing/2014/main" val="3760892387"/>
                  </a:ext>
                </a:extLst>
              </a:tr>
              <a:tr h="265001">
                <a:tc>
                  <a:txBody>
                    <a:bodyPr/>
                    <a:lstStyle/>
                    <a:p>
                      <a:pPr algn="l" fontAlgn="b">
                        <a:buNone/>
                      </a:pPr>
                      <a:r>
                        <a:rPr lang="fr-FR" sz="1200" kern="1200">
                          <a:solidFill>
                            <a:srgbClr val="1A3256"/>
                          </a:solidFill>
                          <a:latin typeface="Segoe UI Semilight"/>
                          <a:ea typeface="+mn-ea"/>
                          <a:cs typeface="+mn-cs"/>
                        </a:rPr>
                        <a:t>             4,41 </a:t>
                      </a:r>
                    </a:p>
                  </a:txBody>
                  <a:tcPr marL="7620" marR="7620" marT="7620" marB="0" anchor="b">
                    <a:noFill/>
                  </a:tcPr>
                </a:tc>
                <a:extLst>
                  <a:ext uri="{0D108BD9-81ED-4DB2-BD59-A6C34878D82A}">
                    <a16:rowId xmlns:a16="http://schemas.microsoft.com/office/drawing/2014/main" val="597818940"/>
                  </a:ext>
                </a:extLst>
              </a:tr>
              <a:tr h="227787">
                <a:tc>
                  <a:txBody>
                    <a:bodyPr/>
                    <a:lstStyle/>
                    <a:p>
                      <a:pPr algn="l" fontAlgn="b">
                        <a:buNone/>
                      </a:pPr>
                      <a:r>
                        <a:rPr lang="fr-FR" sz="1200" kern="1200">
                          <a:solidFill>
                            <a:srgbClr val="1A3256"/>
                          </a:solidFill>
                          <a:latin typeface="Segoe UI Semilight"/>
                          <a:ea typeface="+mn-ea"/>
                          <a:cs typeface="+mn-cs"/>
                        </a:rPr>
                        <a:t>            </a:t>
                      </a:r>
                      <a:r>
                        <a:rPr lang="fr-FR" sz="1200" b="1" kern="1200">
                          <a:solidFill>
                            <a:srgbClr val="1A3256"/>
                          </a:solidFill>
                          <a:latin typeface="Segoe UI Semilight"/>
                          <a:ea typeface="+mn-ea"/>
                          <a:cs typeface="+mn-cs"/>
                        </a:rPr>
                        <a:t>NEW</a:t>
                      </a:r>
                      <a:r>
                        <a:rPr lang="fr-FR" sz="1200" kern="1200">
                          <a:solidFill>
                            <a:srgbClr val="1A3256"/>
                          </a:solidFill>
                          <a:latin typeface="Segoe UI Semilight"/>
                          <a:ea typeface="+mn-ea"/>
                          <a:cs typeface="+mn-cs"/>
                        </a:rPr>
                        <a:t> </a:t>
                      </a:r>
                    </a:p>
                  </a:txBody>
                  <a:tcPr marL="7620" marR="7620" marT="7620" marB="0" anchor="b">
                    <a:noFill/>
                  </a:tcPr>
                </a:tc>
                <a:extLst>
                  <a:ext uri="{0D108BD9-81ED-4DB2-BD59-A6C34878D82A}">
                    <a16:rowId xmlns:a16="http://schemas.microsoft.com/office/drawing/2014/main" val="3240773078"/>
                  </a:ext>
                </a:extLst>
              </a:tr>
              <a:tr h="265001">
                <a:tc>
                  <a:txBody>
                    <a:bodyPr/>
                    <a:lstStyle/>
                    <a:p>
                      <a:pPr algn="l" fontAlgn="b">
                        <a:buNone/>
                      </a:pPr>
                      <a:r>
                        <a:rPr lang="fr-FR" sz="1200" kern="1200">
                          <a:solidFill>
                            <a:srgbClr val="1A3256"/>
                          </a:solidFill>
                          <a:latin typeface="Segoe UI Semilight"/>
                          <a:ea typeface="+mn-ea"/>
                          <a:cs typeface="+mn-cs"/>
                        </a:rPr>
                        <a:t>             4,13 </a:t>
                      </a:r>
                    </a:p>
                  </a:txBody>
                  <a:tcPr marL="7620" marR="7620" marT="7620" marB="0" anchor="b">
                    <a:noFill/>
                  </a:tcPr>
                </a:tc>
                <a:extLst>
                  <a:ext uri="{0D108BD9-81ED-4DB2-BD59-A6C34878D82A}">
                    <a16:rowId xmlns:a16="http://schemas.microsoft.com/office/drawing/2014/main" val="4254904552"/>
                  </a:ext>
                </a:extLst>
              </a:tr>
              <a:tr h="265001">
                <a:tc>
                  <a:txBody>
                    <a:bodyPr/>
                    <a:lstStyle/>
                    <a:p>
                      <a:pPr algn="l" fontAlgn="b">
                        <a:buNone/>
                      </a:pPr>
                      <a:r>
                        <a:rPr lang="fr-FR" sz="1200" kern="1200">
                          <a:solidFill>
                            <a:srgbClr val="1A3256"/>
                          </a:solidFill>
                          <a:latin typeface="Segoe UI Semilight"/>
                          <a:ea typeface="+mn-ea"/>
                          <a:cs typeface="+mn-cs"/>
                        </a:rPr>
                        <a:t>             4,15 </a:t>
                      </a:r>
                    </a:p>
                  </a:txBody>
                  <a:tcPr marL="7620" marR="7620" marT="7620" marB="0" anchor="b">
                    <a:noFill/>
                  </a:tcPr>
                </a:tc>
                <a:extLst>
                  <a:ext uri="{0D108BD9-81ED-4DB2-BD59-A6C34878D82A}">
                    <a16:rowId xmlns:a16="http://schemas.microsoft.com/office/drawing/2014/main" val="674747577"/>
                  </a:ext>
                </a:extLst>
              </a:tr>
              <a:tr h="265001">
                <a:tc>
                  <a:txBody>
                    <a:bodyPr/>
                    <a:lstStyle/>
                    <a:p>
                      <a:pPr algn="l" fontAlgn="b">
                        <a:buNone/>
                      </a:pPr>
                      <a:r>
                        <a:rPr lang="fr-FR" sz="1200" kern="1200">
                          <a:solidFill>
                            <a:srgbClr val="1A3256"/>
                          </a:solidFill>
                          <a:latin typeface="Segoe UI Semilight"/>
                          <a:ea typeface="+mn-ea"/>
                          <a:cs typeface="+mn-cs"/>
                        </a:rPr>
                        <a:t>             </a:t>
                      </a:r>
                      <a:r>
                        <a:rPr lang="fr-FR" sz="1200" b="1" kern="1200">
                          <a:solidFill>
                            <a:srgbClr val="1A3256"/>
                          </a:solidFill>
                          <a:latin typeface="Segoe UI Semilight"/>
                          <a:ea typeface="+mn-ea"/>
                          <a:cs typeface="+mn-cs"/>
                        </a:rPr>
                        <a:t>NEW</a:t>
                      </a:r>
                      <a:r>
                        <a:rPr lang="fr-FR" sz="1200" kern="1200">
                          <a:solidFill>
                            <a:srgbClr val="1A3256"/>
                          </a:solidFill>
                          <a:latin typeface="Segoe UI Semilight"/>
                          <a:ea typeface="+mn-ea"/>
                          <a:cs typeface="+mn-cs"/>
                        </a:rPr>
                        <a:t> </a:t>
                      </a:r>
                    </a:p>
                  </a:txBody>
                  <a:tcPr marL="7620" marR="7620" marT="7620" marB="0" anchor="b">
                    <a:noFill/>
                  </a:tcPr>
                </a:tc>
                <a:extLst>
                  <a:ext uri="{0D108BD9-81ED-4DB2-BD59-A6C34878D82A}">
                    <a16:rowId xmlns:a16="http://schemas.microsoft.com/office/drawing/2014/main" val="1649349226"/>
                  </a:ext>
                </a:extLst>
              </a:tr>
              <a:tr h="265001">
                <a:tc>
                  <a:txBody>
                    <a:bodyPr/>
                    <a:lstStyle/>
                    <a:p>
                      <a:pPr algn="l" fontAlgn="b">
                        <a:buNone/>
                      </a:pPr>
                      <a:r>
                        <a:rPr lang="fr-FR" sz="1200" kern="1200">
                          <a:solidFill>
                            <a:srgbClr val="1A3256"/>
                          </a:solidFill>
                          <a:latin typeface="Segoe UI Semilight"/>
                          <a:ea typeface="+mn-ea"/>
                          <a:cs typeface="+mn-cs"/>
                        </a:rPr>
                        <a:t>             4,06 </a:t>
                      </a:r>
                    </a:p>
                  </a:txBody>
                  <a:tcPr marL="7620" marR="7620" marT="7620" marB="0" anchor="b">
                    <a:noFill/>
                  </a:tcPr>
                </a:tc>
                <a:extLst>
                  <a:ext uri="{0D108BD9-81ED-4DB2-BD59-A6C34878D82A}">
                    <a16:rowId xmlns:a16="http://schemas.microsoft.com/office/drawing/2014/main" val="1670495657"/>
                  </a:ext>
                </a:extLst>
              </a:tr>
              <a:tr h="265001">
                <a:tc>
                  <a:txBody>
                    <a:bodyPr/>
                    <a:lstStyle/>
                    <a:p>
                      <a:pPr algn="l" fontAlgn="b">
                        <a:buNone/>
                      </a:pPr>
                      <a:r>
                        <a:rPr lang="fr-FR" sz="1200" kern="1200">
                          <a:solidFill>
                            <a:srgbClr val="1A3256"/>
                          </a:solidFill>
                          <a:latin typeface="Segoe UI Semilight"/>
                          <a:ea typeface="+mn-ea"/>
                          <a:cs typeface="+mn-cs"/>
                        </a:rPr>
                        <a:t>             3,84 </a:t>
                      </a:r>
                    </a:p>
                  </a:txBody>
                  <a:tcPr marL="7620" marR="7620" marT="7620" marB="0" anchor="b">
                    <a:noFill/>
                  </a:tcPr>
                </a:tc>
                <a:extLst>
                  <a:ext uri="{0D108BD9-81ED-4DB2-BD59-A6C34878D82A}">
                    <a16:rowId xmlns:a16="http://schemas.microsoft.com/office/drawing/2014/main" val="3943199801"/>
                  </a:ext>
                </a:extLst>
              </a:tr>
              <a:tr h="265001">
                <a:tc>
                  <a:txBody>
                    <a:bodyPr/>
                    <a:lstStyle/>
                    <a:p>
                      <a:pPr algn="l" fontAlgn="b">
                        <a:buNone/>
                      </a:pPr>
                      <a:r>
                        <a:rPr lang="fr-FR" sz="1200" kern="1200">
                          <a:solidFill>
                            <a:srgbClr val="1A3256"/>
                          </a:solidFill>
                          <a:latin typeface="Segoe UI Semilight"/>
                          <a:ea typeface="+mn-ea"/>
                          <a:cs typeface="+mn-cs"/>
                        </a:rPr>
                        <a:t>             3,65 </a:t>
                      </a:r>
                    </a:p>
                  </a:txBody>
                  <a:tcPr marL="7620" marR="7620" marT="7620" marB="0" anchor="b">
                    <a:noFill/>
                  </a:tcPr>
                </a:tc>
                <a:extLst>
                  <a:ext uri="{0D108BD9-81ED-4DB2-BD59-A6C34878D82A}">
                    <a16:rowId xmlns:a16="http://schemas.microsoft.com/office/drawing/2014/main" val="591977169"/>
                  </a:ext>
                </a:extLst>
              </a:tr>
              <a:tr h="265001">
                <a:tc>
                  <a:txBody>
                    <a:bodyPr/>
                    <a:lstStyle/>
                    <a:p>
                      <a:pPr algn="l" fontAlgn="b">
                        <a:buNone/>
                      </a:pPr>
                      <a:r>
                        <a:rPr lang="fr-FR" sz="1200" kern="1200">
                          <a:solidFill>
                            <a:srgbClr val="1A3256"/>
                          </a:solidFill>
                          <a:latin typeface="Segoe UI Semilight"/>
                          <a:ea typeface="+mn-ea"/>
                          <a:cs typeface="+mn-cs"/>
                        </a:rPr>
                        <a:t>             3,84 </a:t>
                      </a:r>
                    </a:p>
                  </a:txBody>
                  <a:tcPr marL="7620" marR="7620" marT="7620" marB="0" anchor="b">
                    <a:noFill/>
                  </a:tcPr>
                </a:tc>
                <a:extLst>
                  <a:ext uri="{0D108BD9-81ED-4DB2-BD59-A6C34878D82A}">
                    <a16:rowId xmlns:a16="http://schemas.microsoft.com/office/drawing/2014/main" val="1294374246"/>
                  </a:ext>
                </a:extLst>
              </a:tr>
              <a:tr h="265001">
                <a:tc>
                  <a:txBody>
                    <a:bodyPr/>
                    <a:lstStyle/>
                    <a:p>
                      <a:pPr algn="l" fontAlgn="b">
                        <a:buNone/>
                      </a:pPr>
                      <a:r>
                        <a:rPr lang="fr-FR" sz="1200" kern="1200">
                          <a:solidFill>
                            <a:srgbClr val="1A3256"/>
                          </a:solidFill>
                          <a:latin typeface="Segoe UI Semilight"/>
                          <a:ea typeface="+mn-ea"/>
                          <a:cs typeface="+mn-cs"/>
                        </a:rPr>
                        <a:t>             3,97 </a:t>
                      </a:r>
                    </a:p>
                  </a:txBody>
                  <a:tcPr marL="7620" marR="7620" marT="7620" marB="0" anchor="b">
                    <a:noFill/>
                  </a:tcPr>
                </a:tc>
                <a:extLst>
                  <a:ext uri="{0D108BD9-81ED-4DB2-BD59-A6C34878D82A}">
                    <a16:rowId xmlns:a16="http://schemas.microsoft.com/office/drawing/2014/main" val="4158193219"/>
                  </a:ext>
                </a:extLst>
              </a:tr>
              <a:tr h="265001">
                <a:tc>
                  <a:txBody>
                    <a:bodyPr/>
                    <a:lstStyle/>
                    <a:p>
                      <a:pPr algn="l" fontAlgn="b">
                        <a:buNone/>
                      </a:pPr>
                      <a:r>
                        <a:rPr lang="fr-FR" sz="1200" kern="1200">
                          <a:solidFill>
                            <a:srgbClr val="1A3256"/>
                          </a:solidFill>
                          <a:latin typeface="Segoe UI Semilight"/>
                          <a:ea typeface="+mn-ea"/>
                          <a:cs typeface="+mn-cs"/>
                        </a:rPr>
                        <a:t>             3,69 </a:t>
                      </a:r>
                    </a:p>
                  </a:txBody>
                  <a:tcPr marL="7620" marR="7620" marT="7620" marB="0" anchor="b">
                    <a:noFill/>
                  </a:tcPr>
                </a:tc>
                <a:extLst>
                  <a:ext uri="{0D108BD9-81ED-4DB2-BD59-A6C34878D82A}">
                    <a16:rowId xmlns:a16="http://schemas.microsoft.com/office/drawing/2014/main" val="3514800809"/>
                  </a:ext>
                </a:extLst>
              </a:tr>
              <a:tr h="265001">
                <a:tc>
                  <a:txBody>
                    <a:bodyPr/>
                    <a:lstStyle/>
                    <a:p>
                      <a:pPr algn="l" fontAlgn="b">
                        <a:buNone/>
                      </a:pPr>
                      <a:r>
                        <a:rPr lang="fr-FR" sz="1200" kern="1200">
                          <a:solidFill>
                            <a:srgbClr val="1A3256"/>
                          </a:solidFill>
                          <a:latin typeface="Segoe UI Semilight"/>
                          <a:ea typeface="+mn-ea"/>
                          <a:cs typeface="+mn-cs"/>
                        </a:rPr>
                        <a:t>             4,17 </a:t>
                      </a:r>
                    </a:p>
                  </a:txBody>
                  <a:tcPr marL="7620" marR="7620" marT="7620" marB="0" anchor="b">
                    <a:noFill/>
                  </a:tcPr>
                </a:tc>
                <a:extLst>
                  <a:ext uri="{0D108BD9-81ED-4DB2-BD59-A6C34878D82A}">
                    <a16:rowId xmlns:a16="http://schemas.microsoft.com/office/drawing/2014/main" val="104513114"/>
                  </a:ext>
                </a:extLst>
              </a:tr>
              <a:tr h="227787">
                <a:tc>
                  <a:txBody>
                    <a:bodyPr/>
                    <a:lstStyle/>
                    <a:p>
                      <a:pPr algn="l" fontAlgn="b">
                        <a:buNone/>
                      </a:pPr>
                      <a:r>
                        <a:rPr lang="fr-FR" sz="1200" kern="1200">
                          <a:solidFill>
                            <a:srgbClr val="1A3256"/>
                          </a:solidFill>
                          <a:latin typeface="Segoe UI Semilight"/>
                          <a:ea typeface="+mn-ea"/>
                          <a:cs typeface="+mn-cs"/>
                        </a:rPr>
                        <a:t>             </a:t>
                      </a:r>
                      <a:r>
                        <a:rPr lang="fr-FR" sz="1200" b="0" kern="1200">
                          <a:solidFill>
                            <a:srgbClr val="1A3256"/>
                          </a:solidFill>
                          <a:latin typeface="Segoe UI Semilight"/>
                          <a:ea typeface="+mn-ea"/>
                          <a:cs typeface="+mn-cs"/>
                        </a:rPr>
                        <a:t>4,13</a:t>
                      </a:r>
                      <a:r>
                        <a:rPr lang="fr-FR" sz="1200" kern="1200">
                          <a:solidFill>
                            <a:srgbClr val="1A3256"/>
                          </a:solidFill>
                          <a:latin typeface="Segoe UI Semilight"/>
                          <a:ea typeface="+mn-ea"/>
                          <a:cs typeface="+mn-cs"/>
                        </a:rPr>
                        <a:t> </a:t>
                      </a:r>
                    </a:p>
                  </a:txBody>
                  <a:tcPr marL="7620" marR="7620" marT="7620" marB="0" anchor="b">
                    <a:noFill/>
                  </a:tcPr>
                </a:tc>
                <a:extLst>
                  <a:ext uri="{0D108BD9-81ED-4DB2-BD59-A6C34878D82A}">
                    <a16:rowId xmlns:a16="http://schemas.microsoft.com/office/drawing/2014/main" val="3760591512"/>
                  </a:ext>
                </a:extLst>
              </a:tr>
              <a:tr h="265001">
                <a:tc>
                  <a:txBody>
                    <a:bodyPr/>
                    <a:lstStyle/>
                    <a:p>
                      <a:pPr algn="l" fontAlgn="b">
                        <a:buNone/>
                      </a:pPr>
                      <a:r>
                        <a:rPr lang="fr-FR" sz="1200" kern="1200">
                          <a:solidFill>
                            <a:srgbClr val="1A3256"/>
                          </a:solidFill>
                          <a:latin typeface="Segoe UI Semilight"/>
                          <a:ea typeface="+mn-ea"/>
                          <a:cs typeface="+mn-cs"/>
                        </a:rPr>
                        <a:t>            </a:t>
                      </a:r>
                      <a:r>
                        <a:rPr lang="fr-FR" sz="1200" b="1" kern="1200">
                          <a:solidFill>
                            <a:srgbClr val="1A3256"/>
                          </a:solidFill>
                          <a:latin typeface="Segoe UI Semilight"/>
                          <a:ea typeface="+mn-ea"/>
                          <a:cs typeface="+mn-cs"/>
                        </a:rPr>
                        <a:t>NEW</a:t>
                      </a:r>
                      <a:r>
                        <a:rPr lang="fr-FR" sz="1200" kern="1200">
                          <a:solidFill>
                            <a:srgbClr val="1A3256"/>
                          </a:solidFill>
                          <a:latin typeface="Segoe UI Semilight"/>
                          <a:ea typeface="+mn-ea"/>
                          <a:cs typeface="+mn-cs"/>
                        </a:rPr>
                        <a:t> </a:t>
                      </a:r>
                    </a:p>
                  </a:txBody>
                  <a:tcPr marL="7620" marR="7620" marT="7620" marB="0" anchor="b">
                    <a:noFill/>
                  </a:tcPr>
                </a:tc>
                <a:extLst>
                  <a:ext uri="{0D108BD9-81ED-4DB2-BD59-A6C34878D82A}">
                    <a16:rowId xmlns:a16="http://schemas.microsoft.com/office/drawing/2014/main" val="164137612"/>
                  </a:ext>
                </a:extLst>
              </a:tr>
              <a:tr h="265001">
                <a:tc>
                  <a:txBody>
                    <a:bodyPr/>
                    <a:lstStyle/>
                    <a:p>
                      <a:pPr algn="l" fontAlgn="b">
                        <a:buNone/>
                      </a:pPr>
                      <a:r>
                        <a:rPr lang="fr-FR" sz="1200" kern="1200">
                          <a:solidFill>
                            <a:srgbClr val="1A3256"/>
                          </a:solidFill>
                          <a:latin typeface="Segoe UI Semilight"/>
                          <a:ea typeface="+mn-ea"/>
                          <a:cs typeface="+mn-cs"/>
                        </a:rPr>
                        <a:t>             3,98 </a:t>
                      </a:r>
                    </a:p>
                  </a:txBody>
                  <a:tcPr marL="7620" marR="7620" marT="7620" marB="0" anchor="b">
                    <a:noFill/>
                  </a:tcPr>
                </a:tc>
                <a:extLst>
                  <a:ext uri="{0D108BD9-81ED-4DB2-BD59-A6C34878D82A}">
                    <a16:rowId xmlns:a16="http://schemas.microsoft.com/office/drawing/2014/main" val="2519749101"/>
                  </a:ext>
                </a:extLst>
              </a:tr>
              <a:tr h="265001">
                <a:tc>
                  <a:txBody>
                    <a:bodyPr/>
                    <a:lstStyle/>
                    <a:p>
                      <a:pPr algn="l" fontAlgn="b">
                        <a:buNone/>
                      </a:pPr>
                      <a:r>
                        <a:rPr lang="fr-FR" sz="1200" kern="1200" dirty="0">
                          <a:solidFill>
                            <a:srgbClr val="1A3256"/>
                          </a:solidFill>
                          <a:latin typeface="Segoe UI Semilight"/>
                          <a:ea typeface="+mn-ea"/>
                          <a:cs typeface="+mn-cs"/>
                        </a:rPr>
                        <a:t>             3,94 </a:t>
                      </a:r>
                    </a:p>
                  </a:txBody>
                  <a:tcPr marL="7620" marR="7620" marT="7620" marB="0" anchor="b">
                    <a:noFill/>
                  </a:tcPr>
                </a:tc>
                <a:extLst>
                  <a:ext uri="{0D108BD9-81ED-4DB2-BD59-A6C34878D82A}">
                    <a16:rowId xmlns:a16="http://schemas.microsoft.com/office/drawing/2014/main" val="474793671"/>
                  </a:ext>
                </a:extLst>
              </a:tr>
            </a:tbl>
          </a:graphicData>
        </a:graphic>
      </p:graphicFrame>
      <p:grpSp>
        <p:nvGrpSpPr>
          <p:cNvPr id="22" name="Groupe 21">
            <a:extLst>
              <a:ext uri="{FF2B5EF4-FFF2-40B4-BE49-F238E27FC236}">
                <a16:creationId xmlns:a16="http://schemas.microsoft.com/office/drawing/2014/main" id="{2B0A55E4-0C78-303C-00A4-FAD6A7C245D1}"/>
              </a:ext>
            </a:extLst>
          </p:cNvPr>
          <p:cNvGrpSpPr/>
          <p:nvPr/>
        </p:nvGrpSpPr>
        <p:grpSpPr>
          <a:xfrm>
            <a:off x="8623647" y="2856451"/>
            <a:ext cx="225445" cy="225445"/>
            <a:chOff x="927958" y="3427011"/>
            <a:chExt cx="423756" cy="423756"/>
          </a:xfrm>
        </p:grpSpPr>
        <p:grpSp>
          <p:nvGrpSpPr>
            <p:cNvPr id="23" name="Groupe 22">
              <a:extLst>
                <a:ext uri="{FF2B5EF4-FFF2-40B4-BE49-F238E27FC236}">
                  <a16:creationId xmlns:a16="http://schemas.microsoft.com/office/drawing/2014/main" id="{76E8932C-B8F8-1D84-13F7-4E65A5BD86BE}"/>
                </a:ext>
              </a:extLst>
            </p:cNvPr>
            <p:cNvGrpSpPr/>
            <p:nvPr/>
          </p:nvGrpSpPr>
          <p:grpSpPr>
            <a:xfrm>
              <a:off x="927958" y="3427011"/>
              <a:ext cx="423756" cy="423756"/>
              <a:chOff x="2828525" y="4754776"/>
              <a:chExt cx="1911484" cy="1911484"/>
            </a:xfrm>
          </p:grpSpPr>
          <p:sp>
            <p:nvSpPr>
              <p:cNvPr id="25" name="Arc 24">
                <a:extLst>
                  <a:ext uri="{FF2B5EF4-FFF2-40B4-BE49-F238E27FC236}">
                    <a16:creationId xmlns:a16="http://schemas.microsoft.com/office/drawing/2014/main" id="{7660AAEE-6837-049A-8D07-CB958977A3FF}"/>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26" name="Arc 25">
                <a:extLst>
                  <a:ext uri="{FF2B5EF4-FFF2-40B4-BE49-F238E27FC236}">
                    <a16:creationId xmlns:a16="http://schemas.microsoft.com/office/drawing/2014/main" id="{DC093942-6058-59F9-774C-FF06DBED7E3D}"/>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24" name="Freeform: Shape 278">
              <a:extLst>
                <a:ext uri="{FF2B5EF4-FFF2-40B4-BE49-F238E27FC236}">
                  <a16:creationId xmlns:a16="http://schemas.microsoft.com/office/drawing/2014/main" id="{09EA5750-0512-6FD7-6123-A9A5F77EA09D}"/>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27" name="Groupe 26">
            <a:extLst>
              <a:ext uri="{FF2B5EF4-FFF2-40B4-BE49-F238E27FC236}">
                <a16:creationId xmlns:a16="http://schemas.microsoft.com/office/drawing/2014/main" id="{99D788F1-FC2C-45EB-E57D-40DB04FA214F}"/>
              </a:ext>
            </a:extLst>
          </p:cNvPr>
          <p:cNvGrpSpPr/>
          <p:nvPr/>
        </p:nvGrpSpPr>
        <p:grpSpPr>
          <a:xfrm>
            <a:off x="8617849" y="3113019"/>
            <a:ext cx="218737" cy="218737"/>
            <a:chOff x="9434811" y="2018043"/>
            <a:chExt cx="423756" cy="423756"/>
          </a:xfrm>
        </p:grpSpPr>
        <p:grpSp>
          <p:nvGrpSpPr>
            <p:cNvPr id="28" name="Groupe 27">
              <a:extLst>
                <a:ext uri="{FF2B5EF4-FFF2-40B4-BE49-F238E27FC236}">
                  <a16:creationId xmlns:a16="http://schemas.microsoft.com/office/drawing/2014/main" id="{19720BE3-EED5-DE0E-5861-B4483F39000B}"/>
                </a:ext>
              </a:extLst>
            </p:cNvPr>
            <p:cNvGrpSpPr/>
            <p:nvPr/>
          </p:nvGrpSpPr>
          <p:grpSpPr>
            <a:xfrm>
              <a:off x="9434811" y="2018043"/>
              <a:ext cx="423756" cy="423756"/>
              <a:chOff x="2828525" y="4754776"/>
              <a:chExt cx="1911484" cy="1911484"/>
            </a:xfrm>
          </p:grpSpPr>
          <p:sp>
            <p:nvSpPr>
              <p:cNvPr id="30" name="Arc 29">
                <a:extLst>
                  <a:ext uri="{FF2B5EF4-FFF2-40B4-BE49-F238E27FC236}">
                    <a16:creationId xmlns:a16="http://schemas.microsoft.com/office/drawing/2014/main" id="{7F8D1F9F-8CEC-1969-1DFF-17315CF9EC5C}"/>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1" name="Arc 30">
                <a:extLst>
                  <a:ext uri="{FF2B5EF4-FFF2-40B4-BE49-F238E27FC236}">
                    <a16:creationId xmlns:a16="http://schemas.microsoft.com/office/drawing/2014/main" id="{AAA37EDE-3AB6-097D-92D9-37260C0AD854}"/>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29" name="Freeform: Shape 278">
              <a:extLst>
                <a:ext uri="{FF2B5EF4-FFF2-40B4-BE49-F238E27FC236}">
                  <a16:creationId xmlns:a16="http://schemas.microsoft.com/office/drawing/2014/main" id="{BEC83526-14FC-BEA0-AB25-85F41DB4C2D9}"/>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2" name="Groupe 31">
            <a:extLst>
              <a:ext uri="{FF2B5EF4-FFF2-40B4-BE49-F238E27FC236}">
                <a16:creationId xmlns:a16="http://schemas.microsoft.com/office/drawing/2014/main" id="{491F6025-C849-CB27-69E4-25D2E78A3778}"/>
              </a:ext>
            </a:extLst>
          </p:cNvPr>
          <p:cNvGrpSpPr/>
          <p:nvPr/>
        </p:nvGrpSpPr>
        <p:grpSpPr>
          <a:xfrm>
            <a:off x="8634122" y="3926056"/>
            <a:ext cx="225445" cy="225445"/>
            <a:chOff x="927958" y="3427011"/>
            <a:chExt cx="423756" cy="423756"/>
          </a:xfrm>
        </p:grpSpPr>
        <p:grpSp>
          <p:nvGrpSpPr>
            <p:cNvPr id="33" name="Groupe 32">
              <a:extLst>
                <a:ext uri="{FF2B5EF4-FFF2-40B4-BE49-F238E27FC236}">
                  <a16:creationId xmlns:a16="http://schemas.microsoft.com/office/drawing/2014/main" id="{74F61F19-1B84-8F45-4D5E-A78089CBABA4}"/>
                </a:ext>
              </a:extLst>
            </p:cNvPr>
            <p:cNvGrpSpPr/>
            <p:nvPr/>
          </p:nvGrpSpPr>
          <p:grpSpPr>
            <a:xfrm>
              <a:off x="927958" y="3427011"/>
              <a:ext cx="423756" cy="423756"/>
              <a:chOff x="2828525" y="4754776"/>
              <a:chExt cx="1911484" cy="1911484"/>
            </a:xfrm>
          </p:grpSpPr>
          <p:sp>
            <p:nvSpPr>
              <p:cNvPr id="174" name="Arc 173">
                <a:extLst>
                  <a:ext uri="{FF2B5EF4-FFF2-40B4-BE49-F238E27FC236}">
                    <a16:creationId xmlns:a16="http://schemas.microsoft.com/office/drawing/2014/main" id="{EC26FC3D-AC1B-2562-D1E6-D25963869304}"/>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175" name="Arc 174">
                <a:extLst>
                  <a:ext uri="{FF2B5EF4-FFF2-40B4-BE49-F238E27FC236}">
                    <a16:creationId xmlns:a16="http://schemas.microsoft.com/office/drawing/2014/main" id="{FEDC37F1-F9BC-79D2-C4D0-3A05F54CAE36}"/>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4" name="Freeform: Shape 278">
              <a:extLst>
                <a:ext uri="{FF2B5EF4-FFF2-40B4-BE49-F238E27FC236}">
                  <a16:creationId xmlns:a16="http://schemas.microsoft.com/office/drawing/2014/main" id="{297DD5C1-BAD6-34D1-EDC0-593A640EEEF3}"/>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176" name="Groupe 175">
            <a:extLst>
              <a:ext uri="{FF2B5EF4-FFF2-40B4-BE49-F238E27FC236}">
                <a16:creationId xmlns:a16="http://schemas.microsoft.com/office/drawing/2014/main" id="{047184F2-C093-5CD9-5228-1154FE97345E}"/>
              </a:ext>
            </a:extLst>
          </p:cNvPr>
          <p:cNvGrpSpPr/>
          <p:nvPr/>
        </p:nvGrpSpPr>
        <p:grpSpPr>
          <a:xfrm>
            <a:off x="8631300" y="4419069"/>
            <a:ext cx="225445" cy="225445"/>
            <a:chOff x="927958" y="3427011"/>
            <a:chExt cx="423756" cy="423756"/>
          </a:xfrm>
        </p:grpSpPr>
        <p:grpSp>
          <p:nvGrpSpPr>
            <p:cNvPr id="177" name="Groupe 176">
              <a:extLst>
                <a:ext uri="{FF2B5EF4-FFF2-40B4-BE49-F238E27FC236}">
                  <a16:creationId xmlns:a16="http://schemas.microsoft.com/office/drawing/2014/main" id="{F193C696-E3C5-A571-EE79-E14053D975D3}"/>
                </a:ext>
              </a:extLst>
            </p:cNvPr>
            <p:cNvGrpSpPr/>
            <p:nvPr/>
          </p:nvGrpSpPr>
          <p:grpSpPr>
            <a:xfrm>
              <a:off x="927958" y="3427011"/>
              <a:ext cx="423756" cy="423756"/>
              <a:chOff x="2828525" y="4754776"/>
              <a:chExt cx="1911484" cy="1911484"/>
            </a:xfrm>
          </p:grpSpPr>
          <p:sp>
            <p:nvSpPr>
              <p:cNvPr id="219" name="Arc 218">
                <a:extLst>
                  <a:ext uri="{FF2B5EF4-FFF2-40B4-BE49-F238E27FC236}">
                    <a16:creationId xmlns:a16="http://schemas.microsoft.com/office/drawing/2014/main" id="{06BDF2D3-E241-3D64-A4DF-4A89F6681BD8}"/>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220" name="Arc 219">
                <a:extLst>
                  <a:ext uri="{FF2B5EF4-FFF2-40B4-BE49-F238E27FC236}">
                    <a16:creationId xmlns:a16="http://schemas.microsoft.com/office/drawing/2014/main" id="{A63229C6-C29B-4D8B-83F7-2A078E13EA53}"/>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178" name="Freeform: Shape 278">
              <a:extLst>
                <a:ext uri="{FF2B5EF4-FFF2-40B4-BE49-F238E27FC236}">
                  <a16:creationId xmlns:a16="http://schemas.microsoft.com/office/drawing/2014/main" id="{DF005DFA-ADA7-5194-AE19-99C4977883B6}"/>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221" name="Groupe 220">
            <a:extLst>
              <a:ext uri="{FF2B5EF4-FFF2-40B4-BE49-F238E27FC236}">
                <a16:creationId xmlns:a16="http://schemas.microsoft.com/office/drawing/2014/main" id="{672C5D39-F357-904C-7283-178B0E1298C0}"/>
              </a:ext>
            </a:extLst>
          </p:cNvPr>
          <p:cNvGrpSpPr/>
          <p:nvPr/>
        </p:nvGrpSpPr>
        <p:grpSpPr>
          <a:xfrm>
            <a:off x="8618364" y="4681842"/>
            <a:ext cx="225445" cy="225445"/>
            <a:chOff x="927958" y="3427011"/>
            <a:chExt cx="423756" cy="423756"/>
          </a:xfrm>
        </p:grpSpPr>
        <p:grpSp>
          <p:nvGrpSpPr>
            <p:cNvPr id="222" name="Groupe 221">
              <a:extLst>
                <a:ext uri="{FF2B5EF4-FFF2-40B4-BE49-F238E27FC236}">
                  <a16:creationId xmlns:a16="http://schemas.microsoft.com/office/drawing/2014/main" id="{FAB8436D-257D-5AFC-3506-C1DFF93F0952}"/>
                </a:ext>
              </a:extLst>
            </p:cNvPr>
            <p:cNvGrpSpPr/>
            <p:nvPr/>
          </p:nvGrpSpPr>
          <p:grpSpPr>
            <a:xfrm>
              <a:off x="927958" y="3427011"/>
              <a:ext cx="423756" cy="423756"/>
              <a:chOff x="2828525" y="4754776"/>
              <a:chExt cx="1911484" cy="1911484"/>
            </a:xfrm>
          </p:grpSpPr>
          <p:sp>
            <p:nvSpPr>
              <p:cNvPr id="259" name="Arc 258">
                <a:extLst>
                  <a:ext uri="{FF2B5EF4-FFF2-40B4-BE49-F238E27FC236}">
                    <a16:creationId xmlns:a16="http://schemas.microsoft.com/office/drawing/2014/main" id="{1241F89E-6712-09E2-025F-1082B4E75D0F}"/>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260" name="Arc 259">
                <a:extLst>
                  <a:ext uri="{FF2B5EF4-FFF2-40B4-BE49-F238E27FC236}">
                    <a16:creationId xmlns:a16="http://schemas.microsoft.com/office/drawing/2014/main" id="{53DF6961-3709-CF53-1B55-74C2996BCD9D}"/>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223" name="Freeform: Shape 278">
              <a:extLst>
                <a:ext uri="{FF2B5EF4-FFF2-40B4-BE49-F238E27FC236}">
                  <a16:creationId xmlns:a16="http://schemas.microsoft.com/office/drawing/2014/main" id="{D3FC837A-F1A5-B280-175A-44455A605328}"/>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261" name="Groupe 260">
            <a:extLst>
              <a:ext uri="{FF2B5EF4-FFF2-40B4-BE49-F238E27FC236}">
                <a16:creationId xmlns:a16="http://schemas.microsoft.com/office/drawing/2014/main" id="{B64D4916-E176-C0E5-6D2B-86817EA08294}"/>
              </a:ext>
            </a:extLst>
          </p:cNvPr>
          <p:cNvGrpSpPr/>
          <p:nvPr/>
        </p:nvGrpSpPr>
        <p:grpSpPr>
          <a:xfrm>
            <a:off x="8642232" y="5410946"/>
            <a:ext cx="218737" cy="218737"/>
            <a:chOff x="9434811" y="2018043"/>
            <a:chExt cx="423756" cy="423756"/>
          </a:xfrm>
        </p:grpSpPr>
        <p:grpSp>
          <p:nvGrpSpPr>
            <p:cNvPr id="262" name="Groupe 261">
              <a:extLst>
                <a:ext uri="{FF2B5EF4-FFF2-40B4-BE49-F238E27FC236}">
                  <a16:creationId xmlns:a16="http://schemas.microsoft.com/office/drawing/2014/main" id="{4313A477-1906-DA77-28AE-7B8B1BAD1C34}"/>
                </a:ext>
              </a:extLst>
            </p:cNvPr>
            <p:cNvGrpSpPr/>
            <p:nvPr/>
          </p:nvGrpSpPr>
          <p:grpSpPr>
            <a:xfrm>
              <a:off x="9434811" y="2018043"/>
              <a:ext cx="423756" cy="423756"/>
              <a:chOff x="2828525" y="4754776"/>
              <a:chExt cx="1911484" cy="1911484"/>
            </a:xfrm>
          </p:grpSpPr>
          <p:sp>
            <p:nvSpPr>
              <p:cNvPr id="269" name="Arc 268">
                <a:extLst>
                  <a:ext uri="{FF2B5EF4-FFF2-40B4-BE49-F238E27FC236}">
                    <a16:creationId xmlns:a16="http://schemas.microsoft.com/office/drawing/2014/main" id="{50C29D01-66EE-36A5-945D-AFB88064A403}"/>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270" name="Arc 269">
                <a:extLst>
                  <a:ext uri="{FF2B5EF4-FFF2-40B4-BE49-F238E27FC236}">
                    <a16:creationId xmlns:a16="http://schemas.microsoft.com/office/drawing/2014/main" id="{009F89F2-8DE5-51F1-101D-BB5C5095B456}"/>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263" name="Freeform: Shape 278">
              <a:extLst>
                <a:ext uri="{FF2B5EF4-FFF2-40B4-BE49-F238E27FC236}">
                  <a16:creationId xmlns:a16="http://schemas.microsoft.com/office/drawing/2014/main" id="{80287C08-5C2F-1318-F686-56A82255D121}"/>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11" name="Groupe 310">
            <a:extLst>
              <a:ext uri="{FF2B5EF4-FFF2-40B4-BE49-F238E27FC236}">
                <a16:creationId xmlns:a16="http://schemas.microsoft.com/office/drawing/2014/main" id="{E0BDAC4F-1B60-5C20-90BD-8569D95A92E0}"/>
              </a:ext>
            </a:extLst>
          </p:cNvPr>
          <p:cNvGrpSpPr/>
          <p:nvPr/>
        </p:nvGrpSpPr>
        <p:grpSpPr>
          <a:xfrm>
            <a:off x="8648883" y="6152053"/>
            <a:ext cx="218737" cy="218737"/>
            <a:chOff x="9434811" y="2018043"/>
            <a:chExt cx="423756" cy="423756"/>
          </a:xfrm>
        </p:grpSpPr>
        <p:grpSp>
          <p:nvGrpSpPr>
            <p:cNvPr id="312" name="Groupe 311">
              <a:extLst>
                <a:ext uri="{FF2B5EF4-FFF2-40B4-BE49-F238E27FC236}">
                  <a16:creationId xmlns:a16="http://schemas.microsoft.com/office/drawing/2014/main" id="{D80C7B0D-0ED4-4FCE-C305-DAFB375FB274}"/>
                </a:ext>
              </a:extLst>
            </p:cNvPr>
            <p:cNvGrpSpPr/>
            <p:nvPr/>
          </p:nvGrpSpPr>
          <p:grpSpPr>
            <a:xfrm>
              <a:off x="9434811" y="2018043"/>
              <a:ext cx="423756" cy="423756"/>
              <a:chOff x="2828525" y="4754776"/>
              <a:chExt cx="1911484" cy="1911484"/>
            </a:xfrm>
          </p:grpSpPr>
          <p:sp>
            <p:nvSpPr>
              <p:cNvPr id="314" name="Arc 313">
                <a:extLst>
                  <a:ext uri="{FF2B5EF4-FFF2-40B4-BE49-F238E27FC236}">
                    <a16:creationId xmlns:a16="http://schemas.microsoft.com/office/drawing/2014/main" id="{044EE052-3D46-2578-FE68-A647F8FE0019}"/>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15" name="Arc 314">
                <a:extLst>
                  <a:ext uri="{FF2B5EF4-FFF2-40B4-BE49-F238E27FC236}">
                    <a16:creationId xmlns:a16="http://schemas.microsoft.com/office/drawing/2014/main" id="{77568DEE-D09F-8428-A7E6-7FAA2E5A8086}"/>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13" name="Freeform: Shape 278">
              <a:extLst>
                <a:ext uri="{FF2B5EF4-FFF2-40B4-BE49-F238E27FC236}">
                  <a16:creationId xmlns:a16="http://schemas.microsoft.com/office/drawing/2014/main" id="{E3F84C0E-DEBE-40C9-F3CE-A9B34A113EB3}"/>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16" name="Groupe 315">
            <a:extLst>
              <a:ext uri="{FF2B5EF4-FFF2-40B4-BE49-F238E27FC236}">
                <a16:creationId xmlns:a16="http://schemas.microsoft.com/office/drawing/2014/main" id="{E810EBAF-3E85-1938-C908-306FEA5292E2}"/>
              </a:ext>
            </a:extLst>
          </p:cNvPr>
          <p:cNvGrpSpPr/>
          <p:nvPr/>
        </p:nvGrpSpPr>
        <p:grpSpPr>
          <a:xfrm>
            <a:off x="8633891" y="8292163"/>
            <a:ext cx="218737" cy="218737"/>
            <a:chOff x="9434811" y="2018043"/>
            <a:chExt cx="423756" cy="423756"/>
          </a:xfrm>
        </p:grpSpPr>
        <p:grpSp>
          <p:nvGrpSpPr>
            <p:cNvPr id="317" name="Groupe 316">
              <a:extLst>
                <a:ext uri="{FF2B5EF4-FFF2-40B4-BE49-F238E27FC236}">
                  <a16:creationId xmlns:a16="http://schemas.microsoft.com/office/drawing/2014/main" id="{ABF0CB97-3956-48D4-F7D5-E445E513D6C3}"/>
                </a:ext>
              </a:extLst>
            </p:cNvPr>
            <p:cNvGrpSpPr/>
            <p:nvPr/>
          </p:nvGrpSpPr>
          <p:grpSpPr>
            <a:xfrm>
              <a:off x="9434811" y="2018043"/>
              <a:ext cx="423756" cy="423756"/>
              <a:chOff x="2828525" y="4754776"/>
              <a:chExt cx="1911484" cy="1911484"/>
            </a:xfrm>
          </p:grpSpPr>
          <p:sp>
            <p:nvSpPr>
              <p:cNvPr id="319" name="Arc 318">
                <a:extLst>
                  <a:ext uri="{FF2B5EF4-FFF2-40B4-BE49-F238E27FC236}">
                    <a16:creationId xmlns:a16="http://schemas.microsoft.com/office/drawing/2014/main" id="{DB3B380E-A899-4EE9-3EC7-F6353EB13781}"/>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20" name="Arc 319">
                <a:extLst>
                  <a:ext uri="{FF2B5EF4-FFF2-40B4-BE49-F238E27FC236}">
                    <a16:creationId xmlns:a16="http://schemas.microsoft.com/office/drawing/2014/main" id="{368A2819-4109-F41E-251A-2A16DD21F298}"/>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18" name="Freeform: Shape 278">
              <a:extLst>
                <a:ext uri="{FF2B5EF4-FFF2-40B4-BE49-F238E27FC236}">
                  <a16:creationId xmlns:a16="http://schemas.microsoft.com/office/drawing/2014/main" id="{D1E7EAD7-4BB5-9C00-AC54-7AD4932AA514}"/>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26" name="Groupe 325">
            <a:extLst>
              <a:ext uri="{FF2B5EF4-FFF2-40B4-BE49-F238E27FC236}">
                <a16:creationId xmlns:a16="http://schemas.microsoft.com/office/drawing/2014/main" id="{4A99D186-6A95-3B26-814E-4D97C25E6340}"/>
              </a:ext>
            </a:extLst>
          </p:cNvPr>
          <p:cNvGrpSpPr/>
          <p:nvPr/>
        </p:nvGrpSpPr>
        <p:grpSpPr>
          <a:xfrm>
            <a:off x="8642709" y="5861318"/>
            <a:ext cx="225445" cy="225445"/>
            <a:chOff x="927958" y="3427011"/>
            <a:chExt cx="423756" cy="423756"/>
          </a:xfrm>
        </p:grpSpPr>
        <p:grpSp>
          <p:nvGrpSpPr>
            <p:cNvPr id="327" name="Groupe 326">
              <a:extLst>
                <a:ext uri="{FF2B5EF4-FFF2-40B4-BE49-F238E27FC236}">
                  <a16:creationId xmlns:a16="http://schemas.microsoft.com/office/drawing/2014/main" id="{D0BE8E94-B9C5-57F4-BA16-F7EDAB730EEB}"/>
                </a:ext>
              </a:extLst>
            </p:cNvPr>
            <p:cNvGrpSpPr/>
            <p:nvPr/>
          </p:nvGrpSpPr>
          <p:grpSpPr>
            <a:xfrm>
              <a:off x="927958" y="3427011"/>
              <a:ext cx="423756" cy="423756"/>
              <a:chOff x="2828525" y="4754776"/>
              <a:chExt cx="1911484" cy="1911484"/>
            </a:xfrm>
          </p:grpSpPr>
          <p:sp>
            <p:nvSpPr>
              <p:cNvPr id="329" name="Arc 328">
                <a:extLst>
                  <a:ext uri="{FF2B5EF4-FFF2-40B4-BE49-F238E27FC236}">
                    <a16:creationId xmlns:a16="http://schemas.microsoft.com/office/drawing/2014/main" id="{38BAC41A-F54F-3AD7-BF1B-A0B981E2CF27}"/>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30" name="Arc 329">
                <a:extLst>
                  <a:ext uri="{FF2B5EF4-FFF2-40B4-BE49-F238E27FC236}">
                    <a16:creationId xmlns:a16="http://schemas.microsoft.com/office/drawing/2014/main" id="{734963EF-FDA1-F792-9A1B-66ACB0DA98ED}"/>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28" name="Freeform: Shape 278">
              <a:extLst>
                <a:ext uri="{FF2B5EF4-FFF2-40B4-BE49-F238E27FC236}">
                  <a16:creationId xmlns:a16="http://schemas.microsoft.com/office/drawing/2014/main" id="{F49C4EE2-EBB3-1C81-E0BC-106F49EA239A}"/>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31" name="Groupe 330">
            <a:extLst>
              <a:ext uri="{FF2B5EF4-FFF2-40B4-BE49-F238E27FC236}">
                <a16:creationId xmlns:a16="http://schemas.microsoft.com/office/drawing/2014/main" id="{5EE32439-CA6F-4DA0-6C9F-7CB603CA3563}"/>
              </a:ext>
            </a:extLst>
          </p:cNvPr>
          <p:cNvGrpSpPr/>
          <p:nvPr/>
        </p:nvGrpSpPr>
        <p:grpSpPr>
          <a:xfrm>
            <a:off x="8630756" y="6688888"/>
            <a:ext cx="225445" cy="225445"/>
            <a:chOff x="927958" y="3427011"/>
            <a:chExt cx="423756" cy="423756"/>
          </a:xfrm>
        </p:grpSpPr>
        <p:grpSp>
          <p:nvGrpSpPr>
            <p:cNvPr id="332" name="Groupe 331">
              <a:extLst>
                <a:ext uri="{FF2B5EF4-FFF2-40B4-BE49-F238E27FC236}">
                  <a16:creationId xmlns:a16="http://schemas.microsoft.com/office/drawing/2014/main" id="{246970B2-FD49-57C4-93C2-6C6C3E76CC29}"/>
                </a:ext>
              </a:extLst>
            </p:cNvPr>
            <p:cNvGrpSpPr/>
            <p:nvPr/>
          </p:nvGrpSpPr>
          <p:grpSpPr>
            <a:xfrm>
              <a:off x="927958" y="3427011"/>
              <a:ext cx="423756" cy="423756"/>
              <a:chOff x="2828525" y="4754776"/>
              <a:chExt cx="1911484" cy="1911484"/>
            </a:xfrm>
          </p:grpSpPr>
          <p:sp>
            <p:nvSpPr>
              <p:cNvPr id="334" name="Arc 333">
                <a:extLst>
                  <a:ext uri="{FF2B5EF4-FFF2-40B4-BE49-F238E27FC236}">
                    <a16:creationId xmlns:a16="http://schemas.microsoft.com/office/drawing/2014/main" id="{CF4CD1E5-9771-8FF6-1136-AF0778687F58}"/>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35" name="Arc 334">
                <a:extLst>
                  <a:ext uri="{FF2B5EF4-FFF2-40B4-BE49-F238E27FC236}">
                    <a16:creationId xmlns:a16="http://schemas.microsoft.com/office/drawing/2014/main" id="{DF27A833-03A7-B699-0224-412A02353BB1}"/>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33" name="Freeform: Shape 278">
              <a:extLst>
                <a:ext uri="{FF2B5EF4-FFF2-40B4-BE49-F238E27FC236}">
                  <a16:creationId xmlns:a16="http://schemas.microsoft.com/office/drawing/2014/main" id="{D968835C-02AD-BA0E-382E-7D883D072E73}"/>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36" name="Groupe 335">
            <a:extLst>
              <a:ext uri="{FF2B5EF4-FFF2-40B4-BE49-F238E27FC236}">
                <a16:creationId xmlns:a16="http://schemas.microsoft.com/office/drawing/2014/main" id="{1B16CAC0-B43F-1DBD-B696-57B93AB93402}"/>
              </a:ext>
            </a:extLst>
          </p:cNvPr>
          <p:cNvGrpSpPr/>
          <p:nvPr/>
        </p:nvGrpSpPr>
        <p:grpSpPr>
          <a:xfrm>
            <a:off x="8631695" y="6943716"/>
            <a:ext cx="225445" cy="225445"/>
            <a:chOff x="927958" y="3427011"/>
            <a:chExt cx="423756" cy="423756"/>
          </a:xfrm>
        </p:grpSpPr>
        <p:grpSp>
          <p:nvGrpSpPr>
            <p:cNvPr id="337" name="Groupe 336">
              <a:extLst>
                <a:ext uri="{FF2B5EF4-FFF2-40B4-BE49-F238E27FC236}">
                  <a16:creationId xmlns:a16="http://schemas.microsoft.com/office/drawing/2014/main" id="{5DAD1B41-8AC8-D316-2CAD-7FBB7B3F2ABE}"/>
                </a:ext>
              </a:extLst>
            </p:cNvPr>
            <p:cNvGrpSpPr/>
            <p:nvPr/>
          </p:nvGrpSpPr>
          <p:grpSpPr>
            <a:xfrm>
              <a:off x="927958" y="3427011"/>
              <a:ext cx="423756" cy="423756"/>
              <a:chOff x="2828525" y="4754776"/>
              <a:chExt cx="1911484" cy="1911484"/>
            </a:xfrm>
          </p:grpSpPr>
          <p:sp>
            <p:nvSpPr>
              <p:cNvPr id="339" name="Arc 338">
                <a:extLst>
                  <a:ext uri="{FF2B5EF4-FFF2-40B4-BE49-F238E27FC236}">
                    <a16:creationId xmlns:a16="http://schemas.microsoft.com/office/drawing/2014/main" id="{4B6C421C-6952-AEAF-31F6-CE1EB30104A1}"/>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40" name="Arc 339">
                <a:extLst>
                  <a:ext uri="{FF2B5EF4-FFF2-40B4-BE49-F238E27FC236}">
                    <a16:creationId xmlns:a16="http://schemas.microsoft.com/office/drawing/2014/main" id="{16CF16E3-BDC3-B5B5-613B-869DC5B1D036}"/>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38" name="Freeform: Shape 278">
              <a:extLst>
                <a:ext uri="{FF2B5EF4-FFF2-40B4-BE49-F238E27FC236}">
                  <a16:creationId xmlns:a16="http://schemas.microsoft.com/office/drawing/2014/main" id="{6BC8B4F0-656B-E4B7-CB09-71B34A9D89F1}"/>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41" name="Groupe 340">
            <a:extLst>
              <a:ext uri="{FF2B5EF4-FFF2-40B4-BE49-F238E27FC236}">
                <a16:creationId xmlns:a16="http://schemas.microsoft.com/office/drawing/2014/main" id="{A7C510BA-9E7B-85BB-C4F7-63CEE9AF9822}"/>
              </a:ext>
            </a:extLst>
          </p:cNvPr>
          <p:cNvGrpSpPr/>
          <p:nvPr/>
        </p:nvGrpSpPr>
        <p:grpSpPr>
          <a:xfrm>
            <a:off x="8631535" y="7212216"/>
            <a:ext cx="225445" cy="225445"/>
            <a:chOff x="927958" y="3427011"/>
            <a:chExt cx="423756" cy="423756"/>
          </a:xfrm>
        </p:grpSpPr>
        <p:grpSp>
          <p:nvGrpSpPr>
            <p:cNvPr id="342" name="Groupe 341">
              <a:extLst>
                <a:ext uri="{FF2B5EF4-FFF2-40B4-BE49-F238E27FC236}">
                  <a16:creationId xmlns:a16="http://schemas.microsoft.com/office/drawing/2014/main" id="{9273821C-B400-F0D1-FA99-6E0149F323D9}"/>
                </a:ext>
              </a:extLst>
            </p:cNvPr>
            <p:cNvGrpSpPr/>
            <p:nvPr/>
          </p:nvGrpSpPr>
          <p:grpSpPr>
            <a:xfrm>
              <a:off x="927958" y="3427011"/>
              <a:ext cx="423756" cy="423756"/>
              <a:chOff x="2828525" y="4754776"/>
              <a:chExt cx="1911484" cy="1911484"/>
            </a:xfrm>
          </p:grpSpPr>
          <p:sp>
            <p:nvSpPr>
              <p:cNvPr id="344" name="Arc 343">
                <a:extLst>
                  <a:ext uri="{FF2B5EF4-FFF2-40B4-BE49-F238E27FC236}">
                    <a16:creationId xmlns:a16="http://schemas.microsoft.com/office/drawing/2014/main" id="{D8A96218-4A5E-3CAE-F4DF-193B6D2F1BAE}"/>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45" name="Arc 344">
                <a:extLst>
                  <a:ext uri="{FF2B5EF4-FFF2-40B4-BE49-F238E27FC236}">
                    <a16:creationId xmlns:a16="http://schemas.microsoft.com/office/drawing/2014/main" id="{F1EE0669-9576-A299-3A58-A3EBB6EE7AB4}"/>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43" name="Freeform: Shape 278">
              <a:extLst>
                <a:ext uri="{FF2B5EF4-FFF2-40B4-BE49-F238E27FC236}">
                  <a16:creationId xmlns:a16="http://schemas.microsoft.com/office/drawing/2014/main" id="{FBA84019-6C99-821D-B231-655C0D125D52}"/>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46" name="Groupe 345">
            <a:extLst>
              <a:ext uri="{FF2B5EF4-FFF2-40B4-BE49-F238E27FC236}">
                <a16:creationId xmlns:a16="http://schemas.microsoft.com/office/drawing/2014/main" id="{921543D5-04FB-08DD-32A5-648706666132}"/>
              </a:ext>
            </a:extLst>
          </p:cNvPr>
          <p:cNvGrpSpPr/>
          <p:nvPr/>
        </p:nvGrpSpPr>
        <p:grpSpPr>
          <a:xfrm>
            <a:off x="8630939" y="7474788"/>
            <a:ext cx="225445" cy="225445"/>
            <a:chOff x="927958" y="3427011"/>
            <a:chExt cx="423756" cy="423756"/>
          </a:xfrm>
        </p:grpSpPr>
        <p:grpSp>
          <p:nvGrpSpPr>
            <p:cNvPr id="347" name="Groupe 346">
              <a:extLst>
                <a:ext uri="{FF2B5EF4-FFF2-40B4-BE49-F238E27FC236}">
                  <a16:creationId xmlns:a16="http://schemas.microsoft.com/office/drawing/2014/main" id="{C5C1AB6A-F35C-8B2C-1526-6532F23483EA}"/>
                </a:ext>
              </a:extLst>
            </p:cNvPr>
            <p:cNvGrpSpPr/>
            <p:nvPr/>
          </p:nvGrpSpPr>
          <p:grpSpPr>
            <a:xfrm>
              <a:off x="927958" y="3427011"/>
              <a:ext cx="423756" cy="423756"/>
              <a:chOff x="2828525" y="4754776"/>
              <a:chExt cx="1911484" cy="1911484"/>
            </a:xfrm>
          </p:grpSpPr>
          <p:sp>
            <p:nvSpPr>
              <p:cNvPr id="349" name="Arc 348">
                <a:extLst>
                  <a:ext uri="{FF2B5EF4-FFF2-40B4-BE49-F238E27FC236}">
                    <a16:creationId xmlns:a16="http://schemas.microsoft.com/office/drawing/2014/main" id="{A760DA5D-B628-3CB5-11D0-DA3AED20DE76}"/>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50" name="Arc 349">
                <a:extLst>
                  <a:ext uri="{FF2B5EF4-FFF2-40B4-BE49-F238E27FC236}">
                    <a16:creationId xmlns:a16="http://schemas.microsoft.com/office/drawing/2014/main" id="{E218AFF4-7417-8F91-C714-0B8A3135AB45}"/>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48" name="Freeform: Shape 278">
              <a:extLst>
                <a:ext uri="{FF2B5EF4-FFF2-40B4-BE49-F238E27FC236}">
                  <a16:creationId xmlns:a16="http://schemas.microsoft.com/office/drawing/2014/main" id="{2235462E-4A87-97E4-E838-D6A81A201C9F}"/>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51" name="Groupe 350">
            <a:extLst>
              <a:ext uri="{FF2B5EF4-FFF2-40B4-BE49-F238E27FC236}">
                <a16:creationId xmlns:a16="http://schemas.microsoft.com/office/drawing/2014/main" id="{DDBC14BD-CF5F-5B55-79F3-978A1C85606B}"/>
              </a:ext>
            </a:extLst>
          </p:cNvPr>
          <p:cNvGrpSpPr/>
          <p:nvPr/>
        </p:nvGrpSpPr>
        <p:grpSpPr>
          <a:xfrm>
            <a:off x="8630756" y="7751264"/>
            <a:ext cx="225445" cy="225445"/>
            <a:chOff x="927958" y="3427011"/>
            <a:chExt cx="423756" cy="423756"/>
          </a:xfrm>
        </p:grpSpPr>
        <p:grpSp>
          <p:nvGrpSpPr>
            <p:cNvPr id="352" name="Groupe 351">
              <a:extLst>
                <a:ext uri="{FF2B5EF4-FFF2-40B4-BE49-F238E27FC236}">
                  <a16:creationId xmlns:a16="http://schemas.microsoft.com/office/drawing/2014/main" id="{2CD46751-B87E-116D-E90E-70B05DAAD079}"/>
                </a:ext>
              </a:extLst>
            </p:cNvPr>
            <p:cNvGrpSpPr/>
            <p:nvPr/>
          </p:nvGrpSpPr>
          <p:grpSpPr>
            <a:xfrm>
              <a:off x="927958" y="3427011"/>
              <a:ext cx="423756" cy="423756"/>
              <a:chOff x="2828525" y="4754776"/>
              <a:chExt cx="1911484" cy="1911484"/>
            </a:xfrm>
          </p:grpSpPr>
          <p:sp>
            <p:nvSpPr>
              <p:cNvPr id="354" name="Arc 353">
                <a:extLst>
                  <a:ext uri="{FF2B5EF4-FFF2-40B4-BE49-F238E27FC236}">
                    <a16:creationId xmlns:a16="http://schemas.microsoft.com/office/drawing/2014/main" id="{EA8AD062-E565-A821-46A0-1BD72AEA9D12}"/>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55" name="Arc 354">
                <a:extLst>
                  <a:ext uri="{FF2B5EF4-FFF2-40B4-BE49-F238E27FC236}">
                    <a16:creationId xmlns:a16="http://schemas.microsoft.com/office/drawing/2014/main" id="{A4A97424-E458-3157-429F-D610C8D172BD}"/>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53" name="Freeform: Shape 278">
              <a:extLst>
                <a:ext uri="{FF2B5EF4-FFF2-40B4-BE49-F238E27FC236}">
                  <a16:creationId xmlns:a16="http://schemas.microsoft.com/office/drawing/2014/main" id="{0ECA3CA6-015F-2178-0B1F-1C9A9ABE5EFE}"/>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56" name="Groupe 355">
            <a:extLst>
              <a:ext uri="{FF2B5EF4-FFF2-40B4-BE49-F238E27FC236}">
                <a16:creationId xmlns:a16="http://schemas.microsoft.com/office/drawing/2014/main" id="{276E3C4F-75F2-343B-8994-D688BFDD03B5}"/>
              </a:ext>
            </a:extLst>
          </p:cNvPr>
          <p:cNvGrpSpPr/>
          <p:nvPr/>
        </p:nvGrpSpPr>
        <p:grpSpPr>
          <a:xfrm>
            <a:off x="8630756" y="8013063"/>
            <a:ext cx="225445" cy="225445"/>
            <a:chOff x="927958" y="3427011"/>
            <a:chExt cx="423756" cy="423756"/>
          </a:xfrm>
        </p:grpSpPr>
        <p:grpSp>
          <p:nvGrpSpPr>
            <p:cNvPr id="357" name="Groupe 356">
              <a:extLst>
                <a:ext uri="{FF2B5EF4-FFF2-40B4-BE49-F238E27FC236}">
                  <a16:creationId xmlns:a16="http://schemas.microsoft.com/office/drawing/2014/main" id="{B07C8973-C406-2CC6-DA27-1F40AFD3C27B}"/>
                </a:ext>
              </a:extLst>
            </p:cNvPr>
            <p:cNvGrpSpPr/>
            <p:nvPr/>
          </p:nvGrpSpPr>
          <p:grpSpPr>
            <a:xfrm>
              <a:off x="927958" y="3427011"/>
              <a:ext cx="423756" cy="423756"/>
              <a:chOff x="2828525" y="4754776"/>
              <a:chExt cx="1911484" cy="1911484"/>
            </a:xfrm>
          </p:grpSpPr>
          <p:sp>
            <p:nvSpPr>
              <p:cNvPr id="359" name="Arc 358">
                <a:extLst>
                  <a:ext uri="{FF2B5EF4-FFF2-40B4-BE49-F238E27FC236}">
                    <a16:creationId xmlns:a16="http://schemas.microsoft.com/office/drawing/2014/main" id="{56D32D91-C931-E901-5683-5204372EF7E1}"/>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60" name="Arc 359">
                <a:extLst>
                  <a:ext uri="{FF2B5EF4-FFF2-40B4-BE49-F238E27FC236}">
                    <a16:creationId xmlns:a16="http://schemas.microsoft.com/office/drawing/2014/main" id="{80561BA9-4C0F-2C49-1FE6-55B0305CC264}"/>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58" name="Freeform: Shape 278">
              <a:extLst>
                <a:ext uri="{FF2B5EF4-FFF2-40B4-BE49-F238E27FC236}">
                  <a16:creationId xmlns:a16="http://schemas.microsoft.com/office/drawing/2014/main" id="{0FC0D471-4BE2-89A4-91BE-5DA850C8313E}"/>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61" name="Groupe 360">
            <a:extLst>
              <a:ext uri="{FF2B5EF4-FFF2-40B4-BE49-F238E27FC236}">
                <a16:creationId xmlns:a16="http://schemas.microsoft.com/office/drawing/2014/main" id="{25BA797F-9D0D-C392-9DEE-79C5307DADCA}"/>
              </a:ext>
            </a:extLst>
          </p:cNvPr>
          <p:cNvGrpSpPr/>
          <p:nvPr/>
        </p:nvGrpSpPr>
        <p:grpSpPr>
          <a:xfrm>
            <a:off x="8631418" y="9039397"/>
            <a:ext cx="225445" cy="225445"/>
            <a:chOff x="927958" y="3427011"/>
            <a:chExt cx="423756" cy="423756"/>
          </a:xfrm>
        </p:grpSpPr>
        <p:grpSp>
          <p:nvGrpSpPr>
            <p:cNvPr id="362" name="Groupe 361">
              <a:extLst>
                <a:ext uri="{FF2B5EF4-FFF2-40B4-BE49-F238E27FC236}">
                  <a16:creationId xmlns:a16="http://schemas.microsoft.com/office/drawing/2014/main" id="{50C5F457-8BEE-9DFE-402F-F550F5DD8342}"/>
                </a:ext>
              </a:extLst>
            </p:cNvPr>
            <p:cNvGrpSpPr/>
            <p:nvPr/>
          </p:nvGrpSpPr>
          <p:grpSpPr>
            <a:xfrm>
              <a:off x="927958" y="3427011"/>
              <a:ext cx="423756" cy="423756"/>
              <a:chOff x="2828525" y="4754776"/>
              <a:chExt cx="1911484" cy="1911484"/>
            </a:xfrm>
          </p:grpSpPr>
          <p:sp>
            <p:nvSpPr>
              <p:cNvPr id="364" name="Arc 363">
                <a:extLst>
                  <a:ext uri="{FF2B5EF4-FFF2-40B4-BE49-F238E27FC236}">
                    <a16:creationId xmlns:a16="http://schemas.microsoft.com/office/drawing/2014/main" id="{1D7073D4-CC1D-87AB-A8E9-1F0E13D02969}"/>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65" name="Arc 364">
                <a:extLst>
                  <a:ext uri="{FF2B5EF4-FFF2-40B4-BE49-F238E27FC236}">
                    <a16:creationId xmlns:a16="http://schemas.microsoft.com/office/drawing/2014/main" id="{07C7631F-DE44-1017-07AA-CECCCCEEFD4F}"/>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63" name="Freeform: Shape 278">
              <a:extLst>
                <a:ext uri="{FF2B5EF4-FFF2-40B4-BE49-F238E27FC236}">
                  <a16:creationId xmlns:a16="http://schemas.microsoft.com/office/drawing/2014/main" id="{A9A5D7AC-C6C3-7B7A-848B-DDAD6F2A6719}"/>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66" name="Groupe 365">
            <a:extLst>
              <a:ext uri="{FF2B5EF4-FFF2-40B4-BE49-F238E27FC236}">
                <a16:creationId xmlns:a16="http://schemas.microsoft.com/office/drawing/2014/main" id="{FA5F5503-D03F-8427-FD83-156911499E9B}"/>
              </a:ext>
            </a:extLst>
          </p:cNvPr>
          <p:cNvGrpSpPr/>
          <p:nvPr/>
        </p:nvGrpSpPr>
        <p:grpSpPr>
          <a:xfrm>
            <a:off x="8631194" y="9320309"/>
            <a:ext cx="225445" cy="225445"/>
            <a:chOff x="927958" y="3427011"/>
            <a:chExt cx="423756" cy="423756"/>
          </a:xfrm>
        </p:grpSpPr>
        <p:grpSp>
          <p:nvGrpSpPr>
            <p:cNvPr id="367" name="Groupe 366">
              <a:extLst>
                <a:ext uri="{FF2B5EF4-FFF2-40B4-BE49-F238E27FC236}">
                  <a16:creationId xmlns:a16="http://schemas.microsoft.com/office/drawing/2014/main" id="{443C5231-CA6E-0519-5E94-4CC8EADE82E5}"/>
                </a:ext>
              </a:extLst>
            </p:cNvPr>
            <p:cNvGrpSpPr/>
            <p:nvPr/>
          </p:nvGrpSpPr>
          <p:grpSpPr>
            <a:xfrm>
              <a:off x="927958" y="3427011"/>
              <a:ext cx="423756" cy="423756"/>
              <a:chOff x="2828525" y="4754776"/>
              <a:chExt cx="1911484" cy="1911484"/>
            </a:xfrm>
          </p:grpSpPr>
          <p:sp>
            <p:nvSpPr>
              <p:cNvPr id="369" name="Arc 368">
                <a:extLst>
                  <a:ext uri="{FF2B5EF4-FFF2-40B4-BE49-F238E27FC236}">
                    <a16:creationId xmlns:a16="http://schemas.microsoft.com/office/drawing/2014/main" id="{B3CBB464-3261-7EDB-1ED0-333E4F1AC0CB}"/>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70" name="Arc 369">
                <a:extLst>
                  <a:ext uri="{FF2B5EF4-FFF2-40B4-BE49-F238E27FC236}">
                    <a16:creationId xmlns:a16="http://schemas.microsoft.com/office/drawing/2014/main" id="{5325ED56-69A4-2A12-1F42-71D8FD64AF3A}"/>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68" name="Freeform: Shape 278">
              <a:extLst>
                <a:ext uri="{FF2B5EF4-FFF2-40B4-BE49-F238E27FC236}">
                  <a16:creationId xmlns:a16="http://schemas.microsoft.com/office/drawing/2014/main" id="{382AB126-413C-DA6A-6FF0-DC461CA156A1}"/>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74" name="Groupe 373">
            <a:extLst>
              <a:ext uri="{FF2B5EF4-FFF2-40B4-BE49-F238E27FC236}">
                <a16:creationId xmlns:a16="http://schemas.microsoft.com/office/drawing/2014/main" id="{C36CD968-881B-03A8-9707-A5826B7078FF}"/>
              </a:ext>
            </a:extLst>
          </p:cNvPr>
          <p:cNvGrpSpPr/>
          <p:nvPr/>
        </p:nvGrpSpPr>
        <p:grpSpPr>
          <a:xfrm>
            <a:off x="17351710" y="2119922"/>
            <a:ext cx="225445" cy="225445"/>
            <a:chOff x="927958" y="3427011"/>
            <a:chExt cx="423756" cy="423756"/>
          </a:xfrm>
        </p:grpSpPr>
        <p:grpSp>
          <p:nvGrpSpPr>
            <p:cNvPr id="375" name="Groupe 374">
              <a:extLst>
                <a:ext uri="{FF2B5EF4-FFF2-40B4-BE49-F238E27FC236}">
                  <a16:creationId xmlns:a16="http://schemas.microsoft.com/office/drawing/2014/main" id="{CC7DA8E8-1C00-C0AC-83F6-E5F7B27A657F}"/>
                </a:ext>
              </a:extLst>
            </p:cNvPr>
            <p:cNvGrpSpPr/>
            <p:nvPr/>
          </p:nvGrpSpPr>
          <p:grpSpPr>
            <a:xfrm>
              <a:off x="927958" y="3427011"/>
              <a:ext cx="423756" cy="423756"/>
              <a:chOff x="2828525" y="4754776"/>
              <a:chExt cx="1911484" cy="1911484"/>
            </a:xfrm>
          </p:grpSpPr>
          <p:sp>
            <p:nvSpPr>
              <p:cNvPr id="377" name="Arc 376">
                <a:extLst>
                  <a:ext uri="{FF2B5EF4-FFF2-40B4-BE49-F238E27FC236}">
                    <a16:creationId xmlns:a16="http://schemas.microsoft.com/office/drawing/2014/main" id="{7022ED73-9786-9EB4-D0F3-7064ECBD9F09}"/>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78" name="Arc 377">
                <a:extLst>
                  <a:ext uri="{FF2B5EF4-FFF2-40B4-BE49-F238E27FC236}">
                    <a16:creationId xmlns:a16="http://schemas.microsoft.com/office/drawing/2014/main" id="{74E12A10-6763-D25A-EF92-C69357B03392}"/>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76" name="Freeform: Shape 278">
              <a:extLst>
                <a:ext uri="{FF2B5EF4-FFF2-40B4-BE49-F238E27FC236}">
                  <a16:creationId xmlns:a16="http://schemas.microsoft.com/office/drawing/2014/main" id="{0BCEBD43-1218-0201-7D09-51A7FAD74976}"/>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79" name="Groupe 378">
            <a:extLst>
              <a:ext uri="{FF2B5EF4-FFF2-40B4-BE49-F238E27FC236}">
                <a16:creationId xmlns:a16="http://schemas.microsoft.com/office/drawing/2014/main" id="{679903B0-CA50-DAC0-C6E1-5827A5FBA54A}"/>
              </a:ext>
            </a:extLst>
          </p:cNvPr>
          <p:cNvGrpSpPr/>
          <p:nvPr/>
        </p:nvGrpSpPr>
        <p:grpSpPr>
          <a:xfrm>
            <a:off x="17327719" y="2389293"/>
            <a:ext cx="225445" cy="225445"/>
            <a:chOff x="927958" y="3427011"/>
            <a:chExt cx="423756" cy="423756"/>
          </a:xfrm>
        </p:grpSpPr>
        <p:grpSp>
          <p:nvGrpSpPr>
            <p:cNvPr id="380" name="Groupe 379">
              <a:extLst>
                <a:ext uri="{FF2B5EF4-FFF2-40B4-BE49-F238E27FC236}">
                  <a16:creationId xmlns:a16="http://schemas.microsoft.com/office/drawing/2014/main" id="{F3D6E5A4-A25C-24E2-75BF-E6FB1AC57692}"/>
                </a:ext>
              </a:extLst>
            </p:cNvPr>
            <p:cNvGrpSpPr/>
            <p:nvPr/>
          </p:nvGrpSpPr>
          <p:grpSpPr>
            <a:xfrm>
              <a:off x="927958" y="3427011"/>
              <a:ext cx="423756" cy="423756"/>
              <a:chOff x="2828525" y="4754776"/>
              <a:chExt cx="1911484" cy="1911484"/>
            </a:xfrm>
          </p:grpSpPr>
          <p:sp>
            <p:nvSpPr>
              <p:cNvPr id="382" name="Arc 381">
                <a:extLst>
                  <a:ext uri="{FF2B5EF4-FFF2-40B4-BE49-F238E27FC236}">
                    <a16:creationId xmlns:a16="http://schemas.microsoft.com/office/drawing/2014/main" id="{4F7612A6-1ABF-9D20-660D-88C28C5CE126}"/>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83" name="Arc 382">
                <a:extLst>
                  <a:ext uri="{FF2B5EF4-FFF2-40B4-BE49-F238E27FC236}">
                    <a16:creationId xmlns:a16="http://schemas.microsoft.com/office/drawing/2014/main" id="{052CA0F6-A638-25FC-C3DE-9FD4BB02D827}"/>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81" name="Freeform: Shape 278">
              <a:extLst>
                <a:ext uri="{FF2B5EF4-FFF2-40B4-BE49-F238E27FC236}">
                  <a16:creationId xmlns:a16="http://schemas.microsoft.com/office/drawing/2014/main" id="{5579923F-93F7-52F2-66C4-215BD5CA3538}"/>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84" name="Groupe 383">
            <a:extLst>
              <a:ext uri="{FF2B5EF4-FFF2-40B4-BE49-F238E27FC236}">
                <a16:creationId xmlns:a16="http://schemas.microsoft.com/office/drawing/2014/main" id="{53DAF87F-F535-253E-4013-39F1B2DFC41F}"/>
              </a:ext>
            </a:extLst>
          </p:cNvPr>
          <p:cNvGrpSpPr/>
          <p:nvPr/>
        </p:nvGrpSpPr>
        <p:grpSpPr>
          <a:xfrm>
            <a:off x="17340777" y="2637492"/>
            <a:ext cx="225445" cy="225445"/>
            <a:chOff x="927958" y="3427011"/>
            <a:chExt cx="423756" cy="423756"/>
          </a:xfrm>
        </p:grpSpPr>
        <p:grpSp>
          <p:nvGrpSpPr>
            <p:cNvPr id="385" name="Groupe 384">
              <a:extLst>
                <a:ext uri="{FF2B5EF4-FFF2-40B4-BE49-F238E27FC236}">
                  <a16:creationId xmlns:a16="http://schemas.microsoft.com/office/drawing/2014/main" id="{59CDC6E4-BC62-E30C-B0A9-04684083845D}"/>
                </a:ext>
              </a:extLst>
            </p:cNvPr>
            <p:cNvGrpSpPr/>
            <p:nvPr/>
          </p:nvGrpSpPr>
          <p:grpSpPr>
            <a:xfrm>
              <a:off x="927958" y="3427011"/>
              <a:ext cx="423756" cy="423756"/>
              <a:chOff x="2828525" y="4754776"/>
              <a:chExt cx="1911484" cy="1911484"/>
            </a:xfrm>
          </p:grpSpPr>
          <p:sp>
            <p:nvSpPr>
              <p:cNvPr id="387" name="Arc 386">
                <a:extLst>
                  <a:ext uri="{FF2B5EF4-FFF2-40B4-BE49-F238E27FC236}">
                    <a16:creationId xmlns:a16="http://schemas.microsoft.com/office/drawing/2014/main" id="{8D261AC8-1A2C-EF40-30ED-BFE32CB2C4FD}"/>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88" name="Arc 387">
                <a:extLst>
                  <a:ext uri="{FF2B5EF4-FFF2-40B4-BE49-F238E27FC236}">
                    <a16:creationId xmlns:a16="http://schemas.microsoft.com/office/drawing/2014/main" id="{D1871529-8E9D-1A74-77FF-8A3CCF37AF1D}"/>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86" name="Freeform: Shape 278">
              <a:extLst>
                <a:ext uri="{FF2B5EF4-FFF2-40B4-BE49-F238E27FC236}">
                  <a16:creationId xmlns:a16="http://schemas.microsoft.com/office/drawing/2014/main" id="{CEC5B974-51B0-42E5-B949-44EF6454D097}"/>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89" name="Groupe 388">
            <a:extLst>
              <a:ext uri="{FF2B5EF4-FFF2-40B4-BE49-F238E27FC236}">
                <a16:creationId xmlns:a16="http://schemas.microsoft.com/office/drawing/2014/main" id="{4B0F6E1D-C6E1-3EA0-B823-42B078E3BB61}"/>
              </a:ext>
            </a:extLst>
          </p:cNvPr>
          <p:cNvGrpSpPr/>
          <p:nvPr/>
        </p:nvGrpSpPr>
        <p:grpSpPr>
          <a:xfrm>
            <a:off x="17332073" y="2890044"/>
            <a:ext cx="225445" cy="225445"/>
            <a:chOff x="927958" y="3427011"/>
            <a:chExt cx="423756" cy="423756"/>
          </a:xfrm>
        </p:grpSpPr>
        <p:grpSp>
          <p:nvGrpSpPr>
            <p:cNvPr id="390" name="Groupe 389">
              <a:extLst>
                <a:ext uri="{FF2B5EF4-FFF2-40B4-BE49-F238E27FC236}">
                  <a16:creationId xmlns:a16="http://schemas.microsoft.com/office/drawing/2014/main" id="{ECCEC4E0-DEB8-3933-ECE0-B79641748203}"/>
                </a:ext>
              </a:extLst>
            </p:cNvPr>
            <p:cNvGrpSpPr/>
            <p:nvPr/>
          </p:nvGrpSpPr>
          <p:grpSpPr>
            <a:xfrm>
              <a:off x="927958" y="3427011"/>
              <a:ext cx="423756" cy="423756"/>
              <a:chOff x="2828525" y="4754776"/>
              <a:chExt cx="1911484" cy="1911484"/>
            </a:xfrm>
          </p:grpSpPr>
          <p:sp>
            <p:nvSpPr>
              <p:cNvPr id="392" name="Arc 391">
                <a:extLst>
                  <a:ext uri="{FF2B5EF4-FFF2-40B4-BE49-F238E27FC236}">
                    <a16:creationId xmlns:a16="http://schemas.microsoft.com/office/drawing/2014/main" id="{7E03AB35-2EBA-EBEB-F845-42B6D1348F26}"/>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93" name="Arc 392">
                <a:extLst>
                  <a:ext uri="{FF2B5EF4-FFF2-40B4-BE49-F238E27FC236}">
                    <a16:creationId xmlns:a16="http://schemas.microsoft.com/office/drawing/2014/main" id="{2DE85723-A4C0-12B3-140D-A73E83ABF24F}"/>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91" name="Freeform: Shape 278">
              <a:extLst>
                <a:ext uri="{FF2B5EF4-FFF2-40B4-BE49-F238E27FC236}">
                  <a16:creationId xmlns:a16="http://schemas.microsoft.com/office/drawing/2014/main" id="{43D39F8A-4B9D-B45F-A699-E8F66AE2B7CD}"/>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94" name="Groupe 393">
            <a:extLst>
              <a:ext uri="{FF2B5EF4-FFF2-40B4-BE49-F238E27FC236}">
                <a16:creationId xmlns:a16="http://schemas.microsoft.com/office/drawing/2014/main" id="{0DA55E63-AE80-C15C-9567-9931299DB4EF}"/>
              </a:ext>
            </a:extLst>
          </p:cNvPr>
          <p:cNvGrpSpPr/>
          <p:nvPr/>
        </p:nvGrpSpPr>
        <p:grpSpPr>
          <a:xfrm>
            <a:off x="17352243" y="3152886"/>
            <a:ext cx="218737" cy="218737"/>
            <a:chOff x="9434811" y="2018043"/>
            <a:chExt cx="423756" cy="423756"/>
          </a:xfrm>
        </p:grpSpPr>
        <p:grpSp>
          <p:nvGrpSpPr>
            <p:cNvPr id="395" name="Groupe 394">
              <a:extLst>
                <a:ext uri="{FF2B5EF4-FFF2-40B4-BE49-F238E27FC236}">
                  <a16:creationId xmlns:a16="http://schemas.microsoft.com/office/drawing/2014/main" id="{C30DEE20-7DCD-ACC1-0DCE-9296A30A843A}"/>
                </a:ext>
              </a:extLst>
            </p:cNvPr>
            <p:cNvGrpSpPr/>
            <p:nvPr/>
          </p:nvGrpSpPr>
          <p:grpSpPr>
            <a:xfrm>
              <a:off x="9434811" y="2018043"/>
              <a:ext cx="423756" cy="423756"/>
              <a:chOff x="2828525" y="4754776"/>
              <a:chExt cx="1911484" cy="1911484"/>
            </a:xfrm>
          </p:grpSpPr>
          <p:sp>
            <p:nvSpPr>
              <p:cNvPr id="397" name="Arc 396">
                <a:extLst>
                  <a:ext uri="{FF2B5EF4-FFF2-40B4-BE49-F238E27FC236}">
                    <a16:creationId xmlns:a16="http://schemas.microsoft.com/office/drawing/2014/main" id="{49CBF8E1-0868-B40F-A430-B14F103A13A5}"/>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398" name="Arc 397">
                <a:extLst>
                  <a:ext uri="{FF2B5EF4-FFF2-40B4-BE49-F238E27FC236}">
                    <a16:creationId xmlns:a16="http://schemas.microsoft.com/office/drawing/2014/main" id="{E2EC1E18-31F9-C87A-246F-F166A71F4CA0}"/>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396" name="Freeform: Shape 278">
              <a:extLst>
                <a:ext uri="{FF2B5EF4-FFF2-40B4-BE49-F238E27FC236}">
                  <a16:creationId xmlns:a16="http://schemas.microsoft.com/office/drawing/2014/main" id="{D3828A5E-10FB-6C46-5196-F048A569868E}"/>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399" name="Groupe 398">
            <a:extLst>
              <a:ext uri="{FF2B5EF4-FFF2-40B4-BE49-F238E27FC236}">
                <a16:creationId xmlns:a16="http://schemas.microsoft.com/office/drawing/2014/main" id="{217BE3ED-D584-557C-BEAB-7C45BC6F1C1E}"/>
              </a:ext>
            </a:extLst>
          </p:cNvPr>
          <p:cNvGrpSpPr/>
          <p:nvPr/>
        </p:nvGrpSpPr>
        <p:grpSpPr>
          <a:xfrm>
            <a:off x="17350854" y="3385096"/>
            <a:ext cx="218737" cy="218737"/>
            <a:chOff x="9434811" y="2018043"/>
            <a:chExt cx="423756" cy="423756"/>
          </a:xfrm>
        </p:grpSpPr>
        <p:grpSp>
          <p:nvGrpSpPr>
            <p:cNvPr id="400" name="Groupe 399">
              <a:extLst>
                <a:ext uri="{FF2B5EF4-FFF2-40B4-BE49-F238E27FC236}">
                  <a16:creationId xmlns:a16="http://schemas.microsoft.com/office/drawing/2014/main" id="{4C2D0A39-C180-E924-5C4C-5EC52ABABF72}"/>
                </a:ext>
              </a:extLst>
            </p:cNvPr>
            <p:cNvGrpSpPr/>
            <p:nvPr/>
          </p:nvGrpSpPr>
          <p:grpSpPr>
            <a:xfrm>
              <a:off x="9434811" y="2018043"/>
              <a:ext cx="423756" cy="423756"/>
              <a:chOff x="2828525" y="4754776"/>
              <a:chExt cx="1911484" cy="1911484"/>
            </a:xfrm>
          </p:grpSpPr>
          <p:sp>
            <p:nvSpPr>
              <p:cNvPr id="402" name="Arc 401">
                <a:extLst>
                  <a:ext uri="{FF2B5EF4-FFF2-40B4-BE49-F238E27FC236}">
                    <a16:creationId xmlns:a16="http://schemas.microsoft.com/office/drawing/2014/main" id="{EC9518B8-D4C4-80F8-7271-C58698F1E7BF}"/>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03" name="Arc 402">
                <a:extLst>
                  <a:ext uri="{FF2B5EF4-FFF2-40B4-BE49-F238E27FC236}">
                    <a16:creationId xmlns:a16="http://schemas.microsoft.com/office/drawing/2014/main" id="{F31F6129-FC67-14DD-3D5C-F1EEDAF6A382}"/>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01" name="Freeform: Shape 278">
              <a:extLst>
                <a:ext uri="{FF2B5EF4-FFF2-40B4-BE49-F238E27FC236}">
                  <a16:creationId xmlns:a16="http://schemas.microsoft.com/office/drawing/2014/main" id="{4C6C151A-03D8-84D5-098F-2FC0C8453099}"/>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04" name="Groupe 403">
            <a:extLst>
              <a:ext uri="{FF2B5EF4-FFF2-40B4-BE49-F238E27FC236}">
                <a16:creationId xmlns:a16="http://schemas.microsoft.com/office/drawing/2014/main" id="{C6BF7239-CAC7-B398-4C29-7ED4D4987B27}"/>
              </a:ext>
            </a:extLst>
          </p:cNvPr>
          <p:cNvGrpSpPr/>
          <p:nvPr/>
        </p:nvGrpSpPr>
        <p:grpSpPr>
          <a:xfrm>
            <a:off x="17350073" y="4060742"/>
            <a:ext cx="218737" cy="218737"/>
            <a:chOff x="9434811" y="2018043"/>
            <a:chExt cx="423756" cy="423756"/>
          </a:xfrm>
        </p:grpSpPr>
        <p:grpSp>
          <p:nvGrpSpPr>
            <p:cNvPr id="405" name="Groupe 404">
              <a:extLst>
                <a:ext uri="{FF2B5EF4-FFF2-40B4-BE49-F238E27FC236}">
                  <a16:creationId xmlns:a16="http://schemas.microsoft.com/office/drawing/2014/main" id="{FFB027D1-B99D-A697-EC2F-01F2B64A2A4E}"/>
                </a:ext>
              </a:extLst>
            </p:cNvPr>
            <p:cNvGrpSpPr/>
            <p:nvPr/>
          </p:nvGrpSpPr>
          <p:grpSpPr>
            <a:xfrm>
              <a:off x="9434811" y="2018043"/>
              <a:ext cx="423756" cy="423756"/>
              <a:chOff x="2828525" y="4754776"/>
              <a:chExt cx="1911484" cy="1911484"/>
            </a:xfrm>
          </p:grpSpPr>
          <p:sp>
            <p:nvSpPr>
              <p:cNvPr id="407" name="Arc 406">
                <a:extLst>
                  <a:ext uri="{FF2B5EF4-FFF2-40B4-BE49-F238E27FC236}">
                    <a16:creationId xmlns:a16="http://schemas.microsoft.com/office/drawing/2014/main" id="{70C919E7-A3DF-C541-1668-80EBAE2CB5C2}"/>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08" name="Arc 407">
                <a:extLst>
                  <a:ext uri="{FF2B5EF4-FFF2-40B4-BE49-F238E27FC236}">
                    <a16:creationId xmlns:a16="http://schemas.microsoft.com/office/drawing/2014/main" id="{F714AA3B-69A6-0BC9-738E-17FE371F917A}"/>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06" name="Freeform: Shape 278">
              <a:extLst>
                <a:ext uri="{FF2B5EF4-FFF2-40B4-BE49-F238E27FC236}">
                  <a16:creationId xmlns:a16="http://schemas.microsoft.com/office/drawing/2014/main" id="{02DE5E37-91A7-9B52-AADD-A88A52256580}"/>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09" name="Groupe 408">
            <a:extLst>
              <a:ext uri="{FF2B5EF4-FFF2-40B4-BE49-F238E27FC236}">
                <a16:creationId xmlns:a16="http://schemas.microsoft.com/office/drawing/2014/main" id="{1E1ECED2-D850-AD7C-F557-8313458A6F05}"/>
              </a:ext>
            </a:extLst>
          </p:cNvPr>
          <p:cNvGrpSpPr/>
          <p:nvPr/>
        </p:nvGrpSpPr>
        <p:grpSpPr>
          <a:xfrm>
            <a:off x="17357659" y="3819823"/>
            <a:ext cx="218737" cy="218737"/>
            <a:chOff x="9434811" y="2018043"/>
            <a:chExt cx="423756" cy="423756"/>
          </a:xfrm>
        </p:grpSpPr>
        <p:grpSp>
          <p:nvGrpSpPr>
            <p:cNvPr id="410" name="Groupe 409">
              <a:extLst>
                <a:ext uri="{FF2B5EF4-FFF2-40B4-BE49-F238E27FC236}">
                  <a16:creationId xmlns:a16="http://schemas.microsoft.com/office/drawing/2014/main" id="{AA4F014D-EB3F-CA12-B2D9-58F6B00DD02A}"/>
                </a:ext>
              </a:extLst>
            </p:cNvPr>
            <p:cNvGrpSpPr/>
            <p:nvPr/>
          </p:nvGrpSpPr>
          <p:grpSpPr>
            <a:xfrm>
              <a:off x="9434811" y="2018043"/>
              <a:ext cx="423756" cy="423756"/>
              <a:chOff x="2828525" y="4754776"/>
              <a:chExt cx="1911484" cy="1911484"/>
            </a:xfrm>
          </p:grpSpPr>
          <p:sp>
            <p:nvSpPr>
              <p:cNvPr id="412" name="Arc 411">
                <a:extLst>
                  <a:ext uri="{FF2B5EF4-FFF2-40B4-BE49-F238E27FC236}">
                    <a16:creationId xmlns:a16="http://schemas.microsoft.com/office/drawing/2014/main" id="{AC6F3230-451A-7277-A709-3E0DEC62DD6D}"/>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13" name="Arc 412">
                <a:extLst>
                  <a:ext uri="{FF2B5EF4-FFF2-40B4-BE49-F238E27FC236}">
                    <a16:creationId xmlns:a16="http://schemas.microsoft.com/office/drawing/2014/main" id="{26DE301C-2569-D3EE-D28D-34F283AF419E}"/>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11" name="Freeform: Shape 278">
              <a:extLst>
                <a:ext uri="{FF2B5EF4-FFF2-40B4-BE49-F238E27FC236}">
                  <a16:creationId xmlns:a16="http://schemas.microsoft.com/office/drawing/2014/main" id="{CDDB378D-06A6-DF9F-BF75-E0D6654E09A7}"/>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14" name="Groupe 413">
            <a:extLst>
              <a:ext uri="{FF2B5EF4-FFF2-40B4-BE49-F238E27FC236}">
                <a16:creationId xmlns:a16="http://schemas.microsoft.com/office/drawing/2014/main" id="{950E163D-6A2D-2D77-5507-803A24A588F9}"/>
              </a:ext>
            </a:extLst>
          </p:cNvPr>
          <p:cNvGrpSpPr/>
          <p:nvPr/>
        </p:nvGrpSpPr>
        <p:grpSpPr>
          <a:xfrm>
            <a:off x="17346718" y="4306128"/>
            <a:ext cx="225445" cy="225445"/>
            <a:chOff x="927958" y="3427011"/>
            <a:chExt cx="423756" cy="423756"/>
          </a:xfrm>
        </p:grpSpPr>
        <p:grpSp>
          <p:nvGrpSpPr>
            <p:cNvPr id="415" name="Groupe 414">
              <a:extLst>
                <a:ext uri="{FF2B5EF4-FFF2-40B4-BE49-F238E27FC236}">
                  <a16:creationId xmlns:a16="http://schemas.microsoft.com/office/drawing/2014/main" id="{6FDBD1A3-FE80-2C1F-866D-B046F0CD3DE6}"/>
                </a:ext>
              </a:extLst>
            </p:cNvPr>
            <p:cNvGrpSpPr/>
            <p:nvPr/>
          </p:nvGrpSpPr>
          <p:grpSpPr>
            <a:xfrm>
              <a:off x="927958" y="3427011"/>
              <a:ext cx="423756" cy="423756"/>
              <a:chOff x="2828525" y="4754776"/>
              <a:chExt cx="1911484" cy="1911484"/>
            </a:xfrm>
          </p:grpSpPr>
          <p:sp>
            <p:nvSpPr>
              <p:cNvPr id="417" name="Arc 416">
                <a:extLst>
                  <a:ext uri="{FF2B5EF4-FFF2-40B4-BE49-F238E27FC236}">
                    <a16:creationId xmlns:a16="http://schemas.microsoft.com/office/drawing/2014/main" id="{CF906FDE-C271-2532-F61E-306FDA4B2F07}"/>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18" name="Arc 417">
                <a:extLst>
                  <a:ext uri="{FF2B5EF4-FFF2-40B4-BE49-F238E27FC236}">
                    <a16:creationId xmlns:a16="http://schemas.microsoft.com/office/drawing/2014/main" id="{0958FB5D-BAC1-7588-3AAF-357787D3D5DA}"/>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16" name="Freeform: Shape 278">
              <a:extLst>
                <a:ext uri="{FF2B5EF4-FFF2-40B4-BE49-F238E27FC236}">
                  <a16:creationId xmlns:a16="http://schemas.microsoft.com/office/drawing/2014/main" id="{A86D1A3E-2643-FEB0-33C8-3F05012D0BC7}"/>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19" name="Groupe 418">
            <a:extLst>
              <a:ext uri="{FF2B5EF4-FFF2-40B4-BE49-F238E27FC236}">
                <a16:creationId xmlns:a16="http://schemas.microsoft.com/office/drawing/2014/main" id="{ADD85D13-9128-D291-B0CE-FF87F10CC238}"/>
              </a:ext>
            </a:extLst>
          </p:cNvPr>
          <p:cNvGrpSpPr/>
          <p:nvPr/>
        </p:nvGrpSpPr>
        <p:grpSpPr>
          <a:xfrm>
            <a:off x="17351070" y="4545617"/>
            <a:ext cx="225445" cy="225445"/>
            <a:chOff x="927958" y="3427011"/>
            <a:chExt cx="423756" cy="423756"/>
          </a:xfrm>
        </p:grpSpPr>
        <p:grpSp>
          <p:nvGrpSpPr>
            <p:cNvPr id="420" name="Groupe 419">
              <a:extLst>
                <a:ext uri="{FF2B5EF4-FFF2-40B4-BE49-F238E27FC236}">
                  <a16:creationId xmlns:a16="http://schemas.microsoft.com/office/drawing/2014/main" id="{52355C9E-8B1C-3230-7735-D2748B213481}"/>
                </a:ext>
              </a:extLst>
            </p:cNvPr>
            <p:cNvGrpSpPr/>
            <p:nvPr/>
          </p:nvGrpSpPr>
          <p:grpSpPr>
            <a:xfrm>
              <a:off x="927958" y="3427011"/>
              <a:ext cx="423756" cy="423756"/>
              <a:chOff x="2828525" y="4754776"/>
              <a:chExt cx="1911484" cy="1911484"/>
            </a:xfrm>
          </p:grpSpPr>
          <p:sp>
            <p:nvSpPr>
              <p:cNvPr id="422" name="Arc 421">
                <a:extLst>
                  <a:ext uri="{FF2B5EF4-FFF2-40B4-BE49-F238E27FC236}">
                    <a16:creationId xmlns:a16="http://schemas.microsoft.com/office/drawing/2014/main" id="{537A92B3-05A1-8EDA-E3E1-FF1D536E8553}"/>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23" name="Arc 422">
                <a:extLst>
                  <a:ext uri="{FF2B5EF4-FFF2-40B4-BE49-F238E27FC236}">
                    <a16:creationId xmlns:a16="http://schemas.microsoft.com/office/drawing/2014/main" id="{64ABDCEF-B677-F74F-FA6D-F9DD5F8ED78C}"/>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21" name="Freeform: Shape 278">
              <a:extLst>
                <a:ext uri="{FF2B5EF4-FFF2-40B4-BE49-F238E27FC236}">
                  <a16:creationId xmlns:a16="http://schemas.microsoft.com/office/drawing/2014/main" id="{30B185F7-759E-9026-CDFF-B5AC7E2623E0}"/>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24" name="Groupe 423">
            <a:extLst>
              <a:ext uri="{FF2B5EF4-FFF2-40B4-BE49-F238E27FC236}">
                <a16:creationId xmlns:a16="http://schemas.microsoft.com/office/drawing/2014/main" id="{F9A4B634-3A77-55D0-120A-7F136852EFD4}"/>
              </a:ext>
            </a:extLst>
          </p:cNvPr>
          <p:cNvGrpSpPr/>
          <p:nvPr/>
        </p:nvGrpSpPr>
        <p:grpSpPr>
          <a:xfrm>
            <a:off x="17346714" y="5037651"/>
            <a:ext cx="225445" cy="225445"/>
            <a:chOff x="927958" y="3427011"/>
            <a:chExt cx="423756" cy="423756"/>
          </a:xfrm>
        </p:grpSpPr>
        <p:grpSp>
          <p:nvGrpSpPr>
            <p:cNvPr id="425" name="Groupe 424">
              <a:extLst>
                <a:ext uri="{FF2B5EF4-FFF2-40B4-BE49-F238E27FC236}">
                  <a16:creationId xmlns:a16="http://schemas.microsoft.com/office/drawing/2014/main" id="{B8FD4BE3-9EA3-037A-B220-E730BAA4D4F3}"/>
                </a:ext>
              </a:extLst>
            </p:cNvPr>
            <p:cNvGrpSpPr/>
            <p:nvPr/>
          </p:nvGrpSpPr>
          <p:grpSpPr>
            <a:xfrm>
              <a:off x="927958" y="3427011"/>
              <a:ext cx="423756" cy="423756"/>
              <a:chOff x="2828525" y="4754776"/>
              <a:chExt cx="1911484" cy="1911484"/>
            </a:xfrm>
          </p:grpSpPr>
          <p:sp>
            <p:nvSpPr>
              <p:cNvPr id="427" name="Arc 426">
                <a:extLst>
                  <a:ext uri="{FF2B5EF4-FFF2-40B4-BE49-F238E27FC236}">
                    <a16:creationId xmlns:a16="http://schemas.microsoft.com/office/drawing/2014/main" id="{4C3D7118-88E6-259D-D4F5-BD4917C7D2A8}"/>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28" name="Arc 427">
                <a:extLst>
                  <a:ext uri="{FF2B5EF4-FFF2-40B4-BE49-F238E27FC236}">
                    <a16:creationId xmlns:a16="http://schemas.microsoft.com/office/drawing/2014/main" id="{02AE60CC-4DC5-9CE1-FBD2-4F2A1AEC10DD}"/>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26" name="Freeform: Shape 278">
              <a:extLst>
                <a:ext uri="{FF2B5EF4-FFF2-40B4-BE49-F238E27FC236}">
                  <a16:creationId xmlns:a16="http://schemas.microsoft.com/office/drawing/2014/main" id="{84C809F2-E591-D4DC-12FD-FBE4A29377ED}"/>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34" name="Groupe 433">
            <a:extLst>
              <a:ext uri="{FF2B5EF4-FFF2-40B4-BE49-F238E27FC236}">
                <a16:creationId xmlns:a16="http://schemas.microsoft.com/office/drawing/2014/main" id="{5A06CCC7-A0DA-2F6A-075D-F19FEA6E26B0}"/>
              </a:ext>
            </a:extLst>
          </p:cNvPr>
          <p:cNvGrpSpPr/>
          <p:nvPr/>
        </p:nvGrpSpPr>
        <p:grpSpPr>
          <a:xfrm>
            <a:off x="17364133" y="5560170"/>
            <a:ext cx="225445" cy="225445"/>
            <a:chOff x="927958" y="3427011"/>
            <a:chExt cx="423756" cy="423756"/>
          </a:xfrm>
        </p:grpSpPr>
        <p:grpSp>
          <p:nvGrpSpPr>
            <p:cNvPr id="435" name="Groupe 434">
              <a:extLst>
                <a:ext uri="{FF2B5EF4-FFF2-40B4-BE49-F238E27FC236}">
                  <a16:creationId xmlns:a16="http://schemas.microsoft.com/office/drawing/2014/main" id="{ED8022B5-CAD2-E4D1-6471-D638C5CD2D65}"/>
                </a:ext>
              </a:extLst>
            </p:cNvPr>
            <p:cNvGrpSpPr/>
            <p:nvPr/>
          </p:nvGrpSpPr>
          <p:grpSpPr>
            <a:xfrm>
              <a:off x="927958" y="3427011"/>
              <a:ext cx="423756" cy="423756"/>
              <a:chOff x="2828525" y="4754776"/>
              <a:chExt cx="1911484" cy="1911484"/>
            </a:xfrm>
          </p:grpSpPr>
          <p:sp>
            <p:nvSpPr>
              <p:cNvPr id="437" name="Arc 436">
                <a:extLst>
                  <a:ext uri="{FF2B5EF4-FFF2-40B4-BE49-F238E27FC236}">
                    <a16:creationId xmlns:a16="http://schemas.microsoft.com/office/drawing/2014/main" id="{9F33809B-ACB1-232B-CA82-D9983593D577}"/>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38" name="Arc 437">
                <a:extLst>
                  <a:ext uri="{FF2B5EF4-FFF2-40B4-BE49-F238E27FC236}">
                    <a16:creationId xmlns:a16="http://schemas.microsoft.com/office/drawing/2014/main" id="{317A622F-37C3-9A0C-897F-583A9F14254D}"/>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36" name="Freeform: Shape 278">
              <a:extLst>
                <a:ext uri="{FF2B5EF4-FFF2-40B4-BE49-F238E27FC236}">
                  <a16:creationId xmlns:a16="http://schemas.microsoft.com/office/drawing/2014/main" id="{F89DFA47-7114-AEFB-F88C-01B71AD53B7D}"/>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39" name="Groupe 438">
            <a:extLst>
              <a:ext uri="{FF2B5EF4-FFF2-40B4-BE49-F238E27FC236}">
                <a16:creationId xmlns:a16="http://schemas.microsoft.com/office/drawing/2014/main" id="{703687E8-768C-98E2-2E6A-9987AF265ADC}"/>
              </a:ext>
            </a:extLst>
          </p:cNvPr>
          <p:cNvGrpSpPr/>
          <p:nvPr/>
        </p:nvGrpSpPr>
        <p:grpSpPr>
          <a:xfrm>
            <a:off x="17368489" y="5303259"/>
            <a:ext cx="225445" cy="225445"/>
            <a:chOff x="927958" y="3427011"/>
            <a:chExt cx="423756" cy="423756"/>
          </a:xfrm>
        </p:grpSpPr>
        <p:grpSp>
          <p:nvGrpSpPr>
            <p:cNvPr id="440" name="Groupe 439">
              <a:extLst>
                <a:ext uri="{FF2B5EF4-FFF2-40B4-BE49-F238E27FC236}">
                  <a16:creationId xmlns:a16="http://schemas.microsoft.com/office/drawing/2014/main" id="{58DCCD74-2376-DAFD-9C1E-8A92C7DEB5AB}"/>
                </a:ext>
              </a:extLst>
            </p:cNvPr>
            <p:cNvGrpSpPr/>
            <p:nvPr/>
          </p:nvGrpSpPr>
          <p:grpSpPr>
            <a:xfrm>
              <a:off x="927958" y="3427011"/>
              <a:ext cx="423756" cy="423756"/>
              <a:chOff x="2828525" y="4754776"/>
              <a:chExt cx="1911484" cy="1911484"/>
            </a:xfrm>
          </p:grpSpPr>
          <p:sp>
            <p:nvSpPr>
              <p:cNvPr id="442" name="Arc 441">
                <a:extLst>
                  <a:ext uri="{FF2B5EF4-FFF2-40B4-BE49-F238E27FC236}">
                    <a16:creationId xmlns:a16="http://schemas.microsoft.com/office/drawing/2014/main" id="{54AD7FAF-9E68-05DF-CA33-49D539E36143}"/>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43" name="Arc 442">
                <a:extLst>
                  <a:ext uri="{FF2B5EF4-FFF2-40B4-BE49-F238E27FC236}">
                    <a16:creationId xmlns:a16="http://schemas.microsoft.com/office/drawing/2014/main" id="{77D46266-9CF7-03AF-DB43-BC14DCA602C9}"/>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41" name="Freeform: Shape 278">
              <a:extLst>
                <a:ext uri="{FF2B5EF4-FFF2-40B4-BE49-F238E27FC236}">
                  <a16:creationId xmlns:a16="http://schemas.microsoft.com/office/drawing/2014/main" id="{083ADFE4-8ACE-51F1-7449-29E0DD86784D}"/>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44" name="Groupe 443">
            <a:extLst>
              <a:ext uri="{FF2B5EF4-FFF2-40B4-BE49-F238E27FC236}">
                <a16:creationId xmlns:a16="http://schemas.microsoft.com/office/drawing/2014/main" id="{4E0EB2B2-6C00-B855-1B7E-5806F63757F4}"/>
              </a:ext>
            </a:extLst>
          </p:cNvPr>
          <p:cNvGrpSpPr/>
          <p:nvPr/>
        </p:nvGrpSpPr>
        <p:grpSpPr>
          <a:xfrm>
            <a:off x="17346718" y="7750003"/>
            <a:ext cx="225445" cy="225445"/>
            <a:chOff x="927958" y="3427011"/>
            <a:chExt cx="423756" cy="423756"/>
          </a:xfrm>
        </p:grpSpPr>
        <p:grpSp>
          <p:nvGrpSpPr>
            <p:cNvPr id="445" name="Groupe 444">
              <a:extLst>
                <a:ext uri="{FF2B5EF4-FFF2-40B4-BE49-F238E27FC236}">
                  <a16:creationId xmlns:a16="http://schemas.microsoft.com/office/drawing/2014/main" id="{87F2A845-545A-B9AB-35C1-B9DD738C873C}"/>
                </a:ext>
              </a:extLst>
            </p:cNvPr>
            <p:cNvGrpSpPr/>
            <p:nvPr/>
          </p:nvGrpSpPr>
          <p:grpSpPr>
            <a:xfrm>
              <a:off x="927958" y="3427011"/>
              <a:ext cx="423756" cy="423756"/>
              <a:chOff x="2828525" y="4754776"/>
              <a:chExt cx="1911484" cy="1911484"/>
            </a:xfrm>
          </p:grpSpPr>
          <p:sp>
            <p:nvSpPr>
              <p:cNvPr id="447" name="Arc 446">
                <a:extLst>
                  <a:ext uri="{FF2B5EF4-FFF2-40B4-BE49-F238E27FC236}">
                    <a16:creationId xmlns:a16="http://schemas.microsoft.com/office/drawing/2014/main" id="{FDA1D9B2-1BAF-5CBF-8116-45B9A3EC846C}"/>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48" name="Arc 447">
                <a:extLst>
                  <a:ext uri="{FF2B5EF4-FFF2-40B4-BE49-F238E27FC236}">
                    <a16:creationId xmlns:a16="http://schemas.microsoft.com/office/drawing/2014/main" id="{B63AD8AD-B6C4-77AD-FD88-7C6632586842}"/>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46" name="Freeform: Shape 278">
              <a:extLst>
                <a:ext uri="{FF2B5EF4-FFF2-40B4-BE49-F238E27FC236}">
                  <a16:creationId xmlns:a16="http://schemas.microsoft.com/office/drawing/2014/main" id="{B90D9B4C-9A7D-58DF-6014-F914D1AF9807}"/>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49" name="Groupe 448">
            <a:extLst>
              <a:ext uri="{FF2B5EF4-FFF2-40B4-BE49-F238E27FC236}">
                <a16:creationId xmlns:a16="http://schemas.microsoft.com/office/drawing/2014/main" id="{07AE2EEE-8690-3BCC-A5C0-705A07A561BB}"/>
              </a:ext>
            </a:extLst>
          </p:cNvPr>
          <p:cNvGrpSpPr/>
          <p:nvPr/>
        </p:nvGrpSpPr>
        <p:grpSpPr>
          <a:xfrm>
            <a:off x="17355580" y="8293262"/>
            <a:ext cx="225445" cy="225445"/>
            <a:chOff x="927958" y="3427011"/>
            <a:chExt cx="423756" cy="423756"/>
          </a:xfrm>
        </p:grpSpPr>
        <p:grpSp>
          <p:nvGrpSpPr>
            <p:cNvPr id="450" name="Groupe 449">
              <a:extLst>
                <a:ext uri="{FF2B5EF4-FFF2-40B4-BE49-F238E27FC236}">
                  <a16:creationId xmlns:a16="http://schemas.microsoft.com/office/drawing/2014/main" id="{761F9E9D-B13A-FFFD-82D3-9A8BAD0806A0}"/>
                </a:ext>
              </a:extLst>
            </p:cNvPr>
            <p:cNvGrpSpPr/>
            <p:nvPr/>
          </p:nvGrpSpPr>
          <p:grpSpPr>
            <a:xfrm>
              <a:off x="927958" y="3427011"/>
              <a:ext cx="423756" cy="423756"/>
              <a:chOff x="2828525" y="4754776"/>
              <a:chExt cx="1911484" cy="1911484"/>
            </a:xfrm>
          </p:grpSpPr>
          <p:sp>
            <p:nvSpPr>
              <p:cNvPr id="452" name="Arc 451">
                <a:extLst>
                  <a:ext uri="{FF2B5EF4-FFF2-40B4-BE49-F238E27FC236}">
                    <a16:creationId xmlns:a16="http://schemas.microsoft.com/office/drawing/2014/main" id="{2462EFDF-1A49-E3AB-E59A-41896D856F51}"/>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53" name="Arc 452">
                <a:extLst>
                  <a:ext uri="{FF2B5EF4-FFF2-40B4-BE49-F238E27FC236}">
                    <a16:creationId xmlns:a16="http://schemas.microsoft.com/office/drawing/2014/main" id="{B91AB6E5-6796-52CD-E4F0-44B5ACF629D5}"/>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51" name="Freeform: Shape 278">
              <a:extLst>
                <a:ext uri="{FF2B5EF4-FFF2-40B4-BE49-F238E27FC236}">
                  <a16:creationId xmlns:a16="http://schemas.microsoft.com/office/drawing/2014/main" id="{F3A10960-1BBC-2CA7-9935-766873A9390B}"/>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54" name="Groupe 453">
            <a:extLst>
              <a:ext uri="{FF2B5EF4-FFF2-40B4-BE49-F238E27FC236}">
                <a16:creationId xmlns:a16="http://schemas.microsoft.com/office/drawing/2014/main" id="{B5829655-B7BD-DA1E-1C6A-4F9A10E5B1DE}"/>
              </a:ext>
            </a:extLst>
          </p:cNvPr>
          <p:cNvGrpSpPr/>
          <p:nvPr/>
        </p:nvGrpSpPr>
        <p:grpSpPr>
          <a:xfrm>
            <a:off x="17350072" y="5817380"/>
            <a:ext cx="218737" cy="218737"/>
            <a:chOff x="9434811" y="2018043"/>
            <a:chExt cx="423756" cy="423756"/>
          </a:xfrm>
        </p:grpSpPr>
        <p:grpSp>
          <p:nvGrpSpPr>
            <p:cNvPr id="455" name="Groupe 454">
              <a:extLst>
                <a:ext uri="{FF2B5EF4-FFF2-40B4-BE49-F238E27FC236}">
                  <a16:creationId xmlns:a16="http://schemas.microsoft.com/office/drawing/2014/main" id="{2F8CC721-2CF3-2A22-E1D8-D258A8654639}"/>
                </a:ext>
              </a:extLst>
            </p:cNvPr>
            <p:cNvGrpSpPr/>
            <p:nvPr/>
          </p:nvGrpSpPr>
          <p:grpSpPr>
            <a:xfrm>
              <a:off x="9434811" y="2018043"/>
              <a:ext cx="423756" cy="423756"/>
              <a:chOff x="2828525" y="4754776"/>
              <a:chExt cx="1911484" cy="1911484"/>
            </a:xfrm>
          </p:grpSpPr>
          <p:sp>
            <p:nvSpPr>
              <p:cNvPr id="457" name="Arc 456">
                <a:extLst>
                  <a:ext uri="{FF2B5EF4-FFF2-40B4-BE49-F238E27FC236}">
                    <a16:creationId xmlns:a16="http://schemas.microsoft.com/office/drawing/2014/main" id="{6BA27E47-286D-C588-47F1-97B4190612C1}"/>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58" name="Arc 457">
                <a:extLst>
                  <a:ext uri="{FF2B5EF4-FFF2-40B4-BE49-F238E27FC236}">
                    <a16:creationId xmlns:a16="http://schemas.microsoft.com/office/drawing/2014/main" id="{0B715C97-47CF-4D42-67E4-5F3E3528CE2E}"/>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56" name="Freeform: Shape 278">
              <a:extLst>
                <a:ext uri="{FF2B5EF4-FFF2-40B4-BE49-F238E27FC236}">
                  <a16:creationId xmlns:a16="http://schemas.microsoft.com/office/drawing/2014/main" id="{A1FBD8ED-1A3F-40D9-AC79-CBBE74E52F09}"/>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59" name="Groupe 458">
            <a:extLst>
              <a:ext uri="{FF2B5EF4-FFF2-40B4-BE49-F238E27FC236}">
                <a16:creationId xmlns:a16="http://schemas.microsoft.com/office/drawing/2014/main" id="{DA41D3E2-5040-23CC-BEA2-472F9F55E0DF}"/>
              </a:ext>
            </a:extLst>
          </p:cNvPr>
          <p:cNvGrpSpPr/>
          <p:nvPr/>
        </p:nvGrpSpPr>
        <p:grpSpPr>
          <a:xfrm>
            <a:off x="17366565" y="6078063"/>
            <a:ext cx="218737" cy="218737"/>
            <a:chOff x="9434811" y="2018043"/>
            <a:chExt cx="423756" cy="423756"/>
          </a:xfrm>
        </p:grpSpPr>
        <p:grpSp>
          <p:nvGrpSpPr>
            <p:cNvPr id="460" name="Groupe 459">
              <a:extLst>
                <a:ext uri="{FF2B5EF4-FFF2-40B4-BE49-F238E27FC236}">
                  <a16:creationId xmlns:a16="http://schemas.microsoft.com/office/drawing/2014/main" id="{AFCA4714-D263-BFC9-DB45-031A8515423C}"/>
                </a:ext>
              </a:extLst>
            </p:cNvPr>
            <p:cNvGrpSpPr/>
            <p:nvPr/>
          </p:nvGrpSpPr>
          <p:grpSpPr>
            <a:xfrm>
              <a:off x="9434811" y="2018043"/>
              <a:ext cx="423756" cy="423756"/>
              <a:chOff x="2828525" y="4754776"/>
              <a:chExt cx="1911484" cy="1911484"/>
            </a:xfrm>
          </p:grpSpPr>
          <p:sp>
            <p:nvSpPr>
              <p:cNvPr id="462" name="Arc 461">
                <a:extLst>
                  <a:ext uri="{FF2B5EF4-FFF2-40B4-BE49-F238E27FC236}">
                    <a16:creationId xmlns:a16="http://schemas.microsoft.com/office/drawing/2014/main" id="{45BE34AD-CD2E-5B21-C325-4666ED282AF6}"/>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63" name="Arc 462">
                <a:extLst>
                  <a:ext uri="{FF2B5EF4-FFF2-40B4-BE49-F238E27FC236}">
                    <a16:creationId xmlns:a16="http://schemas.microsoft.com/office/drawing/2014/main" id="{69F97B5D-078E-ED06-FF8C-A47AFF7911FA}"/>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61" name="Freeform: Shape 278">
              <a:extLst>
                <a:ext uri="{FF2B5EF4-FFF2-40B4-BE49-F238E27FC236}">
                  <a16:creationId xmlns:a16="http://schemas.microsoft.com/office/drawing/2014/main" id="{A4417D23-45EC-F108-0F05-3688F6DEB760}"/>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64" name="Groupe 463">
            <a:extLst>
              <a:ext uri="{FF2B5EF4-FFF2-40B4-BE49-F238E27FC236}">
                <a16:creationId xmlns:a16="http://schemas.microsoft.com/office/drawing/2014/main" id="{B43B9B56-6012-DD8A-0A49-0992AB67BAED}"/>
              </a:ext>
            </a:extLst>
          </p:cNvPr>
          <p:cNvGrpSpPr/>
          <p:nvPr/>
        </p:nvGrpSpPr>
        <p:grpSpPr>
          <a:xfrm>
            <a:off x="17355107" y="6315937"/>
            <a:ext cx="218737" cy="218737"/>
            <a:chOff x="9434811" y="2018043"/>
            <a:chExt cx="423756" cy="423756"/>
          </a:xfrm>
        </p:grpSpPr>
        <p:grpSp>
          <p:nvGrpSpPr>
            <p:cNvPr id="465" name="Groupe 464">
              <a:extLst>
                <a:ext uri="{FF2B5EF4-FFF2-40B4-BE49-F238E27FC236}">
                  <a16:creationId xmlns:a16="http://schemas.microsoft.com/office/drawing/2014/main" id="{FCC60F04-F1F4-AA2B-FC0A-B370EDDD1300}"/>
                </a:ext>
              </a:extLst>
            </p:cNvPr>
            <p:cNvGrpSpPr/>
            <p:nvPr/>
          </p:nvGrpSpPr>
          <p:grpSpPr>
            <a:xfrm>
              <a:off x="9434811" y="2018043"/>
              <a:ext cx="423756" cy="423756"/>
              <a:chOff x="2828525" y="4754776"/>
              <a:chExt cx="1911484" cy="1911484"/>
            </a:xfrm>
          </p:grpSpPr>
          <p:sp>
            <p:nvSpPr>
              <p:cNvPr id="467" name="Arc 466">
                <a:extLst>
                  <a:ext uri="{FF2B5EF4-FFF2-40B4-BE49-F238E27FC236}">
                    <a16:creationId xmlns:a16="http://schemas.microsoft.com/office/drawing/2014/main" id="{5F1F94E8-3C1F-0A2E-1959-643D63445FF2}"/>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68" name="Arc 467">
                <a:extLst>
                  <a:ext uri="{FF2B5EF4-FFF2-40B4-BE49-F238E27FC236}">
                    <a16:creationId xmlns:a16="http://schemas.microsoft.com/office/drawing/2014/main" id="{D3F7F6DA-576B-0DB8-51C2-1457A44D3ECA}"/>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66" name="Freeform: Shape 278">
              <a:extLst>
                <a:ext uri="{FF2B5EF4-FFF2-40B4-BE49-F238E27FC236}">
                  <a16:creationId xmlns:a16="http://schemas.microsoft.com/office/drawing/2014/main" id="{595EDC1D-6CBC-17C0-9691-6E1BBA43EA49}"/>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69" name="Groupe 468">
            <a:extLst>
              <a:ext uri="{FF2B5EF4-FFF2-40B4-BE49-F238E27FC236}">
                <a16:creationId xmlns:a16="http://schemas.microsoft.com/office/drawing/2014/main" id="{95A4B216-7AEB-B4FB-59C2-B10E49513095}"/>
              </a:ext>
            </a:extLst>
          </p:cNvPr>
          <p:cNvGrpSpPr/>
          <p:nvPr/>
        </p:nvGrpSpPr>
        <p:grpSpPr>
          <a:xfrm>
            <a:off x="17358724" y="6565767"/>
            <a:ext cx="218737" cy="218737"/>
            <a:chOff x="9434811" y="2018043"/>
            <a:chExt cx="423756" cy="423756"/>
          </a:xfrm>
        </p:grpSpPr>
        <p:grpSp>
          <p:nvGrpSpPr>
            <p:cNvPr id="470" name="Groupe 469">
              <a:extLst>
                <a:ext uri="{FF2B5EF4-FFF2-40B4-BE49-F238E27FC236}">
                  <a16:creationId xmlns:a16="http://schemas.microsoft.com/office/drawing/2014/main" id="{0583D4C8-3676-F3B1-DDB0-0C317E23E693}"/>
                </a:ext>
              </a:extLst>
            </p:cNvPr>
            <p:cNvGrpSpPr/>
            <p:nvPr/>
          </p:nvGrpSpPr>
          <p:grpSpPr>
            <a:xfrm>
              <a:off x="9434811" y="2018043"/>
              <a:ext cx="423756" cy="423756"/>
              <a:chOff x="2828525" y="4754776"/>
              <a:chExt cx="1911484" cy="1911484"/>
            </a:xfrm>
          </p:grpSpPr>
          <p:sp>
            <p:nvSpPr>
              <p:cNvPr id="472" name="Arc 471">
                <a:extLst>
                  <a:ext uri="{FF2B5EF4-FFF2-40B4-BE49-F238E27FC236}">
                    <a16:creationId xmlns:a16="http://schemas.microsoft.com/office/drawing/2014/main" id="{40C1018A-7C06-0D22-E407-6A722286759A}"/>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73" name="Arc 472">
                <a:extLst>
                  <a:ext uri="{FF2B5EF4-FFF2-40B4-BE49-F238E27FC236}">
                    <a16:creationId xmlns:a16="http://schemas.microsoft.com/office/drawing/2014/main" id="{78273DA2-D73C-86AB-F9FB-D35B0C1C159B}"/>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71" name="Freeform: Shape 278">
              <a:extLst>
                <a:ext uri="{FF2B5EF4-FFF2-40B4-BE49-F238E27FC236}">
                  <a16:creationId xmlns:a16="http://schemas.microsoft.com/office/drawing/2014/main" id="{D2EEB27F-E2CC-53C7-96A1-B14CD6F41450}"/>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74" name="Groupe 473">
            <a:extLst>
              <a:ext uri="{FF2B5EF4-FFF2-40B4-BE49-F238E27FC236}">
                <a16:creationId xmlns:a16="http://schemas.microsoft.com/office/drawing/2014/main" id="{EF1D8355-3CF8-F865-58C2-C3821BE4E3B5}"/>
              </a:ext>
            </a:extLst>
          </p:cNvPr>
          <p:cNvGrpSpPr/>
          <p:nvPr/>
        </p:nvGrpSpPr>
        <p:grpSpPr>
          <a:xfrm>
            <a:off x="17364666" y="6814225"/>
            <a:ext cx="218737" cy="218737"/>
            <a:chOff x="9434811" y="2018043"/>
            <a:chExt cx="423756" cy="423756"/>
          </a:xfrm>
        </p:grpSpPr>
        <p:grpSp>
          <p:nvGrpSpPr>
            <p:cNvPr id="475" name="Groupe 474">
              <a:extLst>
                <a:ext uri="{FF2B5EF4-FFF2-40B4-BE49-F238E27FC236}">
                  <a16:creationId xmlns:a16="http://schemas.microsoft.com/office/drawing/2014/main" id="{6751A43D-FDAA-7586-B222-0EAEF93FB209}"/>
                </a:ext>
              </a:extLst>
            </p:cNvPr>
            <p:cNvGrpSpPr/>
            <p:nvPr/>
          </p:nvGrpSpPr>
          <p:grpSpPr>
            <a:xfrm>
              <a:off x="9434811" y="2018043"/>
              <a:ext cx="423756" cy="423756"/>
              <a:chOff x="2828525" y="4754776"/>
              <a:chExt cx="1911484" cy="1911484"/>
            </a:xfrm>
          </p:grpSpPr>
          <p:sp>
            <p:nvSpPr>
              <p:cNvPr id="477" name="Arc 476">
                <a:extLst>
                  <a:ext uri="{FF2B5EF4-FFF2-40B4-BE49-F238E27FC236}">
                    <a16:creationId xmlns:a16="http://schemas.microsoft.com/office/drawing/2014/main" id="{69315B54-D97A-415A-60C3-97E464F23AE9}"/>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78" name="Arc 477">
                <a:extLst>
                  <a:ext uri="{FF2B5EF4-FFF2-40B4-BE49-F238E27FC236}">
                    <a16:creationId xmlns:a16="http://schemas.microsoft.com/office/drawing/2014/main" id="{4502A6E0-253C-B25C-9DF7-83E1A7E35A2F}"/>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76" name="Freeform: Shape 278">
              <a:extLst>
                <a:ext uri="{FF2B5EF4-FFF2-40B4-BE49-F238E27FC236}">
                  <a16:creationId xmlns:a16="http://schemas.microsoft.com/office/drawing/2014/main" id="{DDF72D83-E358-69E1-3E28-64EB73BA1622}"/>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79" name="Groupe 478">
            <a:extLst>
              <a:ext uri="{FF2B5EF4-FFF2-40B4-BE49-F238E27FC236}">
                <a16:creationId xmlns:a16="http://schemas.microsoft.com/office/drawing/2014/main" id="{A03BB320-6D65-A496-37BA-8F41E091C25E}"/>
              </a:ext>
            </a:extLst>
          </p:cNvPr>
          <p:cNvGrpSpPr/>
          <p:nvPr/>
        </p:nvGrpSpPr>
        <p:grpSpPr>
          <a:xfrm>
            <a:off x="17358418" y="7063366"/>
            <a:ext cx="218737" cy="218737"/>
            <a:chOff x="9434811" y="2018043"/>
            <a:chExt cx="423756" cy="423756"/>
          </a:xfrm>
        </p:grpSpPr>
        <p:grpSp>
          <p:nvGrpSpPr>
            <p:cNvPr id="480" name="Groupe 479">
              <a:extLst>
                <a:ext uri="{FF2B5EF4-FFF2-40B4-BE49-F238E27FC236}">
                  <a16:creationId xmlns:a16="http://schemas.microsoft.com/office/drawing/2014/main" id="{3A87F345-3335-6A8B-202A-7AECAF44DC30}"/>
                </a:ext>
              </a:extLst>
            </p:cNvPr>
            <p:cNvGrpSpPr/>
            <p:nvPr/>
          </p:nvGrpSpPr>
          <p:grpSpPr>
            <a:xfrm>
              <a:off x="9434811" y="2018043"/>
              <a:ext cx="423756" cy="423756"/>
              <a:chOff x="2828525" y="4754776"/>
              <a:chExt cx="1911484" cy="1911484"/>
            </a:xfrm>
          </p:grpSpPr>
          <p:sp>
            <p:nvSpPr>
              <p:cNvPr id="482" name="Arc 481">
                <a:extLst>
                  <a:ext uri="{FF2B5EF4-FFF2-40B4-BE49-F238E27FC236}">
                    <a16:creationId xmlns:a16="http://schemas.microsoft.com/office/drawing/2014/main" id="{CF850CED-E4D0-765D-9BA2-C829833D546A}"/>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83" name="Arc 482">
                <a:extLst>
                  <a:ext uri="{FF2B5EF4-FFF2-40B4-BE49-F238E27FC236}">
                    <a16:creationId xmlns:a16="http://schemas.microsoft.com/office/drawing/2014/main" id="{4399C39F-0053-225C-D661-8BE880E8E34C}"/>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81" name="Freeform: Shape 278">
              <a:extLst>
                <a:ext uri="{FF2B5EF4-FFF2-40B4-BE49-F238E27FC236}">
                  <a16:creationId xmlns:a16="http://schemas.microsoft.com/office/drawing/2014/main" id="{197886E2-8A56-010F-D84A-32791A6CE229}"/>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84" name="Groupe 483">
            <a:extLst>
              <a:ext uri="{FF2B5EF4-FFF2-40B4-BE49-F238E27FC236}">
                <a16:creationId xmlns:a16="http://schemas.microsoft.com/office/drawing/2014/main" id="{443C78C0-4B8E-19D4-D88D-92DF3C588828}"/>
              </a:ext>
            </a:extLst>
          </p:cNvPr>
          <p:cNvGrpSpPr/>
          <p:nvPr/>
        </p:nvGrpSpPr>
        <p:grpSpPr>
          <a:xfrm>
            <a:off x="17341315" y="7511997"/>
            <a:ext cx="218737" cy="218737"/>
            <a:chOff x="9434811" y="2018043"/>
            <a:chExt cx="423756" cy="423756"/>
          </a:xfrm>
        </p:grpSpPr>
        <p:grpSp>
          <p:nvGrpSpPr>
            <p:cNvPr id="485" name="Groupe 484">
              <a:extLst>
                <a:ext uri="{FF2B5EF4-FFF2-40B4-BE49-F238E27FC236}">
                  <a16:creationId xmlns:a16="http://schemas.microsoft.com/office/drawing/2014/main" id="{013DFB6E-1015-3339-4800-71F99117D7E2}"/>
                </a:ext>
              </a:extLst>
            </p:cNvPr>
            <p:cNvGrpSpPr/>
            <p:nvPr/>
          </p:nvGrpSpPr>
          <p:grpSpPr>
            <a:xfrm>
              <a:off x="9434811" y="2018043"/>
              <a:ext cx="423756" cy="423756"/>
              <a:chOff x="2828525" y="4754776"/>
              <a:chExt cx="1911484" cy="1911484"/>
            </a:xfrm>
          </p:grpSpPr>
          <p:sp>
            <p:nvSpPr>
              <p:cNvPr id="487" name="Arc 486">
                <a:extLst>
                  <a:ext uri="{FF2B5EF4-FFF2-40B4-BE49-F238E27FC236}">
                    <a16:creationId xmlns:a16="http://schemas.microsoft.com/office/drawing/2014/main" id="{DCB483E6-2231-20D0-34A2-9770B364CB3F}"/>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88" name="Arc 487">
                <a:extLst>
                  <a:ext uri="{FF2B5EF4-FFF2-40B4-BE49-F238E27FC236}">
                    <a16:creationId xmlns:a16="http://schemas.microsoft.com/office/drawing/2014/main" id="{ECE8ABD2-E4C1-5745-1F63-CF6C0EA611EA}"/>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86" name="Freeform: Shape 278">
              <a:extLst>
                <a:ext uri="{FF2B5EF4-FFF2-40B4-BE49-F238E27FC236}">
                  <a16:creationId xmlns:a16="http://schemas.microsoft.com/office/drawing/2014/main" id="{9BCED75C-8DCF-BEF6-256B-50E65C4B7DF9}"/>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89" name="Groupe 488">
            <a:extLst>
              <a:ext uri="{FF2B5EF4-FFF2-40B4-BE49-F238E27FC236}">
                <a16:creationId xmlns:a16="http://schemas.microsoft.com/office/drawing/2014/main" id="{317AA59C-AF3B-16B6-88F4-DE76844B0C98}"/>
              </a:ext>
            </a:extLst>
          </p:cNvPr>
          <p:cNvGrpSpPr/>
          <p:nvPr/>
        </p:nvGrpSpPr>
        <p:grpSpPr>
          <a:xfrm>
            <a:off x="17332606" y="8018932"/>
            <a:ext cx="218737" cy="218737"/>
            <a:chOff x="9434811" y="2018043"/>
            <a:chExt cx="423756" cy="423756"/>
          </a:xfrm>
        </p:grpSpPr>
        <p:grpSp>
          <p:nvGrpSpPr>
            <p:cNvPr id="490" name="Groupe 489">
              <a:extLst>
                <a:ext uri="{FF2B5EF4-FFF2-40B4-BE49-F238E27FC236}">
                  <a16:creationId xmlns:a16="http://schemas.microsoft.com/office/drawing/2014/main" id="{4B620068-586E-06FB-688E-96E3752F2DEB}"/>
                </a:ext>
              </a:extLst>
            </p:cNvPr>
            <p:cNvGrpSpPr/>
            <p:nvPr/>
          </p:nvGrpSpPr>
          <p:grpSpPr>
            <a:xfrm>
              <a:off x="9434811" y="2018043"/>
              <a:ext cx="423756" cy="423756"/>
              <a:chOff x="2828525" y="4754776"/>
              <a:chExt cx="1911484" cy="1911484"/>
            </a:xfrm>
          </p:grpSpPr>
          <p:sp>
            <p:nvSpPr>
              <p:cNvPr id="492" name="Arc 491">
                <a:extLst>
                  <a:ext uri="{FF2B5EF4-FFF2-40B4-BE49-F238E27FC236}">
                    <a16:creationId xmlns:a16="http://schemas.microsoft.com/office/drawing/2014/main" id="{C2DFD653-886B-BE29-EC39-6D7635F62AAA}"/>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93" name="Arc 492">
                <a:extLst>
                  <a:ext uri="{FF2B5EF4-FFF2-40B4-BE49-F238E27FC236}">
                    <a16:creationId xmlns:a16="http://schemas.microsoft.com/office/drawing/2014/main" id="{A8AF220F-521F-8ED7-EC4D-EE9D04E93278}"/>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91" name="Freeform: Shape 278">
              <a:extLst>
                <a:ext uri="{FF2B5EF4-FFF2-40B4-BE49-F238E27FC236}">
                  <a16:creationId xmlns:a16="http://schemas.microsoft.com/office/drawing/2014/main" id="{FAF7910A-E71F-04C4-DF6F-ABE32CE6E21D}"/>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94" name="Groupe 493">
            <a:extLst>
              <a:ext uri="{FF2B5EF4-FFF2-40B4-BE49-F238E27FC236}">
                <a16:creationId xmlns:a16="http://schemas.microsoft.com/office/drawing/2014/main" id="{13B03443-F185-B821-6D27-607806441901}"/>
              </a:ext>
            </a:extLst>
          </p:cNvPr>
          <p:cNvGrpSpPr/>
          <p:nvPr/>
        </p:nvGrpSpPr>
        <p:grpSpPr>
          <a:xfrm>
            <a:off x="17338120" y="8548049"/>
            <a:ext cx="218737" cy="218737"/>
            <a:chOff x="9434811" y="2018043"/>
            <a:chExt cx="423756" cy="423756"/>
          </a:xfrm>
        </p:grpSpPr>
        <p:grpSp>
          <p:nvGrpSpPr>
            <p:cNvPr id="495" name="Groupe 494">
              <a:extLst>
                <a:ext uri="{FF2B5EF4-FFF2-40B4-BE49-F238E27FC236}">
                  <a16:creationId xmlns:a16="http://schemas.microsoft.com/office/drawing/2014/main" id="{7CB2AAA7-7D71-8A41-0F02-BEE6419451BE}"/>
                </a:ext>
              </a:extLst>
            </p:cNvPr>
            <p:cNvGrpSpPr/>
            <p:nvPr/>
          </p:nvGrpSpPr>
          <p:grpSpPr>
            <a:xfrm>
              <a:off x="9434811" y="2018043"/>
              <a:ext cx="423756" cy="423756"/>
              <a:chOff x="2828525" y="4754776"/>
              <a:chExt cx="1911484" cy="1911484"/>
            </a:xfrm>
          </p:grpSpPr>
          <p:sp>
            <p:nvSpPr>
              <p:cNvPr id="497" name="Arc 496">
                <a:extLst>
                  <a:ext uri="{FF2B5EF4-FFF2-40B4-BE49-F238E27FC236}">
                    <a16:creationId xmlns:a16="http://schemas.microsoft.com/office/drawing/2014/main" id="{423E3011-D0AE-C7C5-8C7A-A88680F38F2C}"/>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98" name="Arc 497">
                <a:extLst>
                  <a:ext uri="{FF2B5EF4-FFF2-40B4-BE49-F238E27FC236}">
                    <a16:creationId xmlns:a16="http://schemas.microsoft.com/office/drawing/2014/main" id="{F44529A8-ED2B-05B4-F3C7-7063DF8C6781}"/>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96" name="Freeform: Shape 278">
              <a:extLst>
                <a:ext uri="{FF2B5EF4-FFF2-40B4-BE49-F238E27FC236}">
                  <a16:creationId xmlns:a16="http://schemas.microsoft.com/office/drawing/2014/main" id="{693B01F3-2143-33BD-577E-76B8762BD847}"/>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99" name="Groupe 498">
            <a:extLst>
              <a:ext uri="{FF2B5EF4-FFF2-40B4-BE49-F238E27FC236}">
                <a16:creationId xmlns:a16="http://schemas.microsoft.com/office/drawing/2014/main" id="{E39225C0-BBE7-C4B9-42BD-9A5EDB64629B}"/>
              </a:ext>
            </a:extLst>
          </p:cNvPr>
          <p:cNvGrpSpPr/>
          <p:nvPr/>
        </p:nvGrpSpPr>
        <p:grpSpPr>
          <a:xfrm>
            <a:off x="17339483" y="9037694"/>
            <a:ext cx="218737" cy="218737"/>
            <a:chOff x="9434811" y="2018043"/>
            <a:chExt cx="423756" cy="423756"/>
          </a:xfrm>
        </p:grpSpPr>
        <p:grpSp>
          <p:nvGrpSpPr>
            <p:cNvPr id="500" name="Groupe 499">
              <a:extLst>
                <a:ext uri="{FF2B5EF4-FFF2-40B4-BE49-F238E27FC236}">
                  <a16:creationId xmlns:a16="http://schemas.microsoft.com/office/drawing/2014/main" id="{44A59A71-D625-30AF-E0E9-A185A7E4BCDB}"/>
                </a:ext>
              </a:extLst>
            </p:cNvPr>
            <p:cNvGrpSpPr/>
            <p:nvPr/>
          </p:nvGrpSpPr>
          <p:grpSpPr>
            <a:xfrm>
              <a:off x="9434811" y="2018043"/>
              <a:ext cx="423756" cy="423756"/>
              <a:chOff x="2828525" y="4754776"/>
              <a:chExt cx="1911484" cy="1911484"/>
            </a:xfrm>
          </p:grpSpPr>
          <p:sp>
            <p:nvSpPr>
              <p:cNvPr id="502" name="Arc 501">
                <a:extLst>
                  <a:ext uri="{FF2B5EF4-FFF2-40B4-BE49-F238E27FC236}">
                    <a16:creationId xmlns:a16="http://schemas.microsoft.com/office/drawing/2014/main" id="{1184D6E2-8C5B-AFE2-151A-4C37D7D1D8EF}"/>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503" name="Arc 502">
                <a:extLst>
                  <a:ext uri="{FF2B5EF4-FFF2-40B4-BE49-F238E27FC236}">
                    <a16:creationId xmlns:a16="http://schemas.microsoft.com/office/drawing/2014/main" id="{B74804BF-4384-7625-68CD-AF023D6AEC72}"/>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501" name="Freeform: Shape 278">
              <a:extLst>
                <a:ext uri="{FF2B5EF4-FFF2-40B4-BE49-F238E27FC236}">
                  <a16:creationId xmlns:a16="http://schemas.microsoft.com/office/drawing/2014/main" id="{DA09986F-B6AC-5FC3-D9E8-98898A70279E}"/>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504" name="Groupe 503">
            <a:extLst>
              <a:ext uri="{FF2B5EF4-FFF2-40B4-BE49-F238E27FC236}">
                <a16:creationId xmlns:a16="http://schemas.microsoft.com/office/drawing/2014/main" id="{14BCA0F3-A5B1-E635-3B10-2F79752112D0}"/>
              </a:ext>
            </a:extLst>
          </p:cNvPr>
          <p:cNvGrpSpPr/>
          <p:nvPr/>
        </p:nvGrpSpPr>
        <p:grpSpPr>
          <a:xfrm>
            <a:off x="17341362" y="8797608"/>
            <a:ext cx="218737" cy="218737"/>
            <a:chOff x="9434811" y="2018043"/>
            <a:chExt cx="423756" cy="423756"/>
          </a:xfrm>
        </p:grpSpPr>
        <p:grpSp>
          <p:nvGrpSpPr>
            <p:cNvPr id="505" name="Groupe 504">
              <a:extLst>
                <a:ext uri="{FF2B5EF4-FFF2-40B4-BE49-F238E27FC236}">
                  <a16:creationId xmlns:a16="http://schemas.microsoft.com/office/drawing/2014/main" id="{8AC925DA-F1FC-85C9-F074-037337728A22}"/>
                </a:ext>
              </a:extLst>
            </p:cNvPr>
            <p:cNvGrpSpPr/>
            <p:nvPr/>
          </p:nvGrpSpPr>
          <p:grpSpPr>
            <a:xfrm>
              <a:off x="9434811" y="2018043"/>
              <a:ext cx="423756" cy="423756"/>
              <a:chOff x="2828525" y="4754776"/>
              <a:chExt cx="1911484" cy="1911484"/>
            </a:xfrm>
          </p:grpSpPr>
          <p:sp>
            <p:nvSpPr>
              <p:cNvPr id="507" name="Arc 506">
                <a:extLst>
                  <a:ext uri="{FF2B5EF4-FFF2-40B4-BE49-F238E27FC236}">
                    <a16:creationId xmlns:a16="http://schemas.microsoft.com/office/drawing/2014/main" id="{AF11CE2C-6831-CDDB-1A69-121D2D15EFA3}"/>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508" name="Arc 507">
                <a:extLst>
                  <a:ext uri="{FF2B5EF4-FFF2-40B4-BE49-F238E27FC236}">
                    <a16:creationId xmlns:a16="http://schemas.microsoft.com/office/drawing/2014/main" id="{6826FC77-D3D2-AD33-825E-D5B23855034E}"/>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506" name="Freeform: Shape 278">
              <a:extLst>
                <a:ext uri="{FF2B5EF4-FFF2-40B4-BE49-F238E27FC236}">
                  <a16:creationId xmlns:a16="http://schemas.microsoft.com/office/drawing/2014/main" id="{85CF5F08-EC3E-3924-DF81-C867BCF0FE4D}"/>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 name="Groupe 3">
            <a:extLst>
              <a:ext uri="{FF2B5EF4-FFF2-40B4-BE49-F238E27FC236}">
                <a16:creationId xmlns:a16="http://schemas.microsoft.com/office/drawing/2014/main" id="{DC1F12A5-766F-41CB-1D96-7E801DAD6241}"/>
              </a:ext>
            </a:extLst>
          </p:cNvPr>
          <p:cNvGrpSpPr/>
          <p:nvPr/>
        </p:nvGrpSpPr>
        <p:grpSpPr>
          <a:xfrm>
            <a:off x="8648882" y="8521572"/>
            <a:ext cx="218737" cy="218737"/>
            <a:chOff x="9434811" y="2018043"/>
            <a:chExt cx="423756" cy="423756"/>
          </a:xfrm>
        </p:grpSpPr>
        <p:grpSp>
          <p:nvGrpSpPr>
            <p:cNvPr id="11" name="Groupe 10">
              <a:extLst>
                <a:ext uri="{FF2B5EF4-FFF2-40B4-BE49-F238E27FC236}">
                  <a16:creationId xmlns:a16="http://schemas.microsoft.com/office/drawing/2014/main" id="{ADC1AB50-F2B4-CFED-6BEE-881AA6F27D3B}"/>
                </a:ext>
              </a:extLst>
            </p:cNvPr>
            <p:cNvGrpSpPr/>
            <p:nvPr/>
          </p:nvGrpSpPr>
          <p:grpSpPr>
            <a:xfrm>
              <a:off x="9434811" y="2018043"/>
              <a:ext cx="423756" cy="423756"/>
              <a:chOff x="2828525" y="4754776"/>
              <a:chExt cx="1911484" cy="1911484"/>
            </a:xfrm>
          </p:grpSpPr>
          <p:sp>
            <p:nvSpPr>
              <p:cNvPr id="45" name="Arc 44">
                <a:extLst>
                  <a:ext uri="{FF2B5EF4-FFF2-40B4-BE49-F238E27FC236}">
                    <a16:creationId xmlns:a16="http://schemas.microsoft.com/office/drawing/2014/main" id="{2D37C471-CC12-4C2E-2FA0-9B569ED3690A}"/>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46" name="Arc 45">
                <a:extLst>
                  <a:ext uri="{FF2B5EF4-FFF2-40B4-BE49-F238E27FC236}">
                    <a16:creationId xmlns:a16="http://schemas.microsoft.com/office/drawing/2014/main" id="{363E67A9-291E-3961-836E-971B0F7C8138}"/>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16" name="Freeform: Shape 278">
              <a:extLst>
                <a:ext uri="{FF2B5EF4-FFF2-40B4-BE49-F238E27FC236}">
                  <a16:creationId xmlns:a16="http://schemas.microsoft.com/office/drawing/2014/main" id="{E8CB5CF4-13A6-3437-9F7F-AB9D293772C3}"/>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47" name="Groupe 46">
            <a:extLst>
              <a:ext uri="{FF2B5EF4-FFF2-40B4-BE49-F238E27FC236}">
                <a16:creationId xmlns:a16="http://schemas.microsoft.com/office/drawing/2014/main" id="{E9562812-4DDE-BDCF-A024-8DEADB2C0F4C}"/>
              </a:ext>
            </a:extLst>
          </p:cNvPr>
          <p:cNvGrpSpPr/>
          <p:nvPr/>
        </p:nvGrpSpPr>
        <p:grpSpPr>
          <a:xfrm>
            <a:off x="17347247" y="4764498"/>
            <a:ext cx="218737" cy="218737"/>
            <a:chOff x="9434811" y="2018043"/>
            <a:chExt cx="423756" cy="423756"/>
          </a:xfrm>
        </p:grpSpPr>
        <p:grpSp>
          <p:nvGrpSpPr>
            <p:cNvPr id="48" name="Groupe 47">
              <a:extLst>
                <a:ext uri="{FF2B5EF4-FFF2-40B4-BE49-F238E27FC236}">
                  <a16:creationId xmlns:a16="http://schemas.microsoft.com/office/drawing/2014/main" id="{F50B22D8-3056-4BEF-B26A-E8110B5AC811}"/>
                </a:ext>
              </a:extLst>
            </p:cNvPr>
            <p:cNvGrpSpPr/>
            <p:nvPr/>
          </p:nvGrpSpPr>
          <p:grpSpPr>
            <a:xfrm>
              <a:off x="9434811" y="2018043"/>
              <a:ext cx="423756" cy="423756"/>
              <a:chOff x="2828525" y="4754776"/>
              <a:chExt cx="1911484" cy="1911484"/>
            </a:xfrm>
          </p:grpSpPr>
          <p:sp>
            <p:nvSpPr>
              <p:cNvPr id="55" name="Arc 54">
                <a:extLst>
                  <a:ext uri="{FF2B5EF4-FFF2-40B4-BE49-F238E27FC236}">
                    <a16:creationId xmlns:a16="http://schemas.microsoft.com/office/drawing/2014/main" id="{ECFF30C6-1961-9325-BDA7-B2B12C2B27E3}"/>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56" name="Arc 55">
                <a:extLst>
                  <a:ext uri="{FF2B5EF4-FFF2-40B4-BE49-F238E27FC236}">
                    <a16:creationId xmlns:a16="http://schemas.microsoft.com/office/drawing/2014/main" id="{D1843C16-0D9F-4323-3FB8-19152B78F454}"/>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49" name="Freeform: Shape 278">
              <a:extLst>
                <a:ext uri="{FF2B5EF4-FFF2-40B4-BE49-F238E27FC236}">
                  <a16:creationId xmlns:a16="http://schemas.microsoft.com/office/drawing/2014/main" id="{64299707-87D4-00AC-EE83-B66BFF1BACC3}"/>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57" name="Groupe 56">
            <a:extLst>
              <a:ext uri="{FF2B5EF4-FFF2-40B4-BE49-F238E27FC236}">
                <a16:creationId xmlns:a16="http://schemas.microsoft.com/office/drawing/2014/main" id="{8FB93359-BE1E-3F52-CBE6-3C494A47F5D4}"/>
              </a:ext>
            </a:extLst>
          </p:cNvPr>
          <p:cNvGrpSpPr/>
          <p:nvPr/>
        </p:nvGrpSpPr>
        <p:grpSpPr>
          <a:xfrm>
            <a:off x="8623946" y="4952679"/>
            <a:ext cx="225445" cy="225445"/>
            <a:chOff x="927958" y="3427011"/>
            <a:chExt cx="423756" cy="423756"/>
          </a:xfrm>
        </p:grpSpPr>
        <p:grpSp>
          <p:nvGrpSpPr>
            <p:cNvPr id="58" name="Groupe 57">
              <a:extLst>
                <a:ext uri="{FF2B5EF4-FFF2-40B4-BE49-F238E27FC236}">
                  <a16:creationId xmlns:a16="http://schemas.microsoft.com/office/drawing/2014/main" id="{3F2D1273-B21F-BEEF-D61D-134D4F11BECA}"/>
                </a:ext>
              </a:extLst>
            </p:cNvPr>
            <p:cNvGrpSpPr/>
            <p:nvPr/>
          </p:nvGrpSpPr>
          <p:grpSpPr>
            <a:xfrm>
              <a:off x="927958" y="3427011"/>
              <a:ext cx="423756" cy="423756"/>
              <a:chOff x="2828525" y="4754776"/>
              <a:chExt cx="1911484" cy="1911484"/>
            </a:xfrm>
          </p:grpSpPr>
          <p:sp>
            <p:nvSpPr>
              <p:cNvPr id="60" name="Arc 59">
                <a:extLst>
                  <a:ext uri="{FF2B5EF4-FFF2-40B4-BE49-F238E27FC236}">
                    <a16:creationId xmlns:a16="http://schemas.microsoft.com/office/drawing/2014/main" id="{22A61FF2-A900-8555-41A1-00A77744E2F5}"/>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61" name="Arc 60">
                <a:extLst>
                  <a:ext uri="{FF2B5EF4-FFF2-40B4-BE49-F238E27FC236}">
                    <a16:creationId xmlns:a16="http://schemas.microsoft.com/office/drawing/2014/main" id="{6E0BB2DB-31D9-CAB2-96BC-A12D4DA8FDE5}"/>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59" name="Freeform: Shape 278">
              <a:extLst>
                <a:ext uri="{FF2B5EF4-FFF2-40B4-BE49-F238E27FC236}">
                  <a16:creationId xmlns:a16="http://schemas.microsoft.com/office/drawing/2014/main" id="{B72C1895-165B-3738-ACE4-E613071EC8E6}"/>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62" name="Groupe 61">
            <a:extLst>
              <a:ext uri="{FF2B5EF4-FFF2-40B4-BE49-F238E27FC236}">
                <a16:creationId xmlns:a16="http://schemas.microsoft.com/office/drawing/2014/main" id="{7222D99D-7CC9-3BE1-E684-A4CA551768BD}"/>
              </a:ext>
            </a:extLst>
          </p:cNvPr>
          <p:cNvGrpSpPr/>
          <p:nvPr/>
        </p:nvGrpSpPr>
        <p:grpSpPr>
          <a:xfrm>
            <a:off x="8639603" y="5187789"/>
            <a:ext cx="225445" cy="225445"/>
            <a:chOff x="927958" y="3427011"/>
            <a:chExt cx="423756" cy="423756"/>
          </a:xfrm>
        </p:grpSpPr>
        <p:grpSp>
          <p:nvGrpSpPr>
            <p:cNvPr id="63" name="Groupe 62">
              <a:extLst>
                <a:ext uri="{FF2B5EF4-FFF2-40B4-BE49-F238E27FC236}">
                  <a16:creationId xmlns:a16="http://schemas.microsoft.com/office/drawing/2014/main" id="{B5EEC7FD-764E-D861-138E-CB3623C5596B}"/>
                </a:ext>
              </a:extLst>
            </p:cNvPr>
            <p:cNvGrpSpPr/>
            <p:nvPr/>
          </p:nvGrpSpPr>
          <p:grpSpPr>
            <a:xfrm>
              <a:off x="927958" y="3427011"/>
              <a:ext cx="423756" cy="423756"/>
              <a:chOff x="2828525" y="4754776"/>
              <a:chExt cx="1911484" cy="1911484"/>
            </a:xfrm>
          </p:grpSpPr>
          <p:sp>
            <p:nvSpPr>
              <p:cNvPr id="510" name="Arc 509">
                <a:extLst>
                  <a:ext uri="{FF2B5EF4-FFF2-40B4-BE49-F238E27FC236}">
                    <a16:creationId xmlns:a16="http://schemas.microsoft.com/office/drawing/2014/main" id="{5B91055C-62E6-1AFF-5DDD-DD2A4B8AD005}"/>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511" name="Arc 510">
                <a:extLst>
                  <a:ext uri="{FF2B5EF4-FFF2-40B4-BE49-F238E27FC236}">
                    <a16:creationId xmlns:a16="http://schemas.microsoft.com/office/drawing/2014/main" id="{5BC0523E-B562-4EA5-876B-4261ACCEA051}"/>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5"/>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509" name="Freeform: Shape 278">
              <a:extLst>
                <a:ext uri="{FF2B5EF4-FFF2-40B4-BE49-F238E27FC236}">
                  <a16:creationId xmlns:a16="http://schemas.microsoft.com/office/drawing/2014/main" id="{E76B9B26-5455-2A6B-CD85-AE2984B523B3}"/>
                </a:ext>
              </a:extLst>
            </p:cNvPr>
            <p:cNvSpPr/>
            <p:nvPr/>
          </p:nvSpPr>
          <p:spPr>
            <a:xfrm>
              <a:off x="1025988" y="3558099"/>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5"/>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grpSp>
        <p:nvGrpSpPr>
          <p:cNvPr id="64" name="Groupe 63">
            <a:extLst>
              <a:ext uri="{FF2B5EF4-FFF2-40B4-BE49-F238E27FC236}">
                <a16:creationId xmlns:a16="http://schemas.microsoft.com/office/drawing/2014/main" id="{15344C63-B3F5-9E29-FCA0-F20BC332ADC4}"/>
              </a:ext>
            </a:extLst>
          </p:cNvPr>
          <p:cNvGrpSpPr/>
          <p:nvPr/>
        </p:nvGrpSpPr>
        <p:grpSpPr>
          <a:xfrm>
            <a:off x="17358419" y="7274381"/>
            <a:ext cx="218737" cy="218737"/>
            <a:chOff x="9434811" y="2018043"/>
            <a:chExt cx="423756" cy="423756"/>
          </a:xfrm>
        </p:grpSpPr>
        <p:grpSp>
          <p:nvGrpSpPr>
            <p:cNvPr id="65" name="Groupe 64">
              <a:extLst>
                <a:ext uri="{FF2B5EF4-FFF2-40B4-BE49-F238E27FC236}">
                  <a16:creationId xmlns:a16="http://schemas.microsoft.com/office/drawing/2014/main" id="{2CD93C12-8036-12C8-6AD7-9FD544042904}"/>
                </a:ext>
              </a:extLst>
            </p:cNvPr>
            <p:cNvGrpSpPr/>
            <p:nvPr/>
          </p:nvGrpSpPr>
          <p:grpSpPr>
            <a:xfrm>
              <a:off x="9434811" y="2018043"/>
              <a:ext cx="423756" cy="423756"/>
              <a:chOff x="2828525" y="4754776"/>
              <a:chExt cx="1911484" cy="1911484"/>
            </a:xfrm>
          </p:grpSpPr>
          <p:sp>
            <p:nvSpPr>
              <p:cNvPr id="67" name="Arc 66">
                <a:extLst>
                  <a:ext uri="{FF2B5EF4-FFF2-40B4-BE49-F238E27FC236}">
                    <a16:creationId xmlns:a16="http://schemas.microsoft.com/office/drawing/2014/main" id="{FEC2D109-7CCE-E1DE-BA81-4C720B025033}"/>
                  </a:ext>
                </a:extLst>
              </p:cNvPr>
              <p:cNvSpPr/>
              <p:nvPr/>
            </p:nvSpPr>
            <p:spPr>
              <a:xfrm>
                <a:off x="2828525" y="4754776"/>
                <a:ext cx="1911484" cy="1911484"/>
              </a:xfrm>
              <a:prstGeom prst="arc">
                <a:avLst>
                  <a:gd name="adj1" fmla="val 1154157"/>
                  <a:gd name="adj2" fmla="val 21263228"/>
                </a:avLst>
              </a:prstGeom>
              <a:noFill/>
              <a:ln w="19050" cap="rnd" cmpd="sng" algn="ctr">
                <a:solidFill>
                  <a:schemeClr val="accent2"/>
                </a:solidFill>
                <a:prstDash val="solid"/>
                <a:miter lim="800000"/>
              </a:ln>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3600" b="0" i="0" u="none" strike="noStrike" kern="0" cap="none" spc="0" normalizeH="0" baseline="0" noProof="0">
                  <a:ln>
                    <a:noFill/>
                  </a:ln>
                  <a:solidFill>
                    <a:srgbClr val="2EC4C0"/>
                  </a:solidFill>
                  <a:effectLst/>
                  <a:uLnTx/>
                  <a:uFillTx/>
                  <a:latin typeface="Bahnschrift"/>
                  <a:ea typeface="+mn-ea"/>
                  <a:cs typeface="+mn-cs"/>
                </a:endParaRPr>
              </a:p>
            </p:txBody>
          </p:sp>
          <p:sp>
            <p:nvSpPr>
              <p:cNvPr id="68" name="Arc 67">
                <a:extLst>
                  <a:ext uri="{FF2B5EF4-FFF2-40B4-BE49-F238E27FC236}">
                    <a16:creationId xmlns:a16="http://schemas.microsoft.com/office/drawing/2014/main" id="{9768FEE5-2D68-B11A-4BC7-1D8631BFE6EB}"/>
                  </a:ext>
                </a:extLst>
              </p:cNvPr>
              <p:cNvSpPr/>
              <p:nvPr/>
            </p:nvSpPr>
            <p:spPr>
              <a:xfrm>
                <a:off x="2828525" y="4754776"/>
                <a:ext cx="1911484" cy="1911484"/>
              </a:xfrm>
              <a:prstGeom prst="arc">
                <a:avLst>
                  <a:gd name="adj1" fmla="val 468686"/>
                  <a:gd name="adj2" fmla="val 482327"/>
                </a:avLst>
              </a:prstGeom>
              <a:noFill/>
              <a:ln w="19050" cap="rnd" cmpd="sng" algn="ctr">
                <a:solidFill>
                  <a:schemeClr val="accent4"/>
                </a:solidFill>
                <a:prstDash val="solid"/>
                <a:miter lim="800000"/>
              </a:ln>
              <a:effectLst>
                <a:outerShdw blurRad="279400" dist="101600" dir="8580000" sx="102000" sy="102000" algn="ctr" rotWithShape="0">
                  <a:prstClr val="black">
                    <a:alpha val="36000"/>
                  </a:prstClr>
                </a:outerShdw>
              </a:effectLst>
            </p:spPr>
            <p:txBody>
              <a:bodyPr lIns="161975" tIns="53992"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endParaRPr kumimoji="0" lang="fr-FR" sz="1350" b="1" i="0" u="none" strike="noStrike" kern="0" cap="none" spc="0" normalizeH="0" baseline="0" noProof="0">
                  <a:ln>
                    <a:noFill/>
                  </a:ln>
                  <a:solidFill>
                    <a:srgbClr val="EF1A25"/>
                  </a:solidFill>
                  <a:effectLst/>
                  <a:uLnTx/>
                  <a:uFillTx/>
                  <a:latin typeface="Bahnschrift"/>
                  <a:ea typeface="+mn-ea"/>
                  <a:cs typeface="+mn-cs"/>
                </a:endParaRPr>
              </a:p>
            </p:txBody>
          </p:sp>
        </p:grpSp>
        <p:sp>
          <p:nvSpPr>
            <p:cNvPr id="66" name="Freeform: Shape 278">
              <a:extLst>
                <a:ext uri="{FF2B5EF4-FFF2-40B4-BE49-F238E27FC236}">
                  <a16:creationId xmlns:a16="http://schemas.microsoft.com/office/drawing/2014/main" id="{70849C24-DC09-3ECD-C885-3FC47F5E5672}"/>
                </a:ext>
              </a:extLst>
            </p:cNvPr>
            <p:cNvSpPr/>
            <p:nvPr/>
          </p:nvSpPr>
          <p:spPr>
            <a:xfrm flipV="1">
              <a:off x="9538143" y="2157930"/>
              <a:ext cx="217091" cy="160758"/>
            </a:xfrm>
            <a:custGeom>
              <a:avLst/>
              <a:gdLst>
                <a:gd name="connsiteX0" fmla="*/ 300990 w 300989"/>
                <a:gd name="connsiteY0" fmla="*/ 0 h 222885"/>
                <a:gd name="connsiteX1" fmla="*/ 176212 w 300989"/>
                <a:gd name="connsiteY1" fmla="*/ 22860 h 222885"/>
                <a:gd name="connsiteX2" fmla="*/ 208598 w 300989"/>
                <a:gd name="connsiteY2" fmla="*/ 56198 h 222885"/>
                <a:gd name="connsiteX3" fmla="*/ 0 w 300989"/>
                <a:gd name="connsiteY3" fmla="*/ 202883 h 222885"/>
                <a:gd name="connsiteX4" fmla="*/ 10477 w 300989"/>
                <a:gd name="connsiteY4" fmla="*/ 222885 h 222885"/>
                <a:gd name="connsiteX5" fmla="*/ 242887 w 300989"/>
                <a:gd name="connsiteY5" fmla="*/ 101917 h 222885"/>
                <a:gd name="connsiteX6" fmla="*/ 274320 w 300989"/>
                <a:gd name="connsiteY6" fmla="*/ 140970 h 222885"/>
                <a:gd name="connsiteX7" fmla="*/ 300990 w 300989"/>
                <a:gd name="connsiteY7" fmla="*/ 0 h 2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89" h="222885">
                  <a:moveTo>
                    <a:pt x="300990" y="0"/>
                  </a:moveTo>
                  <a:cubicBezTo>
                    <a:pt x="252412" y="11430"/>
                    <a:pt x="176212" y="22860"/>
                    <a:pt x="176212" y="22860"/>
                  </a:cubicBezTo>
                  <a:lnTo>
                    <a:pt x="208598" y="56198"/>
                  </a:lnTo>
                  <a:cubicBezTo>
                    <a:pt x="164783" y="131445"/>
                    <a:pt x="60960" y="181927"/>
                    <a:pt x="0" y="202883"/>
                  </a:cubicBezTo>
                  <a:cubicBezTo>
                    <a:pt x="0" y="209550"/>
                    <a:pt x="2858" y="218123"/>
                    <a:pt x="10477" y="222885"/>
                  </a:cubicBezTo>
                  <a:cubicBezTo>
                    <a:pt x="146685" y="196215"/>
                    <a:pt x="232410" y="111442"/>
                    <a:pt x="242887" y="101917"/>
                  </a:cubicBezTo>
                  <a:cubicBezTo>
                    <a:pt x="252412" y="112395"/>
                    <a:pt x="274320" y="140970"/>
                    <a:pt x="274320" y="140970"/>
                  </a:cubicBezTo>
                  <a:cubicBezTo>
                    <a:pt x="274320" y="140970"/>
                    <a:pt x="298133" y="50483"/>
                    <a:pt x="300990" y="0"/>
                  </a:cubicBezTo>
                  <a:close/>
                </a:path>
              </a:pathLst>
            </a:custGeom>
            <a:solidFill>
              <a:schemeClr val="accent4"/>
            </a:solidFill>
            <a:ln w="19050" cap="rnd">
              <a:noFill/>
              <a:prstDash val="solid"/>
              <a:round/>
            </a:ln>
          </p:spPr>
          <p:txBody>
            <a:bodyPr rtlCol="0" anchor="ctr"/>
            <a:lstStyle/>
            <a:p>
              <a:pPr marL="0" marR="0" lvl="0" indent="0" algn="l" defTabSz="1371417" rtl="0" eaLnBrk="1" fontAlgn="auto" latinLnBrk="0" hangingPunct="1">
                <a:lnSpc>
                  <a:spcPct val="100000"/>
                </a:lnSpc>
                <a:spcBef>
                  <a:spcPts val="0"/>
                </a:spcBef>
                <a:spcAft>
                  <a:spcPts val="0"/>
                </a:spcAft>
                <a:buClrTx/>
                <a:buSzTx/>
                <a:buFontTx/>
                <a:buNone/>
                <a:tabLst/>
                <a:defRPr/>
              </a:pPr>
              <a:endParaRPr kumimoji="0" lang="fr-FR" sz="2700" b="0" i="0" u="none" strike="noStrike" kern="1200" cap="none" spc="0" normalizeH="0" baseline="0" noProof="0">
                <a:ln>
                  <a:noFill/>
                </a:ln>
                <a:solidFill>
                  <a:prstClr val="black"/>
                </a:solidFill>
                <a:effectLst/>
                <a:uLnTx/>
                <a:uFillTx/>
                <a:latin typeface="Segoe UI Semilight"/>
                <a:ea typeface="+mn-ea"/>
                <a:cs typeface="+mn-cs"/>
              </a:endParaRPr>
            </a:p>
          </p:txBody>
        </p:sp>
      </p:grpSp>
      <p:sp>
        <p:nvSpPr>
          <p:cNvPr id="69" name="ZoneTexte 68">
            <a:extLst>
              <a:ext uri="{FF2B5EF4-FFF2-40B4-BE49-F238E27FC236}">
                <a16:creationId xmlns:a16="http://schemas.microsoft.com/office/drawing/2014/main" id="{8F0F5C89-51F7-B9C4-0D73-74BC158B0E36}"/>
              </a:ext>
            </a:extLst>
          </p:cNvPr>
          <p:cNvSpPr txBox="1"/>
          <p:nvPr/>
        </p:nvSpPr>
        <p:spPr>
          <a:xfrm>
            <a:off x="15367000" y="571500"/>
            <a:ext cx="2374900" cy="558800"/>
          </a:xfrm>
          <a:prstGeom prst="rect">
            <a:avLst/>
          </a:prstGeom>
          <a:noFill/>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4000" b="1" i="0" u="none" strike="noStrike" kern="1200" cap="none" spc="0" normalizeH="0" baseline="0" noProof="0" dirty="0">
                <a:ln>
                  <a:noFill/>
                </a:ln>
                <a:solidFill>
                  <a:srgbClr val="1A3256"/>
                </a:solidFill>
                <a:effectLst/>
                <a:uLnTx/>
                <a:uFillTx/>
                <a:latin typeface="Bahnschrift" panose="020B0502040204020203" pitchFamily="34" charset="0"/>
                <a:ea typeface="+mn-ea"/>
                <a:cs typeface="+mn-cs"/>
              </a:rPr>
              <a:t>3,81</a:t>
            </a:r>
          </a:p>
        </p:txBody>
      </p:sp>
      <p:sp>
        <p:nvSpPr>
          <p:cNvPr id="70" name="ZoneTexte 69">
            <a:extLst>
              <a:ext uri="{FF2B5EF4-FFF2-40B4-BE49-F238E27FC236}">
                <a16:creationId xmlns:a16="http://schemas.microsoft.com/office/drawing/2014/main" id="{34C0DFFC-B7E9-E26F-284A-E9E6B5902278}"/>
              </a:ext>
            </a:extLst>
          </p:cNvPr>
          <p:cNvSpPr txBox="1"/>
          <p:nvPr/>
        </p:nvSpPr>
        <p:spPr>
          <a:xfrm>
            <a:off x="15024100" y="1117600"/>
            <a:ext cx="2717800" cy="762000"/>
          </a:xfrm>
          <a:prstGeom prst="rect">
            <a:avLst/>
          </a:prstGeom>
          <a:noFill/>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2024 : 3,78 (0,79%)</a:t>
            </a:r>
          </a:p>
        </p:txBody>
      </p:sp>
    </p:spTree>
    <p:custDataLst>
      <p:tags r:id="rId1"/>
    </p:custDataLst>
    <p:extLst>
      <p:ext uri="{BB962C8B-B14F-4D97-AF65-F5344CB8AC3E}">
        <p14:creationId xmlns:p14="http://schemas.microsoft.com/office/powerpoint/2010/main" val="1792299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18CDC-E847-808C-9680-37EA3C95553C}"/>
            </a:ext>
          </a:extLst>
        </p:cNvPr>
        <p:cNvGrpSpPr/>
        <p:nvPr/>
      </p:nvGrpSpPr>
      <p:grpSpPr>
        <a:xfrm>
          <a:off x="0" y="0"/>
          <a:ext cx="0" cy="0"/>
          <a:chOff x="0" y="0"/>
          <a:chExt cx="0" cy="0"/>
        </a:xfrm>
      </p:grpSpPr>
      <p:sp>
        <p:nvSpPr>
          <p:cNvPr id="17" name="Titre 4">
            <a:extLst>
              <a:ext uri="{FF2B5EF4-FFF2-40B4-BE49-F238E27FC236}">
                <a16:creationId xmlns:a16="http://schemas.microsoft.com/office/drawing/2014/main" id="{FE122734-7230-57F1-00EB-386ED5FB57CB}"/>
              </a:ext>
            </a:extLst>
          </p:cNvPr>
          <p:cNvSpPr txBox="1">
            <a:spLocks/>
          </p:cNvSpPr>
          <p:nvPr/>
        </p:nvSpPr>
        <p:spPr>
          <a:xfrm>
            <a:off x="433144" y="573951"/>
            <a:ext cx="17421712" cy="742517"/>
          </a:xfrm>
          <a:prstGeom prst="rect">
            <a:avLst/>
          </a:prstGeom>
        </p:spPr>
        <p:txBody>
          <a:bodyPr/>
          <a:lstStyle>
            <a:lvl1pPr algn="l" defTabSz="914400" rtl="0" eaLnBrk="1" latinLnBrk="0" hangingPunct="1">
              <a:lnSpc>
                <a:spcPct val="90000"/>
              </a:lnSpc>
              <a:spcBef>
                <a:spcPct val="0"/>
              </a:spcBef>
              <a:buNone/>
              <a:defRPr sz="2800" b="1" kern="1200" cap="all" baseline="0">
                <a:solidFill>
                  <a:schemeClr val="accent1"/>
                </a:solidFill>
                <a:latin typeface="Bahnschrift" panose="020B0502040204020203" pitchFamily="34" charset="0"/>
                <a:ea typeface="+mj-ea"/>
                <a:cs typeface="+mj-cs"/>
              </a:defRPr>
            </a:lvl1pPr>
          </a:lstStyle>
          <a:p>
            <a:pPr marL="0" marR="0" lvl="0" indent="0" algn="l" defTabSz="1371417" rtl="0" eaLnBrk="1" fontAlgn="auto" latinLnBrk="0" hangingPunct="1">
              <a:lnSpc>
                <a:spcPct val="90000"/>
              </a:lnSpc>
              <a:spcBef>
                <a:spcPct val="0"/>
              </a:spcBef>
              <a:spcAft>
                <a:spcPts val="0"/>
              </a:spcAft>
              <a:buClrTx/>
              <a:buSzTx/>
              <a:buFontTx/>
              <a:buNone/>
              <a:tabLst/>
              <a:defRPr/>
            </a:pPr>
            <a:r>
              <a:rPr kumimoji="0" lang="fr-FR" sz="4199" b="1" i="0" u="none" strike="noStrike" kern="1200" cap="all" spc="0" normalizeH="0" baseline="0" noProof="0">
                <a:ln>
                  <a:noFill/>
                </a:ln>
                <a:solidFill>
                  <a:srgbClr val="1A3256"/>
                </a:solidFill>
                <a:effectLst/>
                <a:uLnTx/>
                <a:uFillTx/>
                <a:latin typeface="Bahnschrift" panose="020B0502040204020203" pitchFamily="34" charset="0"/>
                <a:ea typeface="+mj-ea"/>
                <a:cs typeface="+mj-cs"/>
              </a:rPr>
              <a:t>NPS / CLASSEMENT CLIENT</a:t>
            </a:r>
          </a:p>
        </p:txBody>
      </p:sp>
      <p:pic>
        <p:nvPicPr>
          <p:cNvPr id="47" name="Graphique 46" descr="Avertissement avec un remplissage uni">
            <a:extLst>
              <a:ext uri="{FF2B5EF4-FFF2-40B4-BE49-F238E27FC236}">
                <a16:creationId xmlns:a16="http://schemas.microsoft.com/office/drawing/2014/main" id="{0AE10A7B-AE85-36F6-12C0-FE9D171DBA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58448" y="7611959"/>
            <a:ext cx="342847" cy="342847"/>
          </a:xfrm>
          <a:prstGeom prst="rect">
            <a:avLst/>
          </a:prstGeom>
        </p:spPr>
      </p:pic>
      <p:pic>
        <p:nvPicPr>
          <p:cNvPr id="48" name="Graphique 47" descr="Avertissement avec un remplissage uni">
            <a:extLst>
              <a:ext uri="{FF2B5EF4-FFF2-40B4-BE49-F238E27FC236}">
                <a16:creationId xmlns:a16="http://schemas.microsoft.com/office/drawing/2014/main" id="{E5F8CA2E-D81A-EEE7-11DB-F32D4F3932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345333" y="7424749"/>
            <a:ext cx="342847" cy="342847"/>
          </a:xfrm>
          <a:prstGeom prst="rect">
            <a:avLst/>
          </a:prstGeom>
        </p:spPr>
      </p:pic>
      <p:sp>
        <p:nvSpPr>
          <p:cNvPr id="18" name="Espace réservé du texte 5">
            <a:extLst>
              <a:ext uri="{FF2B5EF4-FFF2-40B4-BE49-F238E27FC236}">
                <a16:creationId xmlns:a16="http://schemas.microsoft.com/office/drawing/2014/main" id="{D44B1A75-836A-9C46-D07D-28DEDE65F564}"/>
              </a:ext>
            </a:extLst>
          </p:cNvPr>
          <p:cNvSpPr txBox="1">
            <a:spLocks/>
          </p:cNvSpPr>
          <p:nvPr/>
        </p:nvSpPr>
        <p:spPr>
          <a:xfrm>
            <a:off x="449933" y="1253043"/>
            <a:ext cx="17423298" cy="440974"/>
          </a:xfrm>
          <a:prstGeom prst="rect">
            <a:avLst/>
          </a:prstGeom>
        </p:spPr>
        <p:txBody>
          <a:bodyPr>
            <a:noAutofit/>
          </a:bodyPr>
          <a:lstStyle>
            <a:lvl1pPr marL="176400" indent="-176400" algn="l" defTabSz="914400" rtl="0" eaLnBrk="1" latinLnBrk="0" hangingPunct="1">
              <a:lnSpc>
                <a:spcPct val="100000"/>
              </a:lnSpc>
              <a:spcBef>
                <a:spcPts val="0"/>
              </a:spcBef>
              <a:spcAft>
                <a:spcPts val="600"/>
              </a:spcAft>
              <a:buFont typeface="Malgun Gothic" panose="020B0503020000020004" pitchFamily="34" charset="-127"/>
              <a:buChar char="​"/>
              <a:defRPr sz="1800" b="1" kern="1200">
                <a:solidFill>
                  <a:schemeClr val="accent1"/>
                </a:solidFill>
                <a:latin typeface="Segoe UI" panose="020B0502040204020203" pitchFamily="34" charset="0"/>
                <a:ea typeface="+mn-ea"/>
                <a:cs typeface="Segoe UI" panose="020B0502040204020203" pitchFamily="34" charset="0"/>
              </a:defRPr>
            </a:lvl1pPr>
            <a:lvl2pPr marL="176213" indent="-176213" algn="l" defTabSz="914400" rtl="0" eaLnBrk="1" latinLnBrk="0" hangingPunct="1">
              <a:lnSpc>
                <a:spcPct val="100000"/>
              </a:lnSpc>
              <a:spcBef>
                <a:spcPts val="0"/>
              </a:spcBef>
              <a:spcAft>
                <a:spcPts val="600"/>
              </a:spcAft>
              <a:buClr>
                <a:schemeClr val="accent4"/>
              </a:buClr>
              <a:buFont typeface="Malgun Gothic" panose="020B0503020000020004" pitchFamily="34" charset="-127"/>
              <a:buChar char="​"/>
              <a:defRPr sz="1600" kern="1200">
                <a:solidFill>
                  <a:schemeClr val="accent1"/>
                </a:solidFill>
                <a:latin typeface="+mn-lt"/>
                <a:ea typeface="+mn-ea"/>
                <a:cs typeface="+mn-cs"/>
              </a:defRPr>
            </a:lvl2pPr>
            <a:lvl3pPr marL="361950" indent="-185738" algn="l" defTabSz="914400" rtl="0" eaLnBrk="1" latinLnBrk="0" hangingPunct="1">
              <a:lnSpc>
                <a:spcPct val="100000"/>
              </a:lnSpc>
              <a:spcBef>
                <a:spcPts val="0"/>
              </a:spcBef>
              <a:spcAft>
                <a:spcPts val="600"/>
              </a:spcAft>
              <a:buClr>
                <a:schemeClr val="accent4"/>
              </a:buClr>
              <a:buFont typeface="Arial" panose="020B0604020202020204" pitchFamily="34" charset="0"/>
              <a:buChar char="•"/>
              <a:tabLst>
                <a:tab pos="2954338" algn="l"/>
              </a:tabLst>
              <a:defRPr sz="1200" i="0" kern="1200">
                <a:solidFill>
                  <a:schemeClr val="accent1"/>
                </a:solidFill>
                <a:latin typeface="+mn-lt"/>
                <a:ea typeface="+mn-ea"/>
                <a:cs typeface="+mn-cs"/>
              </a:defRPr>
            </a:lvl3pPr>
            <a:lvl4pPr marL="176213" indent="-176213" algn="l" defTabSz="914400" rtl="0" eaLnBrk="1" latinLnBrk="0" hangingPunct="1">
              <a:lnSpc>
                <a:spcPct val="100000"/>
              </a:lnSpc>
              <a:spcBef>
                <a:spcPts val="0"/>
              </a:spcBef>
              <a:spcAft>
                <a:spcPts val="600"/>
              </a:spcAft>
              <a:buFont typeface="Arial" panose="020B0604020202020204" pitchFamily="34" charset="0"/>
              <a:buChar char="​"/>
              <a:defRPr sz="4000" b="1" kern="1200">
                <a:gradFill>
                  <a:gsLst>
                    <a:gs pos="0">
                      <a:srgbClr val="014DCF"/>
                    </a:gs>
                    <a:gs pos="100000">
                      <a:srgbClr val="0332B4"/>
                    </a:gs>
                  </a:gsLst>
                  <a:lin ang="10800000" scaled="0"/>
                </a:gradFill>
                <a:latin typeface="+mj-lt"/>
                <a:ea typeface="+mn-ea"/>
                <a:cs typeface="+mn-cs"/>
              </a:defRPr>
            </a:lvl4pPr>
            <a:lvl5pPr marL="176213" indent="-176213" algn="l" defTabSz="914400" rtl="0" eaLnBrk="1" latinLnBrk="0" hangingPunct="1">
              <a:lnSpc>
                <a:spcPct val="100000"/>
              </a:lnSpc>
              <a:spcBef>
                <a:spcPts val="0"/>
              </a:spcBef>
              <a:spcAft>
                <a:spcPts val="600"/>
              </a:spcAft>
              <a:buFont typeface="Arial" panose="020B0604020202020204" pitchFamily="34" charset="0"/>
              <a:buChar char="​"/>
              <a:defRPr sz="1400" kern="1200" baseline="0">
                <a:solidFill>
                  <a:schemeClr val="accent1"/>
                </a:solidFill>
                <a:latin typeface="+mj-lt"/>
                <a:ea typeface="+mn-ea"/>
                <a:cs typeface="+mn-cs"/>
              </a:defRPr>
            </a:lvl5pPr>
            <a:lvl6pPr marL="361950" indent="-185738" algn="l" defTabSz="914400" rtl="0" eaLnBrk="1" latinLnBrk="0" hangingPunct="1">
              <a:lnSpc>
                <a:spcPct val="100000"/>
              </a:lnSpc>
              <a:spcBef>
                <a:spcPts val="0"/>
              </a:spcBef>
              <a:spcAft>
                <a:spcPts val="600"/>
              </a:spcAft>
              <a:buClr>
                <a:schemeClr val="accent4"/>
              </a:buClr>
              <a:buFont typeface="Arial" panose="020B0604020202020204" pitchFamily="34" charset="0"/>
              <a:buChar char="•"/>
              <a:defRPr sz="1100" b="0" kern="1200">
                <a:solidFill>
                  <a:schemeClr val="accent1"/>
                </a:solidFill>
                <a:latin typeface="+mj-lt"/>
                <a:ea typeface="+mn-ea"/>
                <a:cs typeface="+mn-cs"/>
              </a:defRPr>
            </a:lvl6pPr>
            <a:lvl7pPr marL="176213"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accent1"/>
                </a:solidFill>
                <a:latin typeface="+mj-lt"/>
                <a:ea typeface="+mn-ea"/>
                <a:cs typeface="+mn-cs"/>
              </a:defRPr>
            </a:lvl7pPr>
            <a:lvl8pPr marL="176213" indent="-176213" algn="l" defTabSz="914400" rtl="0" eaLnBrk="1" latinLnBrk="0" hangingPunct="1">
              <a:lnSpc>
                <a:spcPct val="100000"/>
              </a:lnSpc>
              <a:spcBef>
                <a:spcPts val="0"/>
              </a:spcBef>
              <a:spcAft>
                <a:spcPts val="600"/>
              </a:spcAft>
              <a:buFont typeface="Arial" panose="020B0604020202020204" pitchFamily="34" charset="0"/>
              <a:buChar char="​"/>
              <a:tabLst/>
              <a:defRPr sz="1050" kern="1200">
                <a:solidFill>
                  <a:schemeClr val="accent1"/>
                </a:solidFill>
                <a:latin typeface="+mn-lt"/>
                <a:ea typeface="+mn-ea"/>
                <a:cs typeface="+mn-cs"/>
              </a:defRPr>
            </a:lvl8pPr>
            <a:lvl9pPr marL="176213" indent="-176213" algn="l" defTabSz="914400" rtl="0" eaLnBrk="1" latinLnBrk="0" hangingPunct="1">
              <a:lnSpc>
                <a:spcPct val="100000"/>
              </a:lnSpc>
              <a:spcBef>
                <a:spcPts val="0"/>
              </a:spcBef>
              <a:spcAft>
                <a:spcPts val="600"/>
              </a:spcAft>
              <a:buFont typeface="Arial" panose="020B0604020202020204" pitchFamily="34" charset="0"/>
              <a:buChar char="​"/>
              <a:tabLst>
                <a:tab pos="176213" algn="l"/>
              </a:tabLst>
              <a:defRPr sz="2800" b="0" kern="1200">
                <a:gradFill>
                  <a:gsLst>
                    <a:gs pos="0">
                      <a:srgbClr val="014DCF"/>
                    </a:gs>
                    <a:gs pos="100000">
                      <a:srgbClr val="0332B4"/>
                    </a:gs>
                  </a:gsLst>
                  <a:lin ang="10800000" scaled="0"/>
                </a:gradFill>
                <a:latin typeface="+mj-lt"/>
                <a:ea typeface="+mn-ea"/>
                <a:cs typeface="+mn-cs"/>
              </a:defRPr>
            </a:lvl9pPr>
          </a:lstStyle>
          <a:p>
            <a:pPr marL="0" marR="0" lvl="0" indent="0" algn="l" defTabSz="1371417" rtl="0" eaLnBrk="1" fontAlgn="auto" latinLnBrk="0" hangingPunct="1">
              <a:lnSpc>
                <a:spcPct val="100000"/>
              </a:lnSpc>
              <a:spcBef>
                <a:spcPts val="0"/>
              </a:spcBef>
              <a:spcAft>
                <a:spcPts val="900"/>
              </a:spcAft>
              <a:buClrTx/>
              <a:buSzTx/>
              <a:buFont typeface="Malgun Gothic" panose="020B0503020000020004" pitchFamily="34" charset="-127"/>
              <a:buNone/>
              <a:tabLst/>
              <a:defRPr/>
            </a:pPr>
            <a:r>
              <a:rPr kumimoji="0" lang="fr-FR" sz="2400" b="0" i="0" u="none" strike="noStrike" kern="1200" cap="all" spc="0" normalizeH="0" baseline="0" noProof="0">
                <a:ln>
                  <a:noFill/>
                </a:ln>
                <a:solidFill>
                  <a:srgbClr val="1A3256"/>
                </a:solidFill>
                <a:effectLst/>
                <a:uLnTx/>
                <a:uFillTx/>
                <a:latin typeface="Segoe UI Semilight"/>
                <a:ea typeface="+mn-ea"/>
                <a:cs typeface="Quire Sans" panose="020B0502040400020003" pitchFamily="34" charset="0"/>
              </a:rPr>
              <a:t>Rapport FRANCE LOGISTIQUE</a:t>
            </a:r>
          </a:p>
        </p:txBody>
      </p:sp>
      <p:pic>
        <p:nvPicPr>
          <p:cNvPr id="53" name="Graphique 52" descr="Signe pouce en haut avec un remplissage uni">
            <a:extLst>
              <a:ext uri="{FF2B5EF4-FFF2-40B4-BE49-F238E27FC236}">
                <a16:creationId xmlns:a16="http://schemas.microsoft.com/office/drawing/2014/main" id="{C3EDADFC-F573-AA84-DCBA-4CCB9C41C6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61403" y="6332208"/>
            <a:ext cx="342847" cy="342847"/>
          </a:xfrm>
          <a:prstGeom prst="rect">
            <a:avLst/>
          </a:prstGeom>
        </p:spPr>
      </p:pic>
      <p:graphicFrame>
        <p:nvGraphicFramePr>
          <p:cNvPr id="6" name="Graphique 5">
            <a:extLst>
              <a:ext uri="{FF2B5EF4-FFF2-40B4-BE49-F238E27FC236}">
                <a16:creationId xmlns:a16="http://schemas.microsoft.com/office/drawing/2014/main" id="{94D6D3E9-9F11-634A-0F2D-F20EB1BA4C4D}"/>
              </a:ext>
            </a:extLst>
          </p:cNvPr>
          <p:cNvGraphicFramePr/>
          <p:nvPr>
            <p:extLst>
              <p:ext uri="{D42A27DB-BD31-4B8C-83A1-F6EECF244321}">
                <p14:modId xmlns:p14="http://schemas.microsoft.com/office/powerpoint/2010/main" val="1045731128"/>
              </p:ext>
            </p:extLst>
          </p:nvPr>
        </p:nvGraphicFramePr>
        <p:xfrm>
          <a:off x="838200" y="1839554"/>
          <a:ext cx="8555491" cy="7709901"/>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7" name="Graphique 6">
            <a:extLst>
              <a:ext uri="{FF2B5EF4-FFF2-40B4-BE49-F238E27FC236}">
                <a16:creationId xmlns:a16="http://schemas.microsoft.com/office/drawing/2014/main" id="{41AD361C-3B72-A288-E202-CD08A7FD008A}"/>
              </a:ext>
            </a:extLst>
          </p:cNvPr>
          <p:cNvGraphicFramePr/>
          <p:nvPr/>
        </p:nvGraphicFramePr>
        <p:xfrm>
          <a:off x="8580805" y="1839555"/>
          <a:ext cx="8555491" cy="7865908"/>
        </p:xfrm>
        <a:graphic>
          <a:graphicData uri="http://schemas.openxmlformats.org/drawingml/2006/chart">
            <c:chart xmlns:c="http://schemas.openxmlformats.org/drawingml/2006/chart" xmlns:r="http://schemas.openxmlformats.org/officeDocument/2006/relationships" r:id="rId7"/>
          </a:graphicData>
        </a:graphic>
      </p:graphicFrame>
      <p:sp>
        <p:nvSpPr>
          <p:cNvPr id="2" name="ZoneTexte 1">
            <a:extLst>
              <a:ext uri="{FF2B5EF4-FFF2-40B4-BE49-F238E27FC236}">
                <a16:creationId xmlns:a16="http://schemas.microsoft.com/office/drawing/2014/main" id="{B66FE999-D9CB-9BE7-49E6-DE04477B8E22}"/>
              </a:ext>
            </a:extLst>
          </p:cNvPr>
          <p:cNvSpPr txBox="1"/>
          <p:nvPr/>
        </p:nvSpPr>
        <p:spPr>
          <a:xfrm>
            <a:off x="15100300" y="1054100"/>
            <a:ext cx="2717800" cy="762000"/>
          </a:xfrm>
          <a:prstGeom prst="rect">
            <a:avLst/>
          </a:prstGeom>
          <a:noFill/>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2200" b="0"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2024 : 3,78 (0,80%)</a:t>
            </a:r>
          </a:p>
        </p:txBody>
      </p:sp>
      <p:sp>
        <p:nvSpPr>
          <p:cNvPr id="3" name="ZoneTexte 2">
            <a:extLst>
              <a:ext uri="{FF2B5EF4-FFF2-40B4-BE49-F238E27FC236}">
                <a16:creationId xmlns:a16="http://schemas.microsoft.com/office/drawing/2014/main" id="{C24DFC72-118D-7DC1-5BE0-31AD7CD0780C}"/>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4000" b="1"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3,81</a:t>
            </a:r>
          </a:p>
        </p:txBody>
      </p:sp>
      <p:graphicFrame>
        <p:nvGraphicFramePr>
          <p:cNvPr id="10" name="Tableau 9">
            <a:extLst>
              <a:ext uri="{FF2B5EF4-FFF2-40B4-BE49-F238E27FC236}">
                <a16:creationId xmlns:a16="http://schemas.microsoft.com/office/drawing/2014/main" id="{27429E9B-5C19-DDB7-60AB-3B8E310A0D29}"/>
              </a:ext>
            </a:extLst>
          </p:cNvPr>
          <p:cNvGraphicFramePr>
            <a:graphicFrameLocks noGrp="1"/>
          </p:cNvGraphicFramePr>
          <p:nvPr>
            <p:extLst>
              <p:ext uri="{D42A27DB-BD31-4B8C-83A1-F6EECF244321}">
                <p14:modId xmlns:p14="http://schemas.microsoft.com/office/powerpoint/2010/main" val="1717308113"/>
              </p:ext>
            </p:extLst>
          </p:nvPr>
        </p:nvGraphicFramePr>
        <p:xfrm>
          <a:off x="14820900" y="7301389"/>
          <a:ext cx="2628900" cy="1929923"/>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191448583"/>
                    </a:ext>
                  </a:extLst>
                </a:gridCol>
              </a:tblGrid>
              <a:tr h="233804">
                <a:tc>
                  <a:txBody>
                    <a:bodyPr/>
                    <a:lstStyle/>
                    <a:p>
                      <a:pPr algn="l" fontAlgn="b">
                        <a:buNone/>
                      </a:pPr>
                      <a:r>
                        <a:rPr lang="fr-FR" sz="1200" u="none" strike="noStrike" dirty="0">
                          <a:solidFill>
                            <a:schemeClr val="accent2"/>
                          </a:solidFill>
                          <a:effectLst/>
                        </a:rPr>
                        <a:t>NAOS CAMPUS</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1669970299"/>
                  </a:ext>
                </a:extLst>
              </a:tr>
              <a:tr h="233804">
                <a:tc>
                  <a:txBody>
                    <a:bodyPr/>
                    <a:lstStyle/>
                    <a:p>
                      <a:pPr algn="l" fontAlgn="b">
                        <a:buNone/>
                      </a:pPr>
                      <a:r>
                        <a:rPr lang="fr-FR" sz="1200" u="none" strike="noStrike">
                          <a:solidFill>
                            <a:schemeClr val="accent2"/>
                          </a:solidFill>
                          <a:effectLst/>
                        </a:rPr>
                        <a:t>LPG</a:t>
                      </a:r>
                      <a:endParaRPr lang="fr-FR" sz="1200" b="0" i="0" u="none" strike="noStrike">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3089282795"/>
                  </a:ext>
                </a:extLst>
              </a:tr>
              <a:tr h="233804">
                <a:tc>
                  <a:txBody>
                    <a:bodyPr/>
                    <a:lstStyle/>
                    <a:p>
                      <a:pPr algn="l" fontAlgn="b">
                        <a:buNone/>
                      </a:pPr>
                      <a:r>
                        <a:rPr lang="fr-FR" sz="1200" u="none" strike="noStrike" dirty="0">
                          <a:solidFill>
                            <a:schemeClr val="accent2"/>
                          </a:solidFill>
                          <a:effectLst/>
                        </a:rPr>
                        <a:t>LIDL</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1331259741"/>
                  </a:ext>
                </a:extLst>
              </a:tr>
              <a:tr h="233804">
                <a:tc>
                  <a:txBody>
                    <a:bodyPr/>
                    <a:lstStyle/>
                    <a:p>
                      <a:pPr algn="l" fontAlgn="b">
                        <a:buNone/>
                      </a:pPr>
                      <a:r>
                        <a:rPr lang="fr-FR" sz="1200" u="none" strike="noStrike" dirty="0">
                          <a:solidFill>
                            <a:schemeClr val="accent2"/>
                          </a:solidFill>
                          <a:effectLst/>
                        </a:rPr>
                        <a:t>NAOS FRANCE</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2109138651"/>
                  </a:ext>
                </a:extLst>
              </a:tr>
              <a:tr h="233804">
                <a:tc>
                  <a:txBody>
                    <a:bodyPr/>
                    <a:lstStyle/>
                    <a:p>
                      <a:pPr algn="l" fontAlgn="b">
                        <a:buNone/>
                      </a:pPr>
                      <a:r>
                        <a:rPr lang="fr-FR" sz="1200" u="none" strike="noStrike" dirty="0">
                          <a:solidFill>
                            <a:schemeClr val="accent2"/>
                          </a:solidFill>
                          <a:effectLst/>
                        </a:rPr>
                        <a:t>L'OCCITANE</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2139161954"/>
                  </a:ext>
                </a:extLst>
              </a:tr>
              <a:tr h="760903">
                <a:tc>
                  <a:txBody>
                    <a:bodyPr/>
                    <a:lstStyle/>
                    <a:p>
                      <a:pPr algn="l" fontAlgn="b">
                        <a:buNone/>
                      </a:pPr>
                      <a:r>
                        <a:rPr lang="fr-FR" sz="1200" u="none" strike="noStrike" dirty="0">
                          <a:solidFill>
                            <a:schemeClr val="accent2"/>
                          </a:solidFill>
                          <a:effectLst/>
                        </a:rPr>
                        <a:t>ABINBEV </a:t>
                      </a:r>
                    </a:p>
                    <a:p>
                      <a:pPr marL="0" marR="0" lvl="0" indent="0" algn="l" defTabSz="1371417" rtl="0" eaLnBrk="1" fontAlgn="b" latinLnBrk="0" hangingPunct="1">
                        <a:lnSpc>
                          <a:spcPct val="100000"/>
                        </a:lnSpc>
                        <a:spcBef>
                          <a:spcPts val="0"/>
                        </a:spcBef>
                        <a:spcAft>
                          <a:spcPts val="0"/>
                        </a:spcAft>
                        <a:buClrTx/>
                        <a:buSzTx/>
                        <a:buFontTx/>
                        <a:buNone/>
                        <a:tabLst/>
                        <a:defRPr/>
                      </a:pPr>
                      <a:r>
                        <a:rPr lang="fr-FR" sz="1200" u="none" strike="noStrike" dirty="0">
                          <a:solidFill>
                            <a:schemeClr val="accent2"/>
                          </a:solidFill>
                          <a:effectLst/>
                        </a:rPr>
                        <a:t>LABORATOIRES DERMATOLOGIQUES URIAGE</a:t>
                      </a:r>
                      <a:endParaRPr lang="fr-FR" sz="1200" b="0" i="0" u="none" strike="noStrike" dirty="0">
                        <a:solidFill>
                          <a:schemeClr val="accent2"/>
                        </a:solidFill>
                        <a:effectLst/>
                        <a:latin typeface="Aptos Narrow" panose="020B0004020202020204" pitchFamily="34" charset="0"/>
                      </a:endParaRPr>
                    </a:p>
                    <a:p>
                      <a:pPr algn="l" fontAlgn="b">
                        <a:buNone/>
                      </a:pP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4254653499"/>
                  </a:ext>
                </a:extLst>
              </a:tr>
            </a:tbl>
          </a:graphicData>
        </a:graphic>
      </p:graphicFrame>
      <p:graphicFrame>
        <p:nvGraphicFramePr>
          <p:cNvPr id="14" name="Tableau 13">
            <a:extLst>
              <a:ext uri="{FF2B5EF4-FFF2-40B4-BE49-F238E27FC236}">
                <a16:creationId xmlns:a16="http://schemas.microsoft.com/office/drawing/2014/main" id="{C7C41391-F4D9-CE41-B189-AF74C11BC0A5}"/>
              </a:ext>
            </a:extLst>
          </p:cNvPr>
          <p:cNvGraphicFramePr>
            <a:graphicFrameLocks noGrp="1"/>
          </p:cNvGraphicFramePr>
          <p:nvPr>
            <p:extLst>
              <p:ext uri="{D42A27DB-BD31-4B8C-83A1-F6EECF244321}">
                <p14:modId xmlns:p14="http://schemas.microsoft.com/office/powerpoint/2010/main" val="1671956255"/>
              </p:ext>
            </p:extLst>
          </p:nvPr>
        </p:nvGraphicFramePr>
        <p:xfrm>
          <a:off x="10691446" y="1841695"/>
          <a:ext cx="3973275" cy="5429197"/>
        </p:xfrm>
        <a:graphic>
          <a:graphicData uri="http://schemas.openxmlformats.org/drawingml/2006/table">
            <a:tbl>
              <a:tblPr>
                <a:tableStyleId>{5C22544A-7EE6-4342-B048-85BDC9FD1C3A}</a:tableStyleId>
              </a:tblPr>
              <a:tblGrid>
                <a:gridCol w="3973275">
                  <a:extLst>
                    <a:ext uri="{9D8B030D-6E8A-4147-A177-3AD203B41FA5}">
                      <a16:colId xmlns:a16="http://schemas.microsoft.com/office/drawing/2014/main" val="2177835434"/>
                    </a:ext>
                  </a:extLst>
                </a:gridCol>
              </a:tblGrid>
              <a:tr h="215579">
                <a:tc>
                  <a:txBody>
                    <a:bodyPr/>
                    <a:lstStyle/>
                    <a:p>
                      <a:pPr algn="r" fontAlgn="b">
                        <a:buNone/>
                      </a:pPr>
                      <a:r>
                        <a:rPr lang="fr-FR" sz="1200" u="none" strike="noStrike" dirty="0">
                          <a:solidFill>
                            <a:schemeClr val="accent2"/>
                          </a:solidFill>
                          <a:effectLst/>
                        </a:rPr>
                        <a:t>STANLEY STELLA</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1004519391"/>
                  </a:ext>
                </a:extLst>
              </a:tr>
              <a:tr h="215579">
                <a:tc>
                  <a:txBody>
                    <a:bodyPr/>
                    <a:lstStyle/>
                    <a:p>
                      <a:pPr algn="r" fontAlgn="b">
                        <a:buNone/>
                      </a:pPr>
                      <a:r>
                        <a:rPr lang="fr-FR" sz="1200" u="none" strike="noStrike" dirty="0">
                          <a:solidFill>
                            <a:schemeClr val="accent2"/>
                          </a:solidFill>
                          <a:effectLst/>
                        </a:rPr>
                        <a:t>ROQUETTE</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1064817016"/>
                  </a:ext>
                </a:extLst>
              </a:tr>
              <a:tr h="215579">
                <a:tc>
                  <a:txBody>
                    <a:bodyPr/>
                    <a:lstStyle/>
                    <a:p>
                      <a:pPr algn="r" fontAlgn="b">
                        <a:buNone/>
                      </a:pPr>
                      <a:r>
                        <a:rPr lang="fr-FR" sz="1200" u="none" strike="noStrike" dirty="0">
                          <a:solidFill>
                            <a:schemeClr val="accent2"/>
                          </a:solidFill>
                          <a:effectLst/>
                        </a:rPr>
                        <a:t>AUCHAN RETAIL FRANCE</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1404963446"/>
                  </a:ext>
                </a:extLst>
              </a:tr>
              <a:tr h="215579">
                <a:tc>
                  <a:txBody>
                    <a:bodyPr/>
                    <a:lstStyle/>
                    <a:p>
                      <a:pPr algn="r" fontAlgn="b">
                        <a:buNone/>
                      </a:pPr>
                      <a:r>
                        <a:rPr lang="fr-FR" sz="1200" u="none" strike="noStrike">
                          <a:solidFill>
                            <a:schemeClr val="accent2"/>
                          </a:solidFill>
                          <a:effectLst/>
                        </a:rPr>
                        <a:t>DESCOURS &amp; CABAUD</a:t>
                      </a:r>
                      <a:endParaRPr lang="fr-FR" sz="1200" b="0" i="0" u="none" strike="noStrike">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2330222774"/>
                  </a:ext>
                </a:extLst>
              </a:tr>
              <a:tr h="215579">
                <a:tc>
                  <a:txBody>
                    <a:bodyPr/>
                    <a:lstStyle/>
                    <a:p>
                      <a:pPr algn="r" fontAlgn="b">
                        <a:buNone/>
                      </a:pPr>
                      <a:r>
                        <a:rPr lang="fr-FR" sz="1200" u="none" strike="noStrike" dirty="0">
                          <a:solidFill>
                            <a:schemeClr val="accent2"/>
                          </a:solidFill>
                          <a:effectLst/>
                        </a:rPr>
                        <a:t>NESPRESSO</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3260187548"/>
                  </a:ext>
                </a:extLst>
              </a:tr>
              <a:tr h="241739">
                <a:tc>
                  <a:txBody>
                    <a:bodyPr/>
                    <a:lstStyle/>
                    <a:p>
                      <a:pPr algn="r" fontAlgn="b">
                        <a:buNone/>
                      </a:pPr>
                      <a:r>
                        <a:rPr lang="fr-FR" sz="1200" u="none" strike="noStrike" dirty="0">
                          <a:solidFill>
                            <a:schemeClr val="accent2"/>
                          </a:solidFill>
                          <a:effectLst/>
                        </a:rPr>
                        <a:t>CWF</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4133606164"/>
                  </a:ext>
                </a:extLst>
              </a:tr>
              <a:tr h="241739">
                <a:tc>
                  <a:txBody>
                    <a:bodyPr/>
                    <a:lstStyle/>
                    <a:p>
                      <a:pPr algn="r" fontAlgn="b">
                        <a:buNone/>
                      </a:pPr>
                      <a:r>
                        <a:rPr lang="fr-FR" sz="1200" u="none" strike="noStrike" dirty="0">
                          <a:solidFill>
                            <a:schemeClr val="accent2"/>
                          </a:solidFill>
                          <a:effectLst/>
                        </a:rPr>
                        <a:t>PANZANI</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4248623851"/>
                  </a:ext>
                </a:extLst>
              </a:tr>
              <a:tr h="241739">
                <a:tc>
                  <a:txBody>
                    <a:bodyPr/>
                    <a:lstStyle/>
                    <a:p>
                      <a:pPr algn="r" fontAlgn="b">
                        <a:buNone/>
                      </a:pPr>
                      <a:r>
                        <a:rPr lang="fr-FR" sz="1200" u="none" strike="noStrike">
                          <a:solidFill>
                            <a:schemeClr val="accent2"/>
                          </a:solidFill>
                          <a:effectLst/>
                        </a:rPr>
                        <a:t>LF</a:t>
                      </a:r>
                      <a:endParaRPr lang="fr-FR" sz="1200" b="0" i="0" u="none" strike="noStrike">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3987588626"/>
                  </a:ext>
                </a:extLst>
              </a:tr>
              <a:tr h="241739">
                <a:tc>
                  <a:txBody>
                    <a:bodyPr/>
                    <a:lstStyle/>
                    <a:p>
                      <a:pPr algn="r" fontAlgn="b">
                        <a:buNone/>
                      </a:pPr>
                      <a:r>
                        <a:rPr lang="fr-FR" sz="1200" u="none" strike="noStrike" dirty="0">
                          <a:solidFill>
                            <a:schemeClr val="accent2"/>
                          </a:solidFill>
                          <a:effectLst/>
                        </a:rPr>
                        <a:t>DOLCE GUSTO</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3334280575"/>
                  </a:ext>
                </a:extLst>
              </a:tr>
              <a:tr h="241739">
                <a:tc>
                  <a:txBody>
                    <a:bodyPr/>
                    <a:lstStyle/>
                    <a:p>
                      <a:pPr algn="r" fontAlgn="b">
                        <a:buNone/>
                      </a:pPr>
                      <a:r>
                        <a:rPr lang="fr-FR" sz="1200" u="none" strike="noStrike" dirty="0">
                          <a:solidFill>
                            <a:schemeClr val="accent2"/>
                          </a:solidFill>
                          <a:effectLst/>
                        </a:rPr>
                        <a:t>COURIR</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211979667"/>
                  </a:ext>
                </a:extLst>
              </a:tr>
              <a:tr h="241739">
                <a:tc>
                  <a:txBody>
                    <a:bodyPr/>
                    <a:lstStyle/>
                    <a:p>
                      <a:pPr algn="r" fontAlgn="b">
                        <a:buNone/>
                      </a:pPr>
                      <a:r>
                        <a:rPr lang="fr-FR" sz="1200" u="none" strike="noStrike">
                          <a:solidFill>
                            <a:schemeClr val="accent2"/>
                          </a:solidFill>
                          <a:effectLst/>
                        </a:rPr>
                        <a:t>MANO MANO</a:t>
                      </a:r>
                      <a:endParaRPr lang="fr-FR" sz="1200" b="0" i="0" u="none" strike="noStrike">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2196823528"/>
                  </a:ext>
                </a:extLst>
              </a:tr>
              <a:tr h="241739">
                <a:tc>
                  <a:txBody>
                    <a:bodyPr/>
                    <a:lstStyle/>
                    <a:p>
                      <a:pPr algn="r" fontAlgn="b">
                        <a:buNone/>
                      </a:pPr>
                      <a:r>
                        <a:rPr lang="fr-FR" sz="1200" u="none" strike="noStrike">
                          <a:solidFill>
                            <a:schemeClr val="accent2"/>
                          </a:solidFill>
                          <a:effectLst/>
                        </a:rPr>
                        <a:t>U LOG</a:t>
                      </a:r>
                      <a:endParaRPr lang="fr-FR" sz="1200" b="0" i="0" u="none" strike="noStrike">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2543162"/>
                  </a:ext>
                </a:extLst>
              </a:tr>
              <a:tr h="241739">
                <a:tc>
                  <a:txBody>
                    <a:bodyPr/>
                    <a:lstStyle/>
                    <a:p>
                      <a:pPr algn="r" fontAlgn="b">
                        <a:buNone/>
                      </a:pPr>
                      <a:r>
                        <a:rPr lang="fr-FR" sz="1200" u="none" strike="noStrike" dirty="0">
                          <a:solidFill>
                            <a:schemeClr val="accent2"/>
                          </a:solidFill>
                          <a:effectLst/>
                        </a:rPr>
                        <a:t>MAKE UP FOREVER</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1964492579"/>
                  </a:ext>
                </a:extLst>
              </a:tr>
              <a:tr h="241739">
                <a:tc>
                  <a:txBody>
                    <a:bodyPr/>
                    <a:lstStyle/>
                    <a:p>
                      <a:pPr algn="r" fontAlgn="b">
                        <a:buNone/>
                      </a:pPr>
                      <a:r>
                        <a:rPr lang="fr-FR" sz="1200" u="none" strike="noStrike" dirty="0">
                          <a:solidFill>
                            <a:schemeClr val="accent2"/>
                          </a:solidFill>
                          <a:effectLst/>
                        </a:rPr>
                        <a:t>NOVEAL</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1536043836"/>
                  </a:ext>
                </a:extLst>
              </a:tr>
              <a:tr h="241739">
                <a:tc>
                  <a:txBody>
                    <a:bodyPr/>
                    <a:lstStyle/>
                    <a:p>
                      <a:pPr algn="r" fontAlgn="b">
                        <a:buNone/>
                      </a:pPr>
                      <a:r>
                        <a:rPr lang="fr-FR" sz="1200" u="none" strike="noStrike" dirty="0">
                          <a:solidFill>
                            <a:schemeClr val="accent2"/>
                          </a:solidFill>
                          <a:effectLst/>
                        </a:rPr>
                        <a:t>CDISCOUNT</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2156824707"/>
                  </a:ext>
                </a:extLst>
              </a:tr>
              <a:tr h="241739">
                <a:tc>
                  <a:txBody>
                    <a:bodyPr/>
                    <a:lstStyle/>
                    <a:p>
                      <a:pPr algn="r" fontAlgn="b">
                        <a:buNone/>
                      </a:pPr>
                      <a:r>
                        <a:rPr lang="fr-FR" sz="1200" u="none" strike="noStrike" dirty="0">
                          <a:solidFill>
                            <a:schemeClr val="accent2"/>
                          </a:solidFill>
                          <a:effectLst/>
                        </a:rPr>
                        <a:t>PROCTER &amp; GAMBLE</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3448742591"/>
                  </a:ext>
                </a:extLst>
              </a:tr>
              <a:tr h="241739">
                <a:tc>
                  <a:txBody>
                    <a:bodyPr/>
                    <a:lstStyle/>
                    <a:p>
                      <a:pPr algn="r" fontAlgn="b">
                        <a:buNone/>
                      </a:pPr>
                      <a:r>
                        <a:rPr lang="fr-FR" sz="1200" u="none" strike="noStrike" dirty="0">
                          <a:solidFill>
                            <a:schemeClr val="accent2"/>
                          </a:solidFill>
                          <a:effectLst/>
                        </a:rPr>
                        <a:t>NESTLE PURINA</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1636688626"/>
                  </a:ext>
                </a:extLst>
              </a:tr>
              <a:tr h="241739">
                <a:tc>
                  <a:txBody>
                    <a:bodyPr/>
                    <a:lstStyle/>
                    <a:p>
                      <a:pPr algn="r" fontAlgn="b">
                        <a:buNone/>
                      </a:pPr>
                      <a:r>
                        <a:rPr lang="fr-FR" sz="1200" u="none" strike="noStrike">
                          <a:solidFill>
                            <a:schemeClr val="accent2"/>
                          </a:solidFill>
                          <a:effectLst/>
                        </a:rPr>
                        <a:t>LECASUD</a:t>
                      </a:r>
                      <a:endParaRPr lang="fr-FR" sz="1200" b="0" i="0" u="none" strike="noStrike">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88427026"/>
                  </a:ext>
                </a:extLst>
              </a:tr>
              <a:tr h="241739">
                <a:tc>
                  <a:txBody>
                    <a:bodyPr/>
                    <a:lstStyle/>
                    <a:p>
                      <a:pPr algn="r" fontAlgn="b">
                        <a:buNone/>
                      </a:pPr>
                      <a:r>
                        <a:rPr lang="fr-FR" sz="1200" u="none" strike="noStrike" dirty="0">
                          <a:solidFill>
                            <a:schemeClr val="accent2"/>
                          </a:solidFill>
                          <a:effectLst/>
                        </a:rPr>
                        <a:t>LA REDOUTE</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857975847"/>
                  </a:ext>
                </a:extLst>
              </a:tr>
              <a:tr h="241739">
                <a:tc>
                  <a:txBody>
                    <a:bodyPr/>
                    <a:lstStyle/>
                    <a:p>
                      <a:pPr algn="r" fontAlgn="b">
                        <a:buNone/>
                      </a:pPr>
                      <a:r>
                        <a:rPr lang="fr-FR" sz="1200" u="none" strike="noStrike" dirty="0">
                          <a:solidFill>
                            <a:schemeClr val="accent2"/>
                          </a:solidFill>
                          <a:effectLst/>
                        </a:rPr>
                        <a:t>900.CARE</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1303848554"/>
                  </a:ext>
                </a:extLst>
              </a:tr>
              <a:tr h="241739">
                <a:tc>
                  <a:txBody>
                    <a:bodyPr/>
                    <a:lstStyle/>
                    <a:p>
                      <a:pPr algn="r" fontAlgn="b">
                        <a:buNone/>
                      </a:pPr>
                      <a:r>
                        <a:rPr lang="fr-FR" sz="1200" u="none" strike="noStrike" dirty="0">
                          <a:solidFill>
                            <a:schemeClr val="accent2"/>
                          </a:solidFill>
                          <a:effectLst/>
                        </a:rPr>
                        <a:t>BOSCH</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1677101121"/>
                  </a:ext>
                </a:extLst>
              </a:tr>
              <a:tr h="241739">
                <a:tc>
                  <a:txBody>
                    <a:bodyPr/>
                    <a:lstStyle/>
                    <a:p>
                      <a:pPr algn="r" fontAlgn="b">
                        <a:buNone/>
                      </a:pPr>
                      <a:r>
                        <a:rPr lang="fr-FR" sz="1200" u="none" strike="noStrike" dirty="0">
                          <a:solidFill>
                            <a:schemeClr val="accent2"/>
                          </a:solidFill>
                          <a:effectLst/>
                        </a:rPr>
                        <a:t>BOUYGUES TELECOM</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2032022920"/>
                  </a:ext>
                </a:extLst>
              </a:tr>
              <a:tr h="241739">
                <a:tc>
                  <a:txBody>
                    <a:bodyPr/>
                    <a:lstStyle/>
                    <a:p>
                      <a:pPr algn="r" fontAlgn="b">
                        <a:buNone/>
                      </a:pPr>
                      <a:r>
                        <a:rPr lang="fr-FR" sz="1200" u="none" strike="noStrike" dirty="0">
                          <a:solidFill>
                            <a:schemeClr val="accent2"/>
                          </a:solidFill>
                          <a:effectLst/>
                        </a:rPr>
                        <a:t>GUERLAIN</a:t>
                      </a:r>
                      <a:endParaRPr lang="fr-FR" sz="1200" b="0" i="0" u="none" strike="noStrike" dirty="0">
                        <a:solidFill>
                          <a:schemeClr val="accent2"/>
                        </a:solidFill>
                        <a:effectLst/>
                        <a:latin typeface="Aptos Narrow" panose="020B0004020202020204" pitchFamily="34" charset="0"/>
                      </a:endParaRPr>
                    </a:p>
                  </a:txBody>
                  <a:tcPr marL="7620" marR="7620" marT="7620" marB="0" anchor="b">
                    <a:noFill/>
                  </a:tcPr>
                </a:tc>
                <a:extLst>
                  <a:ext uri="{0D108BD9-81ED-4DB2-BD59-A6C34878D82A}">
                    <a16:rowId xmlns:a16="http://schemas.microsoft.com/office/drawing/2014/main" val="898347339"/>
                  </a:ext>
                </a:extLst>
              </a:tr>
            </a:tbl>
          </a:graphicData>
        </a:graphic>
      </p:graphicFrame>
      <p:sp>
        <p:nvSpPr>
          <p:cNvPr id="15" name="Rectangle 14">
            <a:extLst>
              <a:ext uri="{FF2B5EF4-FFF2-40B4-BE49-F238E27FC236}">
                <a16:creationId xmlns:a16="http://schemas.microsoft.com/office/drawing/2014/main" id="{F9D19246-25BA-9859-5F68-3550B5BEB299}"/>
              </a:ext>
            </a:extLst>
          </p:cNvPr>
          <p:cNvSpPr/>
          <p:nvPr/>
        </p:nvSpPr>
        <p:spPr>
          <a:xfrm>
            <a:off x="8580805" y="8886828"/>
            <a:ext cx="1125170" cy="842088"/>
          </a:xfrm>
          <a:prstGeom prst="rect">
            <a:avLst/>
          </a:prstGeom>
          <a:solidFill>
            <a:schemeClr val="bg1"/>
          </a:solidFill>
          <a:ln w="12700" cap="flat" cmpd="sng" algn="ctr">
            <a:solidFill>
              <a:schemeClr val="bg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p>
            <a:pPr marL="0" marR="0" lvl="0" indent="0" algn="l" defTabSz="914400" rtl="0" eaLnBrk="1" fontAlgn="auto" latinLnBrk="0" hangingPunct="1">
              <a:lnSpc>
                <a:spcPct val="100000"/>
              </a:lnSpc>
              <a:spcBef>
                <a:spcPts val="0"/>
              </a:spcBef>
              <a:spcAft>
                <a:spcPts val="0"/>
              </a:spcAft>
              <a:buClr>
                <a:srgbClr val="EF1A25"/>
              </a:buClr>
              <a:buSzTx/>
              <a:buFontTx/>
              <a:buNone/>
              <a:tabLst/>
              <a:defRPr/>
            </a:pPr>
            <a:endParaRPr kumimoji="0" lang="fr-FR" sz="1200" b="0" i="0" u="none" strike="noStrike" kern="1200" cap="none" spc="0" normalizeH="0" baseline="0" noProof="0" err="1">
              <a:ln>
                <a:noFill/>
              </a:ln>
              <a:solidFill>
                <a:prstClr val="white">
                  <a:lumMod val="100000"/>
                </a:prstClr>
              </a:solidFill>
              <a:effectLst/>
              <a:uLnTx/>
              <a:uFillTx/>
              <a:latin typeface="Segoe UI Semilight" panose="020B0402040204020203" pitchFamily="34" charset="0"/>
              <a:ea typeface="+mn-ea"/>
              <a:cs typeface="+mn-cs"/>
            </a:endParaRPr>
          </a:p>
        </p:txBody>
      </p:sp>
    </p:spTree>
    <p:extLst>
      <p:ext uri="{BB962C8B-B14F-4D97-AF65-F5344CB8AC3E}">
        <p14:creationId xmlns:p14="http://schemas.microsoft.com/office/powerpoint/2010/main" val="2010067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55F24-794A-7248-D3EE-56D975C51D7F}"/>
            </a:ext>
          </a:extLst>
        </p:cNvPr>
        <p:cNvGrpSpPr/>
        <p:nvPr/>
      </p:nvGrpSpPr>
      <p:grpSpPr>
        <a:xfrm>
          <a:off x="0" y="0"/>
          <a:ext cx="0" cy="0"/>
          <a:chOff x="0" y="0"/>
          <a:chExt cx="0" cy="0"/>
        </a:xfrm>
      </p:grpSpPr>
      <p:cxnSp>
        <p:nvCxnSpPr>
          <p:cNvPr id="37" name="Connecteur droit avec flèche 36">
            <a:extLst>
              <a:ext uri="{FF2B5EF4-FFF2-40B4-BE49-F238E27FC236}">
                <a16:creationId xmlns:a16="http://schemas.microsoft.com/office/drawing/2014/main" id="{711628C9-2DB8-EC9A-EA49-0F6022264F73}"/>
              </a:ext>
            </a:extLst>
          </p:cNvPr>
          <p:cNvCxnSpPr>
            <a:cxnSpLocks/>
            <a:stCxn id="23" idx="3"/>
            <a:endCxn id="13" idx="1"/>
          </p:cNvCxnSpPr>
          <p:nvPr/>
        </p:nvCxnSpPr>
        <p:spPr>
          <a:xfrm>
            <a:off x="8510699" y="5162706"/>
            <a:ext cx="3725563" cy="6285"/>
          </a:xfrm>
          <a:prstGeom prst="straightConnector1">
            <a:avLst/>
          </a:prstGeom>
          <a:ln w="38100" cap="rnd">
            <a:solidFill>
              <a:srgbClr val="1A3256"/>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39">
            <a:extLst>
              <a:ext uri="{FF2B5EF4-FFF2-40B4-BE49-F238E27FC236}">
                <a16:creationId xmlns:a16="http://schemas.microsoft.com/office/drawing/2014/main" id="{34224E09-0AF6-0BA5-F860-00B519CE3ABE}"/>
              </a:ext>
            </a:extLst>
          </p:cNvPr>
          <p:cNvCxnSpPr>
            <a:cxnSpLocks/>
            <a:stCxn id="24" idx="3"/>
            <a:endCxn id="16" idx="1"/>
          </p:cNvCxnSpPr>
          <p:nvPr/>
        </p:nvCxnSpPr>
        <p:spPr>
          <a:xfrm>
            <a:off x="8510699" y="5917133"/>
            <a:ext cx="3725563" cy="6285"/>
          </a:xfrm>
          <a:prstGeom prst="straightConnector1">
            <a:avLst/>
          </a:prstGeom>
          <a:ln w="38100" cap="rnd">
            <a:solidFill>
              <a:srgbClr val="1A3256"/>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9061DE60-D9C3-90B0-A7D9-1278B9EAE33F}"/>
              </a:ext>
            </a:extLst>
          </p:cNvPr>
          <p:cNvCxnSpPr>
            <a:cxnSpLocks/>
            <a:stCxn id="25" idx="3"/>
            <a:endCxn id="19" idx="1"/>
          </p:cNvCxnSpPr>
          <p:nvPr/>
        </p:nvCxnSpPr>
        <p:spPr>
          <a:xfrm>
            <a:off x="8510699" y="6639804"/>
            <a:ext cx="3725563" cy="6285"/>
          </a:xfrm>
          <a:prstGeom prst="straightConnector1">
            <a:avLst/>
          </a:prstGeom>
          <a:ln w="38100" cap="rnd">
            <a:solidFill>
              <a:srgbClr val="1A3256"/>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D8746F09-40EA-0047-705A-35258F5F0013}"/>
              </a:ext>
            </a:extLst>
          </p:cNvPr>
          <p:cNvCxnSpPr>
            <a:cxnSpLocks/>
            <a:stCxn id="26" idx="3"/>
            <a:endCxn id="20" idx="1"/>
          </p:cNvCxnSpPr>
          <p:nvPr/>
        </p:nvCxnSpPr>
        <p:spPr>
          <a:xfrm>
            <a:off x="8510699" y="7333731"/>
            <a:ext cx="3725563" cy="6285"/>
          </a:xfrm>
          <a:prstGeom prst="straightConnector1">
            <a:avLst/>
          </a:prstGeom>
          <a:ln w="38100" cap="rnd">
            <a:solidFill>
              <a:srgbClr val="1A3256"/>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5759EB54-A544-FCB4-D515-2F3FC905FB09}"/>
              </a:ext>
            </a:extLst>
          </p:cNvPr>
          <p:cNvCxnSpPr>
            <a:cxnSpLocks/>
            <a:stCxn id="27" idx="3"/>
            <a:endCxn id="21" idx="1"/>
          </p:cNvCxnSpPr>
          <p:nvPr/>
        </p:nvCxnSpPr>
        <p:spPr>
          <a:xfrm>
            <a:off x="8510699" y="8060249"/>
            <a:ext cx="3725563" cy="6285"/>
          </a:xfrm>
          <a:prstGeom prst="straightConnector1">
            <a:avLst/>
          </a:prstGeom>
          <a:ln w="38100" cap="rnd">
            <a:solidFill>
              <a:srgbClr val="1A3256"/>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F02EE66A-8C04-5078-DEFA-A7DEE0A7030D}"/>
              </a:ext>
            </a:extLst>
          </p:cNvPr>
          <p:cNvCxnSpPr>
            <a:cxnSpLocks/>
            <a:stCxn id="22" idx="3"/>
            <a:endCxn id="12" idx="1"/>
          </p:cNvCxnSpPr>
          <p:nvPr/>
        </p:nvCxnSpPr>
        <p:spPr>
          <a:xfrm>
            <a:off x="8510699" y="4444838"/>
            <a:ext cx="3725563" cy="6285"/>
          </a:xfrm>
          <a:prstGeom prst="straightConnector1">
            <a:avLst/>
          </a:prstGeom>
          <a:ln w="38100" cap="rnd">
            <a:solidFill>
              <a:srgbClr val="1A3256"/>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7" name="Titre 4">
            <a:extLst>
              <a:ext uri="{FF2B5EF4-FFF2-40B4-BE49-F238E27FC236}">
                <a16:creationId xmlns:a16="http://schemas.microsoft.com/office/drawing/2014/main" id="{E4FDFAA1-4D62-AE23-73CF-418D9EBB84DE}"/>
              </a:ext>
            </a:extLst>
          </p:cNvPr>
          <p:cNvSpPr txBox="1">
            <a:spLocks/>
          </p:cNvSpPr>
          <p:nvPr/>
        </p:nvSpPr>
        <p:spPr>
          <a:xfrm>
            <a:off x="433144" y="573951"/>
            <a:ext cx="17421712" cy="742517"/>
          </a:xfrm>
          <a:prstGeom prst="rect">
            <a:avLst/>
          </a:prstGeom>
        </p:spPr>
        <p:txBody>
          <a:bodyPr/>
          <a:lstStyle>
            <a:lvl1pPr algn="l" defTabSz="914400" rtl="0" eaLnBrk="1" latinLnBrk="0" hangingPunct="1">
              <a:lnSpc>
                <a:spcPct val="90000"/>
              </a:lnSpc>
              <a:spcBef>
                <a:spcPct val="0"/>
              </a:spcBef>
              <a:buNone/>
              <a:defRPr sz="2800" b="1" kern="1200" cap="all" baseline="0">
                <a:solidFill>
                  <a:schemeClr val="accent1"/>
                </a:solidFill>
                <a:latin typeface="Bahnschrift" panose="020B0502040204020203" pitchFamily="34" charset="0"/>
                <a:ea typeface="+mj-ea"/>
                <a:cs typeface="+mj-cs"/>
              </a:defRPr>
            </a:lvl1pPr>
          </a:lstStyle>
          <a:p>
            <a:pPr marL="0" marR="0" lvl="0" indent="0" algn="l" defTabSz="1371417" rtl="0" eaLnBrk="1" fontAlgn="auto" latinLnBrk="0" hangingPunct="1">
              <a:lnSpc>
                <a:spcPct val="90000"/>
              </a:lnSpc>
              <a:spcBef>
                <a:spcPct val="0"/>
              </a:spcBef>
              <a:spcAft>
                <a:spcPts val="0"/>
              </a:spcAft>
              <a:buClrTx/>
              <a:buSzTx/>
              <a:buFontTx/>
              <a:buNone/>
              <a:tabLst/>
              <a:defRPr/>
            </a:pPr>
            <a:r>
              <a:rPr kumimoji="0" lang="fr-FR" sz="4199" b="1" i="0" u="none" strike="noStrike" kern="1200" cap="all" spc="0" normalizeH="0" baseline="0" noProof="0" dirty="0">
                <a:ln>
                  <a:noFill/>
                </a:ln>
                <a:solidFill>
                  <a:srgbClr val="1A3256"/>
                </a:solidFill>
                <a:effectLst/>
                <a:uLnTx/>
                <a:uFillTx/>
                <a:latin typeface="Bahnschrift" panose="020B0502040204020203" pitchFamily="34" charset="0"/>
                <a:ea typeface="+mj-ea"/>
                <a:cs typeface="+mj-cs"/>
              </a:rPr>
              <a:t>NPS / De </a:t>
            </a:r>
            <a:r>
              <a:rPr kumimoji="0" lang="fr-FR" sz="4199" b="1" i="0" u="none" strike="noStrike" kern="1200" cap="all" spc="0" normalizeH="0" baseline="0" noProof="0" dirty="0" err="1">
                <a:ln>
                  <a:noFill/>
                </a:ln>
                <a:solidFill>
                  <a:srgbClr val="1A3256"/>
                </a:solidFill>
                <a:effectLst/>
                <a:uLnTx/>
                <a:uFillTx/>
                <a:latin typeface="Bahnschrift" panose="020B0502040204020203" pitchFamily="34" charset="0"/>
                <a:ea typeface="+mj-ea"/>
                <a:cs typeface="+mj-cs"/>
              </a:rPr>
              <a:t>detracteur</a:t>
            </a:r>
            <a:r>
              <a:rPr kumimoji="0" lang="fr-FR" sz="4199" b="1" i="0" u="none" strike="noStrike" kern="1200" cap="all" spc="0" normalizeH="0" baseline="0" noProof="0" dirty="0">
                <a:ln>
                  <a:noFill/>
                </a:ln>
                <a:solidFill>
                  <a:srgbClr val="1A3256"/>
                </a:solidFill>
                <a:effectLst/>
                <a:uLnTx/>
                <a:uFillTx/>
                <a:latin typeface="Bahnschrift" panose="020B0502040204020203" pitchFamily="34" charset="0"/>
                <a:ea typeface="+mj-ea"/>
                <a:cs typeface="+mj-cs"/>
              </a:rPr>
              <a:t> a promoteur/NEUTRE</a:t>
            </a:r>
          </a:p>
        </p:txBody>
      </p:sp>
      <p:pic>
        <p:nvPicPr>
          <p:cNvPr id="47" name="Graphique 46" descr="Avertissement avec un remplissage uni">
            <a:extLst>
              <a:ext uri="{FF2B5EF4-FFF2-40B4-BE49-F238E27FC236}">
                <a16:creationId xmlns:a16="http://schemas.microsoft.com/office/drawing/2014/main" id="{00B372B4-0216-0D8F-2501-C51F3DBBB8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15299" y="7978959"/>
            <a:ext cx="342847" cy="342847"/>
          </a:xfrm>
          <a:prstGeom prst="rect">
            <a:avLst/>
          </a:prstGeom>
        </p:spPr>
      </p:pic>
      <p:pic>
        <p:nvPicPr>
          <p:cNvPr id="48" name="Graphique 47" descr="Avertissement avec un remplissage uni">
            <a:extLst>
              <a:ext uri="{FF2B5EF4-FFF2-40B4-BE49-F238E27FC236}">
                <a16:creationId xmlns:a16="http://schemas.microsoft.com/office/drawing/2014/main" id="{B21AC231-3755-BB3B-9DB1-E59AFEA113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30544" y="7556945"/>
            <a:ext cx="342847" cy="342847"/>
          </a:xfrm>
          <a:prstGeom prst="rect">
            <a:avLst/>
          </a:prstGeom>
        </p:spPr>
      </p:pic>
      <p:sp>
        <p:nvSpPr>
          <p:cNvPr id="18" name="Espace réservé du texte 5">
            <a:extLst>
              <a:ext uri="{FF2B5EF4-FFF2-40B4-BE49-F238E27FC236}">
                <a16:creationId xmlns:a16="http://schemas.microsoft.com/office/drawing/2014/main" id="{5C0F4476-821B-B691-A0BE-30FF87E0498D}"/>
              </a:ext>
            </a:extLst>
          </p:cNvPr>
          <p:cNvSpPr txBox="1">
            <a:spLocks/>
          </p:cNvSpPr>
          <p:nvPr/>
        </p:nvSpPr>
        <p:spPr>
          <a:xfrm>
            <a:off x="449933" y="1253043"/>
            <a:ext cx="17423298" cy="440974"/>
          </a:xfrm>
          <a:prstGeom prst="rect">
            <a:avLst/>
          </a:prstGeom>
        </p:spPr>
        <p:txBody>
          <a:bodyPr>
            <a:noAutofit/>
          </a:bodyPr>
          <a:lstStyle>
            <a:lvl1pPr marL="176400" indent="-176400" algn="l" defTabSz="914400" rtl="0" eaLnBrk="1" latinLnBrk="0" hangingPunct="1">
              <a:lnSpc>
                <a:spcPct val="100000"/>
              </a:lnSpc>
              <a:spcBef>
                <a:spcPts val="0"/>
              </a:spcBef>
              <a:spcAft>
                <a:spcPts val="600"/>
              </a:spcAft>
              <a:buFont typeface="Malgun Gothic" panose="020B0503020000020004" pitchFamily="34" charset="-127"/>
              <a:buChar char="​"/>
              <a:defRPr sz="1800" b="1" kern="1200">
                <a:solidFill>
                  <a:schemeClr val="accent1"/>
                </a:solidFill>
                <a:latin typeface="Segoe UI" panose="020B0502040204020203" pitchFamily="34" charset="0"/>
                <a:ea typeface="+mn-ea"/>
                <a:cs typeface="Segoe UI" panose="020B0502040204020203" pitchFamily="34" charset="0"/>
              </a:defRPr>
            </a:lvl1pPr>
            <a:lvl2pPr marL="176213" indent="-176213" algn="l" defTabSz="914400" rtl="0" eaLnBrk="1" latinLnBrk="0" hangingPunct="1">
              <a:lnSpc>
                <a:spcPct val="100000"/>
              </a:lnSpc>
              <a:spcBef>
                <a:spcPts val="0"/>
              </a:spcBef>
              <a:spcAft>
                <a:spcPts val="600"/>
              </a:spcAft>
              <a:buClr>
                <a:schemeClr val="accent4"/>
              </a:buClr>
              <a:buFont typeface="Malgun Gothic" panose="020B0503020000020004" pitchFamily="34" charset="-127"/>
              <a:buChar char="​"/>
              <a:defRPr sz="1600" kern="1200">
                <a:solidFill>
                  <a:schemeClr val="accent1"/>
                </a:solidFill>
                <a:latin typeface="+mn-lt"/>
                <a:ea typeface="+mn-ea"/>
                <a:cs typeface="+mn-cs"/>
              </a:defRPr>
            </a:lvl2pPr>
            <a:lvl3pPr marL="361950" indent="-185738" algn="l" defTabSz="914400" rtl="0" eaLnBrk="1" latinLnBrk="0" hangingPunct="1">
              <a:lnSpc>
                <a:spcPct val="100000"/>
              </a:lnSpc>
              <a:spcBef>
                <a:spcPts val="0"/>
              </a:spcBef>
              <a:spcAft>
                <a:spcPts val="600"/>
              </a:spcAft>
              <a:buClr>
                <a:schemeClr val="accent4"/>
              </a:buClr>
              <a:buFont typeface="Arial" panose="020B0604020202020204" pitchFamily="34" charset="0"/>
              <a:buChar char="•"/>
              <a:tabLst>
                <a:tab pos="2954338" algn="l"/>
              </a:tabLst>
              <a:defRPr sz="1200" i="0" kern="1200">
                <a:solidFill>
                  <a:schemeClr val="accent1"/>
                </a:solidFill>
                <a:latin typeface="+mn-lt"/>
                <a:ea typeface="+mn-ea"/>
                <a:cs typeface="+mn-cs"/>
              </a:defRPr>
            </a:lvl3pPr>
            <a:lvl4pPr marL="176213" indent="-176213" algn="l" defTabSz="914400" rtl="0" eaLnBrk="1" latinLnBrk="0" hangingPunct="1">
              <a:lnSpc>
                <a:spcPct val="100000"/>
              </a:lnSpc>
              <a:spcBef>
                <a:spcPts val="0"/>
              </a:spcBef>
              <a:spcAft>
                <a:spcPts val="600"/>
              </a:spcAft>
              <a:buFont typeface="Arial" panose="020B0604020202020204" pitchFamily="34" charset="0"/>
              <a:buChar char="​"/>
              <a:defRPr sz="4000" b="1" kern="1200">
                <a:gradFill>
                  <a:gsLst>
                    <a:gs pos="0">
                      <a:srgbClr val="014DCF"/>
                    </a:gs>
                    <a:gs pos="100000">
                      <a:srgbClr val="0332B4"/>
                    </a:gs>
                  </a:gsLst>
                  <a:lin ang="10800000" scaled="0"/>
                </a:gradFill>
                <a:latin typeface="+mj-lt"/>
                <a:ea typeface="+mn-ea"/>
                <a:cs typeface="+mn-cs"/>
              </a:defRPr>
            </a:lvl4pPr>
            <a:lvl5pPr marL="176213" indent="-176213" algn="l" defTabSz="914400" rtl="0" eaLnBrk="1" latinLnBrk="0" hangingPunct="1">
              <a:lnSpc>
                <a:spcPct val="100000"/>
              </a:lnSpc>
              <a:spcBef>
                <a:spcPts val="0"/>
              </a:spcBef>
              <a:spcAft>
                <a:spcPts val="600"/>
              </a:spcAft>
              <a:buFont typeface="Arial" panose="020B0604020202020204" pitchFamily="34" charset="0"/>
              <a:buChar char="​"/>
              <a:defRPr sz="1400" kern="1200" baseline="0">
                <a:solidFill>
                  <a:schemeClr val="accent1"/>
                </a:solidFill>
                <a:latin typeface="+mj-lt"/>
                <a:ea typeface="+mn-ea"/>
                <a:cs typeface="+mn-cs"/>
              </a:defRPr>
            </a:lvl5pPr>
            <a:lvl6pPr marL="361950" indent="-185738" algn="l" defTabSz="914400" rtl="0" eaLnBrk="1" latinLnBrk="0" hangingPunct="1">
              <a:lnSpc>
                <a:spcPct val="100000"/>
              </a:lnSpc>
              <a:spcBef>
                <a:spcPts val="0"/>
              </a:spcBef>
              <a:spcAft>
                <a:spcPts val="600"/>
              </a:spcAft>
              <a:buClr>
                <a:schemeClr val="accent4"/>
              </a:buClr>
              <a:buFont typeface="Arial" panose="020B0604020202020204" pitchFamily="34" charset="0"/>
              <a:buChar char="•"/>
              <a:defRPr sz="1100" b="0" kern="1200">
                <a:solidFill>
                  <a:schemeClr val="accent1"/>
                </a:solidFill>
                <a:latin typeface="+mj-lt"/>
                <a:ea typeface="+mn-ea"/>
                <a:cs typeface="+mn-cs"/>
              </a:defRPr>
            </a:lvl6pPr>
            <a:lvl7pPr marL="176213"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accent1"/>
                </a:solidFill>
                <a:latin typeface="+mj-lt"/>
                <a:ea typeface="+mn-ea"/>
                <a:cs typeface="+mn-cs"/>
              </a:defRPr>
            </a:lvl7pPr>
            <a:lvl8pPr marL="176213" indent="-176213" algn="l" defTabSz="914400" rtl="0" eaLnBrk="1" latinLnBrk="0" hangingPunct="1">
              <a:lnSpc>
                <a:spcPct val="100000"/>
              </a:lnSpc>
              <a:spcBef>
                <a:spcPts val="0"/>
              </a:spcBef>
              <a:spcAft>
                <a:spcPts val="600"/>
              </a:spcAft>
              <a:buFont typeface="Arial" panose="020B0604020202020204" pitchFamily="34" charset="0"/>
              <a:buChar char="​"/>
              <a:tabLst/>
              <a:defRPr sz="1050" kern="1200">
                <a:solidFill>
                  <a:schemeClr val="accent1"/>
                </a:solidFill>
                <a:latin typeface="+mn-lt"/>
                <a:ea typeface="+mn-ea"/>
                <a:cs typeface="+mn-cs"/>
              </a:defRPr>
            </a:lvl8pPr>
            <a:lvl9pPr marL="176213" indent="-176213" algn="l" defTabSz="914400" rtl="0" eaLnBrk="1" latinLnBrk="0" hangingPunct="1">
              <a:lnSpc>
                <a:spcPct val="100000"/>
              </a:lnSpc>
              <a:spcBef>
                <a:spcPts val="0"/>
              </a:spcBef>
              <a:spcAft>
                <a:spcPts val="600"/>
              </a:spcAft>
              <a:buFont typeface="Arial" panose="020B0604020202020204" pitchFamily="34" charset="0"/>
              <a:buChar char="​"/>
              <a:tabLst>
                <a:tab pos="176213" algn="l"/>
              </a:tabLst>
              <a:defRPr sz="2800" b="0" kern="1200">
                <a:gradFill>
                  <a:gsLst>
                    <a:gs pos="0">
                      <a:srgbClr val="014DCF"/>
                    </a:gs>
                    <a:gs pos="100000">
                      <a:srgbClr val="0332B4"/>
                    </a:gs>
                  </a:gsLst>
                  <a:lin ang="10800000" scaled="0"/>
                </a:gradFill>
                <a:latin typeface="+mj-lt"/>
                <a:ea typeface="+mn-ea"/>
                <a:cs typeface="+mn-cs"/>
              </a:defRPr>
            </a:lvl9pPr>
          </a:lstStyle>
          <a:p>
            <a:pPr marL="0" marR="0" lvl="0" indent="0" algn="l" defTabSz="1371417" rtl="0" eaLnBrk="1" fontAlgn="auto" latinLnBrk="0" hangingPunct="1">
              <a:lnSpc>
                <a:spcPct val="100000"/>
              </a:lnSpc>
              <a:spcBef>
                <a:spcPts val="0"/>
              </a:spcBef>
              <a:spcAft>
                <a:spcPts val="900"/>
              </a:spcAft>
              <a:buClrTx/>
              <a:buSzTx/>
              <a:buFont typeface="Malgun Gothic" panose="020B0503020000020004" pitchFamily="34" charset="-127"/>
              <a:buNone/>
              <a:tabLst/>
              <a:defRPr/>
            </a:pPr>
            <a:r>
              <a:rPr kumimoji="0" lang="fr-FR" sz="2400" b="0" i="0" u="none" strike="noStrike" kern="1200" cap="all" spc="0" normalizeH="0" baseline="0" noProof="0">
                <a:ln>
                  <a:noFill/>
                </a:ln>
                <a:solidFill>
                  <a:srgbClr val="1A3256"/>
                </a:solidFill>
                <a:effectLst/>
                <a:uLnTx/>
                <a:uFillTx/>
                <a:latin typeface="Segoe UI Semilight"/>
                <a:ea typeface="+mn-ea"/>
                <a:cs typeface="Quire Sans" panose="020B0502040400020003" pitchFamily="34" charset="0"/>
              </a:rPr>
              <a:t>Rapport FRANCE LOGISTIQUE</a:t>
            </a:r>
          </a:p>
        </p:txBody>
      </p:sp>
      <p:pic>
        <p:nvPicPr>
          <p:cNvPr id="53" name="Graphique 52" descr="Signe pouce en haut avec un remplissage uni">
            <a:extLst>
              <a:ext uri="{FF2B5EF4-FFF2-40B4-BE49-F238E27FC236}">
                <a16:creationId xmlns:a16="http://schemas.microsoft.com/office/drawing/2014/main" id="{087D29BE-3F06-DEE2-D750-C9EF4328EC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18254" y="6464404"/>
            <a:ext cx="342847" cy="342847"/>
          </a:xfrm>
          <a:prstGeom prst="rect">
            <a:avLst/>
          </a:prstGeom>
        </p:spPr>
      </p:pic>
      <p:sp>
        <p:nvSpPr>
          <p:cNvPr id="2" name="ZoneTexte 1">
            <a:extLst>
              <a:ext uri="{FF2B5EF4-FFF2-40B4-BE49-F238E27FC236}">
                <a16:creationId xmlns:a16="http://schemas.microsoft.com/office/drawing/2014/main" id="{3BF9A7BA-AADA-C71A-9A23-9182DBA11099}"/>
              </a:ext>
            </a:extLst>
          </p:cNvPr>
          <p:cNvSpPr txBox="1"/>
          <p:nvPr/>
        </p:nvSpPr>
        <p:spPr>
          <a:xfrm>
            <a:off x="15100300" y="1054100"/>
            <a:ext cx="2717800" cy="762000"/>
          </a:xfrm>
          <a:prstGeom prst="rect">
            <a:avLst/>
          </a:prstGeom>
          <a:noFill/>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2200" b="0"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2024 : 3,78 (0,80%)</a:t>
            </a:r>
          </a:p>
        </p:txBody>
      </p:sp>
      <p:sp>
        <p:nvSpPr>
          <p:cNvPr id="3" name="ZoneTexte 2">
            <a:extLst>
              <a:ext uri="{FF2B5EF4-FFF2-40B4-BE49-F238E27FC236}">
                <a16:creationId xmlns:a16="http://schemas.microsoft.com/office/drawing/2014/main" id="{87286E4A-D506-A3A3-5719-014FBEA765BD}"/>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4000" b="1"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3,81</a:t>
            </a:r>
          </a:p>
        </p:txBody>
      </p:sp>
      <p:sp>
        <p:nvSpPr>
          <p:cNvPr id="4" name="Rectangle : coins arrondis 3">
            <a:extLst>
              <a:ext uri="{FF2B5EF4-FFF2-40B4-BE49-F238E27FC236}">
                <a16:creationId xmlns:a16="http://schemas.microsoft.com/office/drawing/2014/main" id="{A7D90C89-0E17-A5B6-A2C5-F0BAF48F5E5A}"/>
              </a:ext>
            </a:extLst>
          </p:cNvPr>
          <p:cNvSpPr/>
          <p:nvPr/>
        </p:nvSpPr>
        <p:spPr>
          <a:xfrm>
            <a:off x="12236262" y="2763391"/>
            <a:ext cx="2812460" cy="722671"/>
          </a:xfrm>
          <a:prstGeom prst="roundRect">
            <a:avLst/>
          </a:prstGeom>
          <a:solidFill>
            <a:srgbClr val="1A3256"/>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NPS 2025</a:t>
            </a:r>
          </a:p>
        </p:txBody>
      </p:sp>
      <p:sp>
        <p:nvSpPr>
          <p:cNvPr id="5" name="Rectangle : coins arrondis 4">
            <a:extLst>
              <a:ext uri="{FF2B5EF4-FFF2-40B4-BE49-F238E27FC236}">
                <a16:creationId xmlns:a16="http://schemas.microsoft.com/office/drawing/2014/main" id="{F7AB1531-9AF7-B4DC-5CD9-54C81589818E}"/>
              </a:ext>
            </a:extLst>
          </p:cNvPr>
          <p:cNvSpPr/>
          <p:nvPr/>
        </p:nvSpPr>
        <p:spPr>
          <a:xfrm>
            <a:off x="5648644" y="2763391"/>
            <a:ext cx="2812460" cy="722671"/>
          </a:xfrm>
          <a:prstGeom prst="roundRect">
            <a:avLst/>
          </a:prstGeom>
          <a:solidFill>
            <a:srgbClr val="779DD6"/>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NPS 2024</a:t>
            </a:r>
          </a:p>
        </p:txBody>
      </p:sp>
      <p:graphicFrame>
        <p:nvGraphicFramePr>
          <p:cNvPr id="9" name="Tableau 8">
            <a:extLst>
              <a:ext uri="{FF2B5EF4-FFF2-40B4-BE49-F238E27FC236}">
                <a16:creationId xmlns:a16="http://schemas.microsoft.com/office/drawing/2014/main" id="{2AA8132D-1740-D756-1A76-D4BDC6A7CD5F}"/>
              </a:ext>
            </a:extLst>
          </p:cNvPr>
          <p:cNvGraphicFramePr>
            <a:graphicFrameLocks noGrp="1"/>
          </p:cNvGraphicFramePr>
          <p:nvPr>
            <p:extLst>
              <p:ext uri="{D42A27DB-BD31-4B8C-83A1-F6EECF244321}">
                <p14:modId xmlns:p14="http://schemas.microsoft.com/office/powerpoint/2010/main" val="2754632107"/>
              </p:ext>
            </p:extLst>
          </p:nvPr>
        </p:nvGraphicFramePr>
        <p:xfrm>
          <a:off x="2477727" y="4003972"/>
          <a:ext cx="2939411" cy="4505307"/>
        </p:xfrm>
        <a:graphic>
          <a:graphicData uri="http://schemas.openxmlformats.org/drawingml/2006/table">
            <a:tbl>
              <a:tblPr>
                <a:tableStyleId>{5C22544A-7EE6-4342-B048-85BDC9FD1C3A}</a:tableStyleId>
              </a:tblPr>
              <a:tblGrid>
                <a:gridCol w="2939411">
                  <a:extLst>
                    <a:ext uri="{9D8B030D-6E8A-4147-A177-3AD203B41FA5}">
                      <a16:colId xmlns:a16="http://schemas.microsoft.com/office/drawing/2014/main" val="1326410289"/>
                    </a:ext>
                  </a:extLst>
                </a:gridCol>
              </a:tblGrid>
              <a:tr h="799621">
                <a:tc>
                  <a:txBody>
                    <a:bodyPr/>
                    <a:lstStyle/>
                    <a:p>
                      <a:pPr algn="ctr" fontAlgn="b">
                        <a:buNone/>
                      </a:pPr>
                      <a:r>
                        <a:rPr lang="fr-FR" sz="2400" b="1" u="none" strike="noStrike" dirty="0">
                          <a:solidFill>
                            <a:srgbClr val="1A3256"/>
                          </a:solidFill>
                          <a:effectLst/>
                        </a:rPr>
                        <a:t>COURIR</a:t>
                      </a:r>
                      <a:endParaRPr lang="fr-FR" sz="2400" b="1" i="0" u="none" strike="noStrike" dirty="0">
                        <a:solidFill>
                          <a:srgbClr val="1A3256"/>
                        </a:solidFill>
                        <a:effectLst/>
                        <a:latin typeface="Aptos Narrow" panose="020B0004020202020204" pitchFamily="34" charset="0"/>
                      </a:endParaRPr>
                    </a:p>
                  </a:txBody>
                  <a:tcPr marL="7620" marR="7620" marT="7620" marB="0" anchor="ctr">
                    <a:solidFill>
                      <a:schemeClr val="bg1"/>
                    </a:solidFill>
                  </a:tcPr>
                </a:tc>
                <a:extLst>
                  <a:ext uri="{0D108BD9-81ED-4DB2-BD59-A6C34878D82A}">
                    <a16:rowId xmlns:a16="http://schemas.microsoft.com/office/drawing/2014/main" val="1448936855"/>
                  </a:ext>
                </a:extLst>
              </a:tr>
              <a:tr h="809519">
                <a:tc>
                  <a:txBody>
                    <a:bodyPr/>
                    <a:lstStyle/>
                    <a:p>
                      <a:pPr algn="ctr" fontAlgn="b">
                        <a:buNone/>
                      </a:pPr>
                      <a:r>
                        <a:rPr lang="fr-FR" sz="2400" b="1" u="none" strike="noStrike" dirty="0">
                          <a:solidFill>
                            <a:srgbClr val="1A3256"/>
                          </a:solidFill>
                          <a:effectLst/>
                        </a:rPr>
                        <a:t>INTERMARCHE</a:t>
                      </a:r>
                      <a:endParaRPr lang="fr-FR" sz="2400" b="1" i="0" u="none" strike="noStrike" dirty="0">
                        <a:solidFill>
                          <a:srgbClr val="1A3256"/>
                        </a:solidFill>
                        <a:effectLst/>
                        <a:latin typeface="Aptos Narrow" panose="020B0004020202020204" pitchFamily="34" charset="0"/>
                      </a:endParaRPr>
                    </a:p>
                  </a:txBody>
                  <a:tcPr marL="7620" marR="7620" marT="7620" marB="0" anchor="ctr">
                    <a:solidFill>
                      <a:schemeClr val="bg1"/>
                    </a:solidFill>
                  </a:tcPr>
                </a:tc>
                <a:extLst>
                  <a:ext uri="{0D108BD9-81ED-4DB2-BD59-A6C34878D82A}">
                    <a16:rowId xmlns:a16="http://schemas.microsoft.com/office/drawing/2014/main" val="166245326"/>
                  </a:ext>
                </a:extLst>
              </a:tr>
              <a:tr h="652081">
                <a:tc>
                  <a:txBody>
                    <a:bodyPr/>
                    <a:lstStyle/>
                    <a:p>
                      <a:pPr algn="ctr" fontAlgn="b">
                        <a:buNone/>
                      </a:pPr>
                      <a:r>
                        <a:rPr lang="fr-FR" sz="2400" b="1" u="none" strike="noStrike" dirty="0">
                          <a:solidFill>
                            <a:srgbClr val="1A3256"/>
                          </a:solidFill>
                          <a:effectLst/>
                        </a:rPr>
                        <a:t>ROQUETTE</a:t>
                      </a:r>
                      <a:endParaRPr lang="fr-FR" sz="2400" b="1" i="0" u="none" strike="noStrike" dirty="0">
                        <a:solidFill>
                          <a:srgbClr val="1A3256"/>
                        </a:solidFill>
                        <a:effectLst/>
                        <a:latin typeface="Aptos Narrow" panose="020B0004020202020204" pitchFamily="34" charset="0"/>
                      </a:endParaRPr>
                    </a:p>
                  </a:txBody>
                  <a:tcPr marL="7620" marR="7620" marT="7620" marB="0" anchor="ctr">
                    <a:solidFill>
                      <a:schemeClr val="bg1"/>
                    </a:solidFill>
                  </a:tcPr>
                </a:tc>
                <a:extLst>
                  <a:ext uri="{0D108BD9-81ED-4DB2-BD59-A6C34878D82A}">
                    <a16:rowId xmlns:a16="http://schemas.microsoft.com/office/drawing/2014/main" val="649528451"/>
                  </a:ext>
                </a:extLst>
              </a:tr>
              <a:tr h="783205">
                <a:tc>
                  <a:txBody>
                    <a:bodyPr/>
                    <a:lstStyle/>
                    <a:p>
                      <a:pPr algn="ctr" fontAlgn="b">
                        <a:buNone/>
                      </a:pPr>
                      <a:r>
                        <a:rPr lang="fr-FR" sz="2400" b="1" u="none" strike="noStrike" dirty="0">
                          <a:solidFill>
                            <a:srgbClr val="1A3256"/>
                          </a:solidFill>
                          <a:effectLst/>
                        </a:rPr>
                        <a:t>MANO </a:t>
                      </a:r>
                      <a:r>
                        <a:rPr lang="fr-FR" sz="2400" b="1" u="none" strike="noStrike" dirty="0" err="1">
                          <a:solidFill>
                            <a:srgbClr val="1A3256"/>
                          </a:solidFill>
                          <a:effectLst/>
                        </a:rPr>
                        <a:t>MANO</a:t>
                      </a:r>
                      <a:endParaRPr lang="fr-FR" sz="2400" b="1" i="0" u="none" strike="noStrike" dirty="0">
                        <a:solidFill>
                          <a:srgbClr val="1A3256"/>
                        </a:solidFill>
                        <a:effectLst/>
                        <a:latin typeface="Aptos Narrow" panose="020B0004020202020204" pitchFamily="34" charset="0"/>
                      </a:endParaRPr>
                    </a:p>
                  </a:txBody>
                  <a:tcPr marL="7620" marR="7620" marT="7620" marB="0" anchor="ctr">
                    <a:solidFill>
                      <a:schemeClr val="bg1"/>
                    </a:solidFill>
                  </a:tcPr>
                </a:tc>
                <a:extLst>
                  <a:ext uri="{0D108BD9-81ED-4DB2-BD59-A6C34878D82A}">
                    <a16:rowId xmlns:a16="http://schemas.microsoft.com/office/drawing/2014/main" val="3967580594"/>
                  </a:ext>
                </a:extLst>
              </a:tr>
              <a:tr h="707349">
                <a:tc>
                  <a:txBody>
                    <a:bodyPr/>
                    <a:lstStyle/>
                    <a:p>
                      <a:pPr algn="ctr" fontAlgn="b">
                        <a:buNone/>
                      </a:pPr>
                      <a:r>
                        <a:rPr lang="fr-FR" sz="2400" b="1" u="none" strike="noStrike" dirty="0">
                          <a:solidFill>
                            <a:srgbClr val="1A3256"/>
                          </a:solidFill>
                          <a:effectLst/>
                        </a:rPr>
                        <a:t>U LOG</a:t>
                      </a:r>
                      <a:endParaRPr lang="fr-FR" sz="2400" b="1" i="0" u="none" strike="noStrike" dirty="0">
                        <a:solidFill>
                          <a:srgbClr val="1A3256"/>
                        </a:solidFill>
                        <a:effectLst/>
                        <a:latin typeface="Aptos Narrow" panose="020B0004020202020204" pitchFamily="34" charset="0"/>
                      </a:endParaRPr>
                    </a:p>
                  </a:txBody>
                  <a:tcPr marL="7620" marR="7620" marT="7620" marB="0" anchor="ctr">
                    <a:solidFill>
                      <a:schemeClr val="bg1"/>
                    </a:solidFill>
                  </a:tcPr>
                </a:tc>
                <a:extLst>
                  <a:ext uri="{0D108BD9-81ED-4DB2-BD59-A6C34878D82A}">
                    <a16:rowId xmlns:a16="http://schemas.microsoft.com/office/drawing/2014/main" val="1373618413"/>
                  </a:ext>
                </a:extLst>
              </a:tr>
              <a:tr h="753532">
                <a:tc>
                  <a:txBody>
                    <a:bodyPr/>
                    <a:lstStyle/>
                    <a:p>
                      <a:pPr algn="ctr" fontAlgn="b">
                        <a:buNone/>
                      </a:pPr>
                      <a:r>
                        <a:rPr lang="fr-FR" sz="2400" b="1" u="none" strike="noStrike" dirty="0">
                          <a:solidFill>
                            <a:srgbClr val="1A3256"/>
                          </a:solidFill>
                          <a:effectLst/>
                        </a:rPr>
                        <a:t>GUERLAIN</a:t>
                      </a:r>
                      <a:endParaRPr lang="fr-FR" sz="2400" b="1" i="0" u="none" strike="noStrike" dirty="0">
                        <a:solidFill>
                          <a:srgbClr val="1A3256"/>
                        </a:solidFill>
                        <a:effectLst/>
                        <a:latin typeface="Aptos Narrow" panose="020B0004020202020204" pitchFamily="34" charset="0"/>
                      </a:endParaRPr>
                    </a:p>
                  </a:txBody>
                  <a:tcPr marL="7620" marR="7620" marT="7620" marB="0" anchor="ctr">
                    <a:solidFill>
                      <a:schemeClr val="bg1"/>
                    </a:solidFill>
                  </a:tcPr>
                </a:tc>
                <a:extLst>
                  <a:ext uri="{0D108BD9-81ED-4DB2-BD59-A6C34878D82A}">
                    <a16:rowId xmlns:a16="http://schemas.microsoft.com/office/drawing/2014/main" val="1513286476"/>
                  </a:ext>
                </a:extLst>
              </a:tr>
            </a:tbl>
          </a:graphicData>
        </a:graphic>
      </p:graphicFrame>
      <p:pic>
        <p:nvPicPr>
          <p:cNvPr id="11" name="Image 10">
            <a:extLst>
              <a:ext uri="{FF2B5EF4-FFF2-40B4-BE49-F238E27FC236}">
                <a16:creationId xmlns:a16="http://schemas.microsoft.com/office/drawing/2014/main" id="{64C0FBDC-E212-EC12-0D14-0A190DF471B9}"/>
              </a:ext>
            </a:extLst>
          </p:cNvPr>
          <p:cNvPicPr>
            <a:picLocks/>
          </p:cNvPicPr>
          <p:nvPr/>
        </p:nvPicPr>
        <p:blipFill>
          <a:blip r:embed="rId6" cstate="screen">
            <a:extLst>
              <a:ext uri="{28A0092B-C50C-407E-A947-70E740481C1C}">
                <a14:useLocalDpi xmlns:a14="http://schemas.microsoft.com/office/drawing/2010/main"/>
              </a:ext>
            </a:extLst>
          </a:blip>
          <a:stretch>
            <a:fillRect/>
          </a:stretch>
        </p:blipFill>
        <p:spPr>
          <a:xfrm>
            <a:off x="3718254" y="2661661"/>
            <a:ext cx="1066800" cy="1295400"/>
          </a:xfrm>
          <a:prstGeom prst="rect">
            <a:avLst/>
          </a:prstGeom>
        </p:spPr>
      </p:pic>
      <p:sp>
        <p:nvSpPr>
          <p:cNvPr id="12" name="Rectangle : coins arrondis 11">
            <a:extLst>
              <a:ext uri="{FF2B5EF4-FFF2-40B4-BE49-F238E27FC236}">
                <a16:creationId xmlns:a16="http://schemas.microsoft.com/office/drawing/2014/main" id="{17CE8D41-1243-1B94-A700-889FFEE0A5CE}"/>
              </a:ext>
            </a:extLst>
          </p:cNvPr>
          <p:cNvSpPr/>
          <p:nvPr/>
        </p:nvSpPr>
        <p:spPr>
          <a:xfrm>
            <a:off x="12236262" y="4151453"/>
            <a:ext cx="2812460" cy="599339"/>
          </a:xfrm>
          <a:prstGeom prst="roundRect">
            <a:avLst/>
          </a:prstGeom>
          <a:solidFill>
            <a:srgbClr val="FBB803"/>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0</a:t>
            </a:r>
          </a:p>
        </p:txBody>
      </p:sp>
      <p:sp>
        <p:nvSpPr>
          <p:cNvPr id="13" name="Rectangle : coins arrondis 12">
            <a:extLst>
              <a:ext uri="{FF2B5EF4-FFF2-40B4-BE49-F238E27FC236}">
                <a16:creationId xmlns:a16="http://schemas.microsoft.com/office/drawing/2014/main" id="{3AA4FD29-359E-7F58-7F56-759BCF1D3EE4}"/>
              </a:ext>
            </a:extLst>
          </p:cNvPr>
          <p:cNvSpPr/>
          <p:nvPr/>
        </p:nvSpPr>
        <p:spPr>
          <a:xfrm>
            <a:off x="12236262" y="4869321"/>
            <a:ext cx="2812460" cy="599339"/>
          </a:xfrm>
          <a:prstGeom prst="roundRect">
            <a:avLst/>
          </a:prstGeom>
          <a:solidFill>
            <a:srgbClr val="92D050"/>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60</a:t>
            </a:r>
          </a:p>
        </p:txBody>
      </p:sp>
      <p:sp>
        <p:nvSpPr>
          <p:cNvPr id="16" name="Rectangle : coins arrondis 15">
            <a:extLst>
              <a:ext uri="{FF2B5EF4-FFF2-40B4-BE49-F238E27FC236}">
                <a16:creationId xmlns:a16="http://schemas.microsoft.com/office/drawing/2014/main" id="{CADDC2AB-D13B-BCC7-E97D-E0913D594F8B}"/>
              </a:ext>
            </a:extLst>
          </p:cNvPr>
          <p:cNvSpPr/>
          <p:nvPr/>
        </p:nvSpPr>
        <p:spPr>
          <a:xfrm>
            <a:off x="12236262" y="5623748"/>
            <a:ext cx="2812460" cy="599339"/>
          </a:xfrm>
          <a:prstGeom prst="roundRect">
            <a:avLst/>
          </a:prstGeom>
          <a:solidFill>
            <a:srgbClr val="92D050"/>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17</a:t>
            </a:r>
          </a:p>
        </p:txBody>
      </p:sp>
      <p:sp>
        <p:nvSpPr>
          <p:cNvPr id="19" name="Rectangle : coins arrondis 18">
            <a:extLst>
              <a:ext uri="{FF2B5EF4-FFF2-40B4-BE49-F238E27FC236}">
                <a16:creationId xmlns:a16="http://schemas.microsoft.com/office/drawing/2014/main" id="{9FF1CF23-2411-4509-C15F-E5AE74314A74}"/>
              </a:ext>
            </a:extLst>
          </p:cNvPr>
          <p:cNvSpPr/>
          <p:nvPr/>
        </p:nvSpPr>
        <p:spPr>
          <a:xfrm>
            <a:off x="12236262" y="6346419"/>
            <a:ext cx="2812460" cy="599339"/>
          </a:xfrm>
          <a:prstGeom prst="roundRect">
            <a:avLst/>
          </a:prstGeom>
          <a:solidFill>
            <a:srgbClr val="FBB803"/>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0</a:t>
            </a:r>
          </a:p>
        </p:txBody>
      </p:sp>
      <p:sp>
        <p:nvSpPr>
          <p:cNvPr id="20" name="Rectangle : coins arrondis 19">
            <a:extLst>
              <a:ext uri="{FF2B5EF4-FFF2-40B4-BE49-F238E27FC236}">
                <a16:creationId xmlns:a16="http://schemas.microsoft.com/office/drawing/2014/main" id="{170DC739-0064-1E91-A287-0559EEAD5AE0}"/>
              </a:ext>
            </a:extLst>
          </p:cNvPr>
          <p:cNvSpPr/>
          <p:nvPr/>
        </p:nvSpPr>
        <p:spPr>
          <a:xfrm>
            <a:off x="12236262" y="7040346"/>
            <a:ext cx="2812460" cy="599339"/>
          </a:xfrm>
          <a:prstGeom prst="roundRect">
            <a:avLst/>
          </a:prstGeom>
          <a:solidFill>
            <a:srgbClr val="FBB803"/>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0</a:t>
            </a:r>
          </a:p>
        </p:txBody>
      </p:sp>
      <p:sp>
        <p:nvSpPr>
          <p:cNvPr id="21" name="Rectangle : coins arrondis 20">
            <a:extLst>
              <a:ext uri="{FF2B5EF4-FFF2-40B4-BE49-F238E27FC236}">
                <a16:creationId xmlns:a16="http://schemas.microsoft.com/office/drawing/2014/main" id="{EE8BD59D-F00D-5861-D2C0-0C3239FC9043}"/>
              </a:ext>
            </a:extLst>
          </p:cNvPr>
          <p:cNvSpPr/>
          <p:nvPr/>
        </p:nvSpPr>
        <p:spPr>
          <a:xfrm>
            <a:off x="12236262" y="7766864"/>
            <a:ext cx="2812460" cy="599339"/>
          </a:xfrm>
          <a:prstGeom prst="roundRect">
            <a:avLst/>
          </a:prstGeom>
          <a:solidFill>
            <a:srgbClr val="FBB803"/>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0</a:t>
            </a:r>
          </a:p>
        </p:txBody>
      </p:sp>
      <p:sp>
        <p:nvSpPr>
          <p:cNvPr id="22" name="Rectangle : coins arrondis 21">
            <a:extLst>
              <a:ext uri="{FF2B5EF4-FFF2-40B4-BE49-F238E27FC236}">
                <a16:creationId xmlns:a16="http://schemas.microsoft.com/office/drawing/2014/main" id="{72D3CADD-D4C5-CCBC-D18D-49EB380D32B2}"/>
              </a:ext>
            </a:extLst>
          </p:cNvPr>
          <p:cNvSpPr/>
          <p:nvPr/>
        </p:nvSpPr>
        <p:spPr>
          <a:xfrm>
            <a:off x="5698239" y="4145168"/>
            <a:ext cx="2812460" cy="599339"/>
          </a:xfrm>
          <a:prstGeom prst="roundRect">
            <a:avLst/>
          </a:prstGeom>
          <a:solidFill>
            <a:schemeClr val="accent4">
              <a:lumMod val="60000"/>
              <a:lumOff val="4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-100</a:t>
            </a:r>
          </a:p>
        </p:txBody>
      </p:sp>
      <p:sp>
        <p:nvSpPr>
          <p:cNvPr id="23" name="Rectangle : coins arrondis 22">
            <a:extLst>
              <a:ext uri="{FF2B5EF4-FFF2-40B4-BE49-F238E27FC236}">
                <a16:creationId xmlns:a16="http://schemas.microsoft.com/office/drawing/2014/main" id="{2D4B2D1B-B555-839E-B8C6-A2710BDED35B}"/>
              </a:ext>
            </a:extLst>
          </p:cNvPr>
          <p:cNvSpPr/>
          <p:nvPr/>
        </p:nvSpPr>
        <p:spPr>
          <a:xfrm>
            <a:off x="5698239" y="4863036"/>
            <a:ext cx="2812460" cy="599339"/>
          </a:xfrm>
          <a:prstGeom prst="roundRect">
            <a:avLst/>
          </a:prstGeom>
          <a:solidFill>
            <a:schemeClr val="accent4">
              <a:lumMod val="60000"/>
              <a:lumOff val="4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-14</a:t>
            </a:r>
          </a:p>
        </p:txBody>
      </p:sp>
      <p:sp>
        <p:nvSpPr>
          <p:cNvPr id="24" name="Rectangle : coins arrondis 23">
            <a:extLst>
              <a:ext uri="{FF2B5EF4-FFF2-40B4-BE49-F238E27FC236}">
                <a16:creationId xmlns:a16="http://schemas.microsoft.com/office/drawing/2014/main" id="{9D98DBCB-FA09-8998-1745-2D6FE3638CD3}"/>
              </a:ext>
            </a:extLst>
          </p:cNvPr>
          <p:cNvSpPr/>
          <p:nvPr/>
        </p:nvSpPr>
        <p:spPr>
          <a:xfrm>
            <a:off x="5698239" y="5617463"/>
            <a:ext cx="2812460" cy="599339"/>
          </a:xfrm>
          <a:prstGeom prst="roundRect">
            <a:avLst/>
          </a:prstGeom>
          <a:solidFill>
            <a:schemeClr val="accent4">
              <a:lumMod val="60000"/>
              <a:lumOff val="4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-25</a:t>
            </a:r>
          </a:p>
        </p:txBody>
      </p:sp>
      <p:sp>
        <p:nvSpPr>
          <p:cNvPr id="25" name="Rectangle : coins arrondis 24">
            <a:extLst>
              <a:ext uri="{FF2B5EF4-FFF2-40B4-BE49-F238E27FC236}">
                <a16:creationId xmlns:a16="http://schemas.microsoft.com/office/drawing/2014/main" id="{9AEA814D-8006-89A1-573D-A402FC595161}"/>
              </a:ext>
            </a:extLst>
          </p:cNvPr>
          <p:cNvSpPr/>
          <p:nvPr/>
        </p:nvSpPr>
        <p:spPr>
          <a:xfrm>
            <a:off x="5698239" y="6340134"/>
            <a:ext cx="2812460" cy="599339"/>
          </a:xfrm>
          <a:prstGeom prst="roundRect">
            <a:avLst/>
          </a:prstGeom>
          <a:solidFill>
            <a:schemeClr val="accent4">
              <a:lumMod val="60000"/>
              <a:lumOff val="4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-33</a:t>
            </a:r>
          </a:p>
        </p:txBody>
      </p:sp>
      <p:sp>
        <p:nvSpPr>
          <p:cNvPr id="26" name="Rectangle : coins arrondis 25">
            <a:extLst>
              <a:ext uri="{FF2B5EF4-FFF2-40B4-BE49-F238E27FC236}">
                <a16:creationId xmlns:a16="http://schemas.microsoft.com/office/drawing/2014/main" id="{1A41EB36-0595-7CF6-BDBD-0CDC237B93B0}"/>
              </a:ext>
            </a:extLst>
          </p:cNvPr>
          <p:cNvSpPr/>
          <p:nvPr/>
        </p:nvSpPr>
        <p:spPr>
          <a:xfrm>
            <a:off x="5698239" y="7034061"/>
            <a:ext cx="2812460" cy="599339"/>
          </a:xfrm>
          <a:prstGeom prst="roundRect">
            <a:avLst/>
          </a:prstGeom>
          <a:solidFill>
            <a:schemeClr val="accent4">
              <a:lumMod val="60000"/>
              <a:lumOff val="4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-33</a:t>
            </a:r>
          </a:p>
        </p:txBody>
      </p:sp>
      <p:sp>
        <p:nvSpPr>
          <p:cNvPr id="27" name="Rectangle : coins arrondis 26">
            <a:extLst>
              <a:ext uri="{FF2B5EF4-FFF2-40B4-BE49-F238E27FC236}">
                <a16:creationId xmlns:a16="http://schemas.microsoft.com/office/drawing/2014/main" id="{D7615726-E2FB-1F9E-4D36-136CDB42C2C0}"/>
              </a:ext>
            </a:extLst>
          </p:cNvPr>
          <p:cNvSpPr/>
          <p:nvPr/>
        </p:nvSpPr>
        <p:spPr>
          <a:xfrm>
            <a:off x="5698239" y="7760579"/>
            <a:ext cx="2812460" cy="599339"/>
          </a:xfrm>
          <a:prstGeom prst="roundRect">
            <a:avLst/>
          </a:prstGeom>
          <a:solidFill>
            <a:schemeClr val="accent4">
              <a:lumMod val="60000"/>
              <a:lumOff val="4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-25</a:t>
            </a:r>
          </a:p>
        </p:txBody>
      </p:sp>
      <p:sp>
        <p:nvSpPr>
          <p:cNvPr id="28" name="ZoneTexte 27">
            <a:extLst>
              <a:ext uri="{FF2B5EF4-FFF2-40B4-BE49-F238E27FC236}">
                <a16:creationId xmlns:a16="http://schemas.microsoft.com/office/drawing/2014/main" id="{A47BE54A-77DF-9F94-A653-5529914A03B6}"/>
              </a:ext>
            </a:extLst>
          </p:cNvPr>
          <p:cNvSpPr txBox="1"/>
          <p:nvPr/>
        </p:nvSpPr>
        <p:spPr>
          <a:xfrm>
            <a:off x="9759276" y="4191791"/>
            <a:ext cx="1125170" cy="523220"/>
          </a:xfrm>
          <a:prstGeom prst="rect">
            <a:avLst/>
          </a:prstGeom>
          <a:solidFill>
            <a:schemeClr val="bg1"/>
          </a:solidFill>
          <a:ln w="38100">
            <a:solidFill>
              <a:srgbClr val="00B050"/>
            </a:solidFill>
          </a:ln>
        </p:spPr>
        <p:txBody>
          <a:bodyPr wrap="square" rtlCol="0">
            <a:spAutoFit/>
          </a:bodyPr>
          <a:lstStyle/>
          <a:p>
            <a:pPr algn="ctr"/>
            <a:r>
              <a:rPr lang="fr-FR" sz="2800" b="1" dirty="0">
                <a:solidFill>
                  <a:srgbClr val="00B050"/>
                </a:solidFill>
                <a:latin typeface="Bahnschrift"/>
              </a:rPr>
              <a:t>+100</a:t>
            </a:r>
          </a:p>
        </p:txBody>
      </p:sp>
      <p:sp>
        <p:nvSpPr>
          <p:cNvPr id="29" name="ZoneTexte 28">
            <a:extLst>
              <a:ext uri="{FF2B5EF4-FFF2-40B4-BE49-F238E27FC236}">
                <a16:creationId xmlns:a16="http://schemas.microsoft.com/office/drawing/2014/main" id="{308182AA-C7DB-00CA-D17E-8E6CF6E3E893}"/>
              </a:ext>
            </a:extLst>
          </p:cNvPr>
          <p:cNvSpPr txBox="1"/>
          <p:nvPr/>
        </p:nvSpPr>
        <p:spPr>
          <a:xfrm>
            <a:off x="9759276" y="4924407"/>
            <a:ext cx="1125170" cy="523220"/>
          </a:xfrm>
          <a:prstGeom prst="rect">
            <a:avLst/>
          </a:prstGeom>
          <a:solidFill>
            <a:schemeClr val="bg1"/>
          </a:solidFill>
          <a:ln w="38100">
            <a:solidFill>
              <a:srgbClr val="00B050"/>
            </a:solidFill>
          </a:ln>
        </p:spPr>
        <p:txBody>
          <a:bodyPr wrap="square" rtlCol="0">
            <a:spAutoFit/>
          </a:bodyPr>
          <a:lstStyle/>
          <a:p>
            <a:pPr algn="ctr"/>
            <a:r>
              <a:rPr lang="fr-FR" sz="2800" b="1" dirty="0">
                <a:solidFill>
                  <a:srgbClr val="00B050"/>
                </a:solidFill>
                <a:latin typeface="Bahnschrift"/>
              </a:rPr>
              <a:t>+74</a:t>
            </a:r>
          </a:p>
        </p:txBody>
      </p:sp>
      <p:sp>
        <p:nvSpPr>
          <p:cNvPr id="30" name="ZoneTexte 29">
            <a:extLst>
              <a:ext uri="{FF2B5EF4-FFF2-40B4-BE49-F238E27FC236}">
                <a16:creationId xmlns:a16="http://schemas.microsoft.com/office/drawing/2014/main" id="{0F394DAF-A5D7-148B-42CB-187606B65182}"/>
              </a:ext>
            </a:extLst>
          </p:cNvPr>
          <p:cNvSpPr txBox="1"/>
          <p:nvPr/>
        </p:nvSpPr>
        <p:spPr>
          <a:xfrm>
            <a:off x="9759276" y="5619792"/>
            <a:ext cx="1125170" cy="523220"/>
          </a:xfrm>
          <a:prstGeom prst="rect">
            <a:avLst/>
          </a:prstGeom>
          <a:solidFill>
            <a:schemeClr val="bg1"/>
          </a:solidFill>
          <a:ln w="38100">
            <a:solidFill>
              <a:srgbClr val="00B050"/>
            </a:solidFill>
          </a:ln>
        </p:spPr>
        <p:txBody>
          <a:bodyPr wrap="square" rtlCol="0">
            <a:spAutoFit/>
          </a:bodyPr>
          <a:lstStyle/>
          <a:p>
            <a:pPr algn="ctr"/>
            <a:r>
              <a:rPr lang="fr-FR" sz="2800" b="1" dirty="0">
                <a:solidFill>
                  <a:srgbClr val="00B050"/>
                </a:solidFill>
                <a:latin typeface="Bahnschrift"/>
              </a:rPr>
              <a:t>+42</a:t>
            </a:r>
          </a:p>
        </p:txBody>
      </p:sp>
      <p:sp>
        <p:nvSpPr>
          <p:cNvPr id="31" name="ZoneTexte 30">
            <a:extLst>
              <a:ext uri="{FF2B5EF4-FFF2-40B4-BE49-F238E27FC236}">
                <a16:creationId xmlns:a16="http://schemas.microsoft.com/office/drawing/2014/main" id="{A49385CC-78A9-0866-FAE2-25F62CE5A2CE}"/>
              </a:ext>
            </a:extLst>
          </p:cNvPr>
          <p:cNvSpPr txBox="1"/>
          <p:nvPr/>
        </p:nvSpPr>
        <p:spPr>
          <a:xfrm>
            <a:off x="9759276" y="6337666"/>
            <a:ext cx="1125170" cy="523220"/>
          </a:xfrm>
          <a:prstGeom prst="rect">
            <a:avLst/>
          </a:prstGeom>
          <a:solidFill>
            <a:schemeClr val="bg1"/>
          </a:solidFill>
          <a:ln w="38100">
            <a:solidFill>
              <a:srgbClr val="00B050"/>
            </a:solidFill>
          </a:ln>
        </p:spPr>
        <p:txBody>
          <a:bodyPr wrap="square" rtlCol="0">
            <a:spAutoFit/>
          </a:bodyPr>
          <a:lstStyle/>
          <a:p>
            <a:pPr algn="ctr"/>
            <a:r>
              <a:rPr lang="fr-FR" sz="2800" b="1" dirty="0">
                <a:solidFill>
                  <a:srgbClr val="00B050"/>
                </a:solidFill>
                <a:latin typeface="Bahnschrift"/>
              </a:rPr>
              <a:t>+33</a:t>
            </a:r>
          </a:p>
        </p:txBody>
      </p:sp>
      <p:sp>
        <p:nvSpPr>
          <p:cNvPr id="32" name="ZoneTexte 31">
            <a:extLst>
              <a:ext uri="{FF2B5EF4-FFF2-40B4-BE49-F238E27FC236}">
                <a16:creationId xmlns:a16="http://schemas.microsoft.com/office/drawing/2014/main" id="{BD28F3CA-A989-2B06-8823-B661A8D00D1E}"/>
              </a:ext>
            </a:extLst>
          </p:cNvPr>
          <p:cNvSpPr txBox="1"/>
          <p:nvPr/>
        </p:nvSpPr>
        <p:spPr>
          <a:xfrm>
            <a:off x="9759276" y="7096915"/>
            <a:ext cx="1125170" cy="523220"/>
          </a:xfrm>
          <a:prstGeom prst="rect">
            <a:avLst/>
          </a:prstGeom>
          <a:solidFill>
            <a:schemeClr val="bg1"/>
          </a:solidFill>
          <a:ln w="38100">
            <a:solidFill>
              <a:srgbClr val="00B050"/>
            </a:solidFill>
          </a:ln>
        </p:spPr>
        <p:txBody>
          <a:bodyPr wrap="square" rtlCol="0">
            <a:spAutoFit/>
          </a:bodyPr>
          <a:lstStyle/>
          <a:p>
            <a:pPr algn="ctr"/>
            <a:r>
              <a:rPr lang="fr-FR" sz="2800" b="1" dirty="0">
                <a:solidFill>
                  <a:srgbClr val="00B050"/>
                </a:solidFill>
                <a:latin typeface="Bahnschrift"/>
              </a:rPr>
              <a:t>+33</a:t>
            </a:r>
          </a:p>
        </p:txBody>
      </p:sp>
      <p:sp>
        <p:nvSpPr>
          <p:cNvPr id="33" name="ZoneTexte 32">
            <a:extLst>
              <a:ext uri="{FF2B5EF4-FFF2-40B4-BE49-F238E27FC236}">
                <a16:creationId xmlns:a16="http://schemas.microsoft.com/office/drawing/2014/main" id="{9133E936-002D-5FF1-082E-66B1837A2C9E}"/>
              </a:ext>
            </a:extLst>
          </p:cNvPr>
          <p:cNvSpPr txBox="1"/>
          <p:nvPr/>
        </p:nvSpPr>
        <p:spPr>
          <a:xfrm>
            <a:off x="9759276" y="7844283"/>
            <a:ext cx="1125170" cy="523220"/>
          </a:xfrm>
          <a:prstGeom prst="rect">
            <a:avLst/>
          </a:prstGeom>
          <a:solidFill>
            <a:schemeClr val="bg1"/>
          </a:solidFill>
          <a:ln w="38100">
            <a:solidFill>
              <a:srgbClr val="00B050"/>
            </a:solidFill>
          </a:ln>
        </p:spPr>
        <p:txBody>
          <a:bodyPr wrap="square" rtlCol="0">
            <a:spAutoFit/>
          </a:bodyPr>
          <a:lstStyle/>
          <a:p>
            <a:pPr algn="ctr"/>
            <a:r>
              <a:rPr lang="fr-FR" sz="2800" b="1" dirty="0">
                <a:solidFill>
                  <a:srgbClr val="00B050"/>
                </a:solidFill>
                <a:latin typeface="Bahnschrift"/>
              </a:rPr>
              <a:t>+25</a:t>
            </a:r>
          </a:p>
        </p:txBody>
      </p:sp>
    </p:spTree>
    <p:extLst>
      <p:ext uri="{BB962C8B-B14F-4D97-AF65-F5344CB8AC3E}">
        <p14:creationId xmlns:p14="http://schemas.microsoft.com/office/powerpoint/2010/main" val="1673697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570A7-09F1-65EB-7BA9-071336E71AC5}"/>
            </a:ext>
          </a:extLst>
        </p:cNvPr>
        <p:cNvGrpSpPr/>
        <p:nvPr/>
      </p:nvGrpSpPr>
      <p:grpSpPr>
        <a:xfrm>
          <a:off x="0" y="0"/>
          <a:ext cx="0" cy="0"/>
          <a:chOff x="0" y="0"/>
          <a:chExt cx="0" cy="0"/>
        </a:xfrm>
      </p:grpSpPr>
      <p:cxnSp>
        <p:nvCxnSpPr>
          <p:cNvPr id="37" name="Connecteur droit avec flèche 36">
            <a:extLst>
              <a:ext uri="{FF2B5EF4-FFF2-40B4-BE49-F238E27FC236}">
                <a16:creationId xmlns:a16="http://schemas.microsoft.com/office/drawing/2014/main" id="{ABA82980-B84A-CC8D-A802-3833E30B5EE1}"/>
              </a:ext>
            </a:extLst>
          </p:cNvPr>
          <p:cNvCxnSpPr>
            <a:cxnSpLocks/>
            <a:stCxn id="23" idx="3"/>
            <a:endCxn id="13" idx="1"/>
          </p:cNvCxnSpPr>
          <p:nvPr/>
        </p:nvCxnSpPr>
        <p:spPr>
          <a:xfrm>
            <a:off x="8982635" y="5605158"/>
            <a:ext cx="2162233" cy="6285"/>
          </a:xfrm>
          <a:prstGeom prst="straightConnector1">
            <a:avLst/>
          </a:prstGeom>
          <a:ln w="38100" cap="rnd">
            <a:solidFill>
              <a:srgbClr val="1A3256"/>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39">
            <a:extLst>
              <a:ext uri="{FF2B5EF4-FFF2-40B4-BE49-F238E27FC236}">
                <a16:creationId xmlns:a16="http://schemas.microsoft.com/office/drawing/2014/main" id="{E964211C-0EDA-3068-5008-BFEE8C907FFD}"/>
              </a:ext>
            </a:extLst>
          </p:cNvPr>
          <p:cNvCxnSpPr>
            <a:cxnSpLocks/>
            <a:stCxn id="24" idx="3"/>
            <a:endCxn id="16" idx="1"/>
          </p:cNvCxnSpPr>
          <p:nvPr/>
        </p:nvCxnSpPr>
        <p:spPr>
          <a:xfrm>
            <a:off x="8982635" y="6359585"/>
            <a:ext cx="2162233" cy="6285"/>
          </a:xfrm>
          <a:prstGeom prst="straightConnector1">
            <a:avLst/>
          </a:prstGeom>
          <a:ln w="38100" cap="rnd">
            <a:solidFill>
              <a:srgbClr val="1A3256"/>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D9354EC5-9C77-8BF9-B246-8645C79D5CA0}"/>
              </a:ext>
            </a:extLst>
          </p:cNvPr>
          <p:cNvCxnSpPr>
            <a:cxnSpLocks/>
            <a:stCxn id="25" idx="3"/>
            <a:endCxn id="19" idx="1"/>
          </p:cNvCxnSpPr>
          <p:nvPr/>
        </p:nvCxnSpPr>
        <p:spPr>
          <a:xfrm>
            <a:off x="8982635" y="7082256"/>
            <a:ext cx="2162233" cy="6285"/>
          </a:xfrm>
          <a:prstGeom prst="straightConnector1">
            <a:avLst/>
          </a:prstGeom>
          <a:ln w="38100" cap="rnd">
            <a:solidFill>
              <a:srgbClr val="1A3256"/>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F3CEDBC1-5B32-DBC4-CF40-30A06861E33C}"/>
              </a:ext>
            </a:extLst>
          </p:cNvPr>
          <p:cNvCxnSpPr>
            <a:cxnSpLocks/>
            <a:stCxn id="22" idx="3"/>
            <a:endCxn id="12" idx="1"/>
          </p:cNvCxnSpPr>
          <p:nvPr/>
        </p:nvCxnSpPr>
        <p:spPr>
          <a:xfrm>
            <a:off x="8982635" y="4887290"/>
            <a:ext cx="2162233" cy="6285"/>
          </a:xfrm>
          <a:prstGeom prst="straightConnector1">
            <a:avLst/>
          </a:prstGeom>
          <a:ln w="38100" cap="rnd">
            <a:solidFill>
              <a:srgbClr val="1A3256"/>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7" name="Titre 4">
            <a:extLst>
              <a:ext uri="{FF2B5EF4-FFF2-40B4-BE49-F238E27FC236}">
                <a16:creationId xmlns:a16="http://schemas.microsoft.com/office/drawing/2014/main" id="{E1F431E1-F1F6-379E-EC19-53D131283260}"/>
              </a:ext>
            </a:extLst>
          </p:cNvPr>
          <p:cNvSpPr txBox="1">
            <a:spLocks/>
          </p:cNvSpPr>
          <p:nvPr/>
        </p:nvSpPr>
        <p:spPr>
          <a:xfrm>
            <a:off x="433144" y="573951"/>
            <a:ext cx="17421712" cy="742517"/>
          </a:xfrm>
          <a:prstGeom prst="rect">
            <a:avLst/>
          </a:prstGeom>
        </p:spPr>
        <p:txBody>
          <a:bodyPr/>
          <a:lstStyle>
            <a:lvl1pPr algn="l" defTabSz="914400" rtl="0" eaLnBrk="1" latinLnBrk="0" hangingPunct="1">
              <a:lnSpc>
                <a:spcPct val="90000"/>
              </a:lnSpc>
              <a:spcBef>
                <a:spcPct val="0"/>
              </a:spcBef>
              <a:buNone/>
              <a:defRPr sz="2800" b="1" kern="1200" cap="all" baseline="0">
                <a:solidFill>
                  <a:schemeClr val="accent1"/>
                </a:solidFill>
                <a:latin typeface="Bahnschrift" panose="020B0502040204020203" pitchFamily="34" charset="0"/>
                <a:ea typeface="+mj-ea"/>
                <a:cs typeface="+mj-cs"/>
              </a:defRPr>
            </a:lvl1pPr>
          </a:lstStyle>
          <a:p>
            <a:pPr marL="0" marR="0" lvl="0" indent="0" algn="l" defTabSz="1371417" rtl="0" eaLnBrk="1" fontAlgn="auto" latinLnBrk="0" hangingPunct="1">
              <a:lnSpc>
                <a:spcPct val="90000"/>
              </a:lnSpc>
              <a:spcBef>
                <a:spcPct val="0"/>
              </a:spcBef>
              <a:spcAft>
                <a:spcPts val="0"/>
              </a:spcAft>
              <a:buClrTx/>
              <a:buSzTx/>
              <a:buFontTx/>
              <a:buNone/>
              <a:tabLst/>
              <a:defRPr/>
            </a:pPr>
            <a:r>
              <a:rPr kumimoji="0" lang="fr-FR" sz="4199" b="1" i="0" u="none" strike="noStrike" kern="1200" cap="all" spc="0" normalizeH="0" baseline="0" noProof="0" dirty="0">
                <a:ln>
                  <a:noFill/>
                </a:ln>
                <a:solidFill>
                  <a:srgbClr val="1A3256"/>
                </a:solidFill>
                <a:effectLst/>
                <a:uLnTx/>
                <a:uFillTx/>
                <a:latin typeface="Bahnschrift" panose="020B0502040204020203" pitchFamily="34" charset="0"/>
                <a:ea typeface="+mj-ea"/>
                <a:cs typeface="+mj-cs"/>
              </a:rPr>
              <a:t>NPS / De promoteur/NEUTRE A DETRACTEUR</a:t>
            </a:r>
          </a:p>
        </p:txBody>
      </p:sp>
      <p:sp>
        <p:nvSpPr>
          <p:cNvPr id="18" name="Espace réservé du texte 5">
            <a:extLst>
              <a:ext uri="{FF2B5EF4-FFF2-40B4-BE49-F238E27FC236}">
                <a16:creationId xmlns:a16="http://schemas.microsoft.com/office/drawing/2014/main" id="{F8E4F082-40D7-B47F-3616-F56B1547C216}"/>
              </a:ext>
            </a:extLst>
          </p:cNvPr>
          <p:cNvSpPr txBox="1">
            <a:spLocks/>
          </p:cNvSpPr>
          <p:nvPr/>
        </p:nvSpPr>
        <p:spPr>
          <a:xfrm>
            <a:off x="449933" y="1253043"/>
            <a:ext cx="17423298" cy="440974"/>
          </a:xfrm>
          <a:prstGeom prst="rect">
            <a:avLst/>
          </a:prstGeom>
        </p:spPr>
        <p:txBody>
          <a:bodyPr>
            <a:noAutofit/>
          </a:bodyPr>
          <a:lstStyle>
            <a:lvl1pPr marL="176400" indent="-176400" algn="l" defTabSz="914400" rtl="0" eaLnBrk="1" latinLnBrk="0" hangingPunct="1">
              <a:lnSpc>
                <a:spcPct val="100000"/>
              </a:lnSpc>
              <a:spcBef>
                <a:spcPts val="0"/>
              </a:spcBef>
              <a:spcAft>
                <a:spcPts val="600"/>
              </a:spcAft>
              <a:buFont typeface="Malgun Gothic" panose="020B0503020000020004" pitchFamily="34" charset="-127"/>
              <a:buChar char="​"/>
              <a:defRPr sz="1800" b="1" kern="1200">
                <a:solidFill>
                  <a:schemeClr val="accent1"/>
                </a:solidFill>
                <a:latin typeface="Segoe UI" panose="020B0502040204020203" pitchFamily="34" charset="0"/>
                <a:ea typeface="+mn-ea"/>
                <a:cs typeface="Segoe UI" panose="020B0502040204020203" pitchFamily="34" charset="0"/>
              </a:defRPr>
            </a:lvl1pPr>
            <a:lvl2pPr marL="176213" indent="-176213" algn="l" defTabSz="914400" rtl="0" eaLnBrk="1" latinLnBrk="0" hangingPunct="1">
              <a:lnSpc>
                <a:spcPct val="100000"/>
              </a:lnSpc>
              <a:spcBef>
                <a:spcPts val="0"/>
              </a:spcBef>
              <a:spcAft>
                <a:spcPts val="600"/>
              </a:spcAft>
              <a:buClr>
                <a:schemeClr val="accent4"/>
              </a:buClr>
              <a:buFont typeface="Malgun Gothic" panose="020B0503020000020004" pitchFamily="34" charset="-127"/>
              <a:buChar char="​"/>
              <a:defRPr sz="1600" kern="1200">
                <a:solidFill>
                  <a:schemeClr val="accent1"/>
                </a:solidFill>
                <a:latin typeface="+mn-lt"/>
                <a:ea typeface="+mn-ea"/>
                <a:cs typeface="+mn-cs"/>
              </a:defRPr>
            </a:lvl2pPr>
            <a:lvl3pPr marL="361950" indent="-185738" algn="l" defTabSz="914400" rtl="0" eaLnBrk="1" latinLnBrk="0" hangingPunct="1">
              <a:lnSpc>
                <a:spcPct val="100000"/>
              </a:lnSpc>
              <a:spcBef>
                <a:spcPts val="0"/>
              </a:spcBef>
              <a:spcAft>
                <a:spcPts val="600"/>
              </a:spcAft>
              <a:buClr>
                <a:schemeClr val="accent4"/>
              </a:buClr>
              <a:buFont typeface="Arial" panose="020B0604020202020204" pitchFamily="34" charset="0"/>
              <a:buChar char="•"/>
              <a:tabLst>
                <a:tab pos="2954338" algn="l"/>
              </a:tabLst>
              <a:defRPr sz="1200" i="0" kern="1200">
                <a:solidFill>
                  <a:schemeClr val="accent1"/>
                </a:solidFill>
                <a:latin typeface="+mn-lt"/>
                <a:ea typeface="+mn-ea"/>
                <a:cs typeface="+mn-cs"/>
              </a:defRPr>
            </a:lvl3pPr>
            <a:lvl4pPr marL="176213" indent="-176213" algn="l" defTabSz="914400" rtl="0" eaLnBrk="1" latinLnBrk="0" hangingPunct="1">
              <a:lnSpc>
                <a:spcPct val="100000"/>
              </a:lnSpc>
              <a:spcBef>
                <a:spcPts val="0"/>
              </a:spcBef>
              <a:spcAft>
                <a:spcPts val="600"/>
              </a:spcAft>
              <a:buFont typeface="Arial" panose="020B0604020202020204" pitchFamily="34" charset="0"/>
              <a:buChar char="​"/>
              <a:defRPr sz="4000" b="1" kern="1200">
                <a:gradFill>
                  <a:gsLst>
                    <a:gs pos="0">
                      <a:srgbClr val="014DCF"/>
                    </a:gs>
                    <a:gs pos="100000">
                      <a:srgbClr val="0332B4"/>
                    </a:gs>
                  </a:gsLst>
                  <a:lin ang="10800000" scaled="0"/>
                </a:gradFill>
                <a:latin typeface="+mj-lt"/>
                <a:ea typeface="+mn-ea"/>
                <a:cs typeface="+mn-cs"/>
              </a:defRPr>
            </a:lvl4pPr>
            <a:lvl5pPr marL="176213" indent="-176213" algn="l" defTabSz="914400" rtl="0" eaLnBrk="1" latinLnBrk="0" hangingPunct="1">
              <a:lnSpc>
                <a:spcPct val="100000"/>
              </a:lnSpc>
              <a:spcBef>
                <a:spcPts val="0"/>
              </a:spcBef>
              <a:spcAft>
                <a:spcPts val="600"/>
              </a:spcAft>
              <a:buFont typeface="Arial" panose="020B0604020202020204" pitchFamily="34" charset="0"/>
              <a:buChar char="​"/>
              <a:defRPr sz="1400" kern="1200" baseline="0">
                <a:solidFill>
                  <a:schemeClr val="accent1"/>
                </a:solidFill>
                <a:latin typeface="+mj-lt"/>
                <a:ea typeface="+mn-ea"/>
                <a:cs typeface="+mn-cs"/>
              </a:defRPr>
            </a:lvl5pPr>
            <a:lvl6pPr marL="361950" indent="-185738" algn="l" defTabSz="914400" rtl="0" eaLnBrk="1" latinLnBrk="0" hangingPunct="1">
              <a:lnSpc>
                <a:spcPct val="100000"/>
              </a:lnSpc>
              <a:spcBef>
                <a:spcPts val="0"/>
              </a:spcBef>
              <a:spcAft>
                <a:spcPts val="600"/>
              </a:spcAft>
              <a:buClr>
                <a:schemeClr val="accent4"/>
              </a:buClr>
              <a:buFont typeface="Arial" panose="020B0604020202020204" pitchFamily="34" charset="0"/>
              <a:buChar char="•"/>
              <a:defRPr sz="1100" b="0" kern="1200">
                <a:solidFill>
                  <a:schemeClr val="accent1"/>
                </a:solidFill>
                <a:latin typeface="+mj-lt"/>
                <a:ea typeface="+mn-ea"/>
                <a:cs typeface="+mn-cs"/>
              </a:defRPr>
            </a:lvl6pPr>
            <a:lvl7pPr marL="176213"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accent1"/>
                </a:solidFill>
                <a:latin typeface="+mj-lt"/>
                <a:ea typeface="+mn-ea"/>
                <a:cs typeface="+mn-cs"/>
              </a:defRPr>
            </a:lvl7pPr>
            <a:lvl8pPr marL="176213" indent="-176213" algn="l" defTabSz="914400" rtl="0" eaLnBrk="1" latinLnBrk="0" hangingPunct="1">
              <a:lnSpc>
                <a:spcPct val="100000"/>
              </a:lnSpc>
              <a:spcBef>
                <a:spcPts val="0"/>
              </a:spcBef>
              <a:spcAft>
                <a:spcPts val="600"/>
              </a:spcAft>
              <a:buFont typeface="Arial" panose="020B0604020202020204" pitchFamily="34" charset="0"/>
              <a:buChar char="​"/>
              <a:tabLst/>
              <a:defRPr sz="1050" kern="1200">
                <a:solidFill>
                  <a:schemeClr val="accent1"/>
                </a:solidFill>
                <a:latin typeface="+mn-lt"/>
                <a:ea typeface="+mn-ea"/>
                <a:cs typeface="+mn-cs"/>
              </a:defRPr>
            </a:lvl8pPr>
            <a:lvl9pPr marL="176213" indent="-176213" algn="l" defTabSz="914400" rtl="0" eaLnBrk="1" latinLnBrk="0" hangingPunct="1">
              <a:lnSpc>
                <a:spcPct val="100000"/>
              </a:lnSpc>
              <a:spcBef>
                <a:spcPts val="0"/>
              </a:spcBef>
              <a:spcAft>
                <a:spcPts val="600"/>
              </a:spcAft>
              <a:buFont typeface="Arial" panose="020B0604020202020204" pitchFamily="34" charset="0"/>
              <a:buChar char="​"/>
              <a:tabLst>
                <a:tab pos="176213" algn="l"/>
              </a:tabLst>
              <a:defRPr sz="2800" b="0" kern="1200">
                <a:gradFill>
                  <a:gsLst>
                    <a:gs pos="0">
                      <a:srgbClr val="014DCF"/>
                    </a:gs>
                    <a:gs pos="100000">
                      <a:srgbClr val="0332B4"/>
                    </a:gs>
                  </a:gsLst>
                  <a:lin ang="10800000" scaled="0"/>
                </a:gradFill>
                <a:latin typeface="+mj-lt"/>
                <a:ea typeface="+mn-ea"/>
                <a:cs typeface="+mn-cs"/>
              </a:defRPr>
            </a:lvl9pPr>
          </a:lstStyle>
          <a:p>
            <a:pPr marL="0" marR="0" lvl="0" indent="0" algn="l" defTabSz="1371417" rtl="0" eaLnBrk="1" fontAlgn="auto" latinLnBrk="0" hangingPunct="1">
              <a:lnSpc>
                <a:spcPct val="100000"/>
              </a:lnSpc>
              <a:spcBef>
                <a:spcPts val="0"/>
              </a:spcBef>
              <a:spcAft>
                <a:spcPts val="900"/>
              </a:spcAft>
              <a:buClrTx/>
              <a:buSzTx/>
              <a:buFont typeface="Malgun Gothic" panose="020B0503020000020004" pitchFamily="34" charset="-127"/>
              <a:buNone/>
              <a:tabLst/>
              <a:defRPr/>
            </a:pPr>
            <a:r>
              <a:rPr kumimoji="0" lang="fr-FR" sz="2400" b="0" i="0" u="none" strike="noStrike" kern="1200" cap="all" spc="0" normalizeH="0" baseline="0" noProof="0">
                <a:ln>
                  <a:noFill/>
                </a:ln>
                <a:solidFill>
                  <a:srgbClr val="1A3256"/>
                </a:solidFill>
                <a:effectLst/>
                <a:uLnTx/>
                <a:uFillTx/>
                <a:latin typeface="Segoe UI Semilight"/>
                <a:ea typeface="+mn-ea"/>
                <a:cs typeface="Quire Sans" panose="020B0502040400020003" pitchFamily="34" charset="0"/>
              </a:rPr>
              <a:t>Rapport FRANCE LOGISTIQUE</a:t>
            </a:r>
          </a:p>
        </p:txBody>
      </p:sp>
      <p:pic>
        <p:nvPicPr>
          <p:cNvPr id="53" name="Graphique 52" descr="Signe pouce en haut avec un remplissage uni">
            <a:extLst>
              <a:ext uri="{FF2B5EF4-FFF2-40B4-BE49-F238E27FC236}">
                <a16:creationId xmlns:a16="http://schemas.microsoft.com/office/drawing/2014/main" id="{916D1950-C3CA-73E1-5CDA-344B7BC311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75454" y="6906856"/>
            <a:ext cx="342847" cy="342847"/>
          </a:xfrm>
          <a:prstGeom prst="rect">
            <a:avLst/>
          </a:prstGeom>
        </p:spPr>
      </p:pic>
      <p:sp>
        <p:nvSpPr>
          <p:cNvPr id="2" name="ZoneTexte 1">
            <a:extLst>
              <a:ext uri="{FF2B5EF4-FFF2-40B4-BE49-F238E27FC236}">
                <a16:creationId xmlns:a16="http://schemas.microsoft.com/office/drawing/2014/main" id="{3DE356A8-1896-52BE-6109-F669E9DCFF1F}"/>
              </a:ext>
            </a:extLst>
          </p:cNvPr>
          <p:cNvSpPr txBox="1"/>
          <p:nvPr/>
        </p:nvSpPr>
        <p:spPr>
          <a:xfrm>
            <a:off x="15100300" y="1054100"/>
            <a:ext cx="2717800" cy="762000"/>
          </a:xfrm>
          <a:prstGeom prst="rect">
            <a:avLst/>
          </a:prstGeom>
          <a:noFill/>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2200" b="0"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2024 : 3,78 (0,80%)</a:t>
            </a:r>
          </a:p>
        </p:txBody>
      </p:sp>
      <p:sp>
        <p:nvSpPr>
          <p:cNvPr id="3" name="ZoneTexte 2">
            <a:extLst>
              <a:ext uri="{FF2B5EF4-FFF2-40B4-BE49-F238E27FC236}">
                <a16:creationId xmlns:a16="http://schemas.microsoft.com/office/drawing/2014/main" id="{72F5C292-3F8B-BA9B-F691-B4EFB6A827B7}"/>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4000" b="1" i="0" u="none" strike="noStrike" kern="1200" cap="none" spc="0" normalizeH="0" baseline="0" noProof="0">
                <a:ln>
                  <a:noFill/>
                </a:ln>
                <a:solidFill>
                  <a:srgbClr val="1A3256"/>
                </a:solidFill>
                <a:effectLst/>
                <a:uLnTx/>
                <a:uFillTx/>
                <a:latin typeface="Bahnschrift" panose="020B0502040204020203" pitchFamily="34" charset="0"/>
                <a:ea typeface="+mn-ea"/>
                <a:cs typeface="+mn-cs"/>
              </a:rPr>
              <a:t>3,81</a:t>
            </a:r>
          </a:p>
        </p:txBody>
      </p:sp>
      <p:sp>
        <p:nvSpPr>
          <p:cNvPr id="4" name="Rectangle : coins arrondis 3">
            <a:extLst>
              <a:ext uri="{FF2B5EF4-FFF2-40B4-BE49-F238E27FC236}">
                <a16:creationId xmlns:a16="http://schemas.microsoft.com/office/drawing/2014/main" id="{D7DBD462-5D1A-98F4-74C0-E7C791B5502F}"/>
              </a:ext>
            </a:extLst>
          </p:cNvPr>
          <p:cNvSpPr/>
          <p:nvPr/>
        </p:nvSpPr>
        <p:spPr>
          <a:xfrm>
            <a:off x="11144868" y="3205843"/>
            <a:ext cx="2812460" cy="722671"/>
          </a:xfrm>
          <a:prstGeom prst="roundRect">
            <a:avLst/>
          </a:prstGeom>
          <a:solidFill>
            <a:srgbClr val="1A3256"/>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NPS 2025</a:t>
            </a:r>
          </a:p>
        </p:txBody>
      </p:sp>
      <p:sp>
        <p:nvSpPr>
          <p:cNvPr id="5" name="Rectangle : coins arrondis 4">
            <a:extLst>
              <a:ext uri="{FF2B5EF4-FFF2-40B4-BE49-F238E27FC236}">
                <a16:creationId xmlns:a16="http://schemas.microsoft.com/office/drawing/2014/main" id="{8D6DB867-9E14-B6C1-CD58-EFDB4474FDEA}"/>
              </a:ext>
            </a:extLst>
          </p:cNvPr>
          <p:cNvSpPr/>
          <p:nvPr/>
        </p:nvSpPr>
        <p:spPr>
          <a:xfrm>
            <a:off x="6120580" y="3205843"/>
            <a:ext cx="2812460" cy="722671"/>
          </a:xfrm>
          <a:prstGeom prst="roundRect">
            <a:avLst/>
          </a:prstGeom>
          <a:solidFill>
            <a:srgbClr val="779DD6"/>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NPS 2024</a:t>
            </a:r>
          </a:p>
        </p:txBody>
      </p:sp>
      <p:graphicFrame>
        <p:nvGraphicFramePr>
          <p:cNvPr id="9" name="Tableau 8">
            <a:extLst>
              <a:ext uri="{FF2B5EF4-FFF2-40B4-BE49-F238E27FC236}">
                <a16:creationId xmlns:a16="http://schemas.microsoft.com/office/drawing/2014/main" id="{AE12EF75-BE33-DC27-1FBB-59F717C6366D}"/>
              </a:ext>
            </a:extLst>
          </p:cNvPr>
          <p:cNvGraphicFramePr>
            <a:graphicFrameLocks noGrp="1"/>
          </p:cNvGraphicFramePr>
          <p:nvPr>
            <p:extLst>
              <p:ext uri="{D42A27DB-BD31-4B8C-83A1-F6EECF244321}">
                <p14:modId xmlns:p14="http://schemas.microsoft.com/office/powerpoint/2010/main" val="4024823592"/>
              </p:ext>
            </p:extLst>
          </p:nvPr>
        </p:nvGraphicFramePr>
        <p:xfrm>
          <a:off x="1641177" y="4136712"/>
          <a:ext cx="4233162" cy="3355785"/>
        </p:xfrm>
        <a:graphic>
          <a:graphicData uri="http://schemas.openxmlformats.org/drawingml/2006/table">
            <a:tbl>
              <a:tblPr>
                <a:tableStyleId>{5C22544A-7EE6-4342-B048-85BDC9FD1C3A}</a:tableStyleId>
              </a:tblPr>
              <a:tblGrid>
                <a:gridCol w="4233162">
                  <a:extLst>
                    <a:ext uri="{9D8B030D-6E8A-4147-A177-3AD203B41FA5}">
                      <a16:colId xmlns:a16="http://schemas.microsoft.com/office/drawing/2014/main" val="1326410289"/>
                    </a:ext>
                  </a:extLst>
                </a:gridCol>
              </a:tblGrid>
              <a:tr h="799621">
                <a:tc>
                  <a:txBody>
                    <a:bodyPr/>
                    <a:lstStyle/>
                    <a:p>
                      <a:pPr algn="ctr" fontAlgn="b">
                        <a:buNone/>
                      </a:pPr>
                      <a:r>
                        <a:rPr lang="fr-FR" sz="2400" b="1" u="none" strike="noStrike" kern="1200" dirty="0">
                          <a:solidFill>
                            <a:srgbClr val="1A3256"/>
                          </a:solidFill>
                          <a:effectLst/>
                          <a:latin typeface="+mn-lt"/>
                          <a:ea typeface="+mn-ea"/>
                          <a:cs typeface="+mn-cs"/>
                        </a:rPr>
                        <a:t>ABINBEV </a:t>
                      </a:r>
                    </a:p>
                  </a:txBody>
                  <a:tcPr marL="7620" marR="7620" marT="7620" marB="0" anchor="b">
                    <a:solidFill>
                      <a:schemeClr val="bg1"/>
                    </a:solidFill>
                  </a:tcPr>
                </a:tc>
                <a:extLst>
                  <a:ext uri="{0D108BD9-81ED-4DB2-BD59-A6C34878D82A}">
                    <a16:rowId xmlns:a16="http://schemas.microsoft.com/office/drawing/2014/main" val="1448936855"/>
                  </a:ext>
                </a:extLst>
              </a:tr>
              <a:tr h="668059">
                <a:tc>
                  <a:txBody>
                    <a:bodyPr/>
                    <a:lstStyle/>
                    <a:p>
                      <a:pPr algn="ctr" fontAlgn="b">
                        <a:buNone/>
                      </a:pPr>
                      <a:r>
                        <a:rPr lang="fr-FR" sz="2400" b="1" u="none" strike="noStrike" kern="1200" dirty="0">
                          <a:solidFill>
                            <a:srgbClr val="1A3256"/>
                          </a:solidFill>
                          <a:effectLst/>
                          <a:latin typeface="+mn-lt"/>
                          <a:ea typeface="+mn-ea"/>
                          <a:cs typeface="+mn-cs"/>
                        </a:rPr>
                        <a:t>NAOS Campus</a:t>
                      </a:r>
                    </a:p>
                  </a:txBody>
                  <a:tcPr marL="7620" marR="7620" marT="7620" marB="0" anchor="b">
                    <a:solidFill>
                      <a:schemeClr val="bg1"/>
                    </a:solidFill>
                  </a:tcPr>
                </a:tc>
                <a:extLst>
                  <a:ext uri="{0D108BD9-81ED-4DB2-BD59-A6C34878D82A}">
                    <a16:rowId xmlns:a16="http://schemas.microsoft.com/office/drawing/2014/main" val="166245326"/>
                  </a:ext>
                </a:extLst>
              </a:tr>
              <a:tr h="652081">
                <a:tc>
                  <a:txBody>
                    <a:bodyPr/>
                    <a:lstStyle/>
                    <a:p>
                      <a:pPr algn="ctr" fontAlgn="b">
                        <a:buNone/>
                      </a:pPr>
                      <a:endParaRPr lang="fr-FR" sz="2400" b="1" u="none" strike="noStrike" kern="1200" dirty="0">
                        <a:solidFill>
                          <a:srgbClr val="1A3256"/>
                        </a:solidFill>
                        <a:effectLst/>
                        <a:latin typeface="+mn-lt"/>
                        <a:ea typeface="+mn-ea"/>
                        <a:cs typeface="+mn-cs"/>
                      </a:endParaRPr>
                    </a:p>
                    <a:p>
                      <a:pPr algn="ctr" fontAlgn="b">
                        <a:buNone/>
                      </a:pPr>
                      <a:r>
                        <a:rPr lang="fr-FR" sz="2400" b="1" u="none" strike="noStrike" kern="1200" dirty="0">
                          <a:solidFill>
                            <a:srgbClr val="1A3256"/>
                          </a:solidFill>
                          <a:effectLst/>
                          <a:latin typeface="+mn-lt"/>
                          <a:ea typeface="+mn-ea"/>
                          <a:cs typeface="+mn-cs"/>
                        </a:rPr>
                        <a:t>LABORATOIRES DERMATOLOGIQUES URIAGE</a:t>
                      </a:r>
                    </a:p>
                  </a:txBody>
                  <a:tcPr marL="7620" marR="7620" marT="7620" marB="0" anchor="b">
                    <a:solidFill>
                      <a:schemeClr val="bg1"/>
                    </a:solidFill>
                  </a:tcPr>
                </a:tc>
                <a:extLst>
                  <a:ext uri="{0D108BD9-81ED-4DB2-BD59-A6C34878D82A}">
                    <a16:rowId xmlns:a16="http://schemas.microsoft.com/office/drawing/2014/main" val="649528451"/>
                  </a:ext>
                </a:extLst>
              </a:tr>
              <a:tr h="783205">
                <a:tc>
                  <a:txBody>
                    <a:bodyPr/>
                    <a:lstStyle/>
                    <a:p>
                      <a:pPr algn="ctr" fontAlgn="b">
                        <a:buNone/>
                      </a:pPr>
                      <a:r>
                        <a:rPr lang="fr-FR" sz="2400" b="1" u="none" strike="noStrike" kern="1200" dirty="0">
                          <a:solidFill>
                            <a:srgbClr val="1A3256"/>
                          </a:solidFill>
                          <a:effectLst/>
                          <a:latin typeface="+mn-lt"/>
                          <a:ea typeface="+mn-ea"/>
                          <a:cs typeface="+mn-cs"/>
                        </a:rPr>
                        <a:t>LPG</a:t>
                      </a:r>
                    </a:p>
                  </a:txBody>
                  <a:tcPr marL="7620" marR="7620" marT="7620" marB="0" anchor="b">
                    <a:solidFill>
                      <a:schemeClr val="bg1"/>
                    </a:solidFill>
                  </a:tcPr>
                </a:tc>
                <a:extLst>
                  <a:ext uri="{0D108BD9-81ED-4DB2-BD59-A6C34878D82A}">
                    <a16:rowId xmlns:a16="http://schemas.microsoft.com/office/drawing/2014/main" val="3967580594"/>
                  </a:ext>
                </a:extLst>
              </a:tr>
            </a:tbl>
          </a:graphicData>
        </a:graphic>
      </p:graphicFrame>
      <p:sp>
        <p:nvSpPr>
          <p:cNvPr id="12" name="Rectangle : coins arrondis 11">
            <a:extLst>
              <a:ext uri="{FF2B5EF4-FFF2-40B4-BE49-F238E27FC236}">
                <a16:creationId xmlns:a16="http://schemas.microsoft.com/office/drawing/2014/main" id="{9A29AD8E-F03C-1383-4E9E-6CDF8C18C583}"/>
              </a:ext>
            </a:extLst>
          </p:cNvPr>
          <p:cNvSpPr/>
          <p:nvPr/>
        </p:nvSpPr>
        <p:spPr>
          <a:xfrm>
            <a:off x="11144868" y="4593905"/>
            <a:ext cx="2812460" cy="599339"/>
          </a:xfrm>
          <a:prstGeom prst="roundRect">
            <a:avLst/>
          </a:prstGeom>
          <a:solidFill>
            <a:schemeClr val="accent4">
              <a:lumMod val="60000"/>
              <a:lumOff val="4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-100</a:t>
            </a:r>
          </a:p>
        </p:txBody>
      </p:sp>
      <p:sp>
        <p:nvSpPr>
          <p:cNvPr id="13" name="Rectangle : coins arrondis 12">
            <a:extLst>
              <a:ext uri="{FF2B5EF4-FFF2-40B4-BE49-F238E27FC236}">
                <a16:creationId xmlns:a16="http://schemas.microsoft.com/office/drawing/2014/main" id="{E36325F3-797A-B068-EC1B-C8751693432E}"/>
              </a:ext>
            </a:extLst>
          </p:cNvPr>
          <p:cNvSpPr/>
          <p:nvPr/>
        </p:nvSpPr>
        <p:spPr>
          <a:xfrm>
            <a:off x="11144868" y="5311773"/>
            <a:ext cx="2812460" cy="599339"/>
          </a:xfrm>
          <a:prstGeom prst="roundRect">
            <a:avLst/>
          </a:prstGeom>
          <a:solidFill>
            <a:schemeClr val="accent4">
              <a:lumMod val="60000"/>
              <a:lumOff val="4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-50</a:t>
            </a:r>
          </a:p>
        </p:txBody>
      </p:sp>
      <p:sp>
        <p:nvSpPr>
          <p:cNvPr id="16" name="Rectangle : coins arrondis 15">
            <a:extLst>
              <a:ext uri="{FF2B5EF4-FFF2-40B4-BE49-F238E27FC236}">
                <a16:creationId xmlns:a16="http://schemas.microsoft.com/office/drawing/2014/main" id="{4CE22577-AEC2-3487-3341-A799781FA61A}"/>
              </a:ext>
            </a:extLst>
          </p:cNvPr>
          <p:cNvSpPr/>
          <p:nvPr/>
        </p:nvSpPr>
        <p:spPr>
          <a:xfrm>
            <a:off x="11144868" y="6066200"/>
            <a:ext cx="2812460" cy="599339"/>
          </a:xfrm>
          <a:prstGeom prst="roundRect">
            <a:avLst/>
          </a:prstGeom>
          <a:solidFill>
            <a:schemeClr val="accent4">
              <a:lumMod val="60000"/>
              <a:lumOff val="4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-33</a:t>
            </a:r>
          </a:p>
        </p:txBody>
      </p:sp>
      <p:sp>
        <p:nvSpPr>
          <p:cNvPr id="19" name="Rectangle : coins arrondis 18">
            <a:extLst>
              <a:ext uri="{FF2B5EF4-FFF2-40B4-BE49-F238E27FC236}">
                <a16:creationId xmlns:a16="http://schemas.microsoft.com/office/drawing/2014/main" id="{6BE329A6-5942-BD25-1F60-E97A4C1DA0E7}"/>
              </a:ext>
            </a:extLst>
          </p:cNvPr>
          <p:cNvSpPr/>
          <p:nvPr/>
        </p:nvSpPr>
        <p:spPr>
          <a:xfrm>
            <a:off x="11144868" y="6788871"/>
            <a:ext cx="2812460" cy="599339"/>
          </a:xfrm>
          <a:prstGeom prst="roundRect">
            <a:avLst/>
          </a:prstGeom>
          <a:solidFill>
            <a:schemeClr val="accent4">
              <a:lumMod val="60000"/>
              <a:lumOff val="4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-50</a:t>
            </a:r>
          </a:p>
        </p:txBody>
      </p:sp>
      <p:sp>
        <p:nvSpPr>
          <p:cNvPr id="22" name="Rectangle : coins arrondis 21">
            <a:extLst>
              <a:ext uri="{FF2B5EF4-FFF2-40B4-BE49-F238E27FC236}">
                <a16:creationId xmlns:a16="http://schemas.microsoft.com/office/drawing/2014/main" id="{AC447DDA-DF5D-2CF6-3EAB-CF9D950D9977}"/>
              </a:ext>
            </a:extLst>
          </p:cNvPr>
          <p:cNvSpPr/>
          <p:nvPr/>
        </p:nvSpPr>
        <p:spPr>
          <a:xfrm>
            <a:off x="6170175" y="4587620"/>
            <a:ext cx="2812460" cy="599339"/>
          </a:xfrm>
          <a:prstGeom prst="roundRect">
            <a:avLst/>
          </a:prstGeom>
          <a:solidFill>
            <a:srgbClr val="92D050"/>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100</a:t>
            </a:r>
          </a:p>
        </p:txBody>
      </p:sp>
      <p:sp>
        <p:nvSpPr>
          <p:cNvPr id="23" name="Rectangle : coins arrondis 22">
            <a:extLst>
              <a:ext uri="{FF2B5EF4-FFF2-40B4-BE49-F238E27FC236}">
                <a16:creationId xmlns:a16="http://schemas.microsoft.com/office/drawing/2014/main" id="{C1A5A977-76D7-B169-3B93-795ABF5304D2}"/>
              </a:ext>
            </a:extLst>
          </p:cNvPr>
          <p:cNvSpPr/>
          <p:nvPr/>
        </p:nvSpPr>
        <p:spPr>
          <a:xfrm>
            <a:off x="6170175" y="5305488"/>
            <a:ext cx="2812460" cy="599339"/>
          </a:xfrm>
          <a:prstGeom prst="roundRect">
            <a:avLst/>
          </a:prstGeom>
          <a:solidFill>
            <a:srgbClr val="92D050"/>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43</a:t>
            </a:r>
          </a:p>
        </p:txBody>
      </p:sp>
      <p:sp>
        <p:nvSpPr>
          <p:cNvPr id="24" name="Rectangle : coins arrondis 23">
            <a:extLst>
              <a:ext uri="{FF2B5EF4-FFF2-40B4-BE49-F238E27FC236}">
                <a16:creationId xmlns:a16="http://schemas.microsoft.com/office/drawing/2014/main" id="{35A22907-C1B5-9D03-6563-492F900FE324}"/>
              </a:ext>
            </a:extLst>
          </p:cNvPr>
          <p:cNvSpPr/>
          <p:nvPr/>
        </p:nvSpPr>
        <p:spPr>
          <a:xfrm>
            <a:off x="6170175" y="6059915"/>
            <a:ext cx="2812460" cy="599339"/>
          </a:xfrm>
          <a:prstGeom prst="roundRect">
            <a:avLst/>
          </a:prstGeom>
          <a:solidFill>
            <a:srgbClr val="92D050"/>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50</a:t>
            </a:r>
          </a:p>
        </p:txBody>
      </p:sp>
      <p:sp>
        <p:nvSpPr>
          <p:cNvPr id="25" name="Rectangle : coins arrondis 24">
            <a:extLst>
              <a:ext uri="{FF2B5EF4-FFF2-40B4-BE49-F238E27FC236}">
                <a16:creationId xmlns:a16="http://schemas.microsoft.com/office/drawing/2014/main" id="{4F26E6E5-5368-BD61-2E1B-258EE240DF70}"/>
              </a:ext>
            </a:extLst>
          </p:cNvPr>
          <p:cNvSpPr/>
          <p:nvPr/>
        </p:nvSpPr>
        <p:spPr>
          <a:xfrm>
            <a:off x="6170175" y="6782586"/>
            <a:ext cx="2812460" cy="599339"/>
          </a:xfrm>
          <a:prstGeom prst="roundRect">
            <a:avLst/>
          </a:prstGeom>
          <a:solidFill>
            <a:srgbClr val="FBB803"/>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buClr>
                <a:schemeClr val="accent4"/>
              </a:buClr>
            </a:pPr>
            <a:r>
              <a:rPr lang="fr-FR" sz="3200" b="1" dirty="0">
                <a:solidFill>
                  <a:schemeClr val="bg1">
                    <a:lumMod val="100000"/>
                  </a:schemeClr>
                </a:solidFill>
                <a:latin typeface="Segoe UI Semilight" panose="020B0402040204020203" pitchFamily="34" charset="0"/>
              </a:rPr>
              <a:t>0</a:t>
            </a:r>
          </a:p>
        </p:txBody>
      </p:sp>
      <p:sp>
        <p:nvSpPr>
          <p:cNvPr id="28" name="ZoneTexte 27">
            <a:extLst>
              <a:ext uri="{FF2B5EF4-FFF2-40B4-BE49-F238E27FC236}">
                <a16:creationId xmlns:a16="http://schemas.microsoft.com/office/drawing/2014/main" id="{0469742E-99CC-D2C9-C437-FB2A052C90AF}"/>
              </a:ext>
            </a:extLst>
          </p:cNvPr>
          <p:cNvSpPr txBox="1"/>
          <p:nvPr/>
        </p:nvSpPr>
        <p:spPr>
          <a:xfrm>
            <a:off x="9390552" y="4634243"/>
            <a:ext cx="1125170" cy="523220"/>
          </a:xfrm>
          <a:prstGeom prst="rect">
            <a:avLst/>
          </a:prstGeom>
          <a:solidFill>
            <a:schemeClr val="bg1"/>
          </a:solidFill>
          <a:ln w="38100">
            <a:solidFill>
              <a:srgbClr val="FF0000"/>
            </a:solidFill>
          </a:ln>
        </p:spPr>
        <p:txBody>
          <a:bodyPr wrap="square" rtlCol="0">
            <a:spAutoFit/>
          </a:bodyPr>
          <a:lstStyle/>
          <a:p>
            <a:pPr algn="ctr"/>
            <a:r>
              <a:rPr lang="fr-FR" sz="2800" b="1" dirty="0">
                <a:solidFill>
                  <a:schemeClr val="accent4"/>
                </a:solidFill>
                <a:latin typeface="Bahnschrift"/>
              </a:rPr>
              <a:t>-200</a:t>
            </a:r>
          </a:p>
        </p:txBody>
      </p:sp>
      <p:sp>
        <p:nvSpPr>
          <p:cNvPr id="29" name="ZoneTexte 28">
            <a:extLst>
              <a:ext uri="{FF2B5EF4-FFF2-40B4-BE49-F238E27FC236}">
                <a16:creationId xmlns:a16="http://schemas.microsoft.com/office/drawing/2014/main" id="{B60268B3-A561-F3C3-64D9-3BAABD721D49}"/>
              </a:ext>
            </a:extLst>
          </p:cNvPr>
          <p:cNvSpPr txBox="1"/>
          <p:nvPr/>
        </p:nvSpPr>
        <p:spPr>
          <a:xfrm>
            <a:off x="9390552" y="5366859"/>
            <a:ext cx="1125170" cy="523220"/>
          </a:xfrm>
          <a:prstGeom prst="rect">
            <a:avLst/>
          </a:prstGeom>
          <a:solidFill>
            <a:schemeClr val="bg1"/>
          </a:solidFill>
          <a:ln w="38100">
            <a:solidFill>
              <a:srgbClr val="FF0000"/>
            </a:solidFill>
          </a:ln>
        </p:spPr>
        <p:txBody>
          <a:bodyPr wrap="square" rtlCol="0">
            <a:spAutoFit/>
          </a:bodyPr>
          <a:lstStyle/>
          <a:p>
            <a:pPr algn="ctr"/>
            <a:r>
              <a:rPr lang="fr-FR" sz="2800" b="1" dirty="0">
                <a:solidFill>
                  <a:schemeClr val="accent4"/>
                </a:solidFill>
                <a:latin typeface="Bahnschrift"/>
              </a:rPr>
              <a:t>-93</a:t>
            </a:r>
          </a:p>
        </p:txBody>
      </p:sp>
      <p:sp>
        <p:nvSpPr>
          <p:cNvPr id="30" name="ZoneTexte 29">
            <a:extLst>
              <a:ext uri="{FF2B5EF4-FFF2-40B4-BE49-F238E27FC236}">
                <a16:creationId xmlns:a16="http://schemas.microsoft.com/office/drawing/2014/main" id="{8DDC0CBF-59F3-FFFF-F119-BF73EED874E4}"/>
              </a:ext>
            </a:extLst>
          </p:cNvPr>
          <p:cNvSpPr txBox="1"/>
          <p:nvPr/>
        </p:nvSpPr>
        <p:spPr>
          <a:xfrm>
            <a:off x="9390552" y="6062244"/>
            <a:ext cx="1125170" cy="523220"/>
          </a:xfrm>
          <a:prstGeom prst="rect">
            <a:avLst/>
          </a:prstGeom>
          <a:solidFill>
            <a:schemeClr val="bg1"/>
          </a:solidFill>
          <a:ln w="38100">
            <a:solidFill>
              <a:srgbClr val="FF0000"/>
            </a:solidFill>
          </a:ln>
        </p:spPr>
        <p:txBody>
          <a:bodyPr wrap="square" rtlCol="0">
            <a:spAutoFit/>
          </a:bodyPr>
          <a:lstStyle/>
          <a:p>
            <a:pPr algn="ctr"/>
            <a:r>
              <a:rPr lang="fr-FR" sz="2800" b="1" dirty="0">
                <a:solidFill>
                  <a:schemeClr val="accent4"/>
                </a:solidFill>
                <a:latin typeface="Bahnschrift"/>
              </a:rPr>
              <a:t>-83</a:t>
            </a:r>
          </a:p>
        </p:txBody>
      </p:sp>
      <p:sp>
        <p:nvSpPr>
          <p:cNvPr id="31" name="ZoneTexte 30">
            <a:extLst>
              <a:ext uri="{FF2B5EF4-FFF2-40B4-BE49-F238E27FC236}">
                <a16:creationId xmlns:a16="http://schemas.microsoft.com/office/drawing/2014/main" id="{E2342B65-1663-042F-22B8-BFAEB3AFACF3}"/>
              </a:ext>
            </a:extLst>
          </p:cNvPr>
          <p:cNvSpPr txBox="1"/>
          <p:nvPr/>
        </p:nvSpPr>
        <p:spPr>
          <a:xfrm>
            <a:off x="9390552" y="6780118"/>
            <a:ext cx="1125170" cy="523220"/>
          </a:xfrm>
          <a:prstGeom prst="rect">
            <a:avLst/>
          </a:prstGeom>
          <a:solidFill>
            <a:schemeClr val="bg1"/>
          </a:solidFill>
          <a:ln w="38100">
            <a:solidFill>
              <a:srgbClr val="FF0000"/>
            </a:solidFill>
          </a:ln>
        </p:spPr>
        <p:txBody>
          <a:bodyPr wrap="square" rtlCol="0">
            <a:spAutoFit/>
          </a:bodyPr>
          <a:lstStyle/>
          <a:p>
            <a:pPr algn="ctr"/>
            <a:r>
              <a:rPr lang="fr-FR" sz="2800" b="1" dirty="0">
                <a:solidFill>
                  <a:schemeClr val="accent4"/>
                </a:solidFill>
                <a:latin typeface="Bahnschrift"/>
              </a:rPr>
              <a:t>-50</a:t>
            </a:r>
          </a:p>
        </p:txBody>
      </p:sp>
      <p:pic>
        <p:nvPicPr>
          <p:cNvPr id="6" name="Image 5">
            <a:extLst>
              <a:ext uri="{FF2B5EF4-FFF2-40B4-BE49-F238E27FC236}">
                <a16:creationId xmlns:a16="http://schemas.microsoft.com/office/drawing/2014/main" id="{97311AFC-BADF-E846-2A97-0F003DC2A5F2}"/>
              </a:ext>
            </a:extLst>
          </p:cNvPr>
          <p:cNvPicPr>
            <a:picLocks/>
          </p:cNvPicPr>
          <p:nvPr/>
        </p:nvPicPr>
        <p:blipFill>
          <a:blip r:embed="rId4" cstate="screen">
            <a:extLst>
              <a:ext uri="{28A0092B-C50C-407E-A947-70E740481C1C}">
                <a14:useLocalDpi xmlns:a14="http://schemas.microsoft.com/office/drawing/2010/main"/>
              </a:ext>
            </a:extLst>
          </a:blip>
          <a:stretch>
            <a:fillRect/>
          </a:stretch>
        </p:blipFill>
        <p:spPr>
          <a:xfrm>
            <a:off x="4518301" y="3031392"/>
            <a:ext cx="1054100" cy="1066800"/>
          </a:xfrm>
          <a:prstGeom prst="rect">
            <a:avLst/>
          </a:prstGeom>
        </p:spPr>
      </p:pic>
    </p:spTree>
    <p:extLst>
      <p:ext uri="{BB962C8B-B14F-4D97-AF65-F5344CB8AC3E}">
        <p14:creationId xmlns:p14="http://schemas.microsoft.com/office/powerpoint/2010/main" val="3821903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3DC468E-23F3-6C5A-E7F9-5F8EACBBBB5C}"/>
            </a:ext>
          </a:extLst>
        </p:cNvPr>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553F0FE1-4CD1-B74F-1937-54945199966C}"/>
              </a:ext>
            </a:extLst>
          </p:cNvPr>
          <p:cNvSpPr>
            <a:spLocks noGrp="1"/>
          </p:cNvSpPr>
          <p:nvPr>
            <p:ph type="body" sz="quarter" idx="11"/>
          </p:nvPr>
        </p:nvSpPr>
        <p:spPr/>
        <p:txBody>
          <a:bodyPr>
            <a:normAutofit/>
          </a:bodyPr>
          <a:lstStyle/>
          <a:p>
            <a:r>
              <a:rPr lang="fr-FR" dirty="0" err="1"/>
              <a:t>metro</a:t>
            </a:r>
            <a:endParaRPr lang="fr-FR" dirty="0"/>
          </a:p>
        </p:txBody>
      </p:sp>
      <p:pic>
        <p:nvPicPr>
          <p:cNvPr id="9" name="Picture Placeholder 6">
            <a:extLst>
              <a:ext uri="{FF2B5EF4-FFF2-40B4-BE49-F238E27FC236}">
                <a16:creationId xmlns:a16="http://schemas.microsoft.com/office/drawing/2014/main" id="{386449AB-395D-D2F6-F781-8D00387B0928}"/>
              </a:ext>
            </a:extLst>
          </p:cNvPr>
          <p:cNvPicPr>
            <a:picLocks noGrp="1" noChangeAspect="1"/>
          </p:cNvPicPr>
          <p:nvPr>
            <p:ph type="pic" sz="quarter" idx="12"/>
            <p:custDataLst>
              <p:tags r:id="rId4"/>
            </p:custDataLst>
          </p:nvPr>
        </p:nvPicPr>
        <p:blipFill rotWithShape="1">
          <a:blip r:embed="rId7" cstate="screen">
            <a:extLst>
              <a:ext uri="{28A0092B-C50C-407E-A947-70E740481C1C}">
                <a14:useLocalDpi xmlns:a14="http://schemas.microsoft.com/office/drawing/2010/main"/>
              </a:ext>
            </a:extLst>
          </a:blip>
          <a:srcRect/>
          <a:stretch/>
        </p:blipFill>
        <p:spPr>
          <a:xfrm>
            <a:off x="1231941" y="1267228"/>
            <a:ext cx="6608682" cy="6608682"/>
          </a:xfrm>
        </p:spPr>
      </p:pic>
      <p:sp>
        <p:nvSpPr>
          <p:cNvPr id="2" name="Espace réservé du numéro de diapositive 1">
            <a:extLst>
              <a:ext uri="{FF2B5EF4-FFF2-40B4-BE49-F238E27FC236}">
                <a16:creationId xmlns:a16="http://schemas.microsoft.com/office/drawing/2014/main" id="{E5034FE9-486D-BE18-1B3C-59F9B8B3B3F9}"/>
              </a:ext>
            </a:extLst>
          </p:cNvPr>
          <p:cNvSpPr>
            <a:spLocks noGrp="1"/>
          </p:cNvSpPr>
          <p:nvPr>
            <p:ph type="sldNum" sz="quarter" idx="19"/>
          </p:nvPr>
        </p:nvSpPr>
        <p:spPr/>
        <p:txBody>
          <a:bodyPr/>
          <a:lstStyle/>
          <a:p>
            <a:pPr marL="0" marR="0" lvl="0" indent="0" algn="ctr" defTabSz="1371417" rtl="0" eaLnBrk="1" fontAlgn="auto" latinLnBrk="0" hangingPunct="1">
              <a:lnSpc>
                <a:spcPct val="100000"/>
              </a:lnSpc>
              <a:spcBef>
                <a:spcPts val="0"/>
              </a:spcBef>
              <a:spcAft>
                <a:spcPts val="0"/>
              </a:spcAft>
              <a:buClrTx/>
              <a:buSzTx/>
              <a:buFontTx/>
              <a:buNone/>
              <a:tabLst/>
              <a:defRPr/>
            </a:pPr>
            <a:fld id="{4BF46CD0-FBDC-4232-8F32-5100991AA633}" type="slidenum">
              <a:rPr kumimoji="0" lang="fr-FR" sz="1200" b="0" i="0" u="none" strike="noStrike" kern="1200" cap="none" spc="0" normalizeH="0" baseline="0" noProof="0">
                <a:ln>
                  <a:noFill/>
                </a:ln>
                <a:solidFill>
                  <a:prstClr val="white"/>
                </a:solidFill>
                <a:effectLst/>
                <a:uLnTx/>
                <a:uFillTx/>
                <a:latin typeface="Bahnschrift"/>
                <a:ea typeface="+mn-ea"/>
                <a:cs typeface="+mn-cs"/>
              </a:rPr>
              <a:pPr marL="0" marR="0" lvl="0" indent="0" algn="ctr" defTabSz="1371417" rtl="0" eaLnBrk="1" fontAlgn="auto" latinLnBrk="0" hangingPunct="1">
                <a:lnSpc>
                  <a:spcPct val="100000"/>
                </a:lnSpc>
                <a:spcBef>
                  <a:spcPts val="0"/>
                </a:spcBef>
                <a:spcAft>
                  <a:spcPts val="0"/>
                </a:spcAft>
                <a:buClrTx/>
                <a:buSzTx/>
                <a:buFontTx/>
                <a:buNone/>
                <a:tabLst/>
                <a:defRPr/>
              </a:pPr>
              <a:t>8</a:t>
            </a:fld>
            <a:endParaRPr kumimoji="0" lang="fr-FR" sz="1200" b="0" i="0" u="none" strike="noStrike" kern="1200" cap="none" spc="0" normalizeH="0" baseline="0" noProof="0">
              <a:ln>
                <a:noFill/>
              </a:ln>
              <a:solidFill>
                <a:prstClr val="white"/>
              </a:solidFill>
              <a:effectLst/>
              <a:uLnTx/>
              <a:uFillTx/>
              <a:latin typeface="Bahnschrift"/>
              <a:ea typeface="+mn-ea"/>
              <a:cs typeface="+mn-cs"/>
            </a:endParaRPr>
          </a:p>
        </p:txBody>
      </p:sp>
      <p:sp>
        <p:nvSpPr>
          <p:cNvPr id="6" name="ZoneTexte 5">
            <a:extLst>
              <a:ext uri="{FF2B5EF4-FFF2-40B4-BE49-F238E27FC236}">
                <a16:creationId xmlns:a16="http://schemas.microsoft.com/office/drawing/2014/main" id="{F7915C7F-4C79-F5E6-48E6-65562CDE5B3A}"/>
              </a:ext>
            </a:extLst>
          </p:cNvPr>
          <p:cNvSpPr txBox="1"/>
          <p:nvPr/>
        </p:nvSpPr>
        <p:spPr>
          <a:xfrm>
            <a:off x="9673389" y="6128084"/>
            <a:ext cx="7234990" cy="215444"/>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dirty="0">
                <a:ln>
                  <a:noFill/>
                </a:ln>
                <a:solidFill>
                  <a:prstClr val="white"/>
                </a:solidFill>
                <a:effectLst/>
                <a:uLnTx/>
                <a:uFillTx/>
                <a:latin typeface="Bahnschrift"/>
                <a:ea typeface="+mn-ea"/>
                <a:cs typeface="+mn-cs"/>
              </a:rPr>
              <a:t>Dé</a:t>
            </a:r>
          </a:p>
        </p:txBody>
      </p:sp>
    </p:spTree>
    <p:custDataLst>
      <p:custData r:id="rId1"/>
      <p:custData r:id="rId2"/>
      <p:tags r:id="rId3"/>
    </p:custDataLst>
    <p:extLst>
      <p:ext uri="{BB962C8B-B14F-4D97-AF65-F5344CB8AC3E}">
        <p14:creationId xmlns:p14="http://schemas.microsoft.com/office/powerpoint/2010/main" val="124645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F2C3A52-3C2D-9F9D-239C-B13B4597CEA8}"/>
              </a:ext>
            </a:extLst>
          </p:cNvPr>
          <p:cNvPicPr>
            <a:picLocks/>
          </p:cNvPicPr>
          <p:nvPr/>
        </p:nvPicPr>
        <p:blipFill>
          <a:blip r:embed="rId2" cstate="screen">
            <a:extLst>
              <a:ext uri="{28A0092B-C50C-407E-A947-70E740481C1C}">
                <a14:useLocalDpi xmlns:a14="http://schemas.microsoft.com/office/drawing/2010/main"/>
              </a:ext>
            </a:extLst>
          </a:blip>
          <a:stretch>
            <a:fillRect/>
          </a:stretch>
        </p:blipFill>
        <p:spPr>
          <a:xfrm>
            <a:off x="266700" y="2197100"/>
            <a:ext cx="17780000" cy="7226300"/>
          </a:xfrm>
          <a:prstGeom prst="rect">
            <a:avLst/>
          </a:prstGeom>
        </p:spPr>
      </p:pic>
      <p:sp>
        <p:nvSpPr>
          <p:cNvPr id="6" name="ZoneTexte 5">
            <a:extLst>
              <a:ext uri="{FF2B5EF4-FFF2-40B4-BE49-F238E27FC236}">
                <a16:creationId xmlns:a16="http://schemas.microsoft.com/office/drawing/2014/main" id="{A9B72DDB-F6AF-FF1B-E016-33AD2389E058}"/>
              </a:ext>
            </a:extLst>
          </p:cNvPr>
          <p:cNvSpPr txBox="1"/>
          <p:nvPr/>
        </p:nvSpPr>
        <p:spPr>
          <a:xfrm>
            <a:off x="14236700" y="5867400"/>
            <a:ext cx="2781300" cy="342900"/>
          </a:xfrm>
          <a:prstGeom prst="rect">
            <a:avLst/>
          </a:prstGeom>
          <a:noFill/>
        </p:spPr>
        <p:txBody>
          <a:bodyPr vert="horz" wrap="square" lIns="0" tIns="0" rIns="0" bIns="0" rtlCol="0" anchor="t" anchorCtr="1">
            <a:noAutofit/>
          </a:bodyPr>
          <a:lstStyle/>
          <a:p>
            <a:pPr algn="ctr"/>
            <a:r>
              <a:rPr lang="fr-FR">
                <a:solidFill>
                  <a:srgbClr val="1A3256"/>
                </a:solidFill>
                <a:latin typeface="Segoe UI" panose="020B0502040204020203" pitchFamily="34" charset="0"/>
              </a:rPr>
              <a:t>2024 : 4,00 (-27,17%)</a:t>
            </a:r>
          </a:p>
        </p:txBody>
      </p:sp>
      <p:sp>
        <p:nvSpPr>
          <p:cNvPr id="7" name="ZoneTexte 6">
            <a:extLst>
              <a:ext uri="{FF2B5EF4-FFF2-40B4-BE49-F238E27FC236}">
                <a16:creationId xmlns:a16="http://schemas.microsoft.com/office/drawing/2014/main" id="{ED522E57-816D-87A5-85ED-DF3779C1E235}"/>
              </a:ext>
            </a:extLst>
          </p:cNvPr>
          <p:cNvSpPr txBox="1"/>
          <p:nvPr/>
        </p:nvSpPr>
        <p:spPr>
          <a:xfrm>
            <a:off x="7797800" y="5854700"/>
            <a:ext cx="2603500" cy="355600"/>
          </a:xfrm>
          <a:prstGeom prst="rect">
            <a:avLst/>
          </a:prstGeom>
          <a:noFill/>
        </p:spPr>
        <p:txBody>
          <a:bodyPr vert="horz" wrap="square" lIns="0" tIns="0" rIns="0" bIns="0" rtlCol="0" anchor="t" anchorCtr="1">
            <a:noAutofit/>
          </a:bodyPr>
          <a:lstStyle/>
          <a:p>
            <a:pPr algn="ctr"/>
            <a:r>
              <a:rPr lang="fr-FR">
                <a:solidFill>
                  <a:srgbClr val="1A3256"/>
                </a:solidFill>
                <a:latin typeface="Segoe UI" panose="020B0502040204020203" pitchFamily="34" charset="0"/>
              </a:rPr>
              <a:t>2024 : 4,05 (-14,81%)</a:t>
            </a:r>
          </a:p>
        </p:txBody>
      </p:sp>
      <p:sp>
        <p:nvSpPr>
          <p:cNvPr id="8" name="ZoneTexte 7">
            <a:extLst>
              <a:ext uri="{FF2B5EF4-FFF2-40B4-BE49-F238E27FC236}">
                <a16:creationId xmlns:a16="http://schemas.microsoft.com/office/drawing/2014/main" id="{45E87856-3624-154C-C1F8-C589174F128C}"/>
              </a:ext>
            </a:extLst>
          </p:cNvPr>
          <p:cNvSpPr txBox="1"/>
          <p:nvPr/>
        </p:nvSpPr>
        <p:spPr>
          <a:xfrm>
            <a:off x="1612900" y="5854700"/>
            <a:ext cx="3378200" cy="355600"/>
          </a:xfrm>
          <a:prstGeom prst="rect">
            <a:avLst/>
          </a:prstGeom>
          <a:noFill/>
        </p:spPr>
        <p:txBody>
          <a:bodyPr vert="horz" wrap="square" lIns="0" tIns="0" rIns="0" bIns="0" rtlCol="0" anchor="t" anchorCtr="1">
            <a:noAutofit/>
          </a:bodyPr>
          <a:lstStyle/>
          <a:p>
            <a:pPr algn="ctr"/>
            <a:r>
              <a:rPr lang="fr-FR">
                <a:solidFill>
                  <a:srgbClr val="1A3256"/>
                </a:solidFill>
                <a:latin typeface="Segoe UI" panose="020B0502040204020203" pitchFamily="34" charset="0"/>
              </a:rPr>
              <a:t>2024 : 3,56 (2,24%)</a:t>
            </a:r>
          </a:p>
        </p:txBody>
      </p:sp>
      <p:pic>
        <p:nvPicPr>
          <p:cNvPr id="10" name="Image 9">
            <a:extLst>
              <a:ext uri="{FF2B5EF4-FFF2-40B4-BE49-F238E27FC236}">
                <a16:creationId xmlns:a16="http://schemas.microsoft.com/office/drawing/2014/main" id="{058266A4-BA31-078A-0A41-1FF39C4640CF}"/>
              </a:ext>
            </a:extLst>
          </p:cNvPr>
          <p:cNvPicPr>
            <a:picLocks/>
          </p:cNvPicPr>
          <p:nvPr/>
        </p:nvPicPr>
        <p:blipFill>
          <a:blip r:embed="rId3" cstate="screen">
            <a:extLst>
              <a:ext uri="{28A0092B-C50C-407E-A947-70E740481C1C}">
                <a14:useLocalDpi xmlns:a14="http://schemas.microsoft.com/office/drawing/2010/main"/>
              </a:ext>
            </a:extLst>
          </a:blip>
          <a:stretch>
            <a:fillRect/>
          </a:stretch>
        </p:blipFill>
        <p:spPr>
          <a:xfrm>
            <a:off x="13042900" y="3213100"/>
            <a:ext cx="1498600" cy="596900"/>
          </a:xfrm>
          <a:prstGeom prst="rect">
            <a:avLst/>
          </a:prstGeom>
        </p:spPr>
      </p:pic>
      <p:pic>
        <p:nvPicPr>
          <p:cNvPr id="12" name="Image 11">
            <a:extLst>
              <a:ext uri="{FF2B5EF4-FFF2-40B4-BE49-F238E27FC236}">
                <a16:creationId xmlns:a16="http://schemas.microsoft.com/office/drawing/2014/main" id="{FD749307-93AB-3151-25E7-4541B914B1AA}"/>
              </a:ext>
            </a:extLst>
          </p:cNvPr>
          <p:cNvPicPr>
            <a:picLocks/>
          </p:cNvPicPr>
          <p:nvPr/>
        </p:nvPicPr>
        <p:blipFill>
          <a:blip r:embed="rId3" cstate="screen">
            <a:extLst>
              <a:ext uri="{28A0092B-C50C-407E-A947-70E740481C1C}">
                <a14:useLocalDpi xmlns:a14="http://schemas.microsoft.com/office/drawing/2010/main"/>
              </a:ext>
            </a:extLst>
          </a:blip>
          <a:stretch>
            <a:fillRect/>
          </a:stretch>
        </p:blipFill>
        <p:spPr>
          <a:xfrm>
            <a:off x="3746500" y="3213100"/>
            <a:ext cx="1485900" cy="596900"/>
          </a:xfrm>
          <a:prstGeom prst="rect">
            <a:avLst/>
          </a:prstGeom>
        </p:spPr>
      </p:pic>
      <p:sp>
        <p:nvSpPr>
          <p:cNvPr id="13" name="ZoneTexte 12">
            <a:extLst>
              <a:ext uri="{FF2B5EF4-FFF2-40B4-BE49-F238E27FC236}">
                <a16:creationId xmlns:a16="http://schemas.microsoft.com/office/drawing/2014/main" id="{82F5F396-8F81-3F91-B137-615D4881DAE2}"/>
              </a:ext>
            </a:extLst>
          </p:cNvPr>
          <p:cNvSpPr txBox="1"/>
          <p:nvPr/>
        </p:nvSpPr>
        <p:spPr>
          <a:xfrm>
            <a:off x="2870200" y="3276600"/>
            <a:ext cx="3238500" cy="749300"/>
          </a:xfrm>
          <a:prstGeom prst="rect">
            <a:avLst/>
          </a:prstGeom>
          <a:noFill/>
        </p:spPr>
        <p:txBody>
          <a:bodyPr vert="horz" wrap="square" lIns="0" tIns="0" rIns="0" bIns="0" rtlCol="0" anchor="t" anchorCtr="1">
            <a:noAutofit/>
          </a:bodyPr>
          <a:lstStyle/>
          <a:p>
            <a:pPr algn="ctr"/>
            <a:r>
              <a:rPr lang="fr-FR" sz="2400" b="1">
                <a:solidFill>
                  <a:srgbClr val="FFFFFF"/>
                </a:solidFill>
                <a:latin typeface="Bahnschrift" panose="020B0502040204020203" pitchFamily="34" charset="0"/>
              </a:rPr>
              <a:t>3,83</a:t>
            </a:r>
          </a:p>
        </p:txBody>
      </p:sp>
      <p:sp>
        <p:nvSpPr>
          <p:cNvPr id="14" name="ZoneTexte 13">
            <a:extLst>
              <a:ext uri="{FF2B5EF4-FFF2-40B4-BE49-F238E27FC236}">
                <a16:creationId xmlns:a16="http://schemas.microsoft.com/office/drawing/2014/main" id="{827E5A0A-7E96-C5BA-86B0-53B1B99F3A4F}"/>
              </a:ext>
            </a:extLst>
          </p:cNvPr>
          <p:cNvSpPr txBox="1"/>
          <p:nvPr/>
        </p:nvSpPr>
        <p:spPr>
          <a:xfrm>
            <a:off x="533400" y="571500"/>
            <a:ext cx="9144000" cy="723900"/>
          </a:xfrm>
          <a:prstGeom prst="rect">
            <a:avLst/>
          </a:prstGeom>
          <a:noFill/>
        </p:spPr>
        <p:txBody>
          <a:bodyPr vert="horz" wrap="square" lIns="0" tIns="0" rIns="0" bIns="0" rtlCol="0" anchor="t" anchorCtr="0">
            <a:noAutofit/>
          </a:bodyPr>
          <a:lstStyle/>
          <a:p>
            <a:r>
              <a:rPr lang="fr-FR" sz="4200" b="1" dirty="0">
                <a:solidFill>
                  <a:srgbClr val="1A3256"/>
                </a:solidFill>
                <a:latin typeface="Bahnschrift" panose="020B0502040204020203" pitchFamily="34" charset="0"/>
              </a:rPr>
              <a:t>SYNTHÈSE GÉNÉRALE</a:t>
            </a:r>
          </a:p>
        </p:txBody>
      </p:sp>
      <p:sp>
        <p:nvSpPr>
          <p:cNvPr id="15" name="ZoneTexte 14">
            <a:extLst>
              <a:ext uri="{FF2B5EF4-FFF2-40B4-BE49-F238E27FC236}">
                <a16:creationId xmlns:a16="http://schemas.microsoft.com/office/drawing/2014/main" id="{508900E9-7446-4629-445A-7D51CB004D46}"/>
              </a:ext>
            </a:extLst>
          </p:cNvPr>
          <p:cNvSpPr txBox="1"/>
          <p:nvPr/>
        </p:nvSpPr>
        <p:spPr>
          <a:xfrm>
            <a:off x="533400" y="1143000"/>
            <a:ext cx="15189200" cy="787400"/>
          </a:xfrm>
          <a:prstGeom prst="rect">
            <a:avLst/>
          </a:prstGeom>
          <a:noFill/>
        </p:spPr>
        <p:txBody>
          <a:bodyPr vert="horz" wrap="square" lIns="0" tIns="0" rIns="0" bIns="0" rtlCol="0" anchor="t" anchorCtr="0">
            <a:noAutofit/>
          </a:bodyPr>
          <a:lstStyle/>
          <a:p>
            <a:r>
              <a:rPr lang="fr-FR" sz="3600" b="1" dirty="0">
                <a:solidFill>
                  <a:srgbClr val="1A3256"/>
                </a:solidFill>
                <a:latin typeface="Segoe UI Light" panose="020B0502040204020203" pitchFamily="34" charset="0"/>
              </a:rPr>
              <a:t>METRO</a:t>
            </a:r>
          </a:p>
        </p:txBody>
      </p:sp>
      <p:sp>
        <p:nvSpPr>
          <p:cNvPr id="16" name="ZoneTexte 15">
            <a:extLst>
              <a:ext uri="{FF2B5EF4-FFF2-40B4-BE49-F238E27FC236}">
                <a16:creationId xmlns:a16="http://schemas.microsoft.com/office/drawing/2014/main" id="{A8626032-25E4-C50E-55B5-31895DB0DDD2}"/>
              </a:ext>
            </a:extLst>
          </p:cNvPr>
          <p:cNvSpPr txBox="1"/>
          <p:nvPr/>
        </p:nvSpPr>
        <p:spPr>
          <a:xfrm>
            <a:off x="2857500" y="2298700"/>
            <a:ext cx="3263900" cy="723900"/>
          </a:xfrm>
          <a:prstGeom prst="rect">
            <a:avLst/>
          </a:prstGeom>
          <a:noFill/>
        </p:spPr>
        <p:txBody>
          <a:bodyPr vert="horz" wrap="square" lIns="0" tIns="0" rIns="0" bIns="0" rtlCol="0" anchor="t" anchorCtr="1">
            <a:noAutofit/>
          </a:bodyPr>
          <a:lstStyle/>
          <a:p>
            <a:pPr algn="ctr"/>
            <a:r>
              <a:rPr lang="fr-FR" sz="3800" b="1">
                <a:solidFill>
                  <a:srgbClr val="0F39B7"/>
                </a:solidFill>
                <a:latin typeface="Bahnschrift" panose="020B0502040204020203" pitchFamily="34" charset="0"/>
              </a:rPr>
              <a:t>2024</a:t>
            </a:r>
          </a:p>
        </p:txBody>
      </p:sp>
      <p:sp>
        <p:nvSpPr>
          <p:cNvPr id="17" name="ZoneTexte 16">
            <a:extLst>
              <a:ext uri="{FF2B5EF4-FFF2-40B4-BE49-F238E27FC236}">
                <a16:creationId xmlns:a16="http://schemas.microsoft.com/office/drawing/2014/main" id="{3CBDBE25-33A0-58DE-9798-6471BCFC711B}"/>
              </a:ext>
            </a:extLst>
          </p:cNvPr>
          <p:cNvSpPr txBox="1"/>
          <p:nvPr/>
        </p:nvSpPr>
        <p:spPr>
          <a:xfrm>
            <a:off x="2857500" y="2806700"/>
            <a:ext cx="3276600" cy="393700"/>
          </a:xfrm>
          <a:prstGeom prst="rect">
            <a:avLst/>
          </a:prstGeom>
          <a:noFill/>
        </p:spPr>
        <p:txBody>
          <a:bodyPr vert="horz" wrap="square" lIns="0" tIns="0" rIns="0" bIns="0" rtlCol="0" anchor="t" anchorCtr="1">
            <a:noAutofit/>
          </a:bodyPr>
          <a:lstStyle/>
          <a:p>
            <a:pPr algn="ctr"/>
            <a:r>
              <a:rPr lang="fr-FR">
                <a:solidFill>
                  <a:srgbClr val="1A3256"/>
                </a:solidFill>
                <a:latin typeface="Segoe UI Semilight" panose="020B0402040204020203" pitchFamily="34" charset="0"/>
              </a:rPr>
              <a:t>(2 interlocuteurs)</a:t>
            </a:r>
          </a:p>
        </p:txBody>
      </p:sp>
      <p:sp>
        <p:nvSpPr>
          <p:cNvPr id="18" name="ZoneTexte 17">
            <a:extLst>
              <a:ext uri="{FF2B5EF4-FFF2-40B4-BE49-F238E27FC236}">
                <a16:creationId xmlns:a16="http://schemas.microsoft.com/office/drawing/2014/main" id="{E241DB8A-354C-8F9A-168D-1F3A9D0B25EB}"/>
              </a:ext>
            </a:extLst>
          </p:cNvPr>
          <p:cNvSpPr txBox="1"/>
          <p:nvPr/>
        </p:nvSpPr>
        <p:spPr>
          <a:xfrm>
            <a:off x="1727200" y="5448300"/>
            <a:ext cx="3200400" cy="596900"/>
          </a:xfrm>
          <a:prstGeom prst="rect">
            <a:avLst/>
          </a:prstGeom>
          <a:noFill/>
        </p:spPr>
        <p:txBody>
          <a:bodyPr vert="horz" wrap="square" lIns="0" tIns="0" rIns="0" bIns="0" rtlCol="0" anchor="t" anchorCtr="1">
            <a:noAutofit/>
          </a:bodyPr>
          <a:lstStyle/>
          <a:p>
            <a:pPr algn="ctr"/>
            <a:r>
              <a:rPr lang="fr-FR" sz="2800" b="1">
                <a:solidFill>
                  <a:srgbClr val="1A3256"/>
                </a:solidFill>
                <a:latin typeface="Bahnschrift" panose="020B0502040204020203" pitchFamily="34" charset="0"/>
              </a:rPr>
              <a:t>Basiques : 3,64</a:t>
            </a:r>
          </a:p>
        </p:txBody>
      </p:sp>
      <p:sp>
        <p:nvSpPr>
          <p:cNvPr id="19" name="ZoneTexte 18">
            <a:extLst>
              <a:ext uri="{FF2B5EF4-FFF2-40B4-BE49-F238E27FC236}">
                <a16:creationId xmlns:a16="http://schemas.microsoft.com/office/drawing/2014/main" id="{74198251-14BF-3D3A-7950-89A3C13FA38B}"/>
              </a:ext>
            </a:extLst>
          </p:cNvPr>
          <p:cNvSpPr txBox="1"/>
          <p:nvPr/>
        </p:nvSpPr>
        <p:spPr>
          <a:xfrm>
            <a:off x="7175500" y="5448300"/>
            <a:ext cx="3848100" cy="596900"/>
          </a:xfrm>
          <a:prstGeom prst="rect">
            <a:avLst/>
          </a:prstGeom>
          <a:noFill/>
        </p:spPr>
        <p:txBody>
          <a:bodyPr vert="horz" wrap="square" lIns="0" tIns="0" rIns="0" bIns="0" rtlCol="0" anchor="t" anchorCtr="1">
            <a:noAutofit/>
          </a:bodyPr>
          <a:lstStyle/>
          <a:p>
            <a:pPr algn="ctr"/>
            <a:r>
              <a:rPr lang="fr-FR" sz="2800" b="1">
                <a:solidFill>
                  <a:srgbClr val="1A3256"/>
                </a:solidFill>
                <a:latin typeface="Bahnschrift" panose="020B0502040204020203" pitchFamily="34" charset="0"/>
              </a:rPr>
              <a:t>Collaboratives : 3,45</a:t>
            </a:r>
          </a:p>
        </p:txBody>
      </p:sp>
      <p:sp>
        <p:nvSpPr>
          <p:cNvPr id="20" name="ZoneTexte 19">
            <a:extLst>
              <a:ext uri="{FF2B5EF4-FFF2-40B4-BE49-F238E27FC236}">
                <a16:creationId xmlns:a16="http://schemas.microsoft.com/office/drawing/2014/main" id="{936077F1-BBF3-B002-B936-BCDFE85E0DA9}"/>
              </a:ext>
            </a:extLst>
          </p:cNvPr>
          <p:cNvSpPr txBox="1"/>
          <p:nvPr/>
        </p:nvSpPr>
        <p:spPr>
          <a:xfrm>
            <a:off x="13792200" y="5448300"/>
            <a:ext cx="3683000" cy="596900"/>
          </a:xfrm>
          <a:prstGeom prst="rect">
            <a:avLst/>
          </a:prstGeom>
          <a:noFill/>
        </p:spPr>
        <p:txBody>
          <a:bodyPr vert="horz" wrap="square" lIns="0" tIns="0" rIns="0" bIns="0" rtlCol="0" anchor="t" anchorCtr="1">
            <a:noAutofit/>
          </a:bodyPr>
          <a:lstStyle/>
          <a:p>
            <a:pPr algn="ctr"/>
            <a:r>
              <a:rPr lang="fr-FR" sz="2800" b="1">
                <a:solidFill>
                  <a:srgbClr val="1A3256"/>
                </a:solidFill>
                <a:latin typeface="Bahnschrift" panose="020B0502040204020203" pitchFamily="34" charset="0"/>
              </a:rPr>
              <a:t>Partenariales : 2,91</a:t>
            </a:r>
          </a:p>
        </p:txBody>
      </p:sp>
      <p:sp>
        <p:nvSpPr>
          <p:cNvPr id="21" name="ZoneTexte 20">
            <a:extLst>
              <a:ext uri="{FF2B5EF4-FFF2-40B4-BE49-F238E27FC236}">
                <a16:creationId xmlns:a16="http://schemas.microsoft.com/office/drawing/2014/main" id="{B51F5505-6C8E-08D1-A95B-F998F7A94C18}"/>
              </a:ext>
            </a:extLst>
          </p:cNvPr>
          <p:cNvSpPr txBox="1"/>
          <p:nvPr/>
        </p:nvSpPr>
        <p:spPr>
          <a:xfrm>
            <a:off x="12153900" y="2298700"/>
            <a:ext cx="3263900" cy="736600"/>
          </a:xfrm>
          <a:prstGeom prst="rect">
            <a:avLst/>
          </a:prstGeom>
          <a:noFill/>
        </p:spPr>
        <p:txBody>
          <a:bodyPr vert="horz" wrap="square" lIns="0" tIns="0" rIns="0" bIns="0" rtlCol="0" anchor="t" anchorCtr="1">
            <a:noAutofit/>
          </a:bodyPr>
          <a:lstStyle/>
          <a:p>
            <a:pPr algn="ctr"/>
            <a:r>
              <a:rPr lang="fr-FR" sz="3800" b="1">
                <a:solidFill>
                  <a:srgbClr val="0F39B7"/>
                </a:solidFill>
                <a:latin typeface="Bahnschrift" panose="020B0502040204020203" pitchFamily="34" charset="0"/>
              </a:rPr>
              <a:t>2025</a:t>
            </a:r>
          </a:p>
        </p:txBody>
      </p:sp>
      <p:sp>
        <p:nvSpPr>
          <p:cNvPr id="22" name="ZoneTexte 21">
            <a:extLst>
              <a:ext uri="{FF2B5EF4-FFF2-40B4-BE49-F238E27FC236}">
                <a16:creationId xmlns:a16="http://schemas.microsoft.com/office/drawing/2014/main" id="{81A719DC-C940-DE2D-2E47-CBEEB3B0194E}"/>
              </a:ext>
            </a:extLst>
          </p:cNvPr>
          <p:cNvSpPr txBox="1"/>
          <p:nvPr/>
        </p:nvSpPr>
        <p:spPr>
          <a:xfrm>
            <a:off x="12153900" y="2819400"/>
            <a:ext cx="3276600" cy="381000"/>
          </a:xfrm>
          <a:prstGeom prst="rect">
            <a:avLst/>
          </a:prstGeom>
          <a:noFill/>
        </p:spPr>
        <p:txBody>
          <a:bodyPr vert="horz" wrap="square" lIns="0" tIns="0" rIns="0" bIns="0" rtlCol="0" anchor="t" anchorCtr="1">
            <a:noAutofit/>
          </a:bodyPr>
          <a:lstStyle/>
          <a:p>
            <a:pPr algn="ctr"/>
            <a:r>
              <a:rPr lang="fr-FR">
                <a:solidFill>
                  <a:srgbClr val="1A3256"/>
                </a:solidFill>
                <a:latin typeface="Segoe UI Semilight" panose="020B0402040204020203" pitchFamily="34" charset="0"/>
              </a:rPr>
              <a:t>(5 interlocuteurs)</a:t>
            </a:r>
          </a:p>
        </p:txBody>
      </p:sp>
      <p:sp>
        <p:nvSpPr>
          <p:cNvPr id="23" name="ZoneTexte 22">
            <a:extLst>
              <a:ext uri="{FF2B5EF4-FFF2-40B4-BE49-F238E27FC236}">
                <a16:creationId xmlns:a16="http://schemas.microsoft.com/office/drawing/2014/main" id="{F8BEE869-B1C3-244E-18FE-E2857E40A0B9}"/>
              </a:ext>
            </a:extLst>
          </p:cNvPr>
          <p:cNvSpPr txBox="1"/>
          <p:nvPr/>
        </p:nvSpPr>
        <p:spPr>
          <a:xfrm>
            <a:off x="12179300" y="3276600"/>
            <a:ext cx="3225800" cy="749300"/>
          </a:xfrm>
          <a:prstGeom prst="rect">
            <a:avLst/>
          </a:prstGeom>
          <a:noFill/>
        </p:spPr>
        <p:txBody>
          <a:bodyPr vert="horz" wrap="square" lIns="0" tIns="0" rIns="0" bIns="0" rtlCol="0" anchor="t" anchorCtr="1">
            <a:noAutofit/>
          </a:bodyPr>
          <a:lstStyle/>
          <a:p>
            <a:pPr algn="ctr"/>
            <a:r>
              <a:rPr lang="fr-FR" sz="2400" b="1">
                <a:solidFill>
                  <a:srgbClr val="FFFFFF"/>
                </a:solidFill>
                <a:latin typeface="Bahnschrift" panose="020B0502040204020203" pitchFamily="34" charset="0"/>
              </a:rPr>
              <a:t>3,54</a:t>
            </a:r>
          </a:p>
        </p:txBody>
      </p:sp>
      <p:sp>
        <p:nvSpPr>
          <p:cNvPr id="24" name="ZoneTexte 23">
            <a:extLst>
              <a:ext uri="{FF2B5EF4-FFF2-40B4-BE49-F238E27FC236}">
                <a16:creationId xmlns:a16="http://schemas.microsoft.com/office/drawing/2014/main" id="{16FCFD73-86D4-870B-15A0-193560F98E2E}"/>
              </a:ext>
            </a:extLst>
          </p:cNvPr>
          <p:cNvSpPr txBox="1"/>
          <p:nvPr/>
        </p:nvSpPr>
        <p:spPr>
          <a:xfrm>
            <a:off x="1651000" y="8382000"/>
            <a:ext cx="3238500" cy="558800"/>
          </a:xfrm>
          <a:prstGeom prst="rect">
            <a:avLst/>
          </a:prstGeom>
          <a:noFill/>
        </p:spPr>
        <p:txBody>
          <a:bodyPr vert="horz" wrap="square" lIns="0" tIns="0" rIns="0" bIns="0" rtlCol="0" anchor="t" anchorCtr="1">
            <a:noAutofit/>
          </a:bodyPr>
          <a:lstStyle/>
          <a:p>
            <a:pPr algn="ctr"/>
            <a:r>
              <a:rPr lang="fr-FR" sz="3600" b="1">
                <a:solidFill>
                  <a:srgbClr val="0F39B7"/>
                </a:solidFill>
                <a:latin typeface="Bahnschrift" panose="020B0502040204020203" pitchFamily="34" charset="0"/>
              </a:rPr>
              <a:t>4</a:t>
            </a:r>
          </a:p>
        </p:txBody>
      </p:sp>
      <p:sp>
        <p:nvSpPr>
          <p:cNvPr id="25" name="ZoneTexte 24">
            <a:extLst>
              <a:ext uri="{FF2B5EF4-FFF2-40B4-BE49-F238E27FC236}">
                <a16:creationId xmlns:a16="http://schemas.microsoft.com/office/drawing/2014/main" id="{D0CC48FF-8F37-55BF-333F-F499A47D8D6E}"/>
              </a:ext>
            </a:extLst>
          </p:cNvPr>
          <p:cNvSpPr txBox="1"/>
          <p:nvPr/>
        </p:nvSpPr>
        <p:spPr>
          <a:xfrm>
            <a:off x="13881100" y="8382000"/>
            <a:ext cx="3238500" cy="558800"/>
          </a:xfrm>
          <a:prstGeom prst="rect">
            <a:avLst/>
          </a:prstGeom>
          <a:noFill/>
        </p:spPr>
        <p:txBody>
          <a:bodyPr vert="horz" wrap="square" lIns="0" tIns="0" rIns="0" bIns="0" rtlCol="0" anchor="t" anchorCtr="1">
            <a:noAutofit/>
          </a:bodyPr>
          <a:lstStyle/>
          <a:p>
            <a:pPr algn="ctr"/>
            <a:r>
              <a:rPr lang="fr-FR" sz="3600" b="1">
                <a:solidFill>
                  <a:srgbClr val="0F39B7"/>
                </a:solidFill>
                <a:latin typeface="Bahnschrift" panose="020B0502040204020203" pitchFamily="34" charset="0"/>
              </a:rPr>
              <a:t>5 réponses</a:t>
            </a:r>
          </a:p>
        </p:txBody>
      </p:sp>
      <p:sp>
        <p:nvSpPr>
          <p:cNvPr id="26" name="ZoneTexte 25">
            <a:extLst>
              <a:ext uri="{FF2B5EF4-FFF2-40B4-BE49-F238E27FC236}">
                <a16:creationId xmlns:a16="http://schemas.microsoft.com/office/drawing/2014/main" id="{995FF8A8-F39F-CE6B-8D29-2B14899DE4C4}"/>
              </a:ext>
            </a:extLst>
          </p:cNvPr>
          <p:cNvSpPr txBox="1"/>
          <p:nvPr/>
        </p:nvSpPr>
        <p:spPr>
          <a:xfrm>
            <a:off x="457200" y="8826500"/>
            <a:ext cx="5473700" cy="800100"/>
          </a:xfrm>
          <a:prstGeom prst="rect">
            <a:avLst/>
          </a:prstGeom>
          <a:noFill/>
        </p:spPr>
        <p:txBody>
          <a:bodyPr vert="horz" wrap="square" lIns="0" tIns="0" rIns="0" bIns="0" rtlCol="0" anchor="t" anchorCtr="1">
            <a:noAutofit/>
          </a:bodyPr>
          <a:lstStyle/>
          <a:p>
            <a:pPr algn="ctr"/>
            <a:r>
              <a:rPr lang="fr-FR" sz="2200">
                <a:solidFill>
                  <a:srgbClr val="1A3256"/>
                </a:solidFill>
                <a:latin typeface="Segoe UI" panose="020B0502040204020203" pitchFamily="34" charset="0"/>
              </a:rPr>
              <a:t>interlocuteurs souhaitent</a:t>
            </a:r>
          </a:p>
          <a:p>
            <a:pPr algn="ctr"/>
            <a:r>
              <a:rPr lang="fr-FR" sz="2200">
                <a:solidFill>
                  <a:srgbClr val="1A3256"/>
                </a:solidFill>
                <a:latin typeface="Segoe UI" panose="020B0502040204020203" pitchFamily="34" charset="0"/>
              </a:rPr>
              <a:t>développer la prestation avec ID</a:t>
            </a:r>
          </a:p>
        </p:txBody>
      </p:sp>
      <p:sp>
        <p:nvSpPr>
          <p:cNvPr id="27" name="ZoneTexte 26">
            <a:extLst>
              <a:ext uri="{FF2B5EF4-FFF2-40B4-BE49-F238E27FC236}">
                <a16:creationId xmlns:a16="http://schemas.microsoft.com/office/drawing/2014/main" id="{862FA87B-F967-6688-61CA-5289E3E8ABB5}"/>
              </a:ext>
            </a:extLst>
          </p:cNvPr>
          <p:cNvSpPr txBox="1"/>
          <p:nvPr/>
        </p:nvSpPr>
        <p:spPr>
          <a:xfrm>
            <a:off x="13830300" y="8826500"/>
            <a:ext cx="3276600" cy="381000"/>
          </a:xfrm>
          <a:prstGeom prst="rect">
            <a:avLst/>
          </a:prstGeom>
          <a:noFill/>
        </p:spPr>
        <p:txBody>
          <a:bodyPr vert="horz" wrap="square" lIns="0" tIns="0" rIns="0" bIns="0" rtlCol="0" anchor="t" anchorCtr="1">
            <a:noAutofit/>
          </a:bodyPr>
          <a:lstStyle/>
          <a:p>
            <a:pPr algn="ctr"/>
            <a:r>
              <a:rPr lang="fr-FR" sz="2200">
                <a:solidFill>
                  <a:srgbClr val="1A3256"/>
                </a:solidFill>
                <a:latin typeface="Segoe UI" panose="020B0502040204020203" pitchFamily="34" charset="0"/>
              </a:rPr>
              <a:t>2 en 2024</a:t>
            </a:r>
          </a:p>
        </p:txBody>
      </p:sp>
      <p:pic>
        <p:nvPicPr>
          <p:cNvPr id="29" name="Image 28">
            <a:extLst>
              <a:ext uri="{FF2B5EF4-FFF2-40B4-BE49-F238E27FC236}">
                <a16:creationId xmlns:a16="http://schemas.microsoft.com/office/drawing/2014/main" id="{0AF7387C-B4F0-4D72-49D6-32BD73306EF3}"/>
              </a:ext>
            </a:extLst>
          </p:cNvPr>
          <p:cNvPicPr>
            <a:picLocks/>
          </p:cNvPicPr>
          <p:nvPr/>
        </p:nvPicPr>
        <p:blipFill>
          <a:blip r:embed="rId4" cstate="screen">
            <a:extLst>
              <a:ext uri="{28A0092B-C50C-407E-A947-70E740481C1C}">
                <a14:useLocalDpi xmlns:a14="http://schemas.microsoft.com/office/drawing/2010/main"/>
              </a:ext>
            </a:extLst>
          </a:blip>
          <a:stretch>
            <a:fillRect/>
          </a:stretch>
        </p:blipFill>
        <p:spPr>
          <a:xfrm>
            <a:off x="2654300" y="7010400"/>
            <a:ext cx="1358900" cy="1155700"/>
          </a:xfrm>
          <a:prstGeom prst="rect">
            <a:avLst/>
          </a:prstGeom>
        </p:spPr>
      </p:pic>
      <p:pic>
        <p:nvPicPr>
          <p:cNvPr id="31" name="Image 30">
            <a:extLst>
              <a:ext uri="{FF2B5EF4-FFF2-40B4-BE49-F238E27FC236}">
                <a16:creationId xmlns:a16="http://schemas.microsoft.com/office/drawing/2014/main" id="{028EDCA1-FFB7-E292-1B3B-DA25C1F34787}"/>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2717800" y="4419600"/>
            <a:ext cx="1219200" cy="1117600"/>
          </a:xfrm>
          <a:prstGeom prst="rect">
            <a:avLst/>
          </a:prstGeom>
        </p:spPr>
      </p:pic>
      <p:pic>
        <p:nvPicPr>
          <p:cNvPr id="33" name="Image 32">
            <a:extLst>
              <a:ext uri="{FF2B5EF4-FFF2-40B4-BE49-F238E27FC236}">
                <a16:creationId xmlns:a16="http://schemas.microsoft.com/office/drawing/2014/main" id="{C4F77754-CCDD-07B3-EDF5-261C53D2AEC6}"/>
              </a:ext>
            </a:extLst>
          </p:cNvPr>
          <p:cNvPicPr>
            <a:picLocks/>
          </p:cNvPicPr>
          <p:nvPr/>
        </p:nvPicPr>
        <p:blipFill>
          <a:blip r:embed="rId6" cstate="screen">
            <a:extLst>
              <a:ext uri="{28A0092B-C50C-407E-A947-70E740481C1C}">
                <a14:useLocalDpi xmlns:a14="http://schemas.microsoft.com/office/drawing/2010/main"/>
              </a:ext>
            </a:extLst>
          </a:blip>
          <a:stretch>
            <a:fillRect/>
          </a:stretch>
        </p:blipFill>
        <p:spPr>
          <a:xfrm>
            <a:off x="14922500" y="6997700"/>
            <a:ext cx="1358900" cy="1168400"/>
          </a:xfrm>
          <a:prstGeom prst="rect">
            <a:avLst/>
          </a:prstGeom>
        </p:spPr>
      </p:pic>
      <p:pic>
        <p:nvPicPr>
          <p:cNvPr id="35" name="Image 34">
            <a:extLst>
              <a:ext uri="{FF2B5EF4-FFF2-40B4-BE49-F238E27FC236}">
                <a16:creationId xmlns:a16="http://schemas.microsoft.com/office/drawing/2014/main" id="{045D782E-2321-535F-D08F-B5F889EAD30E}"/>
              </a:ext>
            </a:extLst>
          </p:cNvPr>
          <p:cNvPicPr>
            <a:picLocks/>
          </p:cNvPicPr>
          <p:nvPr/>
        </p:nvPicPr>
        <p:blipFill>
          <a:blip r:embed="rId7" cstate="screen">
            <a:extLst>
              <a:ext uri="{28A0092B-C50C-407E-A947-70E740481C1C}">
                <a14:useLocalDpi xmlns:a14="http://schemas.microsoft.com/office/drawing/2010/main"/>
              </a:ext>
            </a:extLst>
          </a:blip>
          <a:stretch>
            <a:fillRect/>
          </a:stretch>
        </p:blipFill>
        <p:spPr>
          <a:xfrm>
            <a:off x="8661400" y="4406900"/>
            <a:ext cx="1206500" cy="1130300"/>
          </a:xfrm>
          <a:prstGeom prst="rect">
            <a:avLst/>
          </a:prstGeom>
        </p:spPr>
      </p:pic>
      <p:pic>
        <p:nvPicPr>
          <p:cNvPr id="37" name="Image 36">
            <a:extLst>
              <a:ext uri="{FF2B5EF4-FFF2-40B4-BE49-F238E27FC236}">
                <a16:creationId xmlns:a16="http://schemas.microsoft.com/office/drawing/2014/main" id="{F0217306-BCBB-19DE-686B-5365C5A7174C}"/>
              </a:ext>
            </a:extLst>
          </p:cNvPr>
          <p:cNvPicPr>
            <a:picLocks/>
          </p:cNvPicPr>
          <p:nvPr/>
        </p:nvPicPr>
        <p:blipFill>
          <a:blip r:embed="rId7" cstate="screen">
            <a:extLst>
              <a:ext uri="{28A0092B-C50C-407E-A947-70E740481C1C}">
                <a14:useLocalDpi xmlns:a14="http://schemas.microsoft.com/office/drawing/2010/main"/>
              </a:ext>
            </a:extLst>
          </a:blip>
          <a:stretch>
            <a:fillRect/>
          </a:stretch>
        </p:blipFill>
        <p:spPr>
          <a:xfrm>
            <a:off x="14859000" y="4406900"/>
            <a:ext cx="1219200" cy="1130300"/>
          </a:xfrm>
          <a:prstGeom prst="rect">
            <a:avLst/>
          </a:prstGeom>
        </p:spPr>
      </p:pic>
      <p:pic>
        <p:nvPicPr>
          <p:cNvPr id="39" name="Image 38">
            <a:extLst>
              <a:ext uri="{FF2B5EF4-FFF2-40B4-BE49-F238E27FC236}">
                <a16:creationId xmlns:a16="http://schemas.microsoft.com/office/drawing/2014/main" id="{980AF5F2-FA44-2CCC-0F34-6E6A7B225C18}"/>
              </a:ext>
            </a:extLst>
          </p:cNvPr>
          <p:cNvPicPr>
            <a:picLocks/>
          </p:cNvPicPr>
          <p:nvPr/>
        </p:nvPicPr>
        <p:blipFill>
          <a:blip r:embed="rId8" cstate="screen">
            <a:extLst>
              <a:ext uri="{28A0092B-C50C-407E-A947-70E740481C1C}">
                <a14:useLocalDpi xmlns:a14="http://schemas.microsoft.com/office/drawing/2010/main"/>
              </a:ext>
            </a:extLst>
          </a:blip>
          <a:stretch>
            <a:fillRect/>
          </a:stretch>
        </p:blipFill>
        <p:spPr>
          <a:xfrm>
            <a:off x="8623300" y="2628900"/>
            <a:ext cx="1016000" cy="1016000"/>
          </a:xfrm>
          <a:prstGeom prst="rect">
            <a:avLst/>
          </a:prstGeom>
        </p:spPr>
      </p:pic>
      <p:pic>
        <p:nvPicPr>
          <p:cNvPr id="41" name="Image 40">
            <a:extLst>
              <a:ext uri="{FF2B5EF4-FFF2-40B4-BE49-F238E27FC236}">
                <a16:creationId xmlns:a16="http://schemas.microsoft.com/office/drawing/2014/main" id="{90903DF7-1FE5-AA01-C36C-CD01E1CF8F9A}"/>
              </a:ext>
            </a:extLst>
          </p:cNvPr>
          <p:cNvPicPr>
            <a:picLocks/>
          </p:cNvPicPr>
          <p:nvPr/>
        </p:nvPicPr>
        <p:blipFill>
          <a:blip r:embed="rId9" cstate="screen">
            <a:extLst>
              <a:ext uri="{28A0092B-C50C-407E-A947-70E740481C1C}">
                <a14:useLocalDpi xmlns:a14="http://schemas.microsoft.com/office/drawing/2010/main"/>
              </a:ext>
            </a:extLst>
          </a:blip>
          <a:stretch>
            <a:fillRect/>
          </a:stretch>
        </p:blipFill>
        <p:spPr>
          <a:xfrm>
            <a:off x="8597900" y="2628900"/>
            <a:ext cx="1041400" cy="1041400"/>
          </a:xfrm>
          <a:prstGeom prst="rect">
            <a:avLst/>
          </a:prstGeom>
        </p:spPr>
      </p:pic>
      <p:pic>
        <p:nvPicPr>
          <p:cNvPr id="43" name="Image 42">
            <a:extLst>
              <a:ext uri="{FF2B5EF4-FFF2-40B4-BE49-F238E27FC236}">
                <a16:creationId xmlns:a16="http://schemas.microsoft.com/office/drawing/2014/main" id="{98D1A8E0-1A79-9C24-7986-1DEFB6A532FA}"/>
              </a:ext>
            </a:extLst>
          </p:cNvPr>
          <p:cNvPicPr>
            <a:picLocks/>
          </p:cNvPicPr>
          <p:nvPr/>
        </p:nvPicPr>
        <p:blipFill>
          <a:blip r:embed="rId10"/>
          <a:stretch>
            <a:fillRect/>
          </a:stretch>
        </p:blipFill>
        <p:spPr>
          <a:xfrm>
            <a:off x="5486400" y="6629400"/>
            <a:ext cx="7416800" cy="3492500"/>
          </a:xfrm>
          <a:prstGeom prst="rect">
            <a:avLst/>
          </a:prstGeom>
        </p:spPr>
      </p:pic>
      <p:pic>
        <p:nvPicPr>
          <p:cNvPr id="45" name="Image 44">
            <a:extLst>
              <a:ext uri="{FF2B5EF4-FFF2-40B4-BE49-F238E27FC236}">
                <a16:creationId xmlns:a16="http://schemas.microsoft.com/office/drawing/2014/main" id="{852B0B01-26E1-2007-E566-89949EBB4154}"/>
              </a:ext>
            </a:extLst>
          </p:cNvPr>
          <p:cNvPicPr>
            <a:picLocks/>
          </p:cNvPicPr>
          <p:nvPr/>
        </p:nvPicPr>
        <p:blipFill>
          <a:blip r:embed="rId11" cstate="screen">
            <a:extLst>
              <a:ext uri="{28A0092B-C50C-407E-A947-70E740481C1C}">
                <a14:useLocalDpi xmlns:a14="http://schemas.microsoft.com/office/drawing/2010/main"/>
              </a:ext>
            </a:extLst>
          </a:blip>
          <a:stretch>
            <a:fillRect/>
          </a:stretch>
        </p:blipFill>
        <p:spPr>
          <a:xfrm>
            <a:off x="7048500" y="6654800"/>
            <a:ext cx="4051300" cy="3187700"/>
          </a:xfrm>
          <a:prstGeom prst="rect">
            <a:avLst/>
          </a:prstGeom>
        </p:spPr>
      </p:pic>
      <p:sp>
        <p:nvSpPr>
          <p:cNvPr id="46" name="ZoneTexte 45">
            <a:extLst>
              <a:ext uri="{FF2B5EF4-FFF2-40B4-BE49-F238E27FC236}">
                <a16:creationId xmlns:a16="http://schemas.microsoft.com/office/drawing/2014/main" id="{72F98E0A-56CD-CE60-0801-1C65AB00D250}"/>
              </a:ext>
            </a:extLst>
          </p:cNvPr>
          <p:cNvSpPr txBox="1"/>
          <p:nvPr/>
        </p:nvSpPr>
        <p:spPr>
          <a:xfrm>
            <a:off x="8432800" y="8013700"/>
            <a:ext cx="1371600" cy="1168400"/>
          </a:xfrm>
          <a:prstGeom prst="rect">
            <a:avLst/>
          </a:prstGeom>
          <a:noFill/>
        </p:spPr>
        <p:txBody>
          <a:bodyPr vert="horz" wrap="square" lIns="0" tIns="0" rIns="0" bIns="0" rtlCol="0" anchor="t" anchorCtr="1">
            <a:noAutofit/>
          </a:bodyPr>
          <a:lstStyle/>
          <a:p>
            <a:pPr algn="ctr"/>
            <a:r>
              <a:rPr lang="fr-FR" sz="4800" b="1">
                <a:solidFill>
                  <a:srgbClr val="1A3256"/>
                </a:solidFill>
                <a:latin typeface="Bahnschrift" panose="020B0502040204020203" pitchFamily="34" charset="0"/>
              </a:rPr>
              <a:t>40</a:t>
            </a:r>
          </a:p>
        </p:txBody>
      </p:sp>
      <p:sp>
        <p:nvSpPr>
          <p:cNvPr id="47" name="ZoneTexte 46">
            <a:extLst>
              <a:ext uri="{FF2B5EF4-FFF2-40B4-BE49-F238E27FC236}">
                <a16:creationId xmlns:a16="http://schemas.microsoft.com/office/drawing/2014/main" id="{949F9929-64BF-F446-E7D3-45FBA1D292FD}"/>
              </a:ext>
            </a:extLst>
          </p:cNvPr>
          <p:cNvSpPr txBox="1"/>
          <p:nvPr/>
        </p:nvSpPr>
        <p:spPr>
          <a:xfrm>
            <a:off x="8089900" y="8928100"/>
            <a:ext cx="2032000" cy="596900"/>
          </a:xfrm>
          <a:prstGeom prst="rect">
            <a:avLst/>
          </a:prstGeom>
          <a:noFill/>
        </p:spPr>
        <p:txBody>
          <a:bodyPr vert="horz" wrap="square" lIns="0" tIns="0" rIns="0" bIns="0" rtlCol="0" anchor="t" anchorCtr="1">
            <a:noAutofit/>
          </a:bodyPr>
          <a:lstStyle/>
          <a:p>
            <a:pPr algn="ctr"/>
            <a:r>
              <a:rPr lang="fr-FR" sz="2200" b="1">
                <a:solidFill>
                  <a:srgbClr val="1A3256"/>
                </a:solidFill>
                <a:latin typeface="Bahnschrift" panose="020B0502040204020203" pitchFamily="34" charset="0"/>
              </a:rPr>
              <a:t>NPS 2025</a:t>
            </a:r>
          </a:p>
        </p:txBody>
      </p:sp>
      <p:sp>
        <p:nvSpPr>
          <p:cNvPr id="48" name="ZoneTexte 47">
            <a:extLst>
              <a:ext uri="{FF2B5EF4-FFF2-40B4-BE49-F238E27FC236}">
                <a16:creationId xmlns:a16="http://schemas.microsoft.com/office/drawing/2014/main" id="{9171696B-39D0-5256-21AE-D94BB05E91A6}"/>
              </a:ext>
            </a:extLst>
          </p:cNvPr>
          <p:cNvSpPr txBox="1"/>
          <p:nvPr/>
        </p:nvSpPr>
        <p:spPr>
          <a:xfrm>
            <a:off x="7188200" y="8394700"/>
            <a:ext cx="1079500" cy="381000"/>
          </a:xfrm>
          <a:prstGeom prst="rect">
            <a:avLst/>
          </a:prstGeom>
          <a:noFill/>
        </p:spPr>
        <p:txBody>
          <a:bodyPr vert="horz" wrap="square" lIns="0" tIns="0" rIns="0" bIns="0" rtlCol="0" anchor="t" anchorCtr="1">
            <a:noAutofit/>
          </a:bodyPr>
          <a:lstStyle/>
          <a:p>
            <a:pPr algn="ctr"/>
            <a:r>
              <a:rPr lang="fr-FR" sz="2200" b="1">
                <a:solidFill>
                  <a:srgbClr val="FF0000"/>
                </a:solidFill>
                <a:latin typeface="Segoe UI" panose="020B0502040204020203" pitchFamily="34" charset="0"/>
              </a:rPr>
              <a:t>1</a:t>
            </a:r>
          </a:p>
        </p:txBody>
      </p:sp>
      <p:sp>
        <p:nvSpPr>
          <p:cNvPr id="49" name="ZoneTexte 48">
            <a:extLst>
              <a:ext uri="{FF2B5EF4-FFF2-40B4-BE49-F238E27FC236}">
                <a16:creationId xmlns:a16="http://schemas.microsoft.com/office/drawing/2014/main" id="{D669CC85-9BF3-A1D9-C7A8-699DDC6FE76C}"/>
              </a:ext>
            </a:extLst>
          </p:cNvPr>
          <p:cNvSpPr txBox="1"/>
          <p:nvPr/>
        </p:nvSpPr>
        <p:spPr>
          <a:xfrm>
            <a:off x="7988300" y="7150100"/>
            <a:ext cx="1079500" cy="393700"/>
          </a:xfrm>
          <a:prstGeom prst="rect">
            <a:avLst/>
          </a:prstGeom>
          <a:noFill/>
        </p:spPr>
        <p:txBody>
          <a:bodyPr vert="horz" wrap="square" lIns="0" tIns="0" rIns="0" bIns="0" rtlCol="0" anchor="t" anchorCtr="1">
            <a:noAutofit/>
          </a:bodyPr>
          <a:lstStyle/>
          <a:p>
            <a:pPr algn="ctr"/>
            <a:r>
              <a:rPr lang="fr-FR" sz="2200" b="1">
                <a:solidFill>
                  <a:srgbClr val="FF8000"/>
                </a:solidFill>
                <a:latin typeface="Segoe UI" panose="020B0502040204020203" pitchFamily="34" charset="0"/>
              </a:rPr>
              <a:t>1</a:t>
            </a:r>
          </a:p>
        </p:txBody>
      </p:sp>
      <p:sp>
        <p:nvSpPr>
          <p:cNvPr id="50" name="ZoneTexte 49">
            <a:extLst>
              <a:ext uri="{FF2B5EF4-FFF2-40B4-BE49-F238E27FC236}">
                <a16:creationId xmlns:a16="http://schemas.microsoft.com/office/drawing/2014/main" id="{8AC702B1-B480-BE43-7075-38666A7BD0B0}"/>
              </a:ext>
            </a:extLst>
          </p:cNvPr>
          <p:cNvSpPr txBox="1"/>
          <p:nvPr/>
        </p:nvSpPr>
        <p:spPr>
          <a:xfrm>
            <a:off x="9804400" y="7861300"/>
            <a:ext cx="1079500" cy="381000"/>
          </a:xfrm>
          <a:prstGeom prst="rect">
            <a:avLst/>
          </a:prstGeom>
          <a:noFill/>
        </p:spPr>
        <p:txBody>
          <a:bodyPr vert="horz" wrap="square" lIns="0" tIns="0" rIns="0" bIns="0" rtlCol="0" anchor="t" anchorCtr="1">
            <a:noAutofit/>
          </a:bodyPr>
          <a:lstStyle/>
          <a:p>
            <a:pPr algn="ctr"/>
            <a:r>
              <a:rPr lang="fr-FR" sz="2200" b="1">
                <a:solidFill>
                  <a:srgbClr val="008000"/>
                </a:solidFill>
                <a:latin typeface="Segoe UI" panose="020B0502040204020203" pitchFamily="34" charset="0"/>
              </a:rPr>
              <a:t>3</a:t>
            </a:r>
          </a:p>
        </p:txBody>
      </p:sp>
      <p:sp>
        <p:nvSpPr>
          <p:cNvPr id="51" name="ZoneTexte 50">
            <a:extLst>
              <a:ext uri="{FF2B5EF4-FFF2-40B4-BE49-F238E27FC236}">
                <a16:creationId xmlns:a16="http://schemas.microsoft.com/office/drawing/2014/main" id="{00190B01-88FA-EA9B-8BAC-5BAD6DF34347}"/>
              </a:ext>
            </a:extLst>
          </p:cNvPr>
          <p:cNvSpPr txBox="1"/>
          <p:nvPr/>
        </p:nvSpPr>
        <p:spPr>
          <a:xfrm>
            <a:off x="8089900" y="9436100"/>
            <a:ext cx="2032000" cy="5969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100 en 2024</a:t>
            </a:r>
          </a:p>
        </p:txBody>
      </p:sp>
      <p:sp>
        <p:nvSpPr>
          <p:cNvPr id="2" name="ZoneTexte 1">
            <a:extLst>
              <a:ext uri="{FF2B5EF4-FFF2-40B4-BE49-F238E27FC236}">
                <a16:creationId xmlns:a16="http://schemas.microsoft.com/office/drawing/2014/main" id="{B8114AD3-1783-7339-F496-EA31C176B8C3}"/>
              </a:ext>
            </a:extLst>
          </p:cNvPr>
          <p:cNvSpPr txBox="1"/>
          <p:nvPr/>
        </p:nvSpPr>
        <p:spPr>
          <a:xfrm>
            <a:off x="7823200" y="3741994"/>
            <a:ext cx="2717800" cy="482600"/>
          </a:xfrm>
          <a:prstGeom prst="rect">
            <a:avLst/>
          </a:prstGeom>
          <a:noFill/>
        </p:spPr>
        <p:txBody>
          <a:bodyPr vert="horz" wrap="square" lIns="0" tIns="0" rIns="0" bIns="0" rtlCol="0" anchor="t" anchorCtr="1">
            <a:noAutofit/>
          </a:bodyPr>
          <a:lstStyle/>
          <a:p>
            <a:pPr algn="ctr"/>
            <a:r>
              <a:rPr lang="fr-FR" sz="2200">
                <a:solidFill>
                  <a:srgbClr val="1A3256"/>
                </a:solidFill>
                <a:latin typeface="Bahnschrift" panose="020B0502040204020203" pitchFamily="34" charset="0"/>
              </a:rPr>
              <a:t>-7,63%</a:t>
            </a:r>
          </a:p>
        </p:txBody>
      </p:sp>
    </p:spTree>
    <p:extLst>
      <p:ext uri="{BB962C8B-B14F-4D97-AF65-F5344CB8AC3E}">
        <p14:creationId xmlns:p14="http://schemas.microsoft.com/office/powerpoint/2010/main" val="1851444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36C49E4B-826D-23BD-9FCA-F171300A90BB}"/>
              </a:ext>
            </a:extLst>
          </p:cNvPr>
          <p:cNvPicPr>
            <a:picLocks/>
          </p:cNvPicPr>
          <p:nvPr/>
        </p:nvPicPr>
        <p:blipFill>
          <a:blip r:embed="rId2"/>
          <a:stretch>
            <a:fillRect/>
          </a:stretch>
        </p:blipFill>
        <p:spPr>
          <a:xfrm>
            <a:off x="3416300" y="1625600"/>
            <a:ext cx="5549900" cy="2311400"/>
          </a:xfrm>
          <a:prstGeom prst="rect">
            <a:avLst/>
          </a:prstGeom>
        </p:spPr>
      </p:pic>
      <p:pic>
        <p:nvPicPr>
          <p:cNvPr id="7" name="Image 6">
            <a:extLst>
              <a:ext uri="{FF2B5EF4-FFF2-40B4-BE49-F238E27FC236}">
                <a16:creationId xmlns:a16="http://schemas.microsoft.com/office/drawing/2014/main" id="{1BE6FD48-43A3-EBA3-0E0A-418E1C87B4CE}"/>
              </a:ext>
            </a:extLst>
          </p:cNvPr>
          <p:cNvPicPr>
            <a:picLocks/>
          </p:cNvPicPr>
          <p:nvPr/>
        </p:nvPicPr>
        <p:blipFill>
          <a:blip r:embed="rId3"/>
          <a:stretch>
            <a:fillRect/>
          </a:stretch>
        </p:blipFill>
        <p:spPr>
          <a:xfrm>
            <a:off x="3352800" y="3568700"/>
            <a:ext cx="5651500" cy="508000"/>
          </a:xfrm>
          <a:prstGeom prst="rect">
            <a:avLst/>
          </a:prstGeom>
        </p:spPr>
      </p:pic>
      <p:sp>
        <p:nvSpPr>
          <p:cNvPr id="8" name="ZoneTexte 7">
            <a:extLst>
              <a:ext uri="{FF2B5EF4-FFF2-40B4-BE49-F238E27FC236}">
                <a16:creationId xmlns:a16="http://schemas.microsoft.com/office/drawing/2014/main" id="{2631F979-DCCE-FC38-244D-FEF4EA412B98}"/>
              </a:ext>
            </a:extLst>
          </p:cNvPr>
          <p:cNvSpPr txBox="1"/>
          <p:nvPr/>
        </p:nvSpPr>
        <p:spPr>
          <a:xfrm>
            <a:off x="10617200" y="2692400"/>
            <a:ext cx="5905500" cy="723900"/>
          </a:xfrm>
          <a:prstGeom prst="rect">
            <a:avLst/>
          </a:prstGeom>
          <a:noFill/>
        </p:spPr>
        <p:txBody>
          <a:bodyPr vert="horz" wrap="square" lIns="0" tIns="0" rIns="0" bIns="0" rtlCol="0" anchor="t" anchorCtr="1">
            <a:noAutofit/>
          </a:bodyPr>
          <a:lstStyle/>
          <a:p>
            <a:pPr algn="ctr"/>
            <a:r>
              <a:rPr lang="fr-FR" sz="2400" b="1">
                <a:solidFill>
                  <a:srgbClr val="0F39B7"/>
                </a:solidFill>
                <a:latin typeface="Bahnschrift" panose="020B0502040204020203" pitchFamily="34" charset="0"/>
              </a:rPr>
              <a:t>EXCELLENCE OPERATIONNELLE</a:t>
            </a:r>
          </a:p>
        </p:txBody>
      </p:sp>
      <p:pic>
        <p:nvPicPr>
          <p:cNvPr id="10" name="Image 9">
            <a:extLst>
              <a:ext uri="{FF2B5EF4-FFF2-40B4-BE49-F238E27FC236}">
                <a16:creationId xmlns:a16="http://schemas.microsoft.com/office/drawing/2014/main" id="{FFC55FBC-E005-8685-FCD3-6CA0B47ECFB0}"/>
              </a:ext>
            </a:extLst>
          </p:cNvPr>
          <p:cNvPicPr>
            <a:picLocks/>
          </p:cNvPicPr>
          <p:nvPr/>
        </p:nvPicPr>
        <p:blipFill>
          <a:blip r:embed="rId4" cstate="screen">
            <a:extLst>
              <a:ext uri="{28A0092B-C50C-407E-A947-70E740481C1C}">
                <a14:useLocalDpi xmlns:a14="http://schemas.microsoft.com/office/drawing/2010/main"/>
              </a:ext>
            </a:extLst>
          </a:blip>
          <a:stretch>
            <a:fillRect/>
          </a:stretch>
        </p:blipFill>
        <p:spPr>
          <a:xfrm>
            <a:off x="12268200" y="1854200"/>
            <a:ext cx="2057400" cy="825500"/>
          </a:xfrm>
          <a:prstGeom prst="rect">
            <a:avLst/>
          </a:prstGeom>
        </p:spPr>
      </p:pic>
      <p:pic>
        <p:nvPicPr>
          <p:cNvPr id="12" name="Image 11">
            <a:extLst>
              <a:ext uri="{FF2B5EF4-FFF2-40B4-BE49-F238E27FC236}">
                <a16:creationId xmlns:a16="http://schemas.microsoft.com/office/drawing/2014/main" id="{17DB4196-0560-4FD7-F8AB-C825E426D580}"/>
              </a:ext>
            </a:extLst>
          </p:cNvPr>
          <p:cNvPicPr>
            <a:picLocks/>
          </p:cNvPicPr>
          <p:nvPr/>
        </p:nvPicPr>
        <p:blipFill>
          <a:blip r:embed="rId5"/>
          <a:stretch>
            <a:fillRect/>
          </a:stretch>
        </p:blipFill>
        <p:spPr>
          <a:xfrm>
            <a:off x="419100" y="4089400"/>
            <a:ext cx="3924300" cy="1257300"/>
          </a:xfrm>
          <a:prstGeom prst="rect">
            <a:avLst/>
          </a:prstGeom>
        </p:spPr>
      </p:pic>
      <p:pic>
        <p:nvPicPr>
          <p:cNvPr id="14" name="Image 13">
            <a:extLst>
              <a:ext uri="{FF2B5EF4-FFF2-40B4-BE49-F238E27FC236}">
                <a16:creationId xmlns:a16="http://schemas.microsoft.com/office/drawing/2014/main" id="{0B83809A-A241-FF87-067B-98210B4AACE2}"/>
              </a:ext>
            </a:extLst>
          </p:cNvPr>
          <p:cNvPicPr>
            <a:picLocks/>
          </p:cNvPicPr>
          <p:nvPr/>
        </p:nvPicPr>
        <p:blipFill>
          <a:blip r:embed="rId5"/>
          <a:stretch>
            <a:fillRect/>
          </a:stretch>
        </p:blipFill>
        <p:spPr>
          <a:xfrm>
            <a:off x="4572000" y="4089400"/>
            <a:ext cx="3924300" cy="1257300"/>
          </a:xfrm>
          <a:prstGeom prst="rect">
            <a:avLst/>
          </a:prstGeom>
        </p:spPr>
      </p:pic>
      <p:pic>
        <p:nvPicPr>
          <p:cNvPr id="16" name="Image 15">
            <a:extLst>
              <a:ext uri="{FF2B5EF4-FFF2-40B4-BE49-F238E27FC236}">
                <a16:creationId xmlns:a16="http://schemas.microsoft.com/office/drawing/2014/main" id="{660D8872-F6F4-61B0-9BD7-D568E1DA80BB}"/>
              </a:ext>
            </a:extLst>
          </p:cNvPr>
          <p:cNvPicPr>
            <a:picLocks/>
          </p:cNvPicPr>
          <p:nvPr/>
        </p:nvPicPr>
        <p:blipFill>
          <a:blip r:embed="rId5"/>
          <a:stretch>
            <a:fillRect/>
          </a:stretch>
        </p:blipFill>
        <p:spPr>
          <a:xfrm>
            <a:off x="9385300" y="4089400"/>
            <a:ext cx="3924300" cy="1257300"/>
          </a:xfrm>
          <a:prstGeom prst="rect">
            <a:avLst/>
          </a:prstGeom>
        </p:spPr>
      </p:pic>
      <p:pic>
        <p:nvPicPr>
          <p:cNvPr id="18" name="Image 17">
            <a:extLst>
              <a:ext uri="{FF2B5EF4-FFF2-40B4-BE49-F238E27FC236}">
                <a16:creationId xmlns:a16="http://schemas.microsoft.com/office/drawing/2014/main" id="{124DD247-D844-628A-1F3B-FBA75F44F95A}"/>
              </a:ext>
            </a:extLst>
          </p:cNvPr>
          <p:cNvPicPr>
            <a:picLocks/>
          </p:cNvPicPr>
          <p:nvPr/>
        </p:nvPicPr>
        <p:blipFill>
          <a:blip r:embed="rId5"/>
          <a:stretch>
            <a:fillRect/>
          </a:stretch>
        </p:blipFill>
        <p:spPr>
          <a:xfrm>
            <a:off x="13538200" y="4089400"/>
            <a:ext cx="3937000" cy="1257300"/>
          </a:xfrm>
          <a:prstGeom prst="rect">
            <a:avLst/>
          </a:prstGeom>
        </p:spPr>
      </p:pic>
      <p:sp>
        <p:nvSpPr>
          <p:cNvPr id="19" name="ZoneTexte 18">
            <a:extLst>
              <a:ext uri="{FF2B5EF4-FFF2-40B4-BE49-F238E27FC236}">
                <a16:creationId xmlns:a16="http://schemas.microsoft.com/office/drawing/2014/main" id="{E8E73D38-4FC4-9302-A907-8B58681E5247}"/>
              </a:ext>
            </a:extLst>
          </p:cNvPr>
          <p:cNvSpPr txBox="1"/>
          <p:nvPr/>
        </p:nvSpPr>
        <p:spPr>
          <a:xfrm>
            <a:off x="533400" y="495300"/>
            <a:ext cx="13449300" cy="723900"/>
          </a:xfrm>
          <a:prstGeom prst="rect">
            <a:avLst/>
          </a:prstGeom>
          <a:noFill/>
        </p:spPr>
        <p:txBody>
          <a:bodyPr vert="horz" wrap="square" lIns="0" tIns="0" rIns="0" bIns="0" rtlCol="0" anchor="t" anchorCtr="0">
            <a:noAutofit/>
          </a:bodyPr>
          <a:lstStyle/>
          <a:p>
            <a:r>
              <a:rPr lang="fr-FR" sz="4200" b="1" dirty="0">
                <a:solidFill>
                  <a:srgbClr val="1A3256"/>
                </a:solidFill>
                <a:latin typeface="Bahnschrift" panose="020B0502040204020203" pitchFamily="34" charset="0"/>
              </a:rPr>
              <a:t>ANALYSE DETRACTEURS ET PRESTATIONS 2025</a:t>
            </a:r>
          </a:p>
        </p:txBody>
      </p:sp>
      <p:sp>
        <p:nvSpPr>
          <p:cNvPr id="20" name="ZoneTexte 19">
            <a:extLst>
              <a:ext uri="{FF2B5EF4-FFF2-40B4-BE49-F238E27FC236}">
                <a16:creationId xmlns:a16="http://schemas.microsoft.com/office/drawing/2014/main" id="{39EDB957-16DD-AE68-C236-0846C72E4103}"/>
              </a:ext>
            </a:extLst>
          </p:cNvPr>
          <p:cNvSpPr txBox="1"/>
          <p:nvPr/>
        </p:nvSpPr>
        <p:spPr>
          <a:xfrm>
            <a:off x="533400" y="1066800"/>
            <a:ext cx="15189200" cy="787400"/>
          </a:xfrm>
          <a:prstGeom prst="rect">
            <a:avLst/>
          </a:prstGeom>
          <a:noFill/>
        </p:spPr>
        <p:txBody>
          <a:bodyPr vert="horz" wrap="square" lIns="0" tIns="0" rIns="0" bIns="0" rtlCol="0" anchor="t" anchorCtr="0">
            <a:noAutofit/>
          </a:bodyPr>
          <a:lstStyle/>
          <a:p>
            <a:r>
              <a:rPr lang="fr-FR" sz="3600" b="1" dirty="0">
                <a:solidFill>
                  <a:srgbClr val="1A3256"/>
                </a:solidFill>
                <a:latin typeface="Segoe UI Light" panose="020B0502040204020203" pitchFamily="34" charset="0"/>
              </a:rPr>
              <a:t>METRO</a:t>
            </a:r>
          </a:p>
        </p:txBody>
      </p:sp>
      <p:sp>
        <p:nvSpPr>
          <p:cNvPr id="21" name="ZoneTexte 20">
            <a:extLst>
              <a:ext uri="{FF2B5EF4-FFF2-40B4-BE49-F238E27FC236}">
                <a16:creationId xmlns:a16="http://schemas.microsoft.com/office/drawing/2014/main" id="{FDDABEA2-4F8B-2C19-180E-382690874269}"/>
              </a:ext>
            </a:extLst>
          </p:cNvPr>
          <p:cNvSpPr txBox="1"/>
          <p:nvPr/>
        </p:nvSpPr>
        <p:spPr>
          <a:xfrm>
            <a:off x="469900" y="4216400"/>
            <a:ext cx="3822700" cy="4191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Détracteurs</a:t>
            </a:r>
          </a:p>
        </p:txBody>
      </p:sp>
      <p:sp>
        <p:nvSpPr>
          <p:cNvPr id="22" name="ZoneTexte 21">
            <a:extLst>
              <a:ext uri="{FF2B5EF4-FFF2-40B4-BE49-F238E27FC236}">
                <a16:creationId xmlns:a16="http://schemas.microsoft.com/office/drawing/2014/main" id="{BD98CDD8-025D-3D06-8DFD-92DB39C60B69}"/>
              </a:ext>
            </a:extLst>
          </p:cNvPr>
          <p:cNvSpPr txBox="1"/>
          <p:nvPr/>
        </p:nvSpPr>
        <p:spPr>
          <a:xfrm>
            <a:off x="4470400" y="4546600"/>
            <a:ext cx="3822700" cy="736600"/>
          </a:xfrm>
          <a:prstGeom prst="rect">
            <a:avLst/>
          </a:prstGeom>
          <a:noFill/>
        </p:spPr>
        <p:txBody>
          <a:bodyPr vert="horz" wrap="square" lIns="0" tIns="0" rIns="0" bIns="0" rtlCol="0" anchor="t" anchorCtr="1">
            <a:noAutofit/>
          </a:bodyPr>
          <a:lstStyle/>
          <a:p>
            <a:pPr algn="ctr"/>
            <a:r>
              <a:rPr lang="fr-FR" sz="3600" b="1">
                <a:solidFill>
                  <a:srgbClr val="1A3256"/>
                </a:solidFill>
                <a:latin typeface="Franklin Gothic Demi Cond" panose="020B0706030402020204" pitchFamily="34" charset="0"/>
              </a:rPr>
              <a:t>3</a:t>
            </a:r>
          </a:p>
        </p:txBody>
      </p:sp>
      <p:sp>
        <p:nvSpPr>
          <p:cNvPr id="23" name="ZoneTexte 22">
            <a:extLst>
              <a:ext uri="{FF2B5EF4-FFF2-40B4-BE49-F238E27FC236}">
                <a16:creationId xmlns:a16="http://schemas.microsoft.com/office/drawing/2014/main" id="{2D462DC4-3B40-41F1-BAEE-794772991FFD}"/>
              </a:ext>
            </a:extLst>
          </p:cNvPr>
          <p:cNvSpPr txBox="1"/>
          <p:nvPr/>
        </p:nvSpPr>
        <p:spPr>
          <a:xfrm>
            <a:off x="317500" y="4546600"/>
            <a:ext cx="3835400" cy="736600"/>
          </a:xfrm>
          <a:prstGeom prst="rect">
            <a:avLst/>
          </a:prstGeom>
          <a:noFill/>
        </p:spPr>
        <p:txBody>
          <a:bodyPr vert="horz" wrap="square" lIns="0" tIns="0" rIns="0" bIns="0" rtlCol="0" anchor="t" anchorCtr="1">
            <a:noAutofit/>
          </a:bodyPr>
          <a:lstStyle/>
          <a:p>
            <a:pPr algn="ctr"/>
            <a:r>
              <a:rPr lang="fr-FR" sz="3600" b="1">
                <a:solidFill>
                  <a:srgbClr val="1A3256"/>
                </a:solidFill>
                <a:latin typeface="Franklin Gothic Demi Cond" panose="020B0706030402020204" pitchFamily="34" charset="0"/>
              </a:rPr>
              <a:t>1</a:t>
            </a:r>
          </a:p>
        </p:txBody>
      </p:sp>
      <p:sp>
        <p:nvSpPr>
          <p:cNvPr id="24" name="ZoneTexte 23">
            <a:extLst>
              <a:ext uri="{FF2B5EF4-FFF2-40B4-BE49-F238E27FC236}">
                <a16:creationId xmlns:a16="http://schemas.microsoft.com/office/drawing/2014/main" id="{626A6B91-C3A5-DF38-4023-9B171DFFA5C5}"/>
              </a:ext>
            </a:extLst>
          </p:cNvPr>
          <p:cNvSpPr txBox="1"/>
          <p:nvPr/>
        </p:nvSpPr>
        <p:spPr>
          <a:xfrm>
            <a:off x="11785600" y="1993900"/>
            <a:ext cx="3238500" cy="749300"/>
          </a:xfrm>
          <a:prstGeom prst="rect">
            <a:avLst/>
          </a:prstGeom>
          <a:noFill/>
        </p:spPr>
        <p:txBody>
          <a:bodyPr vert="horz" wrap="square" lIns="0" tIns="0" rIns="0" bIns="0" rtlCol="0" anchor="t" anchorCtr="1">
            <a:noAutofit/>
          </a:bodyPr>
          <a:lstStyle/>
          <a:p>
            <a:pPr algn="ctr"/>
            <a:r>
              <a:rPr lang="fr-FR" sz="2800" b="1">
                <a:solidFill>
                  <a:srgbClr val="FFFFFF"/>
                </a:solidFill>
                <a:latin typeface="Franklin Gothic Demi Cond" panose="020B0706030402020204" pitchFamily="34" charset="0"/>
              </a:rPr>
              <a:t>3,11</a:t>
            </a:r>
          </a:p>
        </p:txBody>
      </p:sp>
      <p:sp>
        <p:nvSpPr>
          <p:cNvPr id="25" name="ZoneTexte 24">
            <a:extLst>
              <a:ext uri="{FF2B5EF4-FFF2-40B4-BE49-F238E27FC236}">
                <a16:creationId xmlns:a16="http://schemas.microsoft.com/office/drawing/2014/main" id="{D03DDDC2-DF45-6B71-1079-71DD65372B2F}"/>
              </a:ext>
            </a:extLst>
          </p:cNvPr>
          <p:cNvSpPr txBox="1"/>
          <p:nvPr/>
        </p:nvSpPr>
        <p:spPr>
          <a:xfrm>
            <a:off x="13576300" y="4546600"/>
            <a:ext cx="3822700" cy="736600"/>
          </a:xfrm>
          <a:prstGeom prst="rect">
            <a:avLst/>
          </a:prstGeom>
          <a:noFill/>
        </p:spPr>
        <p:txBody>
          <a:bodyPr vert="horz" wrap="square" lIns="0" tIns="0" rIns="0" bIns="0" rtlCol="0" anchor="t" anchorCtr="1">
            <a:noAutofit/>
          </a:bodyPr>
          <a:lstStyle/>
          <a:p>
            <a:pPr algn="ctr"/>
            <a:r>
              <a:rPr lang="fr-FR" sz="3600" b="1">
                <a:solidFill>
                  <a:srgbClr val="1A3256"/>
                </a:solidFill>
                <a:latin typeface="Franklin Gothic Demi Cond" panose="020B0706030402020204" pitchFamily="34" charset="0"/>
              </a:rPr>
              <a:t>4</a:t>
            </a:r>
          </a:p>
        </p:txBody>
      </p:sp>
      <p:sp>
        <p:nvSpPr>
          <p:cNvPr id="26" name="ZoneTexte 25">
            <a:extLst>
              <a:ext uri="{FF2B5EF4-FFF2-40B4-BE49-F238E27FC236}">
                <a16:creationId xmlns:a16="http://schemas.microsoft.com/office/drawing/2014/main" id="{D61093B6-9ACD-024C-58B6-1F7769EC29A9}"/>
              </a:ext>
            </a:extLst>
          </p:cNvPr>
          <p:cNvSpPr txBox="1"/>
          <p:nvPr/>
        </p:nvSpPr>
        <p:spPr>
          <a:xfrm>
            <a:off x="9448800" y="4546600"/>
            <a:ext cx="3784600" cy="736600"/>
          </a:xfrm>
          <a:prstGeom prst="rect">
            <a:avLst/>
          </a:prstGeom>
          <a:noFill/>
        </p:spPr>
        <p:txBody>
          <a:bodyPr vert="horz" wrap="square" lIns="0" tIns="0" rIns="0" bIns="0" rtlCol="0" anchor="t" anchorCtr="1">
            <a:noAutofit/>
          </a:bodyPr>
          <a:lstStyle/>
          <a:p>
            <a:pPr algn="ctr"/>
            <a:r>
              <a:rPr lang="fr-FR" sz="3600" b="1">
                <a:solidFill>
                  <a:srgbClr val="1A3256"/>
                </a:solidFill>
                <a:latin typeface="Franklin Gothic Demi Cond" panose="020B0706030402020204" pitchFamily="34" charset="0"/>
              </a:rPr>
              <a:t>1</a:t>
            </a:r>
          </a:p>
        </p:txBody>
      </p:sp>
      <p:pic>
        <p:nvPicPr>
          <p:cNvPr id="28" name="Image 27">
            <a:extLst>
              <a:ext uri="{FF2B5EF4-FFF2-40B4-BE49-F238E27FC236}">
                <a16:creationId xmlns:a16="http://schemas.microsoft.com/office/drawing/2014/main" id="{F894CBB9-A932-6B13-45FF-C1ACB42A10A9}"/>
              </a:ext>
            </a:extLst>
          </p:cNvPr>
          <p:cNvPicPr>
            <a:picLocks/>
          </p:cNvPicPr>
          <p:nvPr/>
        </p:nvPicPr>
        <p:blipFill>
          <a:blip r:embed="rId6"/>
          <a:stretch>
            <a:fillRect/>
          </a:stretch>
        </p:blipFill>
        <p:spPr>
          <a:xfrm>
            <a:off x="10160000" y="3098800"/>
            <a:ext cx="8039100" cy="965200"/>
          </a:xfrm>
          <a:prstGeom prst="rect">
            <a:avLst/>
          </a:prstGeom>
        </p:spPr>
      </p:pic>
      <p:sp>
        <p:nvSpPr>
          <p:cNvPr id="29" name="ZoneTexte 28">
            <a:extLst>
              <a:ext uri="{FF2B5EF4-FFF2-40B4-BE49-F238E27FC236}">
                <a16:creationId xmlns:a16="http://schemas.microsoft.com/office/drawing/2014/main" id="{EECDCD09-50DD-0437-A632-FD3E40C52E9D}"/>
              </a:ext>
            </a:extLst>
          </p:cNvPr>
          <p:cNvSpPr txBox="1"/>
          <p:nvPr/>
        </p:nvSpPr>
        <p:spPr>
          <a:xfrm>
            <a:off x="9461500" y="4229100"/>
            <a:ext cx="38354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Ne souhaitant pas développer</a:t>
            </a:r>
          </a:p>
        </p:txBody>
      </p:sp>
      <p:sp>
        <p:nvSpPr>
          <p:cNvPr id="30" name="ZoneTexte 29">
            <a:extLst>
              <a:ext uri="{FF2B5EF4-FFF2-40B4-BE49-F238E27FC236}">
                <a16:creationId xmlns:a16="http://schemas.microsoft.com/office/drawing/2014/main" id="{D90CF50B-00F1-9EEF-E1B4-7DD1E57D115E}"/>
              </a:ext>
            </a:extLst>
          </p:cNvPr>
          <p:cNvSpPr txBox="1"/>
          <p:nvPr/>
        </p:nvSpPr>
        <p:spPr>
          <a:xfrm>
            <a:off x="4622800" y="4216400"/>
            <a:ext cx="38227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Promoteurs</a:t>
            </a:r>
          </a:p>
        </p:txBody>
      </p:sp>
      <p:sp>
        <p:nvSpPr>
          <p:cNvPr id="31" name="ZoneTexte 30">
            <a:extLst>
              <a:ext uri="{FF2B5EF4-FFF2-40B4-BE49-F238E27FC236}">
                <a16:creationId xmlns:a16="http://schemas.microsoft.com/office/drawing/2014/main" id="{B5B97B00-1C84-31B9-F6B2-AF7793FDEC60}"/>
              </a:ext>
            </a:extLst>
          </p:cNvPr>
          <p:cNvSpPr txBox="1"/>
          <p:nvPr/>
        </p:nvSpPr>
        <p:spPr>
          <a:xfrm>
            <a:off x="13589000" y="4191000"/>
            <a:ext cx="3822700" cy="4191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Souhaitant développer</a:t>
            </a:r>
          </a:p>
        </p:txBody>
      </p:sp>
      <p:pic>
        <p:nvPicPr>
          <p:cNvPr id="33" name="Image 32">
            <a:extLst>
              <a:ext uri="{FF2B5EF4-FFF2-40B4-BE49-F238E27FC236}">
                <a16:creationId xmlns:a16="http://schemas.microsoft.com/office/drawing/2014/main" id="{22430788-362C-A66C-A53F-EE02B88985D6}"/>
              </a:ext>
            </a:extLst>
          </p:cNvPr>
          <p:cNvPicPr>
            <a:picLocks/>
          </p:cNvPicPr>
          <p:nvPr/>
        </p:nvPicPr>
        <p:blipFill>
          <a:blip r:embed="rId7" cstate="screen">
            <a:extLst>
              <a:ext uri="{28A0092B-C50C-407E-A947-70E740481C1C}">
                <a14:useLocalDpi xmlns:a14="http://schemas.microsoft.com/office/drawing/2010/main"/>
              </a:ext>
            </a:extLst>
          </a:blip>
          <a:stretch>
            <a:fillRect/>
          </a:stretch>
        </p:blipFill>
        <p:spPr>
          <a:xfrm>
            <a:off x="6146800" y="5219700"/>
            <a:ext cx="431800" cy="63500"/>
          </a:xfrm>
          <a:prstGeom prst="rect">
            <a:avLst/>
          </a:prstGeom>
        </p:spPr>
      </p:pic>
      <p:pic>
        <p:nvPicPr>
          <p:cNvPr id="35" name="Image 34">
            <a:extLst>
              <a:ext uri="{FF2B5EF4-FFF2-40B4-BE49-F238E27FC236}">
                <a16:creationId xmlns:a16="http://schemas.microsoft.com/office/drawing/2014/main" id="{87330A01-FDFA-BD7E-F833-660603320A41}"/>
              </a:ext>
            </a:extLst>
          </p:cNvPr>
          <p:cNvPicPr>
            <a:picLocks/>
          </p:cNvPicPr>
          <p:nvPr/>
        </p:nvPicPr>
        <p:blipFill>
          <a:blip r:embed="rId7" cstate="screen">
            <a:extLst>
              <a:ext uri="{28A0092B-C50C-407E-A947-70E740481C1C}">
                <a14:useLocalDpi xmlns:a14="http://schemas.microsoft.com/office/drawing/2010/main"/>
              </a:ext>
            </a:extLst>
          </a:blip>
          <a:stretch>
            <a:fillRect/>
          </a:stretch>
        </p:blipFill>
        <p:spPr>
          <a:xfrm>
            <a:off x="2019300" y="5219700"/>
            <a:ext cx="431800" cy="63500"/>
          </a:xfrm>
          <a:prstGeom prst="rect">
            <a:avLst/>
          </a:prstGeom>
        </p:spPr>
      </p:pic>
      <p:pic>
        <p:nvPicPr>
          <p:cNvPr id="37" name="Image 36">
            <a:extLst>
              <a:ext uri="{FF2B5EF4-FFF2-40B4-BE49-F238E27FC236}">
                <a16:creationId xmlns:a16="http://schemas.microsoft.com/office/drawing/2014/main" id="{38DA5A55-FD57-7BB8-6634-BFFFA1DB7EF8}"/>
              </a:ext>
            </a:extLst>
          </p:cNvPr>
          <p:cNvPicPr>
            <a:picLocks/>
          </p:cNvPicPr>
          <p:nvPr/>
        </p:nvPicPr>
        <p:blipFill>
          <a:blip r:embed="rId7" cstate="screen">
            <a:extLst>
              <a:ext uri="{28A0092B-C50C-407E-A947-70E740481C1C}">
                <a14:useLocalDpi xmlns:a14="http://schemas.microsoft.com/office/drawing/2010/main"/>
              </a:ext>
            </a:extLst>
          </a:blip>
          <a:stretch>
            <a:fillRect/>
          </a:stretch>
        </p:blipFill>
        <p:spPr>
          <a:xfrm>
            <a:off x="11125200" y="5219700"/>
            <a:ext cx="431800" cy="63500"/>
          </a:xfrm>
          <a:prstGeom prst="rect">
            <a:avLst/>
          </a:prstGeom>
        </p:spPr>
      </p:pic>
      <p:pic>
        <p:nvPicPr>
          <p:cNvPr id="39" name="Image 38">
            <a:extLst>
              <a:ext uri="{FF2B5EF4-FFF2-40B4-BE49-F238E27FC236}">
                <a16:creationId xmlns:a16="http://schemas.microsoft.com/office/drawing/2014/main" id="{BDBFB399-0CE0-FA25-E8EB-C1CD8B57A352}"/>
              </a:ext>
            </a:extLst>
          </p:cNvPr>
          <p:cNvPicPr>
            <a:picLocks/>
          </p:cNvPicPr>
          <p:nvPr/>
        </p:nvPicPr>
        <p:blipFill>
          <a:blip r:embed="rId7" cstate="screen">
            <a:extLst>
              <a:ext uri="{28A0092B-C50C-407E-A947-70E740481C1C}">
                <a14:useLocalDpi xmlns:a14="http://schemas.microsoft.com/office/drawing/2010/main"/>
              </a:ext>
            </a:extLst>
          </a:blip>
          <a:stretch>
            <a:fillRect/>
          </a:stretch>
        </p:blipFill>
        <p:spPr>
          <a:xfrm>
            <a:off x="15290800" y="5219700"/>
            <a:ext cx="431800" cy="63500"/>
          </a:xfrm>
          <a:prstGeom prst="rect">
            <a:avLst/>
          </a:prstGeom>
        </p:spPr>
      </p:pic>
      <p:sp>
        <p:nvSpPr>
          <p:cNvPr id="40" name="ZoneTexte 39">
            <a:extLst>
              <a:ext uri="{FF2B5EF4-FFF2-40B4-BE49-F238E27FC236}">
                <a16:creationId xmlns:a16="http://schemas.microsoft.com/office/drawing/2014/main" id="{10AEAD29-B4A8-F82A-BF13-46BECA31B0B0}"/>
              </a:ext>
            </a:extLst>
          </p:cNvPr>
          <p:cNvSpPr txBox="1"/>
          <p:nvPr/>
        </p:nvSpPr>
        <p:spPr>
          <a:xfrm>
            <a:off x="3911600" y="5702300"/>
            <a:ext cx="2679700" cy="292100"/>
          </a:xfrm>
          <a:prstGeom prst="rect">
            <a:avLst/>
          </a:prstGeom>
          <a:noFill/>
        </p:spPr>
        <p:txBody>
          <a:bodyPr vert="horz" wrap="square" lIns="0" tIns="0" rIns="0" bIns="0" rtlCol="0" anchor="t" anchorCtr="1">
            <a:noAutofit/>
          </a:bodyPr>
          <a:lstStyle/>
          <a:p>
            <a:pPr algn="ctr"/>
            <a:r>
              <a:rPr lang="fr-FR" sz="1400" b="1">
                <a:solidFill>
                  <a:srgbClr val="1A3256"/>
                </a:solidFill>
                <a:latin typeface="Bahnschrift" panose="020B0502040204020203" pitchFamily="34" charset="0"/>
              </a:rPr>
              <a:t>ACCOMPAGNEMENT CLIENT</a:t>
            </a:r>
          </a:p>
        </p:txBody>
      </p:sp>
      <p:sp>
        <p:nvSpPr>
          <p:cNvPr id="41" name="ZoneTexte 40">
            <a:extLst>
              <a:ext uri="{FF2B5EF4-FFF2-40B4-BE49-F238E27FC236}">
                <a16:creationId xmlns:a16="http://schemas.microsoft.com/office/drawing/2014/main" id="{A36570FF-1FB9-837E-6556-7F13D87829D5}"/>
              </a:ext>
            </a:extLst>
          </p:cNvPr>
          <p:cNvSpPr txBox="1"/>
          <p:nvPr/>
        </p:nvSpPr>
        <p:spPr>
          <a:xfrm>
            <a:off x="6591300" y="5702300"/>
            <a:ext cx="2222500" cy="292100"/>
          </a:xfrm>
          <a:prstGeom prst="rect">
            <a:avLst/>
          </a:prstGeom>
          <a:noFill/>
        </p:spPr>
        <p:txBody>
          <a:bodyPr vert="horz" wrap="square" lIns="0" tIns="0" rIns="0" bIns="0" rtlCol="0" anchor="t" anchorCtr="1">
            <a:noAutofit/>
          </a:bodyPr>
          <a:lstStyle/>
          <a:p>
            <a:pPr algn="ctr"/>
            <a:r>
              <a:rPr lang="fr-FR" sz="1400" b="1">
                <a:solidFill>
                  <a:srgbClr val="1A3256"/>
                </a:solidFill>
                <a:latin typeface="Bahnschrift" panose="020B0502040204020203" pitchFamily="34" charset="0"/>
              </a:rPr>
              <a:t>MOYENNE GENERALE</a:t>
            </a:r>
          </a:p>
        </p:txBody>
      </p:sp>
      <p:sp>
        <p:nvSpPr>
          <p:cNvPr id="42" name="ZoneTexte 41">
            <a:extLst>
              <a:ext uri="{FF2B5EF4-FFF2-40B4-BE49-F238E27FC236}">
                <a16:creationId xmlns:a16="http://schemas.microsoft.com/office/drawing/2014/main" id="{D89DBB15-59DE-16FE-DAE0-9BE234204BC4}"/>
              </a:ext>
            </a:extLst>
          </p:cNvPr>
          <p:cNvSpPr txBox="1"/>
          <p:nvPr/>
        </p:nvSpPr>
        <p:spPr>
          <a:xfrm>
            <a:off x="15417800" y="5702300"/>
            <a:ext cx="2235200" cy="292100"/>
          </a:xfrm>
          <a:prstGeom prst="rect">
            <a:avLst/>
          </a:prstGeom>
          <a:noFill/>
        </p:spPr>
        <p:txBody>
          <a:bodyPr vert="horz" wrap="square" lIns="0" tIns="0" rIns="0" bIns="0" rtlCol="0" anchor="t" anchorCtr="1">
            <a:noAutofit/>
          </a:bodyPr>
          <a:lstStyle/>
          <a:p>
            <a:pPr algn="ctr"/>
            <a:r>
              <a:rPr lang="fr-FR" sz="1400" b="1">
                <a:solidFill>
                  <a:srgbClr val="1A3256"/>
                </a:solidFill>
                <a:latin typeface="Bahnschrift" panose="020B0502040204020203" pitchFamily="34" charset="0"/>
              </a:rPr>
              <a:t>MOYENNE GENERALE</a:t>
            </a:r>
          </a:p>
        </p:txBody>
      </p:sp>
      <p:sp>
        <p:nvSpPr>
          <p:cNvPr id="43" name="ZoneTexte 42">
            <a:extLst>
              <a:ext uri="{FF2B5EF4-FFF2-40B4-BE49-F238E27FC236}">
                <a16:creationId xmlns:a16="http://schemas.microsoft.com/office/drawing/2014/main" id="{494F6C70-6E0C-C546-226C-78E7C768E1BA}"/>
              </a:ext>
            </a:extLst>
          </p:cNvPr>
          <p:cNvSpPr txBox="1"/>
          <p:nvPr/>
        </p:nvSpPr>
        <p:spPr>
          <a:xfrm>
            <a:off x="12446000" y="5702300"/>
            <a:ext cx="3009900" cy="673100"/>
          </a:xfrm>
          <a:prstGeom prst="rect">
            <a:avLst/>
          </a:prstGeom>
          <a:noFill/>
        </p:spPr>
        <p:txBody>
          <a:bodyPr vert="horz" wrap="square" lIns="0" tIns="0" rIns="0" bIns="0" rtlCol="0" anchor="t" anchorCtr="0">
            <a:noAutofit/>
          </a:bodyPr>
          <a:lstStyle/>
          <a:p>
            <a:r>
              <a:rPr lang="fr-FR" sz="1400" b="1">
                <a:solidFill>
                  <a:srgbClr val="1A3256"/>
                </a:solidFill>
                <a:latin typeface="Bahnschrift" panose="020B0502040204020203" pitchFamily="34" charset="0"/>
              </a:rPr>
              <a:t>EXCELLENCE OPERATIONNELLE</a:t>
            </a:r>
          </a:p>
        </p:txBody>
      </p:sp>
      <p:sp>
        <p:nvSpPr>
          <p:cNvPr id="44" name="ZoneTexte 43">
            <a:extLst>
              <a:ext uri="{FF2B5EF4-FFF2-40B4-BE49-F238E27FC236}">
                <a16:creationId xmlns:a16="http://schemas.microsoft.com/office/drawing/2014/main" id="{A363D918-AA92-CE0D-4248-EE501DF7AB3E}"/>
              </a:ext>
            </a:extLst>
          </p:cNvPr>
          <p:cNvSpPr txBox="1"/>
          <p:nvPr/>
        </p:nvSpPr>
        <p:spPr>
          <a:xfrm>
            <a:off x="482600" y="6045200"/>
            <a:ext cx="3492500" cy="571500"/>
          </a:xfrm>
          <a:prstGeom prst="rect">
            <a:avLst/>
          </a:prstGeom>
          <a:noFill/>
        </p:spPr>
        <p:txBody>
          <a:bodyPr vert="horz" wrap="square" lIns="0" tIns="0" rIns="0" bIns="0" rtlCol="0" anchor="t" anchorCtr="0">
            <a:noAutofit/>
          </a:bodyPr>
          <a:lstStyle/>
          <a:p>
            <a:r>
              <a:rPr lang="fr-FR" sz="1400">
                <a:solidFill>
                  <a:srgbClr val="1A3256"/>
                </a:solidFill>
                <a:latin typeface="Bahnschrift" panose="020B0502040204020203" pitchFamily="34" charset="0"/>
              </a:rPr>
              <a:t>Damien FIOMBEA (METRO)</a:t>
            </a:r>
          </a:p>
        </p:txBody>
      </p:sp>
      <p:sp>
        <p:nvSpPr>
          <p:cNvPr id="45" name="ZoneTexte 44">
            <a:extLst>
              <a:ext uri="{FF2B5EF4-FFF2-40B4-BE49-F238E27FC236}">
                <a16:creationId xmlns:a16="http://schemas.microsoft.com/office/drawing/2014/main" id="{5EC5583E-1CAF-0757-D8A1-D3980AE41890}"/>
              </a:ext>
            </a:extLst>
          </p:cNvPr>
          <p:cNvSpPr txBox="1"/>
          <p:nvPr/>
        </p:nvSpPr>
        <p:spPr>
          <a:xfrm>
            <a:off x="4000500" y="6045200"/>
            <a:ext cx="2590800" cy="571500"/>
          </a:xfrm>
          <a:prstGeom prst="rect">
            <a:avLst/>
          </a:prstGeom>
          <a:noFill/>
        </p:spPr>
        <p:txBody>
          <a:bodyPr vert="horz" wrap="square" lIns="0" tIns="0" rIns="0" bIns="0" rtlCol="0" anchor="t" anchorCtr="1">
            <a:noAutofit/>
          </a:bodyPr>
          <a:lstStyle/>
          <a:p>
            <a:pPr algn="ctr"/>
            <a:r>
              <a:rPr lang="fr-FR" sz="1400">
                <a:solidFill>
                  <a:srgbClr val="1A3256"/>
                </a:solidFill>
                <a:latin typeface="Bahnschrift" panose="020B0502040204020203" pitchFamily="34" charset="0"/>
              </a:rPr>
              <a:t>3,63</a:t>
            </a:r>
          </a:p>
        </p:txBody>
      </p:sp>
      <p:sp>
        <p:nvSpPr>
          <p:cNvPr id="46" name="ZoneTexte 45">
            <a:extLst>
              <a:ext uri="{FF2B5EF4-FFF2-40B4-BE49-F238E27FC236}">
                <a16:creationId xmlns:a16="http://schemas.microsoft.com/office/drawing/2014/main" id="{B626836B-21A6-D8EC-769C-54A4223B5939}"/>
              </a:ext>
            </a:extLst>
          </p:cNvPr>
          <p:cNvSpPr txBox="1"/>
          <p:nvPr/>
        </p:nvSpPr>
        <p:spPr>
          <a:xfrm>
            <a:off x="6591300" y="6045200"/>
            <a:ext cx="2222500" cy="571500"/>
          </a:xfrm>
          <a:prstGeom prst="rect">
            <a:avLst/>
          </a:prstGeom>
          <a:noFill/>
        </p:spPr>
        <p:txBody>
          <a:bodyPr vert="horz" wrap="square" lIns="0" tIns="0" rIns="0" bIns="0" rtlCol="0" anchor="t" anchorCtr="1">
            <a:noAutofit/>
          </a:bodyPr>
          <a:lstStyle/>
          <a:p>
            <a:pPr algn="ctr"/>
            <a:r>
              <a:rPr lang="fr-FR" sz="1400">
                <a:solidFill>
                  <a:srgbClr val="1A3256"/>
                </a:solidFill>
                <a:latin typeface="Bahnschrift" panose="020B0502040204020203" pitchFamily="34" charset="0"/>
              </a:rPr>
              <a:t>2,73</a:t>
            </a:r>
          </a:p>
        </p:txBody>
      </p:sp>
      <p:sp>
        <p:nvSpPr>
          <p:cNvPr id="47" name="ZoneTexte 46">
            <a:extLst>
              <a:ext uri="{FF2B5EF4-FFF2-40B4-BE49-F238E27FC236}">
                <a16:creationId xmlns:a16="http://schemas.microsoft.com/office/drawing/2014/main" id="{1F3FF414-1325-5930-75B6-6C6E0CF03A70}"/>
              </a:ext>
            </a:extLst>
          </p:cNvPr>
          <p:cNvSpPr txBox="1"/>
          <p:nvPr/>
        </p:nvSpPr>
        <p:spPr>
          <a:xfrm>
            <a:off x="482600" y="6642100"/>
            <a:ext cx="3492500" cy="558800"/>
          </a:xfrm>
          <a:prstGeom prst="rect">
            <a:avLst/>
          </a:prstGeom>
          <a:noFill/>
        </p:spPr>
        <p:txBody>
          <a:bodyPr vert="horz" wrap="square" lIns="0" tIns="0" rIns="0" bIns="0" rtlCol="0" anchor="t" anchorCtr="0">
            <a:noAutofit/>
          </a:bodyPr>
          <a:lstStyle/>
          <a:p>
            <a:endParaRPr lang="fr-FR" sz="1400">
              <a:solidFill>
                <a:srgbClr val="1A3256"/>
              </a:solidFill>
              <a:latin typeface="Bahnschrift" panose="020B0502040204020203" pitchFamily="34" charset="0"/>
            </a:endParaRPr>
          </a:p>
        </p:txBody>
      </p:sp>
      <p:sp>
        <p:nvSpPr>
          <p:cNvPr id="48" name="ZoneTexte 47">
            <a:extLst>
              <a:ext uri="{FF2B5EF4-FFF2-40B4-BE49-F238E27FC236}">
                <a16:creationId xmlns:a16="http://schemas.microsoft.com/office/drawing/2014/main" id="{1F2031D9-2402-2934-0349-0F385A9F3C5E}"/>
              </a:ext>
            </a:extLst>
          </p:cNvPr>
          <p:cNvSpPr txBox="1"/>
          <p:nvPr/>
        </p:nvSpPr>
        <p:spPr>
          <a:xfrm>
            <a:off x="4000500" y="6642100"/>
            <a:ext cx="25908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49" name="ZoneTexte 48">
            <a:extLst>
              <a:ext uri="{FF2B5EF4-FFF2-40B4-BE49-F238E27FC236}">
                <a16:creationId xmlns:a16="http://schemas.microsoft.com/office/drawing/2014/main" id="{F257B917-3340-E9C3-DFC1-BE61BE322003}"/>
              </a:ext>
            </a:extLst>
          </p:cNvPr>
          <p:cNvSpPr txBox="1"/>
          <p:nvPr/>
        </p:nvSpPr>
        <p:spPr>
          <a:xfrm>
            <a:off x="6591300" y="6642100"/>
            <a:ext cx="22225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50" name="ZoneTexte 49">
            <a:extLst>
              <a:ext uri="{FF2B5EF4-FFF2-40B4-BE49-F238E27FC236}">
                <a16:creationId xmlns:a16="http://schemas.microsoft.com/office/drawing/2014/main" id="{2F8E77F6-E20A-DA10-53FC-9F36EF10E5A4}"/>
              </a:ext>
            </a:extLst>
          </p:cNvPr>
          <p:cNvSpPr txBox="1"/>
          <p:nvPr/>
        </p:nvSpPr>
        <p:spPr>
          <a:xfrm>
            <a:off x="482600" y="7823200"/>
            <a:ext cx="3492500" cy="558800"/>
          </a:xfrm>
          <a:prstGeom prst="rect">
            <a:avLst/>
          </a:prstGeom>
          <a:noFill/>
        </p:spPr>
        <p:txBody>
          <a:bodyPr vert="horz" wrap="square" lIns="0" tIns="0" rIns="0" bIns="0" rtlCol="0" anchor="t" anchorCtr="0">
            <a:noAutofit/>
          </a:bodyPr>
          <a:lstStyle/>
          <a:p>
            <a:endParaRPr lang="fr-FR" sz="1400">
              <a:solidFill>
                <a:srgbClr val="1A3256"/>
              </a:solidFill>
              <a:latin typeface="Bahnschrift" panose="020B0502040204020203" pitchFamily="34" charset="0"/>
            </a:endParaRPr>
          </a:p>
        </p:txBody>
      </p:sp>
      <p:sp>
        <p:nvSpPr>
          <p:cNvPr id="51" name="ZoneTexte 50">
            <a:extLst>
              <a:ext uri="{FF2B5EF4-FFF2-40B4-BE49-F238E27FC236}">
                <a16:creationId xmlns:a16="http://schemas.microsoft.com/office/drawing/2014/main" id="{B75BD7E4-BB6F-A311-9FDF-F456DC49EA9E}"/>
              </a:ext>
            </a:extLst>
          </p:cNvPr>
          <p:cNvSpPr txBox="1"/>
          <p:nvPr/>
        </p:nvSpPr>
        <p:spPr>
          <a:xfrm>
            <a:off x="4000500" y="7823200"/>
            <a:ext cx="25908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52" name="ZoneTexte 51">
            <a:extLst>
              <a:ext uri="{FF2B5EF4-FFF2-40B4-BE49-F238E27FC236}">
                <a16:creationId xmlns:a16="http://schemas.microsoft.com/office/drawing/2014/main" id="{148BE750-1D3A-6C77-F749-4E4EE23B6D62}"/>
              </a:ext>
            </a:extLst>
          </p:cNvPr>
          <p:cNvSpPr txBox="1"/>
          <p:nvPr/>
        </p:nvSpPr>
        <p:spPr>
          <a:xfrm>
            <a:off x="6591300" y="7823200"/>
            <a:ext cx="22225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53" name="ZoneTexte 52">
            <a:extLst>
              <a:ext uri="{FF2B5EF4-FFF2-40B4-BE49-F238E27FC236}">
                <a16:creationId xmlns:a16="http://schemas.microsoft.com/office/drawing/2014/main" id="{597AB530-3B17-4F3B-E575-F959B6C0ABEA}"/>
              </a:ext>
            </a:extLst>
          </p:cNvPr>
          <p:cNvSpPr txBox="1"/>
          <p:nvPr/>
        </p:nvSpPr>
        <p:spPr>
          <a:xfrm>
            <a:off x="482600" y="7226300"/>
            <a:ext cx="3492500" cy="571500"/>
          </a:xfrm>
          <a:prstGeom prst="rect">
            <a:avLst/>
          </a:prstGeom>
          <a:noFill/>
        </p:spPr>
        <p:txBody>
          <a:bodyPr vert="horz" wrap="square" lIns="0" tIns="0" rIns="0" bIns="0" rtlCol="0" anchor="t" anchorCtr="0">
            <a:noAutofit/>
          </a:bodyPr>
          <a:lstStyle/>
          <a:p>
            <a:endParaRPr lang="fr-FR" sz="1400">
              <a:solidFill>
                <a:srgbClr val="1A3256"/>
              </a:solidFill>
              <a:latin typeface="Bahnschrift" panose="020B0502040204020203" pitchFamily="34" charset="0"/>
            </a:endParaRPr>
          </a:p>
        </p:txBody>
      </p:sp>
      <p:sp>
        <p:nvSpPr>
          <p:cNvPr id="54" name="ZoneTexte 53">
            <a:extLst>
              <a:ext uri="{FF2B5EF4-FFF2-40B4-BE49-F238E27FC236}">
                <a16:creationId xmlns:a16="http://schemas.microsoft.com/office/drawing/2014/main" id="{6EE1D557-BEE2-9FAC-B96D-09485F604420}"/>
              </a:ext>
            </a:extLst>
          </p:cNvPr>
          <p:cNvSpPr txBox="1"/>
          <p:nvPr/>
        </p:nvSpPr>
        <p:spPr>
          <a:xfrm>
            <a:off x="4000500" y="7226300"/>
            <a:ext cx="2590800" cy="5715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55" name="ZoneTexte 54">
            <a:extLst>
              <a:ext uri="{FF2B5EF4-FFF2-40B4-BE49-F238E27FC236}">
                <a16:creationId xmlns:a16="http://schemas.microsoft.com/office/drawing/2014/main" id="{8930422B-E4CE-E0BB-AD8E-92B1934190B1}"/>
              </a:ext>
            </a:extLst>
          </p:cNvPr>
          <p:cNvSpPr txBox="1"/>
          <p:nvPr/>
        </p:nvSpPr>
        <p:spPr>
          <a:xfrm>
            <a:off x="6591300" y="7226300"/>
            <a:ext cx="2222500" cy="5715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56" name="ZoneTexte 55">
            <a:extLst>
              <a:ext uri="{FF2B5EF4-FFF2-40B4-BE49-F238E27FC236}">
                <a16:creationId xmlns:a16="http://schemas.microsoft.com/office/drawing/2014/main" id="{E6869049-E108-84F5-A8EA-C8240E3C5208}"/>
              </a:ext>
            </a:extLst>
          </p:cNvPr>
          <p:cNvSpPr txBox="1"/>
          <p:nvPr/>
        </p:nvSpPr>
        <p:spPr>
          <a:xfrm>
            <a:off x="482600" y="9017000"/>
            <a:ext cx="3492500" cy="558800"/>
          </a:xfrm>
          <a:prstGeom prst="rect">
            <a:avLst/>
          </a:prstGeom>
          <a:noFill/>
        </p:spPr>
        <p:txBody>
          <a:bodyPr vert="horz" wrap="square" lIns="0" tIns="0" rIns="0" bIns="0" rtlCol="0" anchor="t" anchorCtr="0">
            <a:noAutofit/>
          </a:bodyPr>
          <a:lstStyle/>
          <a:p>
            <a:endParaRPr lang="fr-FR" sz="1400">
              <a:solidFill>
                <a:srgbClr val="1A3256"/>
              </a:solidFill>
              <a:latin typeface="Bahnschrift" panose="020B0502040204020203" pitchFamily="34" charset="0"/>
            </a:endParaRPr>
          </a:p>
        </p:txBody>
      </p:sp>
      <p:sp>
        <p:nvSpPr>
          <p:cNvPr id="57" name="ZoneTexte 56">
            <a:extLst>
              <a:ext uri="{FF2B5EF4-FFF2-40B4-BE49-F238E27FC236}">
                <a16:creationId xmlns:a16="http://schemas.microsoft.com/office/drawing/2014/main" id="{253370A2-8500-2DB9-8001-7D1CFC0DB3C5}"/>
              </a:ext>
            </a:extLst>
          </p:cNvPr>
          <p:cNvSpPr txBox="1"/>
          <p:nvPr/>
        </p:nvSpPr>
        <p:spPr>
          <a:xfrm>
            <a:off x="4000500" y="9017000"/>
            <a:ext cx="25908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58" name="ZoneTexte 57">
            <a:extLst>
              <a:ext uri="{FF2B5EF4-FFF2-40B4-BE49-F238E27FC236}">
                <a16:creationId xmlns:a16="http://schemas.microsoft.com/office/drawing/2014/main" id="{1B382B9C-FE7B-D360-8A79-EB122E1C107A}"/>
              </a:ext>
            </a:extLst>
          </p:cNvPr>
          <p:cNvSpPr txBox="1"/>
          <p:nvPr/>
        </p:nvSpPr>
        <p:spPr>
          <a:xfrm>
            <a:off x="6591300" y="9017000"/>
            <a:ext cx="22225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59" name="ZoneTexte 58">
            <a:extLst>
              <a:ext uri="{FF2B5EF4-FFF2-40B4-BE49-F238E27FC236}">
                <a16:creationId xmlns:a16="http://schemas.microsoft.com/office/drawing/2014/main" id="{10FE7805-273C-682F-CEA2-2F717EC2BAD6}"/>
              </a:ext>
            </a:extLst>
          </p:cNvPr>
          <p:cNvSpPr txBox="1"/>
          <p:nvPr/>
        </p:nvSpPr>
        <p:spPr>
          <a:xfrm>
            <a:off x="482600" y="8420100"/>
            <a:ext cx="3492500" cy="558800"/>
          </a:xfrm>
          <a:prstGeom prst="rect">
            <a:avLst/>
          </a:prstGeom>
          <a:noFill/>
        </p:spPr>
        <p:txBody>
          <a:bodyPr vert="horz" wrap="square" lIns="0" tIns="0" rIns="0" bIns="0" rtlCol="0" anchor="t" anchorCtr="0">
            <a:noAutofit/>
          </a:bodyPr>
          <a:lstStyle/>
          <a:p>
            <a:endParaRPr lang="fr-FR" sz="1400">
              <a:solidFill>
                <a:srgbClr val="1A3256"/>
              </a:solidFill>
              <a:latin typeface="Bahnschrift" panose="020B0502040204020203" pitchFamily="34" charset="0"/>
            </a:endParaRPr>
          </a:p>
        </p:txBody>
      </p:sp>
      <p:sp>
        <p:nvSpPr>
          <p:cNvPr id="60" name="ZoneTexte 59">
            <a:extLst>
              <a:ext uri="{FF2B5EF4-FFF2-40B4-BE49-F238E27FC236}">
                <a16:creationId xmlns:a16="http://schemas.microsoft.com/office/drawing/2014/main" id="{2C71D6B4-CF2D-4768-692E-BC9E00F9C09D}"/>
              </a:ext>
            </a:extLst>
          </p:cNvPr>
          <p:cNvSpPr txBox="1"/>
          <p:nvPr/>
        </p:nvSpPr>
        <p:spPr>
          <a:xfrm>
            <a:off x="4000500" y="8420100"/>
            <a:ext cx="25908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61" name="ZoneTexte 60">
            <a:extLst>
              <a:ext uri="{FF2B5EF4-FFF2-40B4-BE49-F238E27FC236}">
                <a16:creationId xmlns:a16="http://schemas.microsoft.com/office/drawing/2014/main" id="{DD18AB45-7AEB-BCAA-3CE4-81F8859456B8}"/>
              </a:ext>
            </a:extLst>
          </p:cNvPr>
          <p:cNvSpPr txBox="1"/>
          <p:nvPr/>
        </p:nvSpPr>
        <p:spPr>
          <a:xfrm>
            <a:off x="6591300" y="8420100"/>
            <a:ext cx="22225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62" name="ZoneTexte 61">
            <a:extLst>
              <a:ext uri="{FF2B5EF4-FFF2-40B4-BE49-F238E27FC236}">
                <a16:creationId xmlns:a16="http://schemas.microsoft.com/office/drawing/2014/main" id="{178DE9E6-7E13-F7A4-B511-992919DD3F74}"/>
              </a:ext>
            </a:extLst>
          </p:cNvPr>
          <p:cNvSpPr txBox="1"/>
          <p:nvPr/>
        </p:nvSpPr>
        <p:spPr>
          <a:xfrm>
            <a:off x="15405100" y="9017000"/>
            <a:ext cx="22352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63" name="ZoneTexte 62">
            <a:extLst>
              <a:ext uri="{FF2B5EF4-FFF2-40B4-BE49-F238E27FC236}">
                <a16:creationId xmlns:a16="http://schemas.microsoft.com/office/drawing/2014/main" id="{55AFE880-D43E-9A49-4BC7-5585BE1C5086}"/>
              </a:ext>
            </a:extLst>
          </p:cNvPr>
          <p:cNvSpPr txBox="1"/>
          <p:nvPr/>
        </p:nvSpPr>
        <p:spPr>
          <a:xfrm>
            <a:off x="12814300" y="9017000"/>
            <a:ext cx="26035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64" name="ZoneTexte 63">
            <a:extLst>
              <a:ext uri="{FF2B5EF4-FFF2-40B4-BE49-F238E27FC236}">
                <a16:creationId xmlns:a16="http://schemas.microsoft.com/office/drawing/2014/main" id="{FDDC1B24-F641-0146-425C-38B395B9EC71}"/>
              </a:ext>
            </a:extLst>
          </p:cNvPr>
          <p:cNvSpPr txBox="1"/>
          <p:nvPr/>
        </p:nvSpPr>
        <p:spPr>
          <a:xfrm>
            <a:off x="9309100" y="9017000"/>
            <a:ext cx="3492500" cy="558800"/>
          </a:xfrm>
          <a:prstGeom prst="rect">
            <a:avLst/>
          </a:prstGeom>
          <a:noFill/>
        </p:spPr>
        <p:txBody>
          <a:bodyPr vert="horz" wrap="square" lIns="0" tIns="0" rIns="0" bIns="0" rtlCol="0" anchor="t" anchorCtr="0">
            <a:noAutofit/>
          </a:bodyPr>
          <a:lstStyle/>
          <a:p>
            <a:endParaRPr lang="fr-FR" sz="1400">
              <a:solidFill>
                <a:srgbClr val="1A3256"/>
              </a:solidFill>
              <a:latin typeface="Bahnschrift" panose="020B0502040204020203" pitchFamily="34" charset="0"/>
            </a:endParaRPr>
          </a:p>
        </p:txBody>
      </p:sp>
      <p:sp>
        <p:nvSpPr>
          <p:cNvPr id="65" name="ZoneTexte 64">
            <a:extLst>
              <a:ext uri="{FF2B5EF4-FFF2-40B4-BE49-F238E27FC236}">
                <a16:creationId xmlns:a16="http://schemas.microsoft.com/office/drawing/2014/main" id="{EC49C239-C0F6-8D36-D354-75BEF5BF3892}"/>
              </a:ext>
            </a:extLst>
          </p:cNvPr>
          <p:cNvSpPr txBox="1"/>
          <p:nvPr/>
        </p:nvSpPr>
        <p:spPr>
          <a:xfrm>
            <a:off x="9309100" y="8407400"/>
            <a:ext cx="3492500" cy="571500"/>
          </a:xfrm>
          <a:prstGeom prst="rect">
            <a:avLst/>
          </a:prstGeom>
          <a:noFill/>
        </p:spPr>
        <p:txBody>
          <a:bodyPr vert="horz" wrap="square" lIns="0" tIns="0" rIns="0" bIns="0" rtlCol="0" anchor="t" anchorCtr="0">
            <a:noAutofit/>
          </a:bodyPr>
          <a:lstStyle/>
          <a:p>
            <a:endParaRPr lang="fr-FR" sz="1400">
              <a:solidFill>
                <a:srgbClr val="1A3256"/>
              </a:solidFill>
              <a:latin typeface="Bahnschrift" panose="020B0502040204020203" pitchFamily="34" charset="0"/>
            </a:endParaRPr>
          </a:p>
        </p:txBody>
      </p:sp>
      <p:sp>
        <p:nvSpPr>
          <p:cNvPr id="66" name="ZoneTexte 65">
            <a:extLst>
              <a:ext uri="{FF2B5EF4-FFF2-40B4-BE49-F238E27FC236}">
                <a16:creationId xmlns:a16="http://schemas.microsoft.com/office/drawing/2014/main" id="{4EC6F83D-E663-D7EC-3FB2-EE082117D7DB}"/>
              </a:ext>
            </a:extLst>
          </p:cNvPr>
          <p:cNvSpPr txBox="1"/>
          <p:nvPr/>
        </p:nvSpPr>
        <p:spPr>
          <a:xfrm>
            <a:off x="12814300" y="8407400"/>
            <a:ext cx="2603500" cy="5715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67" name="ZoneTexte 66">
            <a:extLst>
              <a:ext uri="{FF2B5EF4-FFF2-40B4-BE49-F238E27FC236}">
                <a16:creationId xmlns:a16="http://schemas.microsoft.com/office/drawing/2014/main" id="{588514E2-D621-35FA-9D43-B7BEE014C97C}"/>
              </a:ext>
            </a:extLst>
          </p:cNvPr>
          <p:cNvSpPr txBox="1"/>
          <p:nvPr/>
        </p:nvSpPr>
        <p:spPr>
          <a:xfrm>
            <a:off x="15405100" y="8407400"/>
            <a:ext cx="2235200" cy="5715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68" name="ZoneTexte 67">
            <a:extLst>
              <a:ext uri="{FF2B5EF4-FFF2-40B4-BE49-F238E27FC236}">
                <a16:creationId xmlns:a16="http://schemas.microsoft.com/office/drawing/2014/main" id="{7E25F6D3-1963-1BCF-826F-19D0EACFA541}"/>
              </a:ext>
            </a:extLst>
          </p:cNvPr>
          <p:cNvSpPr txBox="1"/>
          <p:nvPr/>
        </p:nvSpPr>
        <p:spPr>
          <a:xfrm>
            <a:off x="15405100" y="7823200"/>
            <a:ext cx="22352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69" name="ZoneTexte 68">
            <a:extLst>
              <a:ext uri="{FF2B5EF4-FFF2-40B4-BE49-F238E27FC236}">
                <a16:creationId xmlns:a16="http://schemas.microsoft.com/office/drawing/2014/main" id="{E3D9E59D-1D54-FF86-BEAC-3DDBE1AF02B1}"/>
              </a:ext>
            </a:extLst>
          </p:cNvPr>
          <p:cNvSpPr txBox="1"/>
          <p:nvPr/>
        </p:nvSpPr>
        <p:spPr>
          <a:xfrm>
            <a:off x="12839700" y="7823200"/>
            <a:ext cx="25908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70" name="ZoneTexte 69">
            <a:extLst>
              <a:ext uri="{FF2B5EF4-FFF2-40B4-BE49-F238E27FC236}">
                <a16:creationId xmlns:a16="http://schemas.microsoft.com/office/drawing/2014/main" id="{4DD9DE6F-5033-B225-2216-6FF6D591FE54}"/>
              </a:ext>
            </a:extLst>
          </p:cNvPr>
          <p:cNvSpPr txBox="1"/>
          <p:nvPr/>
        </p:nvSpPr>
        <p:spPr>
          <a:xfrm>
            <a:off x="9309100" y="7823200"/>
            <a:ext cx="3492500" cy="558800"/>
          </a:xfrm>
          <a:prstGeom prst="rect">
            <a:avLst/>
          </a:prstGeom>
          <a:noFill/>
        </p:spPr>
        <p:txBody>
          <a:bodyPr vert="horz" wrap="square" lIns="0" tIns="0" rIns="0" bIns="0" rtlCol="0" anchor="t" anchorCtr="0">
            <a:noAutofit/>
          </a:bodyPr>
          <a:lstStyle/>
          <a:p>
            <a:endParaRPr lang="fr-FR" sz="1400">
              <a:solidFill>
                <a:srgbClr val="1A3256"/>
              </a:solidFill>
              <a:latin typeface="Bahnschrift" panose="020B0502040204020203" pitchFamily="34" charset="0"/>
            </a:endParaRPr>
          </a:p>
        </p:txBody>
      </p:sp>
      <p:sp>
        <p:nvSpPr>
          <p:cNvPr id="71" name="ZoneTexte 70">
            <a:extLst>
              <a:ext uri="{FF2B5EF4-FFF2-40B4-BE49-F238E27FC236}">
                <a16:creationId xmlns:a16="http://schemas.microsoft.com/office/drawing/2014/main" id="{17048883-4211-DD98-F627-561E5CC2DF89}"/>
              </a:ext>
            </a:extLst>
          </p:cNvPr>
          <p:cNvSpPr txBox="1"/>
          <p:nvPr/>
        </p:nvSpPr>
        <p:spPr>
          <a:xfrm>
            <a:off x="9309100" y="7226300"/>
            <a:ext cx="3492500" cy="558800"/>
          </a:xfrm>
          <a:prstGeom prst="rect">
            <a:avLst/>
          </a:prstGeom>
          <a:noFill/>
        </p:spPr>
        <p:txBody>
          <a:bodyPr vert="horz" wrap="square" lIns="0" tIns="0" rIns="0" bIns="0" rtlCol="0" anchor="t" anchorCtr="0">
            <a:noAutofit/>
          </a:bodyPr>
          <a:lstStyle/>
          <a:p>
            <a:endParaRPr lang="fr-FR" sz="1400">
              <a:solidFill>
                <a:srgbClr val="1A3256"/>
              </a:solidFill>
              <a:latin typeface="Bahnschrift" panose="020B0502040204020203" pitchFamily="34" charset="0"/>
            </a:endParaRPr>
          </a:p>
        </p:txBody>
      </p:sp>
      <p:sp>
        <p:nvSpPr>
          <p:cNvPr id="72" name="ZoneTexte 71">
            <a:extLst>
              <a:ext uri="{FF2B5EF4-FFF2-40B4-BE49-F238E27FC236}">
                <a16:creationId xmlns:a16="http://schemas.microsoft.com/office/drawing/2014/main" id="{365D2778-CC5D-5B18-0A29-5849DC68E44B}"/>
              </a:ext>
            </a:extLst>
          </p:cNvPr>
          <p:cNvSpPr txBox="1"/>
          <p:nvPr/>
        </p:nvSpPr>
        <p:spPr>
          <a:xfrm>
            <a:off x="12814300" y="7226300"/>
            <a:ext cx="26035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73" name="ZoneTexte 72">
            <a:extLst>
              <a:ext uri="{FF2B5EF4-FFF2-40B4-BE49-F238E27FC236}">
                <a16:creationId xmlns:a16="http://schemas.microsoft.com/office/drawing/2014/main" id="{6B027595-A464-5F17-4AF8-F2046BB50C1A}"/>
              </a:ext>
            </a:extLst>
          </p:cNvPr>
          <p:cNvSpPr txBox="1"/>
          <p:nvPr/>
        </p:nvSpPr>
        <p:spPr>
          <a:xfrm>
            <a:off x="15405100" y="7226300"/>
            <a:ext cx="22352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74" name="ZoneTexte 73">
            <a:extLst>
              <a:ext uri="{FF2B5EF4-FFF2-40B4-BE49-F238E27FC236}">
                <a16:creationId xmlns:a16="http://schemas.microsoft.com/office/drawing/2014/main" id="{FEC06F5B-2E10-EC91-5522-13BBE5E21C6B}"/>
              </a:ext>
            </a:extLst>
          </p:cNvPr>
          <p:cNvSpPr txBox="1"/>
          <p:nvPr/>
        </p:nvSpPr>
        <p:spPr>
          <a:xfrm>
            <a:off x="15405100" y="6642100"/>
            <a:ext cx="22352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75" name="ZoneTexte 74">
            <a:extLst>
              <a:ext uri="{FF2B5EF4-FFF2-40B4-BE49-F238E27FC236}">
                <a16:creationId xmlns:a16="http://schemas.microsoft.com/office/drawing/2014/main" id="{228F8A1D-38C4-0F06-97D1-40815ACFCC20}"/>
              </a:ext>
            </a:extLst>
          </p:cNvPr>
          <p:cNvSpPr txBox="1"/>
          <p:nvPr/>
        </p:nvSpPr>
        <p:spPr>
          <a:xfrm>
            <a:off x="12814300" y="6642100"/>
            <a:ext cx="26035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76" name="ZoneTexte 75">
            <a:extLst>
              <a:ext uri="{FF2B5EF4-FFF2-40B4-BE49-F238E27FC236}">
                <a16:creationId xmlns:a16="http://schemas.microsoft.com/office/drawing/2014/main" id="{D1329960-5911-AB69-C9E7-9CFDC2702A41}"/>
              </a:ext>
            </a:extLst>
          </p:cNvPr>
          <p:cNvSpPr txBox="1"/>
          <p:nvPr/>
        </p:nvSpPr>
        <p:spPr>
          <a:xfrm>
            <a:off x="9309100" y="6642100"/>
            <a:ext cx="3492500" cy="558800"/>
          </a:xfrm>
          <a:prstGeom prst="rect">
            <a:avLst/>
          </a:prstGeom>
          <a:noFill/>
        </p:spPr>
        <p:txBody>
          <a:bodyPr vert="horz" wrap="square" lIns="0" tIns="0" rIns="0" bIns="0" rtlCol="0" anchor="t" anchorCtr="0">
            <a:noAutofit/>
          </a:bodyPr>
          <a:lstStyle/>
          <a:p>
            <a:endParaRPr lang="fr-FR" sz="1400">
              <a:solidFill>
                <a:srgbClr val="1A3256"/>
              </a:solidFill>
              <a:latin typeface="Bahnschrift" panose="020B0502040204020203" pitchFamily="34" charset="0"/>
            </a:endParaRPr>
          </a:p>
        </p:txBody>
      </p:sp>
      <p:sp>
        <p:nvSpPr>
          <p:cNvPr id="77" name="ZoneTexte 76">
            <a:extLst>
              <a:ext uri="{FF2B5EF4-FFF2-40B4-BE49-F238E27FC236}">
                <a16:creationId xmlns:a16="http://schemas.microsoft.com/office/drawing/2014/main" id="{DD2B6BCC-B6FB-7927-C6FA-60815542F237}"/>
              </a:ext>
            </a:extLst>
          </p:cNvPr>
          <p:cNvSpPr txBox="1"/>
          <p:nvPr/>
        </p:nvSpPr>
        <p:spPr>
          <a:xfrm>
            <a:off x="9309100" y="6045200"/>
            <a:ext cx="3492500" cy="558800"/>
          </a:xfrm>
          <a:prstGeom prst="rect">
            <a:avLst/>
          </a:prstGeom>
          <a:noFill/>
        </p:spPr>
        <p:txBody>
          <a:bodyPr vert="horz" wrap="square" lIns="0" tIns="0" rIns="0" bIns="0" rtlCol="0" anchor="t" anchorCtr="0">
            <a:noAutofit/>
          </a:bodyPr>
          <a:lstStyle/>
          <a:p>
            <a:r>
              <a:rPr lang="fr-FR" sz="1400">
                <a:solidFill>
                  <a:srgbClr val="1A3256"/>
                </a:solidFill>
                <a:latin typeface="Bahnschrift" panose="020B0502040204020203" pitchFamily="34" charset="0"/>
              </a:rPr>
              <a:t>Damien FIOMBEA (METRO)</a:t>
            </a:r>
          </a:p>
        </p:txBody>
      </p:sp>
      <p:sp>
        <p:nvSpPr>
          <p:cNvPr id="78" name="ZoneTexte 77">
            <a:extLst>
              <a:ext uri="{FF2B5EF4-FFF2-40B4-BE49-F238E27FC236}">
                <a16:creationId xmlns:a16="http://schemas.microsoft.com/office/drawing/2014/main" id="{E07CACD3-22D3-D52E-9F7A-0B29E3C76D01}"/>
              </a:ext>
            </a:extLst>
          </p:cNvPr>
          <p:cNvSpPr txBox="1"/>
          <p:nvPr/>
        </p:nvSpPr>
        <p:spPr>
          <a:xfrm>
            <a:off x="12814300" y="6045200"/>
            <a:ext cx="2603500" cy="558800"/>
          </a:xfrm>
          <a:prstGeom prst="rect">
            <a:avLst/>
          </a:prstGeom>
          <a:noFill/>
        </p:spPr>
        <p:txBody>
          <a:bodyPr vert="horz" wrap="square" lIns="0" tIns="0" rIns="0" bIns="0" rtlCol="0" anchor="t" anchorCtr="1">
            <a:noAutofit/>
          </a:bodyPr>
          <a:lstStyle/>
          <a:p>
            <a:pPr algn="ctr"/>
            <a:r>
              <a:rPr lang="fr-FR" sz="1400">
                <a:solidFill>
                  <a:srgbClr val="1A3256"/>
                </a:solidFill>
                <a:latin typeface="Bahnschrift" panose="020B0502040204020203" pitchFamily="34" charset="0"/>
              </a:rPr>
              <a:t>2,81</a:t>
            </a:r>
          </a:p>
        </p:txBody>
      </p:sp>
      <p:sp>
        <p:nvSpPr>
          <p:cNvPr id="79" name="ZoneTexte 78">
            <a:extLst>
              <a:ext uri="{FF2B5EF4-FFF2-40B4-BE49-F238E27FC236}">
                <a16:creationId xmlns:a16="http://schemas.microsoft.com/office/drawing/2014/main" id="{24DBF250-84BE-40EF-666B-9D346C8DAAE3}"/>
              </a:ext>
            </a:extLst>
          </p:cNvPr>
          <p:cNvSpPr txBox="1"/>
          <p:nvPr/>
        </p:nvSpPr>
        <p:spPr>
          <a:xfrm>
            <a:off x="15405100" y="6045200"/>
            <a:ext cx="2235200" cy="558800"/>
          </a:xfrm>
          <a:prstGeom prst="rect">
            <a:avLst/>
          </a:prstGeom>
          <a:noFill/>
        </p:spPr>
        <p:txBody>
          <a:bodyPr vert="horz" wrap="square" lIns="0" tIns="0" rIns="0" bIns="0" rtlCol="0" anchor="t" anchorCtr="1">
            <a:noAutofit/>
          </a:bodyPr>
          <a:lstStyle/>
          <a:p>
            <a:pPr algn="ctr"/>
            <a:r>
              <a:rPr lang="fr-FR" sz="1400">
                <a:solidFill>
                  <a:srgbClr val="1A3256"/>
                </a:solidFill>
                <a:latin typeface="Bahnschrift" panose="020B0502040204020203" pitchFamily="34" charset="0"/>
              </a:rPr>
              <a:t>2,73</a:t>
            </a:r>
          </a:p>
        </p:txBody>
      </p:sp>
      <p:pic>
        <p:nvPicPr>
          <p:cNvPr id="81" name="Image 80">
            <a:extLst>
              <a:ext uri="{FF2B5EF4-FFF2-40B4-BE49-F238E27FC236}">
                <a16:creationId xmlns:a16="http://schemas.microsoft.com/office/drawing/2014/main" id="{5F6C6703-090B-8253-4653-3380F848BDE8}"/>
              </a:ext>
            </a:extLst>
          </p:cNvPr>
          <p:cNvPicPr>
            <a:picLocks/>
          </p:cNvPicPr>
          <p:nvPr/>
        </p:nvPicPr>
        <p:blipFill>
          <a:blip r:embed="rId8" cstate="screen">
            <a:extLst>
              <a:ext uri="{28A0092B-C50C-407E-A947-70E740481C1C}">
                <a14:useLocalDpi xmlns:a14="http://schemas.microsoft.com/office/drawing/2010/main"/>
              </a:ext>
            </a:extLst>
          </a:blip>
          <a:stretch>
            <a:fillRect/>
          </a:stretch>
        </p:blipFill>
        <p:spPr>
          <a:xfrm>
            <a:off x="9093200" y="2908300"/>
            <a:ext cx="12700" cy="5956300"/>
          </a:xfrm>
          <a:prstGeom prst="rect">
            <a:avLst/>
          </a:prstGeom>
        </p:spPr>
      </p:pic>
      <p:pic>
        <p:nvPicPr>
          <p:cNvPr id="83" name="Image 82">
            <a:extLst>
              <a:ext uri="{FF2B5EF4-FFF2-40B4-BE49-F238E27FC236}">
                <a16:creationId xmlns:a16="http://schemas.microsoft.com/office/drawing/2014/main" id="{6A4BD694-D0B3-34E2-443E-7065320E746F}"/>
              </a:ext>
            </a:extLst>
          </p:cNvPr>
          <p:cNvPicPr>
            <a:picLocks/>
          </p:cNvPicPr>
          <p:nvPr/>
        </p:nvPicPr>
        <p:blipFill>
          <a:blip r:embed="rId9" cstate="screen">
            <a:extLst>
              <a:ext uri="{28A0092B-C50C-407E-A947-70E740481C1C}">
                <a14:useLocalDpi xmlns:a14="http://schemas.microsoft.com/office/drawing/2010/main"/>
              </a:ext>
            </a:extLst>
          </a:blip>
          <a:stretch>
            <a:fillRect/>
          </a:stretch>
        </p:blipFill>
        <p:spPr>
          <a:xfrm>
            <a:off x="495300" y="1955800"/>
            <a:ext cx="2578100" cy="2032000"/>
          </a:xfrm>
          <a:prstGeom prst="rect">
            <a:avLst/>
          </a:prstGeom>
        </p:spPr>
      </p:pic>
      <p:sp>
        <p:nvSpPr>
          <p:cNvPr id="84" name="ZoneTexte 83">
            <a:extLst>
              <a:ext uri="{FF2B5EF4-FFF2-40B4-BE49-F238E27FC236}">
                <a16:creationId xmlns:a16="http://schemas.microsoft.com/office/drawing/2014/main" id="{69119F56-5516-01A3-0409-14E0F70237AA}"/>
              </a:ext>
            </a:extLst>
          </p:cNvPr>
          <p:cNvSpPr txBox="1"/>
          <p:nvPr/>
        </p:nvSpPr>
        <p:spPr>
          <a:xfrm>
            <a:off x="571500" y="2882900"/>
            <a:ext cx="2489200" cy="749300"/>
          </a:xfrm>
          <a:prstGeom prst="rect">
            <a:avLst/>
          </a:prstGeom>
          <a:noFill/>
        </p:spPr>
        <p:txBody>
          <a:bodyPr vert="horz" wrap="square" lIns="0" tIns="0" rIns="0" bIns="0" rtlCol="0" anchor="t" anchorCtr="1">
            <a:noAutofit/>
          </a:bodyPr>
          <a:lstStyle/>
          <a:p>
            <a:pPr algn="ctr"/>
            <a:r>
              <a:rPr lang="fr-FR" sz="3600" b="1">
                <a:solidFill>
                  <a:srgbClr val="1A3256"/>
                </a:solidFill>
                <a:latin typeface="Franklin Gothic Demi Cond" panose="020B0706030402020204" pitchFamily="34" charset="0"/>
              </a:rPr>
              <a:t>40</a:t>
            </a:r>
          </a:p>
        </p:txBody>
      </p:sp>
      <p:sp>
        <p:nvSpPr>
          <p:cNvPr id="85" name="ZoneTexte 84">
            <a:extLst>
              <a:ext uri="{FF2B5EF4-FFF2-40B4-BE49-F238E27FC236}">
                <a16:creationId xmlns:a16="http://schemas.microsoft.com/office/drawing/2014/main" id="{A8B4793F-94B8-543D-51D2-D53CBBCF66EC}"/>
              </a:ext>
            </a:extLst>
          </p:cNvPr>
          <p:cNvSpPr txBox="1"/>
          <p:nvPr/>
        </p:nvSpPr>
        <p:spPr>
          <a:xfrm>
            <a:off x="381000" y="3556000"/>
            <a:ext cx="30480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NPS 2025</a:t>
            </a:r>
          </a:p>
        </p:txBody>
      </p:sp>
      <p:sp>
        <p:nvSpPr>
          <p:cNvPr id="86" name="ZoneTexte 85">
            <a:extLst>
              <a:ext uri="{FF2B5EF4-FFF2-40B4-BE49-F238E27FC236}">
                <a16:creationId xmlns:a16="http://schemas.microsoft.com/office/drawing/2014/main" id="{E5D6641A-CD82-3D5C-07CC-2C73BA2DD7C4}"/>
              </a:ext>
            </a:extLst>
          </p:cNvPr>
          <p:cNvSpPr txBox="1"/>
          <p:nvPr/>
        </p:nvSpPr>
        <p:spPr>
          <a:xfrm>
            <a:off x="1993900" y="2578100"/>
            <a:ext cx="1231900" cy="431800"/>
          </a:xfrm>
          <a:prstGeom prst="rect">
            <a:avLst/>
          </a:prstGeom>
          <a:noFill/>
        </p:spPr>
        <p:txBody>
          <a:bodyPr vert="horz" wrap="square" lIns="0" tIns="0" rIns="0" bIns="0" rtlCol="0" anchor="t" anchorCtr="1">
            <a:noAutofit/>
          </a:bodyPr>
          <a:lstStyle/>
          <a:p>
            <a:pPr algn="ctr"/>
            <a:r>
              <a:rPr lang="fr-FR" b="1">
                <a:solidFill>
                  <a:srgbClr val="008000"/>
                </a:solidFill>
                <a:latin typeface="Bahnschrift" panose="020B0502040204020203" pitchFamily="34" charset="0"/>
              </a:rPr>
              <a:t>3</a:t>
            </a:r>
          </a:p>
        </p:txBody>
      </p:sp>
      <p:sp>
        <p:nvSpPr>
          <p:cNvPr id="87" name="ZoneTexte 86">
            <a:extLst>
              <a:ext uri="{FF2B5EF4-FFF2-40B4-BE49-F238E27FC236}">
                <a16:creationId xmlns:a16="http://schemas.microsoft.com/office/drawing/2014/main" id="{026509F8-C991-A85F-E4FF-C3EE13B24B0F}"/>
              </a:ext>
            </a:extLst>
          </p:cNvPr>
          <p:cNvSpPr txBox="1"/>
          <p:nvPr/>
        </p:nvSpPr>
        <p:spPr>
          <a:xfrm>
            <a:off x="812800" y="2222500"/>
            <a:ext cx="1231900" cy="419100"/>
          </a:xfrm>
          <a:prstGeom prst="rect">
            <a:avLst/>
          </a:prstGeom>
          <a:noFill/>
        </p:spPr>
        <p:txBody>
          <a:bodyPr vert="horz" wrap="square" lIns="0" tIns="0" rIns="0" bIns="0" rtlCol="0" anchor="t" anchorCtr="1">
            <a:noAutofit/>
          </a:bodyPr>
          <a:lstStyle/>
          <a:p>
            <a:pPr algn="ctr"/>
            <a:r>
              <a:rPr lang="fr-FR" b="1">
                <a:solidFill>
                  <a:srgbClr val="800000"/>
                </a:solidFill>
                <a:latin typeface="Bahnschrift" panose="020B0502040204020203" pitchFamily="34" charset="0"/>
              </a:rPr>
              <a:t>1</a:t>
            </a:r>
          </a:p>
        </p:txBody>
      </p:sp>
      <p:sp>
        <p:nvSpPr>
          <p:cNvPr id="88" name="ZoneTexte 87">
            <a:extLst>
              <a:ext uri="{FF2B5EF4-FFF2-40B4-BE49-F238E27FC236}">
                <a16:creationId xmlns:a16="http://schemas.microsoft.com/office/drawing/2014/main" id="{92630FE6-0541-94C8-EFFC-09B7F1C8CCC7}"/>
              </a:ext>
            </a:extLst>
          </p:cNvPr>
          <p:cNvSpPr txBox="1"/>
          <p:nvPr/>
        </p:nvSpPr>
        <p:spPr>
          <a:xfrm>
            <a:off x="381000" y="2997200"/>
            <a:ext cx="1231900" cy="431800"/>
          </a:xfrm>
          <a:prstGeom prst="rect">
            <a:avLst/>
          </a:prstGeom>
          <a:noFill/>
        </p:spPr>
        <p:txBody>
          <a:bodyPr vert="horz" wrap="square" lIns="0" tIns="0" rIns="0" bIns="0" rtlCol="0" anchor="t" anchorCtr="1">
            <a:noAutofit/>
          </a:bodyPr>
          <a:lstStyle/>
          <a:p>
            <a:pPr algn="ctr"/>
            <a:r>
              <a:rPr lang="fr-FR" b="1">
                <a:solidFill>
                  <a:srgbClr val="FF0000"/>
                </a:solidFill>
                <a:latin typeface="Bahnschrift" panose="020B0502040204020203" pitchFamily="34" charset="0"/>
              </a:rPr>
              <a:t>1</a:t>
            </a:r>
          </a:p>
        </p:txBody>
      </p:sp>
      <p:sp>
        <p:nvSpPr>
          <p:cNvPr id="89" name="ZoneTexte 88">
            <a:extLst>
              <a:ext uri="{FF2B5EF4-FFF2-40B4-BE49-F238E27FC236}">
                <a16:creationId xmlns:a16="http://schemas.microsoft.com/office/drawing/2014/main" id="{FC21BF00-9282-155A-F9E3-F6A2766251E0}"/>
              </a:ext>
            </a:extLst>
          </p:cNvPr>
          <p:cNvSpPr txBox="1"/>
          <p:nvPr/>
        </p:nvSpPr>
        <p:spPr>
          <a:xfrm>
            <a:off x="8343900" y="3568700"/>
            <a:ext cx="5207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10</a:t>
            </a:r>
          </a:p>
        </p:txBody>
      </p:sp>
      <p:sp>
        <p:nvSpPr>
          <p:cNvPr id="90" name="ZoneTexte 89">
            <a:extLst>
              <a:ext uri="{FF2B5EF4-FFF2-40B4-BE49-F238E27FC236}">
                <a16:creationId xmlns:a16="http://schemas.microsoft.com/office/drawing/2014/main" id="{3CEABCED-B26E-9471-A0A3-D7DA9180A3FB}"/>
              </a:ext>
            </a:extLst>
          </p:cNvPr>
          <p:cNvSpPr txBox="1"/>
          <p:nvPr/>
        </p:nvSpPr>
        <p:spPr>
          <a:xfrm>
            <a:off x="7848600" y="3568700"/>
            <a:ext cx="5207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9</a:t>
            </a:r>
          </a:p>
        </p:txBody>
      </p:sp>
      <p:sp>
        <p:nvSpPr>
          <p:cNvPr id="91" name="ZoneTexte 90">
            <a:extLst>
              <a:ext uri="{FF2B5EF4-FFF2-40B4-BE49-F238E27FC236}">
                <a16:creationId xmlns:a16="http://schemas.microsoft.com/office/drawing/2014/main" id="{87AFB0F1-0689-6081-C791-0792D25FE89C}"/>
              </a:ext>
            </a:extLst>
          </p:cNvPr>
          <p:cNvSpPr txBox="1"/>
          <p:nvPr/>
        </p:nvSpPr>
        <p:spPr>
          <a:xfrm>
            <a:off x="7378700" y="3568700"/>
            <a:ext cx="5207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8</a:t>
            </a:r>
          </a:p>
        </p:txBody>
      </p:sp>
      <p:sp>
        <p:nvSpPr>
          <p:cNvPr id="92" name="ZoneTexte 91">
            <a:extLst>
              <a:ext uri="{FF2B5EF4-FFF2-40B4-BE49-F238E27FC236}">
                <a16:creationId xmlns:a16="http://schemas.microsoft.com/office/drawing/2014/main" id="{EC70C6B7-BAED-49D6-4DCF-D51F6184C9C7}"/>
              </a:ext>
            </a:extLst>
          </p:cNvPr>
          <p:cNvSpPr txBox="1"/>
          <p:nvPr/>
        </p:nvSpPr>
        <p:spPr>
          <a:xfrm>
            <a:off x="6883400" y="3568700"/>
            <a:ext cx="5334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7</a:t>
            </a:r>
          </a:p>
        </p:txBody>
      </p:sp>
      <p:sp>
        <p:nvSpPr>
          <p:cNvPr id="93" name="ZoneTexte 92">
            <a:extLst>
              <a:ext uri="{FF2B5EF4-FFF2-40B4-BE49-F238E27FC236}">
                <a16:creationId xmlns:a16="http://schemas.microsoft.com/office/drawing/2014/main" id="{A571458B-8940-9EF3-B477-90D90DBA9A16}"/>
              </a:ext>
            </a:extLst>
          </p:cNvPr>
          <p:cNvSpPr txBox="1"/>
          <p:nvPr/>
        </p:nvSpPr>
        <p:spPr>
          <a:xfrm>
            <a:off x="6413500" y="3568700"/>
            <a:ext cx="5334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6</a:t>
            </a:r>
          </a:p>
        </p:txBody>
      </p:sp>
      <p:sp>
        <p:nvSpPr>
          <p:cNvPr id="94" name="ZoneTexte 93">
            <a:extLst>
              <a:ext uri="{FF2B5EF4-FFF2-40B4-BE49-F238E27FC236}">
                <a16:creationId xmlns:a16="http://schemas.microsoft.com/office/drawing/2014/main" id="{B3D58072-885D-4FCB-C3D5-2AE5EC9BBA29}"/>
              </a:ext>
            </a:extLst>
          </p:cNvPr>
          <p:cNvSpPr txBox="1"/>
          <p:nvPr/>
        </p:nvSpPr>
        <p:spPr>
          <a:xfrm>
            <a:off x="5905500" y="3568700"/>
            <a:ext cx="5207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5</a:t>
            </a:r>
          </a:p>
        </p:txBody>
      </p:sp>
      <p:sp>
        <p:nvSpPr>
          <p:cNvPr id="95" name="ZoneTexte 94">
            <a:extLst>
              <a:ext uri="{FF2B5EF4-FFF2-40B4-BE49-F238E27FC236}">
                <a16:creationId xmlns:a16="http://schemas.microsoft.com/office/drawing/2014/main" id="{3B2FFF63-81F5-04C6-5411-72C7E1A324B0}"/>
              </a:ext>
            </a:extLst>
          </p:cNvPr>
          <p:cNvSpPr txBox="1"/>
          <p:nvPr/>
        </p:nvSpPr>
        <p:spPr>
          <a:xfrm>
            <a:off x="5473700" y="3568700"/>
            <a:ext cx="5207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4</a:t>
            </a:r>
          </a:p>
        </p:txBody>
      </p:sp>
      <p:sp>
        <p:nvSpPr>
          <p:cNvPr id="96" name="ZoneTexte 95">
            <a:extLst>
              <a:ext uri="{FF2B5EF4-FFF2-40B4-BE49-F238E27FC236}">
                <a16:creationId xmlns:a16="http://schemas.microsoft.com/office/drawing/2014/main" id="{7A24CAC6-FF0C-14E3-AC69-A2E0DDD15624}"/>
              </a:ext>
            </a:extLst>
          </p:cNvPr>
          <p:cNvSpPr txBox="1"/>
          <p:nvPr/>
        </p:nvSpPr>
        <p:spPr>
          <a:xfrm>
            <a:off x="4940300" y="3568700"/>
            <a:ext cx="5207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3</a:t>
            </a:r>
          </a:p>
        </p:txBody>
      </p:sp>
      <p:sp>
        <p:nvSpPr>
          <p:cNvPr id="97" name="ZoneTexte 96">
            <a:extLst>
              <a:ext uri="{FF2B5EF4-FFF2-40B4-BE49-F238E27FC236}">
                <a16:creationId xmlns:a16="http://schemas.microsoft.com/office/drawing/2014/main" id="{4A4F07E7-2CC4-4C8C-2065-CC1E785E4835}"/>
              </a:ext>
            </a:extLst>
          </p:cNvPr>
          <p:cNvSpPr txBox="1"/>
          <p:nvPr/>
        </p:nvSpPr>
        <p:spPr>
          <a:xfrm>
            <a:off x="4406900" y="3568700"/>
            <a:ext cx="5334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2</a:t>
            </a:r>
          </a:p>
        </p:txBody>
      </p:sp>
      <p:sp>
        <p:nvSpPr>
          <p:cNvPr id="98" name="ZoneTexte 97">
            <a:extLst>
              <a:ext uri="{FF2B5EF4-FFF2-40B4-BE49-F238E27FC236}">
                <a16:creationId xmlns:a16="http://schemas.microsoft.com/office/drawing/2014/main" id="{2B0A6826-FFE4-06E0-9C03-706B9310DDA0}"/>
              </a:ext>
            </a:extLst>
          </p:cNvPr>
          <p:cNvSpPr txBox="1"/>
          <p:nvPr/>
        </p:nvSpPr>
        <p:spPr>
          <a:xfrm>
            <a:off x="3962400" y="3568700"/>
            <a:ext cx="5334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1</a:t>
            </a:r>
          </a:p>
        </p:txBody>
      </p:sp>
      <p:sp>
        <p:nvSpPr>
          <p:cNvPr id="99" name="ZoneTexte 98">
            <a:extLst>
              <a:ext uri="{FF2B5EF4-FFF2-40B4-BE49-F238E27FC236}">
                <a16:creationId xmlns:a16="http://schemas.microsoft.com/office/drawing/2014/main" id="{1470457F-C702-20C6-94FD-D2BEAA03C7AF}"/>
              </a:ext>
            </a:extLst>
          </p:cNvPr>
          <p:cNvSpPr txBox="1"/>
          <p:nvPr/>
        </p:nvSpPr>
        <p:spPr>
          <a:xfrm>
            <a:off x="3517900" y="3568700"/>
            <a:ext cx="520700" cy="431800"/>
          </a:xfrm>
          <a:prstGeom prst="rect">
            <a:avLst/>
          </a:prstGeom>
          <a:noFill/>
        </p:spPr>
        <p:txBody>
          <a:bodyPr vert="horz" wrap="square" lIns="0" tIns="0" rIns="0" bIns="0" rtlCol="0" anchor="t" anchorCtr="1">
            <a:noAutofit/>
          </a:bodyPr>
          <a:lstStyle/>
          <a:p>
            <a:pPr algn="ctr"/>
            <a:r>
              <a:rPr lang="fr-FR">
                <a:solidFill>
                  <a:srgbClr val="1A3256"/>
                </a:solidFill>
                <a:latin typeface="Bahnschrift" panose="020B0502040204020203" pitchFamily="34" charset="0"/>
              </a:rPr>
              <a:t>0</a:t>
            </a:r>
          </a:p>
        </p:txBody>
      </p:sp>
      <p:sp>
        <p:nvSpPr>
          <p:cNvPr id="100" name="ZoneTexte 99">
            <a:extLst>
              <a:ext uri="{FF2B5EF4-FFF2-40B4-BE49-F238E27FC236}">
                <a16:creationId xmlns:a16="http://schemas.microsoft.com/office/drawing/2014/main" id="{C7498E15-2A2C-5EBD-C297-6EDD8B660E9F}"/>
              </a:ext>
            </a:extLst>
          </p:cNvPr>
          <p:cNvSpPr txBox="1"/>
          <p:nvPr/>
        </p:nvSpPr>
        <p:spPr>
          <a:xfrm>
            <a:off x="15100300" y="1054100"/>
            <a:ext cx="2717800" cy="762000"/>
          </a:xfrm>
          <a:prstGeom prst="rect">
            <a:avLst/>
          </a:prstGeom>
          <a:noFill/>
        </p:spPr>
        <p:txBody>
          <a:bodyPr vert="horz" wrap="square" lIns="0" tIns="0" rIns="0" bIns="0" rtlCol="0" anchor="t" anchorCtr="0">
            <a:noAutofit/>
          </a:bodyPr>
          <a:lstStyle/>
          <a:p>
            <a:pPr algn="r"/>
            <a:r>
              <a:rPr lang="fr-FR" sz="2200">
                <a:solidFill>
                  <a:srgbClr val="1A3256"/>
                </a:solidFill>
                <a:latin typeface="Bahnschrift" panose="020B0502040204020203" pitchFamily="34" charset="0"/>
              </a:rPr>
              <a:t>2024 : 3,83 (-7,63%)</a:t>
            </a:r>
          </a:p>
        </p:txBody>
      </p:sp>
      <p:sp>
        <p:nvSpPr>
          <p:cNvPr id="101" name="ZoneTexte 100">
            <a:extLst>
              <a:ext uri="{FF2B5EF4-FFF2-40B4-BE49-F238E27FC236}">
                <a16:creationId xmlns:a16="http://schemas.microsoft.com/office/drawing/2014/main" id="{9BD2A178-ABF4-3164-92F2-4C85297766E7}"/>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3,54</a:t>
            </a:r>
          </a:p>
        </p:txBody>
      </p:sp>
      <p:sp>
        <p:nvSpPr>
          <p:cNvPr id="102" name="ZoneTexte 101">
            <a:extLst>
              <a:ext uri="{FF2B5EF4-FFF2-40B4-BE49-F238E27FC236}">
                <a16:creationId xmlns:a16="http://schemas.microsoft.com/office/drawing/2014/main" id="{7AE5CD00-50AE-8E68-69CB-CE1FFA604DD9}"/>
              </a:ext>
            </a:extLst>
          </p:cNvPr>
          <p:cNvSpPr txBox="1"/>
          <p:nvPr/>
        </p:nvSpPr>
        <p:spPr>
          <a:xfrm>
            <a:off x="482600" y="9537700"/>
            <a:ext cx="3492500" cy="558800"/>
          </a:xfrm>
          <a:prstGeom prst="rect">
            <a:avLst/>
          </a:prstGeom>
          <a:noFill/>
        </p:spPr>
        <p:txBody>
          <a:bodyPr vert="horz" wrap="square" lIns="0" tIns="0" rIns="0" bIns="0" rtlCol="0" anchor="t" anchorCtr="0">
            <a:noAutofit/>
          </a:bodyPr>
          <a:lstStyle/>
          <a:p>
            <a:endParaRPr lang="fr-FR" sz="1400">
              <a:solidFill>
                <a:srgbClr val="1A3256"/>
              </a:solidFill>
              <a:latin typeface="Bahnschrift" panose="020B0502040204020203" pitchFamily="34" charset="0"/>
            </a:endParaRPr>
          </a:p>
        </p:txBody>
      </p:sp>
      <p:sp>
        <p:nvSpPr>
          <p:cNvPr id="103" name="ZoneTexte 102">
            <a:extLst>
              <a:ext uri="{FF2B5EF4-FFF2-40B4-BE49-F238E27FC236}">
                <a16:creationId xmlns:a16="http://schemas.microsoft.com/office/drawing/2014/main" id="{D465B614-81A0-A27D-56A0-888A27EB0B1C}"/>
              </a:ext>
            </a:extLst>
          </p:cNvPr>
          <p:cNvSpPr txBox="1"/>
          <p:nvPr/>
        </p:nvSpPr>
        <p:spPr>
          <a:xfrm>
            <a:off x="4000500" y="9525000"/>
            <a:ext cx="25908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104" name="ZoneTexte 103">
            <a:extLst>
              <a:ext uri="{FF2B5EF4-FFF2-40B4-BE49-F238E27FC236}">
                <a16:creationId xmlns:a16="http://schemas.microsoft.com/office/drawing/2014/main" id="{FDF955A2-E93F-65D1-5F3E-C8950CE6DDF3}"/>
              </a:ext>
            </a:extLst>
          </p:cNvPr>
          <p:cNvSpPr txBox="1"/>
          <p:nvPr/>
        </p:nvSpPr>
        <p:spPr>
          <a:xfrm>
            <a:off x="6591300" y="9537700"/>
            <a:ext cx="2222500" cy="5588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105" name="ZoneTexte 104">
            <a:extLst>
              <a:ext uri="{FF2B5EF4-FFF2-40B4-BE49-F238E27FC236}">
                <a16:creationId xmlns:a16="http://schemas.microsoft.com/office/drawing/2014/main" id="{8EB3879A-0F97-5B53-2962-18A9BA02AFA6}"/>
              </a:ext>
            </a:extLst>
          </p:cNvPr>
          <p:cNvSpPr txBox="1"/>
          <p:nvPr/>
        </p:nvSpPr>
        <p:spPr>
          <a:xfrm>
            <a:off x="9309100" y="9525000"/>
            <a:ext cx="3492500" cy="571500"/>
          </a:xfrm>
          <a:prstGeom prst="rect">
            <a:avLst/>
          </a:prstGeom>
          <a:noFill/>
        </p:spPr>
        <p:txBody>
          <a:bodyPr vert="horz" wrap="square" lIns="0" tIns="0" rIns="0" bIns="0" rtlCol="0" anchor="t" anchorCtr="0">
            <a:noAutofit/>
          </a:bodyPr>
          <a:lstStyle/>
          <a:p>
            <a:endParaRPr lang="fr-FR" sz="1400">
              <a:solidFill>
                <a:srgbClr val="1A3256"/>
              </a:solidFill>
              <a:latin typeface="Bahnschrift" panose="020B0502040204020203" pitchFamily="34" charset="0"/>
            </a:endParaRPr>
          </a:p>
        </p:txBody>
      </p:sp>
      <p:sp>
        <p:nvSpPr>
          <p:cNvPr id="106" name="ZoneTexte 105">
            <a:extLst>
              <a:ext uri="{FF2B5EF4-FFF2-40B4-BE49-F238E27FC236}">
                <a16:creationId xmlns:a16="http://schemas.microsoft.com/office/drawing/2014/main" id="{19C20A03-99DD-D6BE-2F97-4A045DFA27B3}"/>
              </a:ext>
            </a:extLst>
          </p:cNvPr>
          <p:cNvSpPr txBox="1"/>
          <p:nvPr/>
        </p:nvSpPr>
        <p:spPr>
          <a:xfrm>
            <a:off x="12814300" y="9525000"/>
            <a:ext cx="2603500" cy="5715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107" name="ZoneTexte 106">
            <a:extLst>
              <a:ext uri="{FF2B5EF4-FFF2-40B4-BE49-F238E27FC236}">
                <a16:creationId xmlns:a16="http://schemas.microsoft.com/office/drawing/2014/main" id="{609B34CD-0C7E-322E-6C67-8C1BE174A265}"/>
              </a:ext>
            </a:extLst>
          </p:cNvPr>
          <p:cNvSpPr txBox="1"/>
          <p:nvPr/>
        </p:nvSpPr>
        <p:spPr>
          <a:xfrm>
            <a:off x="15405100" y="9525000"/>
            <a:ext cx="2235200" cy="571500"/>
          </a:xfrm>
          <a:prstGeom prst="rect">
            <a:avLst/>
          </a:prstGeom>
          <a:noFill/>
        </p:spPr>
        <p:txBody>
          <a:bodyPr vert="horz" wrap="square" lIns="0" tIns="0" rIns="0" bIns="0" rtlCol="0" anchor="t" anchorCtr="1">
            <a:noAutofit/>
          </a:bodyPr>
          <a:lstStyle/>
          <a:p>
            <a:pPr algn="ctr"/>
            <a:endParaRPr lang="fr-FR" sz="1400">
              <a:solidFill>
                <a:srgbClr val="1A3256"/>
              </a:solidFill>
              <a:latin typeface="Bahnschrift" panose="020B0502040204020203" pitchFamily="34" charset="0"/>
            </a:endParaRPr>
          </a:p>
        </p:txBody>
      </p:sp>
      <p:sp>
        <p:nvSpPr>
          <p:cNvPr id="108" name="ZoneTexte 107">
            <a:extLst>
              <a:ext uri="{FF2B5EF4-FFF2-40B4-BE49-F238E27FC236}">
                <a16:creationId xmlns:a16="http://schemas.microsoft.com/office/drawing/2014/main" id="{5BB23C96-FE03-F054-DBC1-94A28E577DBB}"/>
              </a:ext>
            </a:extLst>
          </p:cNvPr>
          <p:cNvSpPr txBox="1"/>
          <p:nvPr/>
        </p:nvSpPr>
        <p:spPr>
          <a:xfrm>
            <a:off x="914400" y="3835400"/>
            <a:ext cx="2044700" cy="596900"/>
          </a:xfrm>
          <a:prstGeom prst="rect">
            <a:avLst/>
          </a:prstGeom>
          <a:noFill/>
        </p:spPr>
        <p:txBody>
          <a:bodyPr vert="horz" wrap="square" lIns="0" tIns="0" rIns="0" bIns="0" rtlCol="0" anchor="t" anchorCtr="1">
            <a:noAutofit/>
          </a:bodyPr>
          <a:lstStyle/>
          <a:p>
            <a:pPr algn="ctr"/>
            <a:r>
              <a:rPr lang="fr-FR" sz="1600">
                <a:solidFill>
                  <a:srgbClr val="1A3256"/>
                </a:solidFill>
                <a:latin typeface="Bahnschrift" panose="020B0502040204020203" pitchFamily="34" charset="0"/>
              </a:rPr>
              <a:t>100 en 2024</a:t>
            </a:r>
          </a:p>
        </p:txBody>
      </p:sp>
    </p:spTree>
    <p:extLst>
      <p:ext uri="{BB962C8B-B14F-4D97-AF65-F5344CB8AC3E}">
        <p14:creationId xmlns:p14="http://schemas.microsoft.com/office/powerpoint/2010/main" val="2502041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2C91B008-A835-6A59-A226-6060837AEB77}"/>
              </a:ext>
            </a:extLst>
          </p:cNvPr>
          <p:cNvPicPr>
            <a:picLocks/>
          </p:cNvPicPr>
          <p:nvPr/>
        </p:nvPicPr>
        <p:blipFill>
          <a:blip r:embed="rId2" cstate="screen">
            <a:extLst>
              <a:ext uri="{28A0092B-C50C-407E-A947-70E740481C1C}">
                <a14:useLocalDpi xmlns:a14="http://schemas.microsoft.com/office/drawing/2010/main"/>
              </a:ext>
            </a:extLst>
          </a:blip>
          <a:stretch>
            <a:fillRect/>
          </a:stretch>
        </p:blipFill>
        <p:spPr>
          <a:xfrm>
            <a:off x="12700" y="0"/>
            <a:ext cx="18326100" cy="4940300"/>
          </a:xfrm>
          <a:prstGeom prst="rect">
            <a:avLst/>
          </a:prstGeom>
        </p:spPr>
      </p:pic>
      <p:sp>
        <p:nvSpPr>
          <p:cNvPr id="6" name="ZoneTexte 5">
            <a:extLst>
              <a:ext uri="{FF2B5EF4-FFF2-40B4-BE49-F238E27FC236}">
                <a16:creationId xmlns:a16="http://schemas.microsoft.com/office/drawing/2014/main" id="{969BC87D-A32B-124D-27E3-EE8E3D8ECF18}"/>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dirty="0">
                <a:solidFill>
                  <a:srgbClr val="FFFFFF"/>
                </a:solidFill>
                <a:latin typeface="Bahnschrift" panose="020B0502040204020203" pitchFamily="34" charset="0"/>
              </a:rPr>
              <a:t>SYNTHESE INTERLOCUTEURS</a:t>
            </a:r>
          </a:p>
        </p:txBody>
      </p:sp>
      <p:sp>
        <p:nvSpPr>
          <p:cNvPr id="7" name="ZoneTexte 6">
            <a:extLst>
              <a:ext uri="{FF2B5EF4-FFF2-40B4-BE49-F238E27FC236}">
                <a16:creationId xmlns:a16="http://schemas.microsoft.com/office/drawing/2014/main" id="{E4C5B15A-4271-A61D-5E1E-97DDE0342B9C}"/>
              </a:ext>
            </a:extLst>
          </p:cNvPr>
          <p:cNvSpPr txBox="1"/>
          <p:nvPr/>
        </p:nvSpPr>
        <p:spPr>
          <a:xfrm>
            <a:off x="558800" y="1066800"/>
            <a:ext cx="14643100" cy="800100"/>
          </a:xfrm>
          <a:prstGeom prst="rect">
            <a:avLst/>
          </a:prstGeom>
          <a:noFill/>
        </p:spPr>
        <p:txBody>
          <a:bodyPr vert="horz" wrap="square" lIns="0" tIns="0" rIns="0" bIns="0" rtlCol="0" anchor="t" anchorCtr="0">
            <a:noAutofit/>
          </a:bodyPr>
          <a:lstStyle/>
          <a:p>
            <a:r>
              <a:rPr lang="fr-FR" sz="3600" b="1" dirty="0">
                <a:solidFill>
                  <a:srgbClr val="FFFFFF"/>
                </a:solidFill>
                <a:latin typeface="Segoe UI Light" panose="020B0502040204020203" pitchFamily="34" charset="0"/>
              </a:rPr>
              <a:t>METRO</a:t>
            </a:r>
          </a:p>
        </p:txBody>
      </p:sp>
      <p:sp>
        <p:nvSpPr>
          <p:cNvPr id="8" name="ZoneTexte 7">
            <a:extLst>
              <a:ext uri="{FF2B5EF4-FFF2-40B4-BE49-F238E27FC236}">
                <a16:creationId xmlns:a16="http://schemas.microsoft.com/office/drawing/2014/main" id="{DDED923A-F1FD-D1EB-EB0C-77C7360D4223}"/>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FFFFFF"/>
                </a:solidFill>
                <a:latin typeface="Bahnschrift" panose="020B0502040204020203" pitchFamily="34" charset="0"/>
              </a:rPr>
              <a:t>3,54</a:t>
            </a:r>
          </a:p>
        </p:txBody>
      </p:sp>
      <p:sp>
        <p:nvSpPr>
          <p:cNvPr id="9" name="ZoneTexte 8">
            <a:extLst>
              <a:ext uri="{FF2B5EF4-FFF2-40B4-BE49-F238E27FC236}">
                <a16:creationId xmlns:a16="http://schemas.microsoft.com/office/drawing/2014/main" id="{9E69CC9F-7DD1-39F1-153E-8C7A2D39A712}"/>
              </a:ext>
            </a:extLst>
          </p:cNvPr>
          <p:cNvSpPr txBox="1"/>
          <p:nvPr/>
        </p:nvSpPr>
        <p:spPr>
          <a:xfrm>
            <a:off x="15100300" y="1054100"/>
            <a:ext cx="2717800" cy="762000"/>
          </a:xfrm>
          <a:prstGeom prst="rect">
            <a:avLst/>
          </a:prstGeom>
          <a:noFill/>
        </p:spPr>
        <p:txBody>
          <a:bodyPr vert="horz" wrap="square" lIns="0" tIns="0" rIns="0" bIns="0" rtlCol="0" anchor="t" anchorCtr="0">
            <a:noAutofit/>
          </a:bodyPr>
          <a:lstStyle/>
          <a:p>
            <a:pPr algn="r"/>
            <a:r>
              <a:rPr lang="fr-FR" sz="2200">
                <a:solidFill>
                  <a:srgbClr val="FFFFFF"/>
                </a:solidFill>
                <a:latin typeface="Bahnschrift" panose="020B0502040204020203" pitchFamily="34" charset="0"/>
              </a:rPr>
              <a:t>2024 : 3,83 (-7,63%)</a:t>
            </a:r>
          </a:p>
        </p:txBody>
      </p:sp>
      <p:pic>
        <p:nvPicPr>
          <p:cNvPr id="11" name="Image 10">
            <a:extLst>
              <a:ext uri="{FF2B5EF4-FFF2-40B4-BE49-F238E27FC236}">
                <a16:creationId xmlns:a16="http://schemas.microsoft.com/office/drawing/2014/main" id="{600BB641-9EE0-49B9-C511-04247FBAC8FB}"/>
              </a:ext>
            </a:extLst>
          </p:cNvPr>
          <p:cNvPicPr>
            <a:picLocks/>
          </p:cNvPicPr>
          <p:nvPr/>
        </p:nvPicPr>
        <p:blipFill>
          <a:blip r:embed="rId3"/>
          <a:stretch>
            <a:fillRect/>
          </a:stretch>
        </p:blipFill>
        <p:spPr>
          <a:xfrm>
            <a:off x="7620000" y="5537200"/>
            <a:ext cx="1231900" cy="3543300"/>
          </a:xfrm>
          <a:prstGeom prst="rect">
            <a:avLst/>
          </a:prstGeom>
        </p:spPr>
      </p:pic>
      <p:sp>
        <p:nvSpPr>
          <p:cNvPr id="12" name="ZoneTexte 11">
            <a:extLst>
              <a:ext uri="{FF2B5EF4-FFF2-40B4-BE49-F238E27FC236}">
                <a16:creationId xmlns:a16="http://schemas.microsoft.com/office/drawing/2014/main" id="{C619E8BC-E18E-72D7-CE93-B5A13B49CBE7}"/>
              </a:ext>
            </a:extLst>
          </p:cNvPr>
          <p:cNvSpPr txBox="1"/>
          <p:nvPr/>
        </p:nvSpPr>
        <p:spPr>
          <a:xfrm>
            <a:off x="673100" y="5638800"/>
            <a:ext cx="64643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Pascale JACQUEMOT (METRO)</a:t>
            </a:r>
          </a:p>
        </p:txBody>
      </p:sp>
      <p:sp>
        <p:nvSpPr>
          <p:cNvPr id="13" name="ZoneTexte 12">
            <a:extLst>
              <a:ext uri="{FF2B5EF4-FFF2-40B4-BE49-F238E27FC236}">
                <a16:creationId xmlns:a16="http://schemas.microsoft.com/office/drawing/2014/main" id="{CBB34544-DF46-84D0-31B1-28AF60D81C5E}"/>
              </a:ext>
            </a:extLst>
          </p:cNvPr>
          <p:cNvSpPr txBox="1"/>
          <p:nvPr/>
        </p:nvSpPr>
        <p:spPr>
          <a:xfrm>
            <a:off x="673100" y="6121400"/>
            <a:ext cx="65405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Nicolas OLIVEAU (METRO)</a:t>
            </a:r>
          </a:p>
        </p:txBody>
      </p:sp>
      <p:sp>
        <p:nvSpPr>
          <p:cNvPr id="14" name="ZoneTexte 13">
            <a:extLst>
              <a:ext uri="{FF2B5EF4-FFF2-40B4-BE49-F238E27FC236}">
                <a16:creationId xmlns:a16="http://schemas.microsoft.com/office/drawing/2014/main" id="{EDB04EA1-D878-09D7-79E9-FD7BB79EC477}"/>
              </a:ext>
            </a:extLst>
          </p:cNvPr>
          <p:cNvSpPr txBox="1"/>
          <p:nvPr/>
        </p:nvSpPr>
        <p:spPr>
          <a:xfrm>
            <a:off x="673100" y="6642100"/>
            <a:ext cx="65405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Yann LE COZ (METRO)</a:t>
            </a:r>
          </a:p>
        </p:txBody>
      </p:sp>
      <p:sp>
        <p:nvSpPr>
          <p:cNvPr id="15" name="ZoneTexte 14">
            <a:extLst>
              <a:ext uri="{FF2B5EF4-FFF2-40B4-BE49-F238E27FC236}">
                <a16:creationId xmlns:a16="http://schemas.microsoft.com/office/drawing/2014/main" id="{FC9DE83A-C285-EB3C-D99E-9D44A1984108}"/>
              </a:ext>
            </a:extLst>
          </p:cNvPr>
          <p:cNvSpPr txBox="1"/>
          <p:nvPr/>
        </p:nvSpPr>
        <p:spPr>
          <a:xfrm>
            <a:off x="673100" y="7124700"/>
            <a:ext cx="65405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Charles VILLEPELET (METRO)</a:t>
            </a:r>
          </a:p>
        </p:txBody>
      </p:sp>
      <p:sp>
        <p:nvSpPr>
          <p:cNvPr id="16" name="ZoneTexte 15">
            <a:extLst>
              <a:ext uri="{FF2B5EF4-FFF2-40B4-BE49-F238E27FC236}">
                <a16:creationId xmlns:a16="http://schemas.microsoft.com/office/drawing/2014/main" id="{1A25E4CA-C74F-AFDD-520C-0C759FDEE051}"/>
              </a:ext>
            </a:extLst>
          </p:cNvPr>
          <p:cNvSpPr txBox="1"/>
          <p:nvPr/>
        </p:nvSpPr>
        <p:spPr>
          <a:xfrm>
            <a:off x="673100" y="7594600"/>
            <a:ext cx="65405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Damien FIOMBEA (METRO)</a:t>
            </a:r>
          </a:p>
        </p:txBody>
      </p:sp>
      <p:sp>
        <p:nvSpPr>
          <p:cNvPr id="17" name="ZoneTexte 16">
            <a:extLst>
              <a:ext uri="{FF2B5EF4-FFF2-40B4-BE49-F238E27FC236}">
                <a16:creationId xmlns:a16="http://schemas.microsoft.com/office/drawing/2014/main" id="{5C8073B3-5868-190B-6C91-8DA32C6624CA}"/>
              </a:ext>
            </a:extLst>
          </p:cNvPr>
          <p:cNvSpPr txBox="1"/>
          <p:nvPr/>
        </p:nvSpPr>
        <p:spPr>
          <a:xfrm>
            <a:off x="7620000" y="5638800"/>
            <a:ext cx="1143000" cy="469900"/>
          </a:xfrm>
          <a:prstGeom prst="rect">
            <a:avLst/>
          </a:prstGeom>
          <a:noFill/>
        </p:spPr>
        <p:txBody>
          <a:bodyPr vert="horz" wrap="square" lIns="0" tIns="0" rIns="0" bIns="0" rtlCol="0" anchor="t" anchorCtr="1">
            <a:noAutofit/>
          </a:bodyPr>
          <a:lstStyle/>
          <a:p>
            <a:pPr algn="ctr"/>
            <a:r>
              <a:rPr lang="fr-FR" sz="1600" b="1">
                <a:solidFill>
                  <a:srgbClr val="1A3256"/>
                </a:solidFill>
                <a:latin typeface="Segoe UI Light" panose="020B0502040204020203" pitchFamily="34" charset="0"/>
              </a:rPr>
              <a:t>4,15</a:t>
            </a:r>
          </a:p>
        </p:txBody>
      </p:sp>
      <p:sp>
        <p:nvSpPr>
          <p:cNvPr id="18" name="ZoneTexte 17">
            <a:extLst>
              <a:ext uri="{FF2B5EF4-FFF2-40B4-BE49-F238E27FC236}">
                <a16:creationId xmlns:a16="http://schemas.microsoft.com/office/drawing/2014/main" id="{2A12C65E-B4CB-4970-6D40-22A6EFE63611}"/>
              </a:ext>
            </a:extLst>
          </p:cNvPr>
          <p:cNvSpPr txBox="1"/>
          <p:nvPr/>
        </p:nvSpPr>
        <p:spPr>
          <a:xfrm>
            <a:off x="7620000" y="6121400"/>
            <a:ext cx="1143000" cy="482600"/>
          </a:xfrm>
          <a:prstGeom prst="rect">
            <a:avLst/>
          </a:prstGeom>
          <a:noFill/>
        </p:spPr>
        <p:txBody>
          <a:bodyPr vert="horz" wrap="square" lIns="0" tIns="0" rIns="0" bIns="0" rtlCol="0" anchor="t" anchorCtr="1">
            <a:noAutofit/>
          </a:bodyPr>
          <a:lstStyle/>
          <a:p>
            <a:pPr algn="ctr"/>
            <a:r>
              <a:rPr lang="fr-FR" sz="1600" b="1">
                <a:solidFill>
                  <a:srgbClr val="1A3256"/>
                </a:solidFill>
                <a:latin typeface="Segoe UI Light" panose="020B0502040204020203" pitchFamily="34" charset="0"/>
              </a:rPr>
              <a:t>3,75</a:t>
            </a:r>
          </a:p>
        </p:txBody>
      </p:sp>
      <p:sp>
        <p:nvSpPr>
          <p:cNvPr id="19" name="ZoneTexte 18">
            <a:extLst>
              <a:ext uri="{FF2B5EF4-FFF2-40B4-BE49-F238E27FC236}">
                <a16:creationId xmlns:a16="http://schemas.microsoft.com/office/drawing/2014/main" id="{6659C24A-4C9C-7C66-51BF-2B148778BEE4}"/>
              </a:ext>
            </a:extLst>
          </p:cNvPr>
          <p:cNvSpPr txBox="1"/>
          <p:nvPr/>
        </p:nvSpPr>
        <p:spPr>
          <a:xfrm>
            <a:off x="7620000" y="6642100"/>
            <a:ext cx="1143000" cy="482600"/>
          </a:xfrm>
          <a:prstGeom prst="rect">
            <a:avLst/>
          </a:prstGeom>
          <a:noFill/>
        </p:spPr>
        <p:txBody>
          <a:bodyPr vert="horz" wrap="square" lIns="0" tIns="0" rIns="0" bIns="0" rtlCol="0" anchor="t" anchorCtr="1">
            <a:noAutofit/>
          </a:bodyPr>
          <a:lstStyle/>
          <a:p>
            <a:pPr algn="ctr"/>
            <a:r>
              <a:rPr lang="fr-FR" sz="1600" b="1">
                <a:solidFill>
                  <a:srgbClr val="1A3256"/>
                </a:solidFill>
                <a:latin typeface="Segoe UI Light" panose="020B0502040204020203" pitchFamily="34" charset="0"/>
              </a:rPr>
              <a:t>3,61</a:t>
            </a:r>
          </a:p>
        </p:txBody>
      </p:sp>
      <p:sp>
        <p:nvSpPr>
          <p:cNvPr id="20" name="ZoneTexte 19">
            <a:extLst>
              <a:ext uri="{FF2B5EF4-FFF2-40B4-BE49-F238E27FC236}">
                <a16:creationId xmlns:a16="http://schemas.microsoft.com/office/drawing/2014/main" id="{95EE3377-BA34-6B28-CA7C-9D72168982AB}"/>
              </a:ext>
            </a:extLst>
          </p:cNvPr>
          <p:cNvSpPr txBox="1"/>
          <p:nvPr/>
        </p:nvSpPr>
        <p:spPr>
          <a:xfrm>
            <a:off x="7620000" y="7124700"/>
            <a:ext cx="1143000" cy="469900"/>
          </a:xfrm>
          <a:prstGeom prst="rect">
            <a:avLst/>
          </a:prstGeom>
          <a:noFill/>
        </p:spPr>
        <p:txBody>
          <a:bodyPr vert="horz" wrap="square" lIns="0" tIns="0" rIns="0" bIns="0" rtlCol="0" anchor="t" anchorCtr="1">
            <a:noAutofit/>
          </a:bodyPr>
          <a:lstStyle/>
          <a:p>
            <a:pPr algn="ctr"/>
            <a:r>
              <a:rPr lang="fr-FR" sz="1600" b="1">
                <a:solidFill>
                  <a:srgbClr val="1A3256"/>
                </a:solidFill>
                <a:latin typeface="Segoe UI Light" panose="020B0502040204020203" pitchFamily="34" charset="0"/>
              </a:rPr>
              <a:t>3,45</a:t>
            </a:r>
          </a:p>
        </p:txBody>
      </p:sp>
      <p:sp>
        <p:nvSpPr>
          <p:cNvPr id="21" name="ZoneTexte 20">
            <a:extLst>
              <a:ext uri="{FF2B5EF4-FFF2-40B4-BE49-F238E27FC236}">
                <a16:creationId xmlns:a16="http://schemas.microsoft.com/office/drawing/2014/main" id="{0172D2FD-1B52-8472-0DE2-6C4AD9FB194E}"/>
              </a:ext>
            </a:extLst>
          </p:cNvPr>
          <p:cNvSpPr txBox="1"/>
          <p:nvPr/>
        </p:nvSpPr>
        <p:spPr>
          <a:xfrm>
            <a:off x="7620000" y="7594600"/>
            <a:ext cx="1143000" cy="469900"/>
          </a:xfrm>
          <a:prstGeom prst="rect">
            <a:avLst/>
          </a:prstGeom>
          <a:noFill/>
        </p:spPr>
        <p:txBody>
          <a:bodyPr vert="horz" wrap="square" lIns="0" tIns="0" rIns="0" bIns="0" rtlCol="0" anchor="t" anchorCtr="1">
            <a:noAutofit/>
          </a:bodyPr>
          <a:lstStyle/>
          <a:p>
            <a:pPr algn="ctr"/>
            <a:r>
              <a:rPr lang="fr-FR" sz="1600" b="1">
                <a:solidFill>
                  <a:srgbClr val="1A3256"/>
                </a:solidFill>
                <a:latin typeface="Segoe UI Light" panose="020B0502040204020203" pitchFamily="34" charset="0"/>
              </a:rPr>
              <a:t>2,73</a:t>
            </a:r>
          </a:p>
        </p:txBody>
      </p:sp>
      <p:sp>
        <p:nvSpPr>
          <p:cNvPr id="22" name="ZoneTexte 21">
            <a:extLst>
              <a:ext uri="{FF2B5EF4-FFF2-40B4-BE49-F238E27FC236}">
                <a16:creationId xmlns:a16="http://schemas.microsoft.com/office/drawing/2014/main" id="{78952B16-DAE2-149F-D3A5-E42953E39416}"/>
              </a:ext>
            </a:extLst>
          </p:cNvPr>
          <p:cNvSpPr txBox="1"/>
          <p:nvPr/>
        </p:nvSpPr>
        <p:spPr>
          <a:xfrm>
            <a:off x="7632700" y="5118100"/>
            <a:ext cx="1181100" cy="469900"/>
          </a:xfrm>
          <a:prstGeom prst="rect">
            <a:avLst/>
          </a:prstGeom>
          <a:noFill/>
        </p:spPr>
        <p:txBody>
          <a:bodyPr vert="horz" wrap="square" lIns="0" tIns="0" rIns="0" bIns="0" rtlCol="0" anchor="t" anchorCtr="1">
            <a:noAutofit/>
          </a:bodyPr>
          <a:lstStyle/>
          <a:p>
            <a:pPr algn="ctr"/>
            <a:r>
              <a:rPr lang="fr-FR" b="1">
                <a:solidFill>
                  <a:srgbClr val="0F39B7"/>
                </a:solidFill>
                <a:latin typeface="Bahnschrift" panose="020B0502040204020203" pitchFamily="34" charset="0"/>
              </a:rPr>
              <a:t>2025</a:t>
            </a:r>
          </a:p>
        </p:txBody>
      </p:sp>
      <p:sp>
        <p:nvSpPr>
          <p:cNvPr id="24" name="ZoneTexte 23">
            <a:extLst>
              <a:ext uri="{FF2B5EF4-FFF2-40B4-BE49-F238E27FC236}">
                <a16:creationId xmlns:a16="http://schemas.microsoft.com/office/drawing/2014/main" id="{1FBBCD5A-FC02-6427-FCB0-416BDC458074}"/>
              </a:ext>
            </a:extLst>
          </p:cNvPr>
          <p:cNvSpPr txBox="1"/>
          <p:nvPr/>
        </p:nvSpPr>
        <p:spPr>
          <a:xfrm>
            <a:off x="7620000" y="8115300"/>
            <a:ext cx="1143000" cy="482600"/>
          </a:xfrm>
          <a:prstGeom prst="rect">
            <a:avLst/>
          </a:prstGeom>
          <a:noFill/>
        </p:spPr>
        <p:txBody>
          <a:bodyPr vert="horz" wrap="square" lIns="0" tIns="0" rIns="0" bIns="0" rtlCol="0" anchor="t" anchorCtr="1">
            <a:noAutofit/>
          </a:bodyPr>
          <a:lstStyle/>
          <a:p>
            <a:pPr algn="ctr"/>
            <a:endParaRPr lang="fr-FR" sz="1600" b="1">
              <a:solidFill>
                <a:srgbClr val="1A3256"/>
              </a:solidFill>
              <a:latin typeface="Segoe UI Light" panose="020B0502040204020203" pitchFamily="34" charset="0"/>
            </a:endParaRPr>
          </a:p>
        </p:txBody>
      </p:sp>
      <p:sp>
        <p:nvSpPr>
          <p:cNvPr id="25" name="ZoneTexte 24">
            <a:extLst>
              <a:ext uri="{FF2B5EF4-FFF2-40B4-BE49-F238E27FC236}">
                <a16:creationId xmlns:a16="http://schemas.microsoft.com/office/drawing/2014/main" id="{4FD2EAA9-68CB-9E3E-D9D3-537CAE521FC9}"/>
              </a:ext>
            </a:extLst>
          </p:cNvPr>
          <p:cNvSpPr txBox="1"/>
          <p:nvPr/>
        </p:nvSpPr>
        <p:spPr>
          <a:xfrm>
            <a:off x="673100" y="8585200"/>
            <a:ext cx="6540500" cy="482600"/>
          </a:xfrm>
          <a:prstGeom prst="rect">
            <a:avLst/>
          </a:prstGeom>
          <a:noFill/>
        </p:spPr>
        <p:txBody>
          <a:bodyPr vert="horz" wrap="square" lIns="0" tIns="0" rIns="0" bIns="0" rtlCol="0" anchor="t" anchorCtr="0">
            <a:noAutofit/>
          </a:bodyPr>
          <a:lstStyle/>
          <a:p>
            <a:endParaRPr lang="fr-FR" sz="1600">
              <a:solidFill>
                <a:srgbClr val="1A3256"/>
              </a:solidFill>
              <a:latin typeface="Bahnschrift" panose="020B0502040204020203" pitchFamily="34" charset="0"/>
            </a:endParaRPr>
          </a:p>
        </p:txBody>
      </p:sp>
      <p:sp>
        <p:nvSpPr>
          <p:cNvPr id="26" name="ZoneTexte 25">
            <a:extLst>
              <a:ext uri="{FF2B5EF4-FFF2-40B4-BE49-F238E27FC236}">
                <a16:creationId xmlns:a16="http://schemas.microsoft.com/office/drawing/2014/main" id="{02EF661C-F610-74BB-5AA4-A9C9D3CADB3F}"/>
              </a:ext>
            </a:extLst>
          </p:cNvPr>
          <p:cNvSpPr txBox="1"/>
          <p:nvPr/>
        </p:nvSpPr>
        <p:spPr>
          <a:xfrm>
            <a:off x="7620000" y="8585200"/>
            <a:ext cx="1143000" cy="482600"/>
          </a:xfrm>
          <a:prstGeom prst="rect">
            <a:avLst/>
          </a:prstGeom>
          <a:noFill/>
        </p:spPr>
        <p:txBody>
          <a:bodyPr vert="horz" wrap="square" lIns="0" tIns="0" rIns="0" bIns="0" rtlCol="0" anchor="t" anchorCtr="1">
            <a:noAutofit/>
          </a:bodyPr>
          <a:lstStyle/>
          <a:p>
            <a:pPr algn="ctr"/>
            <a:endParaRPr lang="fr-FR" sz="1600" b="1">
              <a:solidFill>
                <a:srgbClr val="1A3256"/>
              </a:solidFill>
              <a:latin typeface="Segoe UI Light" panose="020B0502040204020203" pitchFamily="34" charset="0"/>
            </a:endParaRPr>
          </a:p>
        </p:txBody>
      </p:sp>
      <p:sp>
        <p:nvSpPr>
          <p:cNvPr id="27" name="ZoneTexte 26">
            <a:extLst>
              <a:ext uri="{FF2B5EF4-FFF2-40B4-BE49-F238E27FC236}">
                <a16:creationId xmlns:a16="http://schemas.microsoft.com/office/drawing/2014/main" id="{A0E86406-059B-AD08-B16F-05F5A33A5491}"/>
              </a:ext>
            </a:extLst>
          </p:cNvPr>
          <p:cNvSpPr txBox="1"/>
          <p:nvPr/>
        </p:nvSpPr>
        <p:spPr>
          <a:xfrm>
            <a:off x="16649700" y="5118100"/>
            <a:ext cx="1181100" cy="469900"/>
          </a:xfrm>
          <a:prstGeom prst="rect">
            <a:avLst/>
          </a:prstGeom>
          <a:noFill/>
        </p:spPr>
        <p:txBody>
          <a:bodyPr vert="horz" wrap="square" lIns="0" tIns="0" rIns="0" bIns="0" rtlCol="0" anchor="t" anchorCtr="1">
            <a:noAutofit/>
          </a:bodyPr>
          <a:lstStyle/>
          <a:p>
            <a:pPr algn="ctr"/>
            <a:r>
              <a:rPr lang="fr-FR" b="1">
                <a:solidFill>
                  <a:srgbClr val="0F39B7"/>
                </a:solidFill>
                <a:latin typeface="Bahnschrift" panose="020B0502040204020203" pitchFamily="34" charset="0"/>
              </a:rPr>
              <a:t>2025</a:t>
            </a:r>
          </a:p>
        </p:txBody>
      </p:sp>
      <p:pic>
        <p:nvPicPr>
          <p:cNvPr id="29" name="Image 28">
            <a:extLst>
              <a:ext uri="{FF2B5EF4-FFF2-40B4-BE49-F238E27FC236}">
                <a16:creationId xmlns:a16="http://schemas.microsoft.com/office/drawing/2014/main" id="{076D469D-8DA7-EC9B-D3D1-4D7808F60A26}"/>
              </a:ext>
            </a:extLst>
          </p:cNvPr>
          <p:cNvPicPr>
            <a:picLocks/>
          </p:cNvPicPr>
          <p:nvPr/>
        </p:nvPicPr>
        <p:blipFill>
          <a:blip r:embed="rId3"/>
          <a:stretch>
            <a:fillRect/>
          </a:stretch>
        </p:blipFill>
        <p:spPr>
          <a:xfrm>
            <a:off x="16675100" y="5537200"/>
            <a:ext cx="1231900" cy="3543300"/>
          </a:xfrm>
          <a:prstGeom prst="rect">
            <a:avLst/>
          </a:prstGeom>
        </p:spPr>
      </p:pic>
      <p:sp>
        <p:nvSpPr>
          <p:cNvPr id="30" name="ZoneTexte 29">
            <a:extLst>
              <a:ext uri="{FF2B5EF4-FFF2-40B4-BE49-F238E27FC236}">
                <a16:creationId xmlns:a16="http://schemas.microsoft.com/office/drawing/2014/main" id="{90CA9066-97F1-92D7-51C0-685C9BE772AA}"/>
              </a:ext>
            </a:extLst>
          </p:cNvPr>
          <p:cNvSpPr txBox="1"/>
          <p:nvPr/>
        </p:nvSpPr>
        <p:spPr>
          <a:xfrm>
            <a:off x="9728200" y="5638800"/>
            <a:ext cx="30607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Damien FIOMBEA (METRO)</a:t>
            </a:r>
          </a:p>
        </p:txBody>
      </p:sp>
      <p:sp>
        <p:nvSpPr>
          <p:cNvPr id="31" name="ZoneTexte 30">
            <a:extLst>
              <a:ext uri="{FF2B5EF4-FFF2-40B4-BE49-F238E27FC236}">
                <a16:creationId xmlns:a16="http://schemas.microsoft.com/office/drawing/2014/main" id="{434AEB8D-CE88-98EE-3CC4-7F19457434DF}"/>
              </a:ext>
            </a:extLst>
          </p:cNvPr>
          <p:cNvSpPr txBox="1"/>
          <p:nvPr/>
        </p:nvSpPr>
        <p:spPr>
          <a:xfrm>
            <a:off x="9728200" y="6121400"/>
            <a:ext cx="31115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Damien FIOMBEA (METRO)</a:t>
            </a:r>
          </a:p>
        </p:txBody>
      </p:sp>
      <p:sp>
        <p:nvSpPr>
          <p:cNvPr id="32" name="ZoneTexte 31">
            <a:extLst>
              <a:ext uri="{FF2B5EF4-FFF2-40B4-BE49-F238E27FC236}">
                <a16:creationId xmlns:a16="http://schemas.microsoft.com/office/drawing/2014/main" id="{DD638648-4B82-C14B-8D3E-8AE88CDDC958}"/>
              </a:ext>
            </a:extLst>
          </p:cNvPr>
          <p:cNvSpPr txBox="1"/>
          <p:nvPr/>
        </p:nvSpPr>
        <p:spPr>
          <a:xfrm>
            <a:off x="9728200" y="6642100"/>
            <a:ext cx="31115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Damien FIOMBEA (METRO)</a:t>
            </a:r>
          </a:p>
        </p:txBody>
      </p:sp>
      <p:sp>
        <p:nvSpPr>
          <p:cNvPr id="33" name="ZoneTexte 32">
            <a:extLst>
              <a:ext uri="{FF2B5EF4-FFF2-40B4-BE49-F238E27FC236}">
                <a16:creationId xmlns:a16="http://schemas.microsoft.com/office/drawing/2014/main" id="{55A4F20E-5056-7A2C-E0B6-0073F805CD76}"/>
              </a:ext>
            </a:extLst>
          </p:cNvPr>
          <p:cNvSpPr txBox="1"/>
          <p:nvPr/>
        </p:nvSpPr>
        <p:spPr>
          <a:xfrm>
            <a:off x="9728200" y="7124700"/>
            <a:ext cx="31115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Charles VILLEPELET (METRO)</a:t>
            </a:r>
          </a:p>
        </p:txBody>
      </p:sp>
      <p:sp>
        <p:nvSpPr>
          <p:cNvPr id="34" name="ZoneTexte 33">
            <a:extLst>
              <a:ext uri="{FF2B5EF4-FFF2-40B4-BE49-F238E27FC236}">
                <a16:creationId xmlns:a16="http://schemas.microsoft.com/office/drawing/2014/main" id="{1C4640CB-F14F-F552-8933-C97327FC4E1D}"/>
              </a:ext>
            </a:extLst>
          </p:cNvPr>
          <p:cNvSpPr txBox="1"/>
          <p:nvPr/>
        </p:nvSpPr>
        <p:spPr>
          <a:xfrm>
            <a:off x="9728200" y="7594600"/>
            <a:ext cx="31115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Nicolas OLIVEAU (METRO)</a:t>
            </a:r>
          </a:p>
        </p:txBody>
      </p:sp>
      <p:sp>
        <p:nvSpPr>
          <p:cNvPr id="35" name="ZoneTexte 34">
            <a:extLst>
              <a:ext uri="{FF2B5EF4-FFF2-40B4-BE49-F238E27FC236}">
                <a16:creationId xmlns:a16="http://schemas.microsoft.com/office/drawing/2014/main" id="{8C0BDC44-6B8D-8DE7-2EEE-D2395ED15F28}"/>
              </a:ext>
            </a:extLst>
          </p:cNvPr>
          <p:cNvSpPr txBox="1"/>
          <p:nvPr/>
        </p:nvSpPr>
        <p:spPr>
          <a:xfrm>
            <a:off x="16675100" y="5638800"/>
            <a:ext cx="1143000" cy="469900"/>
          </a:xfrm>
          <a:prstGeom prst="rect">
            <a:avLst/>
          </a:prstGeom>
          <a:noFill/>
        </p:spPr>
        <p:txBody>
          <a:bodyPr vert="horz" wrap="square" lIns="0" tIns="0" rIns="0" bIns="0" rtlCol="0" anchor="t" anchorCtr="1">
            <a:noAutofit/>
          </a:bodyPr>
          <a:lstStyle/>
          <a:p>
            <a:pPr algn="ctr"/>
            <a:r>
              <a:rPr lang="fr-FR" sz="1600" b="1">
                <a:solidFill>
                  <a:srgbClr val="1A3256"/>
                </a:solidFill>
                <a:latin typeface="Segoe UI Light" panose="020B0502040204020203" pitchFamily="34" charset="0"/>
              </a:rPr>
              <a:t>1,50</a:t>
            </a:r>
          </a:p>
        </p:txBody>
      </p:sp>
      <p:sp>
        <p:nvSpPr>
          <p:cNvPr id="36" name="ZoneTexte 35">
            <a:extLst>
              <a:ext uri="{FF2B5EF4-FFF2-40B4-BE49-F238E27FC236}">
                <a16:creationId xmlns:a16="http://schemas.microsoft.com/office/drawing/2014/main" id="{752D5E3A-3C6A-E447-34AC-B3BA9FCA5CE8}"/>
              </a:ext>
            </a:extLst>
          </p:cNvPr>
          <p:cNvSpPr txBox="1"/>
          <p:nvPr/>
        </p:nvSpPr>
        <p:spPr>
          <a:xfrm>
            <a:off x="16675100" y="6121400"/>
            <a:ext cx="1143000" cy="482600"/>
          </a:xfrm>
          <a:prstGeom prst="rect">
            <a:avLst/>
          </a:prstGeom>
          <a:noFill/>
        </p:spPr>
        <p:txBody>
          <a:bodyPr vert="horz" wrap="square" lIns="0" tIns="0" rIns="0" bIns="0" rtlCol="0" anchor="t" anchorCtr="1">
            <a:noAutofit/>
          </a:bodyPr>
          <a:lstStyle/>
          <a:p>
            <a:pPr algn="ctr"/>
            <a:r>
              <a:rPr lang="fr-FR" sz="1600" b="1">
                <a:solidFill>
                  <a:srgbClr val="1A3256"/>
                </a:solidFill>
                <a:latin typeface="Segoe UI Light" panose="020B0502040204020203" pitchFamily="34" charset="0"/>
              </a:rPr>
              <a:t>1,50</a:t>
            </a:r>
          </a:p>
        </p:txBody>
      </p:sp>
      <p:sp>
        <p:nvSpPr>
          <p:cNvPr id="37" name="ZoneTexte 36">
            <a:extLst>
              <a:ext uri="{FF2B5EF4-FFF2-40B4-BE49-F238E27FC236}">
                <a16:creationId xmlns:a16="http://schemas.microsoft.com/office/drawing/2014/main" id="{DA94C4F0-D5EB-769C-4926-1ECAFB4D7760}"/>
              </a:ext>
            </a:extLst>
          </p:cNvPr>
          <p:cNvSpPr txBox="1"/>
          <p:nvPr/>
        </p:nvSpPr>
        <p:spPr>
          <a:xfrm>
            <a:off x="16675100" y="6642100"/>
            <a:ext cx="1143000" cy="482600"/>
          </a:xfrm>
          <a:prstGeom prst="rect">
            <a:avLst/>
          </a:prstGeom>
          <a:noFill/>
        </p:spPr>
        <p:txBody>
          <a:bodyPr vert="horz" wrap="square" lIns="0" tIns="0" rIns="0" bIns="0" rtlCol="0" anchor="t" anchorCtr="1">
            <a:noAutofit/>
          </a:bodyPr>
          <a:lstStyle/>
          <a:p>
            <a:pPr algn="ctr"/>
            <a:r>
              <a:rPr lang="fr-FR" sz="1600" b="1">
                <a:solidFill>
                  <a:srgbClr val="1A3256"/>
                </a:solidFill>
                <a:latin typeface="Segoe UI Light" panose="020B0502040204020203" pitchFamily="34" charset="0"/>
              </a:rPr>
              <a:t>1,50</a:t>
            </a:r>
          </a:p>
        </p:txBody>
      </p:sp>
      <p:sp>
        <p:nvSpPr>
          <p:cNvPr id="38" name="ZoneTexte 37">
            <a:extLst>
              <a:ext uri="{FF2B5EF4-FFF2-40B4-BE49-F238E27FC236}">
                <a16:creationId xmlns:a16="http://schemas.microsoft.com/office/drawing/2014/main" id="{006B390B-A92D-BEB0-B75A-8BED0F02BABD}"/>
              </a:ext>
            </a:extLst>
          </p:cNvPr>
          <p:cNvSpPr txBox="1"/>
          <p:nvPr/>
        </p:nvSpPr>
        <p:spPr>
          <a:xfrm>
            <a:off x="16675100" y="7124700"/>
            <a:ext cx="1143000" cy="469900"/>
          </a:xfrm>
          <a:prstGeom prst="rect">
            <a:avLst/>
          </a:prstGeom>
          <a:noFill/>
        </p:spPr>
        <p:txBody>
          <a:bodyPr vert="horz" wrap="square" lIns="0" tIns="0" rIns="0" bIns="0" rtlCol="0" anchor="t" anchorCtr="1">
            <a:noAutofit/>
          </a:bodyPr>
          <a:lstStyle/>
          <a:p>
            <a:pPr algn="ctr"/>
            <a:r>
              <a:rPr lang="fr-FR" sz="1600" b="1">
                <a:solidFill>
                  <a:srgbClr val="1A3256"/>
                </a:solidFill>
                <a:latin typeface="Segoe UI Light" panose="020B0502040204020203" pitchFamily="34" charset="0"/>
              </a:rPr>
              <a:t>2,00</a:t>
            </a:r>
          </a:p>
        </p:txBody>
      </p:sp>
      <p:sp>
        <p:nvSpPr>
          <p:cNvPr id="39" name="ZoneTexte 38">
            <a:extLst>
              <a:ext uri="{FF2B5EF4-FFF2-40B4-BE49-F238E27FC236}">
                <a16:creationId xmlns:a16="http://schemas.microsoft.com/office/drawing/2014/main" id="{7D039073-73CB-EA61-502A-2E27373D4FE5}"/>
              </a:ext>
            </a:extLst>
          </p:cNvPr>
          <p:cNvSpPr txBox="1"/>
          <p:nvPr/>
        </p:nvSpPr>
        <p:spPr>
          <a:xfrm>
            <a:off x="16675100" y="7594600"/>
            <a:ext cx="1143000" cy="469900"/>
          </a:xfrm>
          <a:prstGeom prst="rect">
            <a:avLst/>
          </a:prstGeom>
          <a:noFill/>
        </p:spPr>
        <p:txBody>
          <a:bodyPr vert="horz" wrap="square" lIns="0" tIns="0" rIns="0" bIns="0" rtlCol="0" anchor="t" anchorCtr="1">
            <a:noAutofit/>
          </a:bodyPr>
          <a:lstStyle/>
          <a:p>
            <a:pPr algn="ctr"/>
            <a:r>
              <a:rPr lang="fr-FR" sz="1600" b="1">
                <a:solidFill>
                  <a:srgbClr val="1A3256"/>
                </a:solidFill>
                <a:latin typeface="Segoe UI Light" panose="020B0502040204020203" pitchFamily="34" charset="0"/>
              </a:rPr>
              <a:t>2,00</a:t>
            </a:r>
          </a:p>
        </p:txBody>
      </p:sp>
      <p:sp>
        <p:nvSpPr>
          <p:cNvPr id="40" name="ZoneTexte 39">
            <a:extLst>
              <a:ext uri="{FF2B5EF4-FFF2-40B4-BE49-F238E27FC236}">
                <a16:creationId xmlns:a16="http://schemas.microsoft.com/office/drawing/2014/main" id="{C1AF4C0E-14B1-9505-6D99-A8227BAC33E3}"/>
              </a:ext>
            </a:extLst>
          </p:cNvPr>
          <p:cNvSpPr txBox="1"/>
          <p:nvPr/>
        </p:nvSpPr>
        <p:spPr>
          <a:xfrm>
            <a:off x="9728200" y="8115300"/>
            <a:ext cx="31115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Damien FIOMBEA (METRO)</a:t>
            </a:r>
          </a:p>
        </p:txBody>
      </p:sp>
      <p:sp>
        <p:nvSpPr>
          <p:cNvPr id="41" name="ZoneTexte 40">
            <a:extLst>
              <a:ext uri="{FF2B5EF4-FFF2-40B4-BE49-F238E27FC236}">
                <a16:creationId xmlns:a16="http://schemas.microsoft.com/office/drawing/2014/main" id="{3249FE41-C90F-A769-5A29-23C8FE8FC8C6}"/>
              </a:ext>
            </a:extLst>
          </p:cNvPr>
          <p:cNvSpPr txBox="1"/>
          <p:nvPr/>
        </p:nvSpPr>
        <p:spPr>
          <a:xfrm>
            <a:off x="16675100" y="8115300"/>
            <a:ext cx="1143000" cy="482600"/>
          </a:xfrm>
          <a:prstGeom prst="rect">
            <a:avLst/>
          </a:prstGeom>
          <a:noFill/>
        </p:spPr>
        <p:txBody>
          <a:bodyPr vert="horz" wrap="square" lIns="0" tIns="0" rIns="0" bIns="0" rtlCol="0" anchor="t" anchorCtr="1">
            <a:noAutofit/>
          </a:bodyPr>
          <a:lstStyle/>
          <a:p>
            <a:pPr algn="ctr"/>
            <a:r>
              <a:rPr lang="fr-FR" sz="1600" b="1">
                <a:solidFill>
                  <a:srgbClr val="1A3256"/>
                </a:solidFill>
                <a:latin typeface="Segoe UI Light" panose="020B0502040204020203" pitchFamily="34" charset="0"/>
              </a:rPr>
              <a:t>2,00</a:t>
            </a:r>
          </a:p>
        </p:txBody>
      </p:sp>
      <p:sp>
        <p:nvSpPr>
          <p:cNvPr id="42" name="ZoneTexte 41">
            <a:extLst>
              <a:ext uri="{FF2B5EF4-FFF2-40B4-BE49-F238E27FC236}">
                <a16:creationId xmlns:a16="http://schemas.microsoft.com/office/drawing/2014/main" id="{6D30CA3A-6A96-D5BA-DBEF-4702FB1D06F8}"/>
              </a:ext>
            </a:extLst>
          </p:cNvPr>
          <p:cNvSpPr txBox="1"/>
          <p:nvPr/>
        </p:nvSpPr>
        <p:spPr>
          <a:xfrm>
            <a:off x="9728200" y="8585200"/>
            <a:ext cx="31115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Yann LE COZ (METRO)</a:t>
            </a:r>
          </a:p>
        </p:txBody>
      </p:sp>
      <p:sp>
        <p:nvSpPr>
          <p:cNvPr id="43" name="ZoneTexte 42">
            <a:extLst>
              <a:ext uri="{FF2B5EF4-FFF2-40B4-BE49-F238E27FC236}">
                <a16:creationId xmlns:a16="http://schemas.microsoft.com/office/drawing/2014/main" id="{5A074828-64A6-FA74-4222-1D8160E3E494}"/>
              </a:ext>
            </a:extLst>
          </p:cNvPr>
          <p:cNvSpPr txBox="1"/>
          <p:nvPr/>
        </p:nvSpPr>
        <p:spPr>
          <a:xfrm>
            <a:off x="16675100" y="8585200"/>
            <a:ext cx="1143000" cy="482600"/>
          </a:xfrm>
          <a:prstGeom prst="rect">
            <a:avLst/>
          </a:prstGeom>
          <a:noFill/>
        </p:spPr>
        <p:txBody>
          <a:bodyPr vert="horz" wrap="square" lIns="0" tIns="0" rIns="0" bIns="0" rtlCol="0" anchor="t" anchorCtr="1">
            <a:noAutofit/>
          </a:bodyPr>
          <a:lstStyle/>
          <a:p>
            <a:pPr algn="ctr"/>
            <a:r>
              <a:rPr lang="fr-FR" sz="1600" b="1">
                <a:solidFill>
                  <a:srgbClr val="1A3256"/>
                </a:solidFill>
                <a:latin typeface="Segoe UI Light" panose="020B0502040204020203" pitchFamily="34" charset="0"/>
              </a:rPr>
              <a:t>2,00</a:t>
            </a:r>
          </a:p>
        </p:txBody>
      </p:sp>
      <p:sp>
        <p:nvSpPr>
          <p:cNvPr id="44" name="ZoneTexte 43">
            <a:extLst>
              <a:ext uri="{FF2B5EF4-FFF2-40B4-BE49-F238E27FC236}">
                <a16:creationId xmlns:a16="http://schemas.microsoft.com/office/drawing/2014/main" id="{9819F60E-8C2F-02AB-016A-70D2967B37C8}"/>
              </a:ext>
            </a:extLst>
          </p:cNvPr>
          <p:cNvSpPr txBox="1"/>
          <p:nvPr/>
        </p:nvSpPr>
        <p:spPr>
          <a:xfrm>
            <a:off x="12852400" y="5638800"/>
            <a:ext cx="3594100" cy="469900"/>
          </a:xfrm>
          <a:prstGeom prst="rect">
            <a:avLst/>
          </a:prstGeom>
          <a:noFill/>
        </p:spPr>
        <p:txBody>
          <a:bodyPr vert="horz" wrap="square" lIns="0" tIns="0" rIns="0" bIns="0" rtlCol="0" anchor="t" anchorCtr="0">
            <a:noAutofit/>
          </a:bodyPr>
          <a:lstStyle/>
          <a:p>
            <a:r>
              <a:rPr lang="fr-FR" sz="1600">
                <a:solidFill>
                  <a:srgbClr val="0F39B7"/>
                </a:solidFill>
                <a:latin typeface="Bahnschrift" panose="020B0502040204020203" pitchFamily="34" charset="0"/>
              </a:rPr>
              <a:t>Utilisation outils informatiques</a:t>
            </a:r>
          </a:p>
        </p:txBody>
      </p:sp>
      <p:sp>
        <p:nvSpPr>
          <p:cNvPr id="45" name="ZoneTexte 44">
            <a:extLst>
              <a:ext uri="{FF2B5EF4-FFF2-40B4-BE49-F238E27FC236}">
                <a16:creationId xmlns:a16="http://schemas.microsoft.com/office/drawing/2014/main" id="{C51311D9-877C-7462-7EA6-5E876E639E60}"/>
              </a:ext>
            </a:extLst>
          </p:cNvPr>
          <p:cNvSpPr txBox="1"/>
          <p:nvPr/>
        </p:nvSpPr>
        <p:spPr>
          <a:xfrm>
            <a:off x="12852400" y="6121400"/>
            <a:ext cx="3670300" cy="482600"/>
          </a:xfrm>
          <a:prstGeom prst="rect">
            <a:avLst/>
          </a:prstGeom>
          <a:noFill/>
        </p:spPr>
        <p:txBody>
          <a:bodyPr vert="horz" wrap="square" lIns="0" tIns="0" rIns="0" bIns="0" rtlCol="0" anchor="t" anchorCtr="0">
            <a:noAutofit/>
          </a:bodyPr>
          <a:lstStyle/>
          <a:p>
            <a:r>
              <a:rPr lang="fr-FR" sz="1600">
                <a:solidFill>
                  <a:srgbClr val="0F39B7"/>
                </a:solidFill>
                <a:latin typeface="Bahnschrift" panose="020B0502040204020203" pitchFamily="34" charset="0"/>
              </a:rPr>
              <a:t>Maitrise des systèmes (WMS, WCS, TMS)</a:t>
            </a:r>
          </a:p>
        </p:txBody>
      </p:sp>
      <p:sp>
        <p:nvSpPr>
          <p:cNvPr id="46" name="ZoneTexte 45">
            <a:extLst>
              <a:ext uri="{FF2B5EF4-FFF2-40B4-BE49-F238E27FC236}">
                <a16:creationId xmlns:a16="http://schemas.microsoft.com/office/drawing/2014/main" id="{25FB2DFE-6D11-CBD6-5058-EFE6A43EF983}"/>
              </a:ext>
            </a:extLst>
          </p:cNvPr>
          <p:cNvSpPr txBox="1"/>
          <p:nvPr/>
        </p:nvSpPr>
        <p:spPr>
          <a:xfrm>
            <a:off x="12852400" y="6642100"/>
            <a:ext cx="3670300" cy="482600"/>
          </a:xfrm>
          <a:prstGeom prst="rect">
            <a:avLst/>
          </a:prstGeom>
          <a:noFill/>
        </p:spPr>
        <p:txBody>
          <a:bodyPr vert="horz" wrap="square" lIns="0" tIns="0" rIns="0" bIns="0" rtlCol="0" anchor="t" anchorCtr="0">
            <a:noAutofit/>
          </a:bodyPr>
          <a:lstStyle/>
          <a:p>
            <a:r>
              <a:rPr lang="fr-FR" sz="1600">
                <a:solidFill>
                  <a:srgbClr val="0F39B7"/>
                </a:solidFill>
                <a:latin typeface="Bahnschrift" panose="020B0502040204020203" pitchFamily="34" charset="0"/>
              </a:rPr>
              <a:t>Normes de sécurité et accidentologie</a:t>
            </a:r>
          </a:p>
        </p:txBody>
      </p:sp>
      <p:sp>
        <p:nvSpPr>
          <p:cNvPr id="47" name="ZoneTexte 46">
            <a:extLst>
              <a:ext uri="{FF2B5EF4-FFF2-40B4-BE49-F238E27FC236}">
                <a16:creationId xmlns:a16="http://schemas.microsoft.com/office/drawing/2014/main" id="{F99128DF-A193-8599-655A-EA42882A26E7}"/>
              </a:ext>
            </a:extLst>
          </p:cNvPr>
          <p:cNvSpPr txBox="1"/>
          <p:nvPr/>
        </p:nvSpPr>
        <p:spPr>
          <a:xfrm>
            <a:off x="12852400" y="7124700"/>
            <a:ext cx="3670300" cy="469900"/>
          </a:xfrm>
          <a:prstGeom prst="rect">
            <a:avLst/>
          </a:prstGeom>
          <a:noFill/>
        </p:spPr>
        <p:txBody>
          <a:bodyPr vert="horz" wrap="square" lIns="0" tIns="0" rIns="0" bIns="0" rtlCol="0" anchor="t" anchorCtr="0">
            <a:noAutofit/>
          </a:bodyPr>
          <a:lstStyle/>
          <a:p>
            <a:r>
              <a:rPr lang="fr-FR" sz="1600">
                <a:solidFill>
                  <a:srgbClr val="0F39B7"/>
                </a:solidFill>
                <a:latin typeface="Bahnschrift" panose="020B0502040204020203" pitchFamily="34" charset="0"/>
              </a:rPr>
              <a:t>Perception de la démarche innovation</a:t>
            </a:r>
          </a:p>
        </p:txBody>
      </p:sp>
      <p:sp>
        <p:nvSpPr>
          <p:cNvPr id="48" name="ZoneTexte 47">
            <a:extLst>
              <a:ext uri="{FF2B5EF4-FFF2-40B4-BE49-F238E27FC236}">
                <a16:creationId xmlns:a16="http://schemas.microsoft.com/office/drawing/2014/main" id="{7EE5FFC2-C0F7-CE8C-E057-53774B7CA482}"/>
              </a:ext>
            </a:extLst>
          </p:cNvPr>
          <p:cNvSpPr txBox="1"/>
          <p:nvPr/>
        </p:nvSpPr>
        <p:spPr>
          <a:xfrm>
            <a:off x="12852400" y="7594600"/>
            <a:ext cx="3670300" cy="469900"/>
          </a:xfrm>
          <a:prstGeom prst="rect">
            <a:avLst/>
          </a:prstGeom>
          <a:noFill/>
        </p:spPr>
        <p:txBody>
          <a:bodyPr vert="horz" wrap="square" lIns="0" tIns="0" rIns="0" bIns="0" rtlCol="0" anchor="t" anchorCtr="0">
            <a:noAutofit/>
          </a:bodyPr>
          <a:lstStyle/>
          <a:p>
            <a:r>
              <a:rPr lang="fr-FR" sz="1600">
                <a:solidFill>
                  <a:srgbClr val="0F39B7"/>
                </a:solidFill>
                <a:latin typeface="Bahnschrift" panose="020B0502040204020203" pitchFamily="34" charset="0"/>
              </a:rPr>
              <a:t>Dynamique de projets</a:t>
            </a:r>
          </a:p>
        </p:txBody>
      </p:sp>
      <p:sp>
        <p:nvSpPr>
          <p:cNvPr id="49" name="ZoneTexte 48">
            <a:extLst>
              <a:ext uri="{FF2B5EF4-FFF2-40B4-BE49-F238E27FC236}">
                <a16:creationId xmlns:a16="http://schemas.microsoft.com/office/drawing/2014/main" id="{42295EFF-6486-32D4-9DA2-99501B8ABC1A}"/>
              </a:ext>
            </a:extLst>
          </p:cNvPr>
          <p:cNvSpPr txBox="1"/>
          <p:nvPr/>
        </p:nvSpPr>
        <p:spPr>
          <a:xfrm>
            <a:off x="12852400" y="8115300"/>
            <a:ext cx="3670300" cy="482600"/>
          </a:xfrm>
          <a:prstGeom prst="rect">
            <a:avLst/>
          </a:prstGeom>
          <a:noFill/>
        </p:spPr>
        <p:txBody>
          <a:bodyPr vert="horz" wrap="square" lIns="0" tIns="0" rIns="0" bIns="0" rtlCol="0" anchor="t" anchorCtr="0">
            <a:noAutofit/>
          </a:bodyPr>
          <a:lstStyle/>
          <a:p>
            <a:r>
              <a:rPr lang="fr-FR" sz="1600">
                <a:solidFill>
                  <a:srgbClr val="0F39B7"/>
                </a:solidFill>
                <a:latin typeface="Bahnschrift" panose="020B0502040204020203" pitchFamily="34" charset="0"/>
              </a:rPr>
              <a:t>Optimisation remplissage/transport</a:t>
            </a:r>
          </a:p>
        </p:txBody>
      </p:sp>
      <p:sp>
        <p:nvSpPr>
          <p:cNvPr id="50" name="ZoneTexte 49">
            <a:extLst>
              <a:ext uri="{FF2B5EF4-FFF2-40B4-BE49-F238E27FC236}">
                <a16:creationId xmlns:a16="http://schemas.microsoft.com/office/drawing/2014/main" id="{C4F0D26B-C126-4C75-4C08-9B1C12AA1B67}"/>
              </a:ext>
            </a:extLst>
          </p:cNvPr>
          <p:cNvSpPr txBox="1"/>
          <p:nvPr/>
        </p:nvSpPr>
        <p:spPr>
          <a:xfrm>
            <a:off x="12852400" y="8585200"/>
            <a:ext cx="3670300" cy="482600"/>
          </a:xfrm>
          <a:prstGeom prst="rect">
            <a:avLst/>
          </a:prstGeom>
          <a:noFill/>
        </p:spPr>
        <p:txBody>
          <a:bodyPr vert="horz" wrap="square" lIns="0" tIns="0" rIns="0" bIns="0" rtlCol="0" anchor="t" anchorCtr="0">
            <a:noAutofit/>
          </a:bodyPr>
          <a:lstStyle/>
          <a:p>
            <a:r>
              <a:rPr lang="fr-FR" sz="1600">
                <a:solidFill>
                  <a:srgbClr val="0F39B7"/>
                </a:solidFill>
                <a:latin typeface="Bahnschrift" panose="020B0502040204020203" pitchFamily="34" charset="0"/>
              </a:rPr>
              <a:t>Amélioration continue</a:t>
            </a:r>
          </a:p>
        </p:txBody>
      </p:sp>
      <p:pic>
        <p:nvPicPr>
          <p:cNvPr id="54" name="Image 53">
            <a:extLst>
              <a:ext uri="{FF2B5EF4-FFF2-40B4-BE49-F238E27FC236}">
                <a16:creationId xmlns:a16="http://schemas.microsoft.com/office/drawing/2014/main" id="{B534B75A-11BC-7CCC-2F5E-1622F75E22F2}"/>
              </a:ext>
            </a:extLst>
          </p:cNvPr>
          <p:cNvPicPr>
            <a:picLocks/>
          </p:cNvPicPr>
          <p:nvPr/>
        </p:nvPicPr>
        <p:blipFill>
          <a:blip r:embed="rId4" cstate="screen">
            <a:extLst>
              <a:ext uri="{28A0092B-C50C-407E-A947-70E740481C1C}">
                <a14:useLocalDpi xmlns:a14="http://schemas.microsoft.com/office/drawing/2010/main"/>
              </a:ext>
            </a:extLst>
          </a:blip>
          <a:stretch>
            <a:fillRect/>
          </a:stretch>
        </p:blipFill>
        <p:spPr>
          <a:xfrm>
            <a:off x="635000" y="4622800"/>
            <a:ext cx="4318000" cy="596900"/>
          </a:xfrm>
          <a:prstGeom prst="rect">
            <a:avLst/>
          </a:prstGeom>
        </p:spPr>
      </p:pic>
      <p:pic>
        <p:nvPicPr>
          <p:cNvPr id="56" name="Image 55">
            <a:extLst>
              <a:ext uri="{FF2B5EF4-FFF2-40B4-BE49-F238E27FC236}">
                <a16:creationId xmlns:a16="http://schemas.microsoft.com/office/drawing/2014/main" id="{86DDAC27-0CEE-952F-0FF6-3DBBB817DE10}"/>
              </a:ext>
            </a:extLst>
          </p:cNvPr>
          <p:cNvPicPr>
            <a:picLocks/>
          </p:cNvPicPr>
          <p:nvPr/>
        </p:nvPicPr>
        <p:blipFill>
          <a:blip r:embed="rId4" cstate="screen">
            <a:extLst>
              <a:ext uri="{28A0092B-C50C-407E-A947-70E740481C1C}">
                <a14:useLocalDpi xmlns:a14="http://schemas.microsoft.com/office/drawing/2010/main"/>
              </a:ext>
            </a:extLst>
          </a:blip>
          <a:stretch>
            <a:fillRect/>
          </a:stretch>
        </p:blipFill>
        <p:spPr>
          <a:xfrm>
            <a:off x="9626600" y="4622800"/>
            <a:ext cx="4318000" cy="596900"/>
          </a:xfrm>
          <a:prstGeom prst="rect">
            <a:avLst/>
          </a:prstGeom>
        </p:spPr>
      </p:pic>
      <p:sp>
        <p:nvSpPr>
          <p:cNvPr id="57" name="ZoneTexte 56">
            <a:extLst>
              <a:ext uri="{FF2B5EF4-FFF2-40B4-BE49-F238E27FC236}">
                <a16:creationId xmlns:a16="http://schemas.microsoft.com/office/drawing/2014/main" id="{4F84A09B-C460-FC6C-3F56-B502ADC8155C}"/>
              </a:ext>
            </a:extLst>
          </p:cNvPr>
          <p:cNvSpPr txBox="1"/>
          <p:nvPr/>
        </p:nvSpPr>
        <p:spPr>
          <a:xfrm>
            <a:off x="939800" y="4775200"/>
            <a:ext cx="4864100" cy="482600"/>
          </a:xfrm>
          <a:prstGeom prst="rect">
            <a:avLst/>
          </a:prstGeom>
          <a:noFill/>
        </p:spPr>
        <p:txBody>
          <a:bodyPr vert="horz" wrap="square" lIns="0" tIns="0" rIns="0" bIns="0" rtlCol="0" anchor="t" anchorCtr="0">
            <a:noAutofit/>
          </a:bodyPr>
          <a:lstStyle/>
          <a:p>
            <a:r>
              <a:rPr lang="fr-FR" b="1">
                <a:solidFill>
                  <a:srgbClr val="FFFFFF"/>
                </a:solidFill>
                <a:latin typeface="Bahnschrift" panose="020B0502040204020203" pitchFamily="34" charset="0"/>
              </a:rPr>
              <a:t>LISTE DES INTERLOCUTEURS</a:t>
            </a:r>
          </a:p>
        </p:txBody>
      </p:sp>
      <p:sp>
        <p:nvSpPr>
          <p:cNvPr id="58" name="ZoneTexte 57">
            <a:extLst>
              <a:ext uri="{FF2B5EF4-FFF2-40B4-BE49-F238E27FC236}">
                <a16:creationId xmlns:a16="http://schemas.microsoft.com/office/drawing/2014/main" id="{3C8041F0-029D-6A59-F8E4-68DF46C53CAF}"/>
              </a:ext>
            </a:extLst>
          </p:cNvPr>
          <p:cNvSpPr txBox="1"/>
          <p:nvPr/>
        </p:nvSpPr>
        <p:spPr>
          <a:xfrm>
            <a:off x="9918700" y="4775200"/>
            <a:ext cx="4851400" cy="482600"/>
          </a:xfrm>
          <a:prstGeom prst="rect">
            <a:avLst/>
          </a:prstGeom>
          <a:noFill/>
        </p:spPr>
        <p:txBody>
          <a:bodyPr vert="horz" wrap="square" lIns="0" tIns="0" rIns="0" bIns="0" rtlCol="0" anchor="t" anchorCtr="0">
            <a:noAutofit/>
          </a:bodyPr>
          <a:lstStyle/>
          <a:p>
            <a:r>
              <a:rPr lang="fr-FR" b="1">
                <a:solidFill>
                  <a:srgbClr val="FFFFFF"/>
                </a:solidFill>
                <a:latin typeface="Bahnschrift" panose="020B0502040204020203" pitchFamily="34" charset="0"/>
              </a:rPr>
              <a:t>NOTES LES PLUS BASSES</a:t>
            </a:r>
          </a:p>
        </p:txBody>
      </p:sp>
    </p:spTree>
    <p:extLst>
      <p:ext uri="{BB962C8B-B14F-4D97-AF65-F5344CB8AC3E}">
        <p14:creationId xmlns:p14="http://schemas.microsoft.com/office/powerpoint/2010/main" val="3737265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4F9438A-C957-4C93-A03D-4D6256488511}"/>
              </a:ext>
            </a:extLst>
          </p:cNvPr>
          <p:cNvPicPr>
            <a:picLocks/>
          </p:cNvPicPr>
          <p:nvPr/>
        </p:nvPicPr>
        <p:blipFill>
          <a:blip r:embed="rId2"/>
          <a:stretch>
            <a:fillRect/>
          </a:stretch>
        </p:blipFill>
        <p:spPr>
          <a:xfrm>
            <a:off x="16738600" y="3987800"/>
            <a:ext cx="1206500" cy="4953000"/>
          </a:xfrm>
          <a:prstGeom prst="rect">
            <a:avLst/>
          </a:prstGeom>
        </p:spPr>
      </p:pic>
      <p:pic>
        <p:nvPicPr>
          <p:cNvPr id="7" name="Image 6">
            <a:extLst>
              <a:ext uri="{FF2B5EF4-FFF2-40B4-BE49-F238E27FC236}">
                <a16:creationId xmlns:a16="http://schemas.microsoft.com/office/drawing/2014/main" id="{C0BB6474-3B84-7895-D47A-02E952A235B2}"/>
              </a:ext>
            </a:extLst>
          </p:cNvPr>
          <p:cNvPicPr>
            <a:picLocks/>
          </p:cNvPicPr>
          <p:nvPr/>
        </p:nvPicPr>
        <p:blipFill>
          <a:blip r:embed="rId3"/>
          <a:stretch>
            <a:fillRect/>
          </a:stretch>
        </p:blipFill>
        <p:spPr>
          <a:xfrm>
            <a:off x="7581900" y="3987800"/>
            <a:ext cx="1371600" cy="4991100"/>
          </a:xfrm>
          <a:prstGeom prst="rect">
            <a:avLst/>
          </a:prstGeom>
        </p:spPr>
      </p:pic>
      <p:pic>
        <p:nvPicPr>
          <p:cNvPr id="9" name="Image 8">
            <a:extLst>
              <a:ext uri="{FF2B5EF4-FFF2-40B4-BE49-F238E27FC236}">
                <a16:creationId xmlns:a16="http://schemas.microsoft.com/office/drawing/2014/main" id="{5C949CA9-E2C2-A15B-14C5-1EFDC3AE88E4}"/>
              </a:ext>
            </a:extLst>
          </p:cNvPr>
          <p:cNvPicPr>
            <a:picLocks/>
          </p:cNvPicPr>
          <p:nvPr/>
        </p:nvPicPr>
        <p:blipFill>
          <a:blip r:embed="rId3"/>
          <a:stretch>
            <a:fillRect/>
          </a:stretch>
        </p:blipFill>
        <p:spPr>
          <a:xfrm>
            <a:off x="3225800" y="3987800"/>
            <a:ext cx="1371600" cy="4991100"/>
          </a:xfrm>
          <a:prstGeom prst="rect">
            <a:avLst/>
          </a:prstGeom>
        </p:spPr>
      </p:pic>
      <p:sp>
        <p:nvSpPr>
          <p:cNvPr id="10" name="ZoneTexte 9">
            <a:extLst>
              <a:ext uri="{FF2B5EF4-FFF2-40B4-BE49-F238E27FC236}">
                <a16:creationId xmlns:a16="http://schemas.microsoft.com/office/drawing/2014/main" id="{DBF01FB5-973D-2F3C-9ACD-2AB2910542BB}"/>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a:solidFill>
                  <a:srgbClr val="1A3256"/>
                </a:solidFill>
                <a:latin typeface="Bahnschrift" panose="020B0502040204020203" pitchFamily="34" charset="0"/>
              </a:rPr>
              <a:t>TOP/FLOP QUESTIONS</a:t>
            </a:r>
          </a:p>
        </p:txBody>
      </p:sp>
      <p:sp>
        <p:nvSpPr>
          <p:cNvPr id="11" name="ZoneTexte 10">
            <a:extLst>
              <a:ext uri="{FF2B5EF4-FFF2-40B4-BE49-F238E27FC236}">
                <a16:creationId xmlns:a16="http://schemas.microsoft.com/office/drawing/2014/main" id="{DED19053-61DF-91CD-7657-568B85E1B4CF}"/>
              </a:ext>
            </a:extLst>
          </p:cNvPr>
          <p:cNvSpPr txBox="1"/>
          <p:nvPr/>
        </p:nvSpPr>
        <p:spPr>
          <a:xfrm>
            <a:off x="558800" y="1066800"/>
            <a:ext cx="14643100" cy="800100"/>
          </a:xfrm>
          <a:prstGeom prst="rect">
            <a:avLst/>
          </a:prstGeom>
          <a:noFill/>
        </p:spPr>
        <p:txBody>
          <a:bodyPr vert="horz" wrap="square" lIns="0" tIns="0" rIns="0" bIns="0" rtlCol="0" anchor="t" anchorCtr="0">
            <a:noAutofit/>
          </a:bodyPr>
          <a:lstStyle/>
          <a:p>
            <a:r>
              <a:rPr lang="fr-FR" sz="3600" b="1" dirty="0">
                <a:solidFill>
                  <a:srgbClr val="1A3256"/>
                </a:solidFill>
                <a:latin typeface="Segoe UI Light" panose="020B0502040204020203" pitchFamily="34" charset="0"/>
              </a:rPr>
              <a:t>METRO</a:t>
            </a:r>
          </a:p>
        </p:txBody>
      </p:sp>
      <p:sp>
        <p:nvSpPr>
          <p:cNvPr id="12" name="ZoneTexte 11">
            <a:extLst>
              <a:ext uri="{FF2B5EF4-FFF2-40B4-BE49-F238E27FC236}">
                <a16:creationId xmlns:a16="http://schemas.microsoft.com/office/drawing/2014/main" id="{92F9862A-589C-DBD4-CF5F-AADE0271CA60}"/>
              </a:ext>
            </a:extLst>
          </p:cNvPr>
          <p:cNvSpPr txBox="1"/>
          <p:nvPr/>
        </p:nvSpPr>
        <p:spPr>
          <a:xfrm>
            <a:off x="457200" y="4305300"/>
            <a:ext cx="27051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Relation CM</a:t>
            </a:r>
          </a:p>
        </p:txBody>
      </p:sp>
      <p:sp>
        <p:nvSpPr>
          <p:cNvPr id="13" name="ZoneTexte 12">
            <a:extLst>
              <a:ext uri="{FF2B5EF4-FFF2-40B4-BE49-F238E27FC236}">
                <a16:creationId xmlns:a16="http://schemas.microsoft.com/office/drawing/2014/main" id="{C03A88B6-31D9-8138-67B2-88E04AF225F6}"/>
              </a:ext>
            </a:extLst>
          </p:cNvPr>
          <p:cNvSpPr txBox="1"/>
          <p:nvPr/>
        </p:nvSpPr>
        <p:spPr>
          <a:xfrm>
            <a:off x="444500" y="5321300"/>
            <a:ext cx="27559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Relation RS / équipes op.</a:t>
            </a:r>
          </a:p>
        </p:txBody>
      </p:sp>
      <p:sp>
        <p:nvSpPr>
          <p:cNvPr id="14" name="ZoneTexte 13">
            <a:extLst>
              <a:ext uri="{FF2B5EF4-FFF2-40B4-BE49-F238E27FC236}">
                <a16:creationId xmlns:a16="http://schemas.microsoft.com/office/drawing/2014/main" id="{4AE67F0B-07F2-A559-09A4-43F155943DF6}"/>
              </a:ext>
            </a:extLst>
          </p:cNvPr>
          <p:cNvSpPr txBox="1"/>
          <p:nvPr/>
        </p:nvSpPr>
        <p:spPr>
          <a:xfrm>
            <a:off x="444500" y="6324600"/>
            <a:ext cx="27559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Climat social</a:t>
            </a:r>
          </a:p>
        </p:txBody>
      </p:sp>
      <p:sp>
        <p:nvSpPr>
          <p:cNvPr id="15" name="ZoneTexte 14">
            <a:extLst>
              <a:ext uri="{FF2B5EF4-FFF2-40B4-BE49-F238E27FC236}">
                <a16:creationId xmlns:a16="http://schemas.microsoft.com/office/drawing/2014/main" id="{FDD5D8ED-C3EE-A344-1EAE-E08CB12CE4B9}"/>
              </a:ext>
            </a:extLst>
          </p:cNvPr>
          <p:cNvSpPr txBox="1"/>
          <p:nvPr/>
        </p:nvSpPr>
        <p:spPr>
          <a:xfrm>
            <a:off x="444500" y="7340600"/>
            <a:ext cx="27559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Relation DG</a:t>
            </a:r>
          </a:p>
        </p:txBody>
      </p:sp>
      <p:sp>
        <p:nvSpPr>
          <p:cNvPr id="16" name="ZoneTexte 15">
            <a:extLst>
              <a:ext uri="{FF2B5EF4-FFF2-40B4-BE49-F238E27FC236}">
                <a16:creationId xmlns:a16="http://schemas.microsoft.com/office/drawing/2014/main" id="{4734AE51-C10C-6485-511F-445099C4789F}"/>
              </a:ext>
            </a:extLst>
          </p:cNvPr>
          <p:cNvSpPr txBox="1"/>
          <p:nvPr/>
        </p:nvSpPr>
        <p:spPr>
          <a:xfrm>
            <a:off x="444500" y="8356600"/>
            <a:ext cx="27559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Pertinence politique RSE</a:t>
            </a:r>
          </a:p>
        </p:txBody>
      </p:sp>
      <p:sp>
        <p:nvSpPr>
          <p:cNvPr id="17" name="ZoneTexte 16">
            <a:extLst>
              <a:ext uri="{FF2B5EF4-FFF2-40B4-BE49-F238E27FC236}">
                <a16:creationId xmlns:a16="http://schemas.microsoft.com/office/drawing/2014/main" id="{C8E7F2C4-CBBD-151A-8B7D-DA4749F0E347}"/>
              </a:ext>
            </a:extLst>
          </p:cNvPr>
          <p:cNvSpPr txBox="1"/>
          <p:nvPr/>
        </p:nvSpPr>
        <p:spPr>
          <a:xfrm>
            <a:off x="3340100" y="4267200"/>
            <a:ext cx="10541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4,60</a:t>
            </a:r>
          </a:p>
        </p:txBody>
      </p:sp>
      <p:sp>
        <p:nvSpPr>
          <p:cNvPr id="18" name="ZoneTexte 17">
            <a:extLst>
              <a:ext uri="{FF2B5EF4-FFF2-40B4-BE49-F238E27FC236}">
                <a16:creationId xmlns:a16="http://schemas.microsoft.com/office/drawing/2014/main" id="{9836BBCE-D9C9-0C09-2A14-2B4DB8630502}"/>
              </a:ext>
            </a:extLst>
          </p:cNvPr>
          <p:cNvSpPr txBox="1"/>
          <p:nvPr/>
        </p:nvSpPr>
        <p:spPr>
          <a:xfrm>
            <a:off x="3327400" y="5283200"/>
            <a:ext cx="10541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4,50</a:t>
            </a:r>
          </a:p>
        </p:txBody>
      </p:sp>
      <p:sp>
        <p:nvSpPr>
          <p:cNvPr id="19" name="ZoneTexte 18">
            <a:extLst>
              <a:ext uri="{FF2B5EF4-FFF2-40B4-BE49-F238E27FC236}">
                <a16:creationId xmlns:a16="http://schemas.microsoft.com/office/drawing/2014/main" id="{77938D66-138B-CEDE-A023-E37EB082D945}"/>
              </a:ext>
            </a:extLst>
          </p:cNvPr>
          <p:cNvSpPr txBox="1"/>
          <p:nvPr/>
        </p:nvSpPr>
        <p:spPr>
          <a:xfrm>
            <a:off x="3327400" y="6299200"/>
            <a:ext cx="10541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4,38</a:t>
            </a:r>
          </a:p>
        </p:txBody>
      </p:sp>
      <p:sp>
        <p:nvSpPr>
          <p:cNvPr id="20" name="ZoneTexte 19">
            <a:extLst>
              <a:ext uri="{FF2B5EF4-FFF2-40B4-BE49-F238E27FC236}">
                <a16:creationId xmlns:a16="http://schemas.microsoft.com/office/drawing/2014/main" id="{9CEFF267-D3B1-9380-C9E6-2B3D385E3AE1}"/>
              </a:ext>
            </a:extLst>
          </p:cNvPr>
          <p:cNvSpPr txBox="1"/>
          <p:nvPr/>
        </p:nvSpPr>
        <p:spPr>
          <a:xfrm>
            <a:off x="3327400" y="7315200"/>
            <a:ext cx="1054100" cy="4699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4,30</a:t>
            </a:r>
          </a:p>
        </p:txBody>
      </p:sp>
      <p:sp>
        <p:nvSpPr>
          <p:cNvPr id="21" name="ZoneTexte 20">
            <a:extLst>
              <a:ext uri="{FF2B5EF4-FFF2-40B4-BE49-F238E27FC236}">
                <a16:creationId xmlns:a16="http://schemas.microsoft.com/office/drawing/2014/main" id="{468232CF-0C0B-8B62-A534-8F5E60924F95}"/>
              </a:ext>
            </a:extLst>
          </p:cNvPr>
          <p:cNvSpPr txBox="1"/>
          <p:nvPr/>
        </p:nvSpPr>
        <p:spPr>
          <a:xfrm>
            <a:off x="3327400" y="8331200"/>
            <a:ext cx="10541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4,00</a:t>
            </a:r>
          </a:p>
        </p:txBody>
      </p:sp>
      <p:pic>
        <p:nvPicPr>
          <p:cNvPr id="23" name="Image 22">
            <a:extLst>
              <a:ext uri="{FF2B5EF4-FFF2-40B4-BE49-F238E27FC236}">
                <a16:creationId xmlns:a16="http://schemas.microsoft.com/office/drawing/2014/main" id="{28B40119-B173-8FEE-09E1-9E412F2E8074}"/>
              </a:ext>
            </a:extLst>
          </p:cNvPr>
          <p:cNvPicPr>
            <a:picLocks/>
          </p:cNvPicPr>
          <p:nvPr/>
        </p:nvPicPr>
        <p:blipFill>
          <a:blip r:embed="rId4" cstate="screen">
            <a:extLst>
              <a:ext uri="{28A0092B-C50C-407E-A947-70E740481C1C}">
                <a14:useLocalDpi xmlns:a14="http://schemas.microsoft.com/office/drawing/2010/main"/>
              </a:ext>
            </a:extLst>
          </a:blip>
          <a:stretch>
            <a:fillRect/>
          </a:stretch>
        </p:blipFill>
        <p:spPr>
          <a:xfrm>
            <a:off x="381000" y="2895600"/>
            <a:ext cx="838200" cy="1003300"/>
          </a:xfrm>
          <a:prstGeom prst="rect">
            <a:avLst/>
          </a:prstGeom>
        </p:spPr>
      </p:pic>
      <p:pic>
        <p:nvPicPr>
          <p:cNvPr id="25" name="Image 24">
            <a:extLst>
              <a:ext uri="{FF2B5EF4-FFF2-40B4-BE49-F238E27FC236}">
                <a16:creationId xmlns:a16="http://schemas.microsoft.com/office/drawing/2014/main" id="{B3173A49-EAF3-DC49-CEC8-16E740583D03}"/>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9105900" y="2882900"/>
            <a:ext cx="1054100" cy="1066800"/>
          </a:xfrm>
          <a:prstGeom prst="rect">
            <a:avLst/>
          </a:prstGeom>
        </p:spPr>
      </p:pic>
      <p:sp>
        <p:nvSpPr>
          <p:cNvPr id="26" name="ZoneTexte 25">
            <a:extLst>
              <a:ext uri="{FF2B5EF4-FFF2-40B4-BE49-F238E27FC236}">
                <a16:creationId xmlns:a16="http://schemas.microsoft.com/office/drawing/2014/main" id="{F9DB57B8-F5C7-608E-025D-FF2484D1870D}"/>
              </a:ext>
            </a:extLst>
          </p:cNvPr>
          <p:cNvSpPr txBox="1"/>
          <p:nvPr/>
        </p:nvSpPr>
        <p:spPr>
          <a:xfrm>
            <a:off x="1320800" y="3200400"/>
            <a:ext cx="1790700" cy="482600"/>
          </a:xfrm>
          <a:prstGeom prst="rect">
            <a:avLst/>
          </a:prstGeom>
          <a:noFill/>
        </p:spPr>
        <p:txBody>
          <a:bodyPr vert="horz" wrap="square" lIns="0" tIns="0" rIns="0" bIns="0" rtlCol="0" anchor="t" anchorCtr="0">
            <a:noAutofit/>
          </a:bodyPr>
          <a:lstStyle/>
          <a:p>
            <a:r>
              <a:rPr lang="fr-FR" b="1">
                <a:solidFill>
                  <a:srgbClr val="1A3256"/>
                </a:solidFill>
                <a:latin typeface="Bahnschrift" panose="020B0502040204020203" pitchFamily="34" charset="0"/>
              </a:rPr>
              <a:t>FORCES</a:t>
            </a:r>
          </a:p>
        </p:txBody>
      </p:sp>
      <p:pic>
        <p:nvPicPr>
          <p:cNvPr id="28" name="Image 27">
            <a:extLst>
              <a:ext uri="{FF2B5EF4-FFF2-40B4-BE49-F238E27FC236}">
                <a16:creationId xmlns:a16="http://schemas.microsoft.com/office/drawing/2014/main" id="{B4A1E8B5-BE9B-7735-7547-E51ACB29A9BF}"/>
              </a:ext>
            </a:extLst>
          </p:cNvPr>
          <p:cNvPicPr>
            <a:picLocks/>
          </p:cNvPicPr>
          <p:nvPr/>
        </p:nvPicPr>
        <p:blipFill>
          <a:blip r:embed="rId6"/>
          <a:stretch>
            <a:fillRect/>
          </a:stretch>
        </p:blipFill>
        <p:spPr>
          <a:xfrm>
            <a:off x="12052300" y="3987800"/>
            <a:ext cx="1333500" cy="4953000"/>
          </a:xfrm>
          <a:prstGeom prst="rect">
            <a:avLst/>
          </a:prstGeom>
        </p:spPr>
      </p:pic>
      <p:sp>
        <p:nvSpPr>
          <p:cNvPr id="29" name="ZoneTexte 28">
            <a:extLst>
              <a:ext uri="{FF2B5EF4-FFF2-40B4-BE49-F238E27FC236}">
                <a16:creationId xmlns:a16="http://schemas.microsoft.com/office/drawing/2014/main" id="{4058C6B9-6A87-B9A4-74FA-A776E61D9585}"/>
              </a:ext>
            </a:extLst>
          </p:cNvPr>
          <p:cNvSpPr txBox="1"/>
          <p:nvPr/>
        </p:nvSpPr>
        <p:spPr>
          <a:xfrm>
            <a:off x="9232900" y="4254500"/>
            <a:ext cx="27432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Dynamique de projets</a:t>
            </a:r>
          </a:p>
        </p:txBody>
      </p:sp>
      <p:sp>
        <p:nvSpPr>
          <p:cNvPr id="30" name="ZoneTexte 29">
            <a:extLst>
              <a:ext uri="{FF2B5EF4-FFF2-40B4-BE49-F238E27FC236}">
                <a16:creationId xmlns:a16="http://schemas.microsoft.com/office/drawing/2014/main" id="{12F4A2BE-5689-20CC-BBFD-4AEFD2BCCC2E}"/>
              </a:ext>
            </a:extLst>
          </p:cNvPr>
          <p:cNvSpPr txBox="1"/>
          <p:nvPr/>
        </p:nvSpPr>
        <p:spPr>
          <a:xfrm>
            <a:off x="9220200" y="5283200"/>
            <a:ext cx="27432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Perception de la démarche innovation</a:t>
            </a:r>
          </a:p>
        </p:txBody>
      </p:sp>
      <p:sp>
        <p:nvSpPr>
          <p:cNvPr id="31" name="ZoneTexte 30">
            <a:extLst>
              <a:ext uri="{FF2B5EF4-FFF2-40B4-BE49-F238E27FC236}">
                <a16:creationId xmlns:a16="http://schemas.microsoft.com/office/drawing/2014/main" id="{450F713C-3BE0-E722-A195-523A433CA2C3}"/>
              </a:ext>
            </a:extLst>
          </p:cNvPr>
          <p:cNvSpPr txBox="1"/>
          <p:nvPr/>
        </p:nvSpPr>
        <p:spPr>
          <a:xfrm>
            <a:off x="9220200" y="6311900"/>
            <a:ext cx="27432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Optimisation remplissage/transport</a:t>
            </a:r>
          </a:p>
        </p:txBody>
      </p:sp>
      <p:sp>
        <p:nvSpPr>
          <p:cNvPr id="32" name="ZoneTexte 31">
            <a:extLst>
              <a:ext uri="{FF2B5EF4-FFF2-40B4-BE49-F238E27FC236}">
                <a16:creationId xmlns:a16="http://schemas.microsoft.com/office/drawing/2014/main" id="{7C598300-91BD-6964-1284-3F6113440940}"/>
              </a:ext>
            </a:extLst>
          </p:cNvPr>
          <p:cNvSpPr txBox="1"/>
          <p:nvPr/>
        </p:nvSpPr>
        <p:spPr>
          <a:xfrm>
            <a:off x="9220200" y="7327900"/>
            <a:ext cx="27432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Utilisation outils informatiques</a:t>
            </a:r>
          </a:p>
        </p:txBody>
      </p:sp>
      <p:sp>
        <p:nvSpPr>
          <p:cNvPr id="33" name="ZoneTexte 32">
            <a:extLst>
              <a:ext uri="{FF2B5EF4-FFF2-40B4-BE49-F238E27FC236}">
                <a16:creationId xmlns:a16="http://schemas.microsoft.com/office/drawing/2014/main" id="{6B4AF1E9-2B4B-BEBD-6C23-DE50D0D822AF}"/>
              </a:ext>
            </a:extLst>
          </p:cNvPr>
          <p:cNvSpPr txBox="1"/>
          <p:nvPr/>
        </p:nvSpPr>
        <p:spPr>
          <a:xfrm>
            <a:off x="9220200" y="8356600"/>
            <a:ext cx="27432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Qualité de service d'après leurs clients</a:t>
            </a:r>
          </a:p>
        </p:txBody>
      </p:sp>
      <p:sp>
        <p:nvSpPr>
          <p:cNvPr id="34" name="ZoneTexte 33">
            <a:extLst>
              <a:ext uri="{FF2B5EF4-FFF2-40B4-BE49-F238E27FC236}">
                <a16:creationId xmlns:a16="http://schemas.microsoft.com/office/drawing/2014/main" id="{84229EFB-EE7D-C427-CA48-0FBDF2B603A0}"/>
              </a:ext>
            </a:extLst>
          </p:cNvPr>
          <p:cNvSpPr txBox="1"/>
          <p:nvPr/>
        </p:nvSpPr>
        <p:spPr>
          <a:xfrm>
            <a:off x="12141200" y="4267200"/>
            <a:ext cx="10541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2,25</a:t>
            </a:r>
          </a:p>
        </p:txBody>
      </p:sp>
      <p:sp>
        <p:nvSpPr>
          <p:cNvPr id="35" name="ZoneTexte 34">
            <a:extLst>
              <a:ext uri="{FF2B5EF4-FFF2-40B4-BE49-F238E27FC236}">
                <a16:creationId xmlns:a16="http://schemas.microsoft.com/office/drawing/2014/main" id="{5741A500-71A6-6754-761C-98A9A147729C}"/>
              </a:ext>
            </a:extLst>
          </p:cNvPr>
          <p:cNvSpPr txBox="1"/>
          <p:nvPr/>
        </p:nvSpPr>
        <p:spPr>
          <a:xfrm>
            <a:off x="12166600" y="5283200"/>
            <a:ext cx="10541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2,50</a:t>
            </a:r>
          </a:p>
        </p:txBody>
      </p:sp>
      <p:sp>
        <p:nvSpPr>
          <p:cNvPr id="36" name="ZoneTexte 35">
            <a:extLst>
              <a:ext uri="{FF2B5EF4-FFF2-40B4-BE49-F238E27FC236}">
                <a16:creationId xmlns:a16="http://schemas.microsoft.com/office/drawing/2014/main" id="{CA86B8D2-E4F2-9870-2763-1E55910028CC}"/>
              </a:ext>
            </a:extLst>
          </p:cNvPr>
          <p:cNvSpPr txBox="1"/>
          <p:nvPr/>
        </p:nvSpPr>
        <p:spPr>
          <a:xfrm>
            <a:off x="12153900" y="6299200"/>
            <a:ext cx="10541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2,67</a:t>
            </a:r>
          </a:p>
        </p:txBody>
      </p:sp>
      <p:sp>
        <p:nvSpPr>
          <p:cNvPr id="37" name="ZoneTexte 36">
            <a:extLst>
              <a:ext uri="{FF2B5EF4-FFF2-40B4-BE49-F238E27FC236}">
                <a16:creationId xmlns:a16="http://schemas.microsoft.com/office/drawing/2014/main" id="{1A6387E6-2BCF-2B55-8E4D-CED2B5972BBC}"/>
              </a:ext>
            </a:extLst>
          </p:cNvPr>
          <p:cNvSpPr txBox="1"/>
          <p:nvPr/>
        </p:nvSpPr>
        <p:spPr>
          <a:xfrm>
            <a:off x="12166600" y="7315200"/>
            <a:ext cx="1054100" cy="4699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2,75</a:t>
            </a:r>
          </a:p>
        </p:txBody>
      </p:sp>
      <p:sp>
        <p:nvSpPr>
          <p:cNvPr id="38" name="ZoneTexte 37">
            <a:extLst>
              <a:ext uri="{FF2B5EF4-FFF2-40B4-BE49-F238E27FC236}">
                <a16:creationId xmlns:a16="http://schemas.microsoft.com/office/drawing/2014/main" id="{5ACEE0F6-1BC3-5D8C-0BA1-D5752B4CACD7}"/>
              </a:ext>
            </a:extLst>
          </p:cNvPr>
          <p:cNvSpPr txBox="1"/>
          <p:nvPr/>
        </p:nvSpPr>
        <p:spPr>
          <a:xfrm>
            <a:off x="12166600" y="8331200"/>
            <a:ext cx="10541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2,88</a:t>
            </a:r>
          </a:p>
        </p:txBody>
      </p:sp>
      <p:sp>
        <p:nvSpPr>
          <p:cNvPr id="39" name="ZoneTexte 38">
            <a:extLst>
              <a:ext uri="{FF2B5EF4-FFF2-40B4-BE49-F238E27FC236}">
                <a16:creationId xmlns:a16="http://schemas.microsoft.com/office/drawing/2014/main" id="{40B486BA-BD8B-D89C-5691-5657DA3EFDC0}"/>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3,54</a:t>
            </a:r>
          </a:p>
        </p:txBody>
      </p:sp>
      <p:sp>
        <p:nvSpPr>
          <p:cNvPr id="40" name="ZoneTexte 39">
            <a:extLst>
              <a:ext uri="{FF2B5EF4-FFF2-40B4-BE49-F238E27FC236}">
                <a16:creationId xmlns:a16="http://schemas.microsoft.com/office/drawing/2014/main" id="{30783CB4-668D-0B3E-2BD8-EB93926AB07A}"/>
              </a:ext>
            </a:extLst>
          </p:cNvPr>
          <p:cNvSpPr txBox="1"/>
          <p:nvPr/>
        </p:nvSpPr>
        <p:spPr>
          <a:xfrm>
            <a:off x="15100300" y="1054100"/>
            <a:ext cx="2717800" cy="762000"/>
          </a:xfrm>
          <a:prstGeom prst="rect">
            <a:avLst/>
          </a:prstGeom>
          <a:noFill/>
        </p:spPr>
        <p:txBody>
          <a:bodyPr vert="horz" wrap="square" lIns="0" tIns="0" rIns="0" bIns="0" rtlCol="0" anchor="t" anchorCtr="0">
            <a:noAutofit/>
          </a:bodyPr>
          <a:lstStyle/>
          <a:p>
            <a:pPr algn="r"/>
            <a:r>
              <a:rPr lang="fr-FR" sz="2200">
                <a:solidFill>
                  <a:srgbClr val="1A3256"/>
                </a:solidFill>
                <a:latin typeface="Bahnschrift" panose="020B0502040204020203" pitchFamily="34" charset="0"/>
              </a:rPr>
              <a:t>2024 : 3,83 (-7,63%)</a:t>
            </a:r>
          </a:p>
        </p:txBody>
      </p:sp>
      <p:sp>
        <p:nvSpPr>
          <p:cNvPr id="41" name="ZoneTexte 40">
            <a:extLst>
              <a:ext uri="{FF2B5EF4-FFF2-40B4-BE49-F238E27FC236}">
                <a16:creationId xmlns:a16="http://schemas.microsoft.com/office/drawing/2014/main" id="{BD4791E5-71C8-6074-EAB6-474C33A3B45D}"/>
              </a:ext>
            </a:extLst>
          </p:cNvPr>
          <p:cNvSpPr txBox="1"/>
          <p:nvPr/>
        </p:nvSpPr>
        <p:spPr>
          <a:xfrm>
            <a:off x="3276600" y="3200400"/>
            <a:ext cx="838200" cy="482600"/>
          </a:xfrm>
          <a:prstGeom prst="rect">
            <a:avLst/>
          </a:prstGeom>
          <a:noFill/>
        </p:spPr>
        <p:txBody>
          <a:bodyPr vert="horz" wrap="square" lIns="0" tIns="0" rIns="0" bIns="0" rtlCol="0" anchor="t" anchorCtr="1">
            <a:noAutofit/>
          </a:bodyPr>
          <a:lstStyle/>
          <a:p>
            <a:pPr algn="ctr"/>
            <a:r>
              <a:rPr lang="fr-FR" b="1">
                <a:solidFill>
                  <a:srgbClr val="0F39B7"/>
                </a:solidFill>
                <a:latin typeface="Bahnschrift" panose="020B0502040204020203" pitchFamily="34" charset="0"/>
              </a:rPr>
              <a:t>2025</a:t>
            </a:r>
          </a:p>
        </p:txBody>
      </p:sp>
      <p:sp>
        <p:nvSpPr>
          <p:cNvPr id="42" name="ZoneTexte 41">
            <a:extLst>
              <a:ext uri="{FF2B5EF4-FFF2-40B4-BE49-F238E27FC236}">
                <a16:creationId xmlns:a16="http://schemas.microsoft.com/office/drawing/2014/main" id="{8FDCC5CE-69BD-A162-BF36-C95C3C06555A}"/>
              </a:ext>
            </a:extLst>
          </p:cNvPr>
          <p:cNvSpPr txBox="1"/>
          <p:nvPr/>
        </p:nvSpPr>
        <p:spPr>
          <a:xfrm>
            <a:off x="12052300" y="3200400"/>
            <a:ext cx="838200" cy="482600"/>
          </a:xfrm>
          <a:prstGeom prst="rect">
            <a:avLst/>
          </a:prstGeom>
          <a:noFill/>
        </p:spPr>
        <p:txBody>
          <a:bodyPr vert="horz" wrap="square" lIns="0" tIns="0" rIns="0" bIns="0" rtlCol="0" anchor="t" anchorCtr="1">
            <a:noAutofit/>
          </a:bodyPr>
          <a:lstStyle/>
          <a:p>
            <a:pPr algn="ctr"/>
            <a:r>
              <a:rPr lang="fr-FR" b="1">
                <a:solidFill>
                  <a:srgbClr val="0F39B7"/>
                </a:solidFill>
                <a:latin typeface="Bahnschrift" panose="020B0502040204020203" pitchFamily="34" charset="0"/>
              </a:rPr>
              <a:t>2025</a:t>
            </a:r>
          </a:p>
        </p:txBody>
      </p:sp>
      <p:sp>
        <p:nvSpPr>
          <p:cNvPr id="43" name="ZoneTexte 42">
            <a:extLst>
              <a:ext uri="{FF2B5EF4-FFF2-40B4-BE49-F238E27FC236}">
                <a16:creationId xmlns:a16="http://schemas.microsoft.com/office/drawing/2014/main" id="{6643097E-C748-0BC6-683D-0028912B436B}"/>
              </a:ext>
            </a:extLst>
          </p:cNvPr>
          <p:cNvSpPr txBox="1"/>
          <p:nvPr/>
        </p:nvSpPr>
        <p:spPr>
          <a:xfrm>
            <a:off x="10007600" y="3200400"/>
            <a:ext cx="1790700" cy="482600"/>
          </a:xfrm>
          <a:prstGeom prst="rect">
            <a:avLst/>
          </a:prstGeom>
          <a:noFill/>
        </p:spPr>
        <p:txBody>
          <a:bodyPr vert="horz" wrap="square" lIns="0" tIns="0" rIns="0" bIns="0" rtlCol="0" anchor="t" anchorCtr="0">
            <a:noAutofit/>
          </a:bodyPr>
          <a:lstStyle/>
          <a:p>
            <a:r>
              <a:rPr lang="fr-FR" b="1">
                <a:solidFill>
                  <a:srgbClr val="1A3256"/>
                </a:solidFill>
                <a:latin typeface="Bahnschrift" panose="020B0502040204020203" pitchFamily="34" charset="0"/>
              </a:rPr>
              <a:t>FAIBLESSES</a:t>
            </a:r>
          </a:p>
        </p:txBody>
      </p:sp>
      <p:pic>
        <p:nvPicPr>
          <p:cNvPr id="45" name="Image 44">
            <a:extLst>
              <a:ext uri="{FF2B5EF4-FFF2-40B4-BE49-F238E27FC236}">
                <a16:creationId xmlns:a16="http://schemas.microsoft.com/office/drawing/2014/main" id="{51BE9564-91AE-CC66-DC49-6DAB9139C5AC}"/>
              </a:ext>
            </a:extLst>
          </p:cNvPr>
          <p:cNvPicPr>
            <a:picLocks/>
          </p:cNvPicPr>
          <p:nvPr/>
        </p:nvPicPr>
        <p:blipFill>
          <a:blip r:embed="rId7" cstate="screen">
            <a:extLst>
              <a:ext uri="{28A0092B-C50C-407E-A947-70E740481C1C}">
                <a14:useLocalDpi xmlns:a14="http://schemas.microsoft.com/office/drawing/2010/main"/>
              </a:ext>
            </a:extLst>
          </a:blip>
          <a:stretch>
            <a:fillRect/>
          </a:stretch>
        </p:blipFill>
        <p:spPr>
          <a:xfrm>
            <a:off x="4851400" y="3009900"/>
            <a:ext cx="1003300" cy="927100"/>
          </a:xfrm>
          <a:prstGeom prst="rect">
            <a:avLst/>
          </a:prstGeom>
        </p:spPr>
      </p:pic>
      <p:sp>
        <p:nvSpPr>
          <p:cNvPr id="46" name="ZoneTexte 45">
            <a:extLst>
              <a:ext uri="{FF2B5EF4-FFF2-40B4-BE49-F238E27FC236}">
                <a16:creationId xmlns:a16="http://schemas.microsoft.com/office/drawing/2014/main" id="{58696A75-60E9-92D1-8614-00BD70B8FDE5}"/>
              </a:ext>
            </a:extLst>
          </p:cNvPr>
          <p:cNvSpPr txBox="1"/>
          <p:nvPr/>
        </p:nvSpPr>
        <p:spPr>
          <a:xfrm>
            <a:off x="5016500" y="4292600"/>
            <a:ext cx="26289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Relation CM</a:t>
            </a:r>
          </a:p>
        </p:txBody>
      </p:sp>
      <p:sp>
        <p:nvSpPr>
          <p:cNvPr id="47" name="ZoneTexte 46">
            <a:extLst>
              <a:ext uri="{FF2B5EF4-FFF2-40B4-BE49-F238E27FC236}">
                <a16:creationId xmlns:a16="http://schemas.microsoft.com/office/drawing/2014/main" id="{537ACC6B-B28F-1EC9-FD7D-C2A1EF927DD8}"/>
              </a:ext>
            </a:extLst>
          </p:cNvPr>
          <p:cNvSpPr txBox="1"/>
          <p:nvPr/>
        </p:nvSpPr>
        <p:spPr>
          <a:xfrm>
            <a:off x="5003800" y="5308600"/>
            <a:ext cx="26162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Relation RS / équipes op.</a:t>
            </a:r>
          </a:p>
        </p:txBody>
      </p:sp>
      <p:sp>
        <p:nvSpPr>
          <p:cNvPr id="48" name="ZoneTexte 47">
            <a:extLst>
              <a:ext uri="{FF2B5EF4-FFF2-40B4-BE49-F238E27FC236}">
                <a16:creationId xmlns:a16="http://schemas.microsoft.com/office/drawing/2014/main" id="{13061FF9-D3C9-4382-4604-F1DCA197ACA2}"/>
              </a:ext>
            </a:extLst>
          </p:cNvPr>
          <p:cNvSpPr txBox="1"/>
          <p:nvPr/>
        </p:nvSpPr>
        <p:spPr>
          <a:xfrm>
            <a:off x="5003800" y="6324600"/>
            <a:ext cx="2616200" cy="4699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Relation DG</a:t>
            </a:r>
          </a:p>
        </p:txBody>
      </p:sp>
      <p:sp>
        <p:nvSpPr>
          <p:cNvPr id="51" name="ZoneTexte 50">
            <a:extLst>
              <a:ext uri="{FF2B5EF4-FFF2-40B4-BE49-F238E27FC236}">
                <a16:creationId xmlns:a16="http://schemas.microsoft.com/office/drawing/2014/main" id="{97AABC88-DC70-E230-A260-F1E448A86C77}"/>
              </a:ext>
            </a:extLst>
          </p:cNvPr>
          <p:cNvSpPr txBox="1"/>
          <p:nvPr/>
        </p:nvSpPr>
        <p:spPr>
          <a:xfrm>
            <a:off x="7658100" y="4267200"/>
            <a:ext cx="10287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22,67%</a:t>
            </a:r>
          </a:p>
        </p:txBody>
      </p:sp>
      <p:sp>
        <p:nvSpPr>
          <p:cNvPr id="52" name="ZoneTexte 51">
            <a:extLst>
              <a:ext uri="{FF2B5EF4-FFF2-40B4-BE49-F238E27FC236}">
                <a16:creationId xmlns:a16="http://schemas.microsoft.com/office/drawing/2014/main" id="{602946F8-6292-EBE0-4E92-32D55FC39C47}"/>
              </a:ext>
            </a:extLst>
          </p:cNvPr>
          <p:cNvSpPr txBox="1"/>
          <p:nvPr/>
        </p:nvSpPr>
        <p:spPr>
          <a:xfrm>
            <a:off x="7658100" y="5283200"/>
            <a:ext cx="10287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20,00%</a:t>
            </a:r>
          </a:p>
        </p:txBody>
      </p:sp>
      <p:sp>
        <p:nvSpPr>
          <p:cNvPr id="53" name="ZoneTexte 52">
            <a:extLst>
              <a:ext uri="{FF2B5EF4-FFF2-40B4-BE49-F238E27FC236}">
                <a16:creationId xmlns:a16="http://schemas.microsoft.com/office/drawing/2014/main" id="{BF26D734-46A4-F252-D7FB-86E2E53CEC0A}"/>
              </a:ext>
            </a:extLst>
          </p:cNvPr>
          <p:cNvSpPr txBox="1"/>
          <p:nvPr/>
        </p:nvSpPr>
        <p:spPr>
          <a:xfrm>
            <a:off x="7658100" y="6299200"/>
            <a:ext cx="10287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14,67%</a:t>
            </a:r>
          </a:p>
        </p:txBody>
      </p:sp>
      <p:sp>
        <p:nvSpPr>
          <p:cNvPr id="56" name="ZoneTexte 55">
            <a:extLst>
              <a:ext uri="{FF2B5EF4-FFF2-40B4-BE49-F238E27FC236}">
                <a16:creationId xmlns:a16="http://schemas.microsoft.com/office/drawing/2014/main" id="{1C0ABC3A-2932-C1F0-2D6B-22DC14D72282}"/>
              </a:ext>
            </a:extLst>
          </p:cNvPr>
          <p:cNvSpPr txBox="1"/>
          <p:nvPr/>
        </p:nvSpPr>
        <p:spPr>
          <a:xfrm>
            <a:off x="5753100" y="3200400"/>
            <a:ext cx="2413000" cy="482600"/>
          </a:xfrm>
          <a:prstGeom prst="rect">
            <a:avLst/>
          </a:prstGeom>
          <a:noFill/>
        </p:spPr>
        <p:txBody>
          <a:bodyPr vert="horz" wrap="square" lIns="0" tIns="0" rIns="0" bIns="0" rtlCol="0" anchor="t" anchorCtr="0">
            <a:noAutofit/>
          </a:bodyPr>
          <a:lstStyle/>
          <a:p>
            <a:r>
              <a:rPr lang="fr-FR" b="1">
                <a:solidFill>
                  <a:srgbClr val="1A3256"/>
                </a:solidFill>
                <a:latin typeface="Bahnschrift" panose="020B0502040204020203" pitchFamily="34" charset="0"/>
              </a:rPr>
              <a:t>PROGRESSIONS</a:t>
            </a:r>
          </a:p>
        </p:txBody>
      </p:sp>
      <p:sp>
        <p:nvSpPr>
          <p:cNvPr id="57" name="ZoneTexte 56">
            <a:extLst>
              <a:ext uri="{FF2B5EF4-FFF2-40B4-BE49-F238E27FC236}">
                <a16:creationId xmlns:a16="http://schemas.microsoft.com/office/drawing/2014/main" id="{7AE9BB3E-8EA6-DE50-9D4E-F1ED1AB3D7D2}"/>
              </a:ext>
            </a:extLst>
          </p:cNvPr>
          <p:cNvSpPr txBox="1"/>
          <p:nvPr/>
        </p:nvSpPr>
        <p:spPr>
          <a:xfrm>
            <a:off x="14351000" y="3200400"/>
            <a:ext cx="1790700" cy="482600"/>
          </a:xfrm>
          <a:prstGeom prst="rect">
            <a:avLst/>
          </a:prstGeom>
          <a:noFill/>
        </p:spPr>
        <p:txBody>
          <a:bodyPr vert="horz" wrap="square" lIns="0" tIns="0" rIns="0" bIns="0" rtlCol="0" anchor="t" anchorCtr="0">
            <a:noAutofit/>
          </a:bodyPr>
          <a:lstStyle/>
          <a:p>
            <a:r>
              <a:rPr lang="fr-FR" b="1">
                <a:solidFill>
                  <a:srgbClr val="1A3256"/>
                </a:solidFill>
                <a:latin typeface="Bahnschrift" panose="020B0502040204020203" pitchFamily="34" charset="0"/>
              </a:rPr>
              <a:t>REGRESSIONS</a:t>
            </a:r>
          </a:p>
        </p:txBody>
      </p:sp>
      <p:sp>
        <p:nvSpPr>
          <p:cNvPr id="58" name="ZoneTexte 57">
            <a:extLst>
              <a:ext uri="{FF2B5EF4-FFF2-40B4-BE49-F238E27FC236}">
                <a16:creationId xmlns:a16="http://schemas.microsoft.com/office/drawing/2014/main" id="{B756E5BC-D406-957E-9AF6-B74751C6ADDC}"/>
              </a:ext>
            </a:extLst>
          </p:cNvPr>
          <p:cNvSpPr txBox="1"/>
          <p:nvPr/>
        </p:nvSpPr>
        <p:spPr>
          <a:xfrm>
            <a:off x="13639800" y="4241800"/>
            <a:ext cx="2959100" cy="4953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Satisfaction demande évolution clients</a:t>
            </a:r>
          </a:p>
        </p:txBody>
      </p:sp>
      <p:sp>
        <p:nvSpPr>
          <p:cNvPr id="59" name="ZoneTexte 58">
            <a:extLst>
              <a:ext uri="{FF2B5EF4-FFF2-40B4-BE49-F238E27FC236}">
                <a16:creationId xmlns:a16="http://schemas.microsoft.com/office/drawing/2014/main" id="{8B1B2674-C1AE-CA9E-021D-1252BE48731A}"/>
              </a:ext>
            </a:extLst>
          </p:cNvPr>
          <p:cNvSpPr txBox="1"/>
          <p:nvPr/>
        </p:nvSpPr>
        <p:spPr>
          <a:xfrm>
            <a:off x="13639800" y="5270500"/>
            <a:ext cx="29591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ID LOGISTICS vis-à-vis de la concurrence</a:t>
            </a:r>
          </a:p>
        </p:txBody>
      </p:sp>
      <p:sp>
        <p:nvSpPr>
          <p:cNvPr id="60" name="ZoneTexte 59">
            <a:extLst>
              <a:ext uri="{FF2B5EF4-FFF2-40B4-BE49-F238E27FC236}">
                <a16:creationId xmlns:a16="http://schemas.microsoft.com/office/drawing/2014/main" id="{B756D22E-FEFB-8C46-5545-138DFDA83A29}"/>
              </a:ext>
            </a:extLst>
          </p:cNvPr>
          <p:cNvSpPr txBox="1"/>
          <p:nvPr/>
        </p:nvSpPr>
        <p:spPr>
          <a:xfrm>
            <a:off x="13639800" y="6286500"/>
            <a:ext cx="2959100" cy="4953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Compréhension stratégie</a:t>
            </a:r>
          </a:p>
        </p:txBody>
      </p:sp>
      <p:sp>
        <p:nvSpPr>
          <p:cNvPr id="61" name="ZoneTexte 60">
            <a:extLst>
              <a:ext uri="{FF2B5EF4-FFF2-40B4-BE49-F238E27FC236}">
                <a16:creationId xmlns:a16="http://schemas.microsoft.com/office/drawing/2014/main" id="{3CBDBC0B-8AC4-7E13-F9FD-8C01B3D782C1}"/>
              </a:ext>
            </a:extLst>
          </p:cNvPr>
          <p:cNvSpPr txBox="1"/>
          <p:nvPr/>
        </p:nvSpPr>
        <p:spPr>
          <a:xfrm>
            <a:off x="13639800" y="7315200"/>
            <a:ext cx="2959100" cy="4953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Amélioration continue</a:t>
            </a:r>
          </a:p>
        </p:txBody>
      </p:sp>
      <p:sp>
        <p:nvSpPr>
          <p:cNvPr id="62" name="ZoneTexte 61">
            <a:extLst>
              <a:ext uri="{FF2B5EF4-FFF2-40B4-BE49-F238E27FC236}">
                <a16:creationId xmlns:a16="http://schemas.microsoft.com/office/drawing/2014/main" id="{19D822EE-C47A-F60A-BAA6-9EA21AE4ABEC}"/>
              </a:ext>
            </a:extLst>
          </p:cNvPr>
          <p:cNvSpPr txBox="1"/>
          <p:nvPr/>
        </p:nvSpPr>
        <p:spPr>
          <a:xfrm>
            <a:off x="13639800" y="8343900"/>
            <a:ext cx="2959100" cy="482600"/>
          </a:xfrm>
          <a:prstGeom prst="rect">
            <a:avLst/>
          </a:prstGeom>
          <a:noFill/>
        </p:spPr>
        <p:txBody>
          <a:bodyPr vert="horz" wrap="square" lIns="0" tIns="0" rIns="0" bIns="0" rtlCol="0" anchor="t" anchorCtr="0">
            <a:noAutofit/>
          </a:bodyPr>
          <a:lstStyle/>
          <a:p>
            <a:r>
              <a:rPr lang="fr-FR" sz="1600">
                <a:solidFill>
                  <a:srgbClr val="1A3256"/>
                </a:solidFill>
                <a:latin typeface="Bahnschrift" panose="020B0502040204020203" pitchFamily="34" charset="0"/>
              </a:rPr>
              <a:t>Performance opérationnelle / réponse rapide</a:t>
            </a:r>
          </a:p>
        </p:txBody>
      </p:sp>
      <p:sp>
        <p:nvSpPr>
          <p:cNvPr id="63" name="ZoneTexte 62">
            <a:extLst>
              <a:ext uri="{FF2B5EF4-FFF2-40B4-BE49-F238E27FC236}">
                <a16:creationId xmlns:a16="http://schemas.microsoft.com/office/drawing/2014/main" id="{B7F8BF99-E14C-1207-80B7-6EDB2C7D537D}"/>
              </a:ext>
            </a:extLst>
          </p:cNvPr>
          <p:cNvSpPr txBox="1"/>
          <p:nvPr/>
        </p:nvSpPr>
        <p:spPr>
          <a:xfrm>
            <a:off x="16789400" y="4267200"/>
            <a:ext cx="11176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-33,33%</a:t>
            </a:r>
          </a:p>
        </p:txBody>
      </p:sp>
      <p:sp>
        <p:nvSpPr>
          <p:cNvPr id="64" name="ZoneTexte 63">
            <a:extLst>
              <a:ext uri="{FF2B5EF4-FFF2-40B4-BE49-F238E27FC236}">
                <a16:creationId xmlns:a16="http://schemas.microsoft.com/office/drawing/2014/main" id="{35976CA3-9181-F0CE-B961-24D3E879C589}"/>
              </a:ext>
            </a:extLst>
          </p:cNvPr>
          <p:cNvSpPr txBox="1"/>
          <p:nvPr/>
        </p:nvSpPr>
        <p:spPr>
          <a:xfrm>
            <a:off x="16789400" y="5283200"/>
            <a:ext cx="11176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-26,67%</a:t>
            </a:r>
          </a:p>
        </p:txBody>
      </p:sp>
      <p:sp>
        <p:nvSpPr>
          <p:cNvPr id="65" name="ZoneTexte 64">
            <a:extLst>
              <a:ext uri="{FF2B5EF4-FFF2-40B4-BE49-F238E27FC236}">
                <a16:creationId xmlns:a16="http://schemas.microsoft.com/office/drawing/2014/main" id="{F2B89347-650B-A4D8-22AC-FAEEE3E0F9B5}"/>
              </a:ext>
            </a:extLst>
          </p:cNvPr>
          <p:cNvSpPr txBox="1"/>
          <p:nvPr/>
        </p:nvSpPr>
        <p:spPr>
          <a:xfrm>
            <a:off x="16789400" y="6299200"/>
            <a:ext cx="11176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-20,00%</a:t>
            </a:r>
          </a:p>
        </p:txBody>
      </p:sp>
      <p:sp>
        <p:nvSpPr>
          <p:cNvPr id="66" name="ZoneTexte 65">
            <a:extLst>
              <a:ext uri="{FF2B5EF4-FFF2-40B4-BE49-F238E27FC236}">
                <a16:creationId xmlns:a16="http://schemas.microsoft.com/office/drawing/2014/main" id="{D6D4D156-5A23-D1E0-D129-3D2520E9EE3C}"/>
              </a:ext>
            </a:extLst>
          </p:cNvPr>
          <p:cNvSpPr txBox="1"/>
          <p:nvPr/>
        </p:nvSpPr>
        <p:spPr>
          <a:xfrm>
            <a:off x="16789400" y="7315200"/>
            <a:ext cx="1117600" cy="4699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-20,00%</a:t>
            </a:r>
          </a:p>
        </p:txBody>
      </p:sp>
      <p:sp>
        <p:nvSpPr>
          <p:cNvPr id="67" name="ZoneTexte 66">
            <a:extLst>
              <a:ext uri="{FF2B5EF4-FFF2-40B4-BE49-F238E27FC236}">
                <a16:creationId xmlns:a16="http://schemas.microsoft.com/office/drawing/2014/main" id="{2CA0DB86-FE9D-EE37-AE67-BA70519757F7}"/>
              </a:ext>
            </a:extLst>
          </p:cNvPr>
          <p:cNvSpPr txBox="1"/>
          <p:nvPr/>
        </p:nvSpPr>
        <p:spPr>
          <a:xfrm>
            <a:off x="16789400" y="8331200"/>
            <a:ext cx="1117600" cy="482600"/>
          </a:xfrm>
          <a:prstGeom prst="rect">
            <a:avLst/>
          </a:prstGeom>
          <a:noFill/>
        </p:spPr>
        <p:txBody>
          <a:bodyPr vert="horz" wrap="square" lIns="0" tIns="0" rIns="0" bIns="0" rtlCol="0" anchor="t" anchorCtr="1">
            <a:noAutofit/>
          </a:bodyPr>
          <a:lstStyle/>
          <a:p>
            <a:pPr algn="ctr"/>
            <a:r>
              <a:rPr lang="fr-FR" sz="1600">
                <a:solidFill>
                  <a:srgbClr val="1A3256"/>
                </a:solidFill>
                <a:latin typeface="Segoe UI" panose="020B0502040204020203" pitchFamily="34" charset="0"/>
              </a:rPr>
              <a:t>-17,33%</a:t>
            </a:r>
          </a:p>
        </p:txBody>
      </p:sp>
      <p:pic>
        <p:nvPicPr>
          <p:cNvPr id="69" name="Image 68">
            <a:extLst>
              <a:ext uri="{FF2B5EF4-FFF2-40B4-BE49-F238E27FC236}">
                <a16:creationId xmlns:a16="http://schemas.microsoft.com/office/drawing/2014/main" id="{BA5EB4F5-C1FD-C7AC-BBC3-57B70CEF2EA9}"/>
              </a:ext>
            </a:extLst>
          </p:cNvPr>
          <p:cNvPicPr>
            <a:picLocks/>
          </p:cNvPicPr>
          <p:nvPr/>
        </p:nvPicPr>
        <p:blipFill>
          <a:blip r:embed="rId8" cstate="screen">
            <a:extLst>
              <a:ext uri="{28A0092B-C50C-407E-A947-70E740481C1C}">
                <a14:useLocalDpi xmlns:a14="http://schemas.microsoft.com/office/drawing/2010/main"/>
              </a:ext>
            </a:extLst>
          </a:blip>
          <a:stretch>
            <a:fillRect/>
          </a:stretch>
        </p:blipFill>
        <p:spPr>
          <a:xfrm>
            <a:off x="13474700" y="2984500"/>
            <a:ext cx="1003300" cy="927100"/>
          </a:xfrm>
          <a:prstGeom prst="rect">
            <a:avLst/>
          </a:prstGeom>
        </p:spPr>
      </p:pic>
      <p:sp>
        <p:nvSpPr>
          <p:cNvPr id="70" name="ZoneTexte 69">
            <a:extLst>
              <a:ext uri="{FF2B5EF4-FFF2-40B4-BE49-F238E27FC236}">
                <a16:creationId xmlns:a16="http://schemas.microsoft.com/office/drawing/2014/main" id="{BD620249-B81D-BE88-263A-C5F2BEC93463}"/>
              </a:ext>
            </a:extLst>
          </p:cNvPr>
          <p:cNvSpPr txBox="1"/>
          <p:nvPr/>
        </p:nvSpPr>
        <p:spPr>
          <a:xfrm>
            <a:off x="7620000" y="3200400"/>
            <a:ext cx="1016000" cy="482600"/>
          </a:xfrm>
          <a:prstGeom prst="rect">
            <a:avLst/>
          </a:prstGeom>
          <a:noFill/>
        </p:spPr>
        <p:txBody>
          <a:bodyPr vert="horz" wrap="square" lIns="0" tIns="0" rIns="0" bIns="0" rtlCol="0" anchor="t" anchorCtr="1">
            <a:noAutofit/>
          </a:bodyPr>
          <a:lstStyle/>
          <a:p>
            <a:pPr algn="ctr"/>
            <a:r>
              <a:rPr lang="fr-FR" b="1">
                <a:solidFill>
                  <a:srgbClr val="0F39B7"/>
                </a:solidFill>
                <a:latin typeface="Bahnschrift" panose="020B0502040204020203" pitchFamily="34" charset="0"/>
              </a:rPr>
              <a:t>2025</a:t>
            </a:r>
          </a:p>
        </p:txBody>
      </p:sp>
      <p:sp>
        <p:nvSpPr>
          <p:cNvPr id="71" name="ZoneTexte 70">
            <a:extLst>
              <a:ext uri="{FF2B5EF4-FFF2-40B4-BE49-F238E27FC236}">
                <a16:creationId xmlns:a16="http://schemas.microsoft.com/office/drawing/2014/main" id="{5AA50A75-AAED-9E17-4594-8928BF0CCF17}"/>
              </a:ext>
            </a:extLst>
          </p:cNvPr>
          <p:cNvSpPr txBox="1"/>
          <p:nvPr/>
        </p:nvSpPr>
        <p:spPr>
          <a:xfrm>
            <a:off x="16751300" y="3200400"/>
            <a:ext cx="1016000" cy="482600"/>
          </a:xfrm>
          <a:prstGeom prst="rect">
            <a:avLst/>
          </a:prstGeom>
          <a:noFill/>
        </p:spPr>
        <p:txBody>
          <a:bodyPr vert="horz" wrap="square" lIns="0" tIns="0" rIns="0" bIns="0" rtlCol="0" anchor="t" anchorCtr="1">
            <a:noAutofit/>
          </a:bodyPr>
          <a:lstStyle/>
          <a:p>
            <a:pPr algn="ctr"/>
            <a:r>
              <a:rPr lang="fr-FR" b="1">
                <a:solidFill>
                  <a:srgbClr val="0F39B7"/>
                </a:solidFill>
                <a:latin typeface="Bahnschrift" panose="020B0502040204020203" pitchFamily="34" charset="0"/>
              </a:rPr>
              <a:t>2025</a:t>
            </a:r>
          </a:p>
        </p:txBody>
      </p:sp>
    </p:spTree>
    <p:extLst>
      <p:ext uri="{BB962C8B-B14F-4D97-AF65-F5344CB8AC3E}">
        <p14:creationId xmlns:p14="http://schemas.microsoft.com/office/powerpoint/2010/main" val="88925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66A25F51-E5AD-B2C3-2ABC-4A3E7FE6D4E0}"/>
              </a:ext>
            </a:extLst>
          </p:cNvPr>
          <p:cNvPicPr>
            <a:picLocks/>
          </p:cNvPicPr>
          <p:nvPr/>
        </p:nvPicPr>
        <p:blipFill>
          <a:blip r:embed="rId2"/>
          <a:stretch>
            <a:fillRect/>
          </a:stretch>
        </p:blipFill>
        <p:spPr>
          <a:xfrm>
            <a:off x="508000" y="1905000"/>
            <a:ext cx="17119600" cy="7823200"/>
          </a:xfrm>
          <a:prstGeom prst="rect">
            <a:avLst/>
          </a:prstGeom>
        </p:spPr>
      </p:pic>
      <p:sp>
        <p:nvSpPr>
          <p:cNvPr id="6" name="ZoneTexte 5">
            <a:extLst>
              <a:ext uri="{FF2B5EF4-FFF2-40B4-BE49-F238E27FC236}">
                <a16:creationId xmlns:a16="http://schemas.microsoft.com/office/drawing/2014/main" id="{E76C238E-99CC-FC2A-3E08-805051E616CE}"/>
              </a:ext>
            </a:extLst>
          </p:cNvPr>
          <p:cNvSpPr txBox="1"/>
          <p:nvPr/>
        </p:nvSpPr>
        <p:spPr>
          <a:xfrm>
            <a:off x="355600" y="9169400"/>
            <a:ext cx="3314700" cy="520700"/>
          </a:xfrm>
          <a:prstGeom prst="rect">
            <a:avLst/>
          </a:prstGeom>
          <a:noFill/>
        </p:spPr>
        <p:txBody>
          <a:bodyPr vert="horz" wrap="square" lIns="0" tIns="0" rIns="0" bIns="0" rtlCol="0" anchor="t" anchorCtr="0">
            <a:noAutofit/>
          </a:bodyPr>
          <a:lstStyle/>
          <a:p>
            <a:r>
              <a:rPr lang="fr-FR" sz="1400" i="1">
                <a:solidFill>
                  <a:srgbClr val="808080"/>
                </a:solidFill>
                <a:latin typeface="Calibri" panose="020F0502020204030204" pitchFamily="34" charset="0"/>
              </a:rPr>
              <a:t>Couleur : note 2025, Rouge : note 2024.</a:t>
            </a:r>
          </a:p>
          <a:p>
            <a:r>
              <a:rPr lang="fr-FR" sz="1400" i="1">
                <a:solidFill>
                  <a:srgbClr val="808080"/>
                </a:solidFill>
                <a:latin typeface="Calibri" panose="020F0502020204030204" pitchFamily="34" charset="0"/>
              </a:rPr>
              <a:t>Entre parenthèses : note 2025 / 2024</a:t>
            </a:r>
          </a:p>
        </p:txBody>
      </p:sp>
      <p:sp>
        <p:nvSpPr>
          <p:cNvPr id="7" name="ZoneTexte 6">
            <a:extLst>
              <a:ext uri="{FF2B5EF4-FFF2-40B4-BE49-F238E27FC236}">
                <a16:creationId xmlns:a16="http://schemas.microsoft.com/office/drawing/2014/main" id="{37B55A03-42BB-3657-BDF9-7B9845C5BA8B}"/>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dirty="0">
                <a:solidFill>
                  <a:srgbClr val="1A3256"/>
                </a:solidFill>
                <a:latin typeface="Bahnschrift" panose="020B0502040204020203" pitchFamily="34" charset="0"/>
              </a:rPr>
              <a:t>COMPARAISON PAR QUESTION</a:t>
            </a:r>
          </a:p>
        </p:txBody>
      </p:sp>
      <p:sp>
        <p:nvSpPr>
          <p:cNvPr id="8" name="ZoneTexte 7">
            <a:extLst>
              <a:ext uri="{FF2B5EF4-FFF2-40B4-BE49-F238E27FC236}">
                <a16:creationId xmlns:a16="http://schemas.microsoft.com/office/drawing/2014/main" id="{BBD2C446-0BA1-CF06-559F-FC2ECAA1F4AC}"/>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fr-FR" sz="3600" b="1" dirty="0">
                <a:solidFill>
                  <a:srgbClr val="1A3256"/>
                </a:solidFill>
                <a:latin typeface="Segoe UI Light" panose="020B0502040204020203" pitchFamily="34" charset="0"/>
              </a:rPr>
              <a:t>METRO</a:t>
            </a:r>
          </a:p>
        </p:txBody>
      </p:sp>
      <p:sp>
        <p:nvSpPr>
          <p:cNvPr id="9" name="ZoneTexte 8">
            <a:extLst>
              <a:ext uri="{FF2B5EF4-FFF2-40B4-BE49-F238E27FC236}">
                <a16:creationId xmlns:a16="http://schemas.microsoft.com/office/drawing/2014/main" id="{59815981-DB28-4370-4D04-D2E5CA7A33B4}"/>
              </a:ext>
            </a:extLst>
          </p:cNvPr>
          <p:cNvSpPr txBox="1"/>
          <p:nvPr/>
        </p:nvSpPr>
        <p:spPr>
          <a:xfrm>
            <a:off x="15100300" y="1054100"/>
            <a:ext cx="2717800" cy="762000"/>
          </a:xfrm>
          <a:prstGeom prst="rect">
            <a:avLst/>
          </a:prstGeom>
          <a:noFill/>
        </p:spPr>
        <p:txBody>
          <a:bodyPr vert="horz" wrap="square" lIns="0" tIns="0" rIns="0" bIns="0" rtlCol="0" anchor="t" anchorCtr="0">
            <a:noAutofit/>
          </a:bodyPr>
          <a:lstStyle/>
          <a:p>
            <a:pPr algn="r"/>
            <a:r>
              <a:rPr lang="fr-FR" sz="2200">
                <a:solidFill>
                  <a:srgbClr val="1A3256"/>
                </a:solidFill>
                <a:latin typeface="Bahnschrift" panose="020B0502040204020203" pitchFamily="34" charset="0"/>
              </a:rPr>
              <a:t>2024 : 3,83 (-7,63%)</a:t>
            </a:r>
          </a:p>
        </p:txBody>
      </p:sp>
      <p:sp>
        <p:nvSpPr>
          <p:cNvPr id="10" name="ZoneTexte 9">
            <a:extLst>
              <a:ext uri="{FF2B5EF4-FFF2-40B4-BE49-F238E27FC236}">
                <a16:creationId xmlns:a16="http://schemas.microsoft.com/office/drawing/2014/main" id="{5FC37EB3-D4C9-8B0C-EC87-029A5DB3CB97}"/>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3,54</a:t>
            </a:r>
          </a:p>
        </p:txBody>
      </p:sp>
    </p:spTree>
    <p:extLst>
      <p:ext uri="{BB962C8B-B14F-4D97-AF65-F5344CB8AC3E}">
        <p14:creationId xmlns:p14="http://schemas.microsoft.com/office/powerpoint/2010/main" val="199827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4447B0F-BFF6-0D28-FA30-4E0DAE444E68}"/>
              </a:ext>
            </a:extLst>
          </p:cNvPr>
          <p:cNvPicPr>
            <a:picLocks/>
          </p:cNvPicPr>
          <p:nvPr/>
        </p:nvPicPr>
        <p:blipFill>
          <a:blip r:embed="rId2"/>
          <a:stretch>
            <a:fillRect/>
          </a:stretch>
        </p:blipFill>
        <p:spPr>
          <a:xfrm>
            <a:off x="355600" y="1905000"/>
            <a:ext cx="17462500" cy="7302500"/>
          </a:xfrm>
          <a:prstGeom prst="rect">
            <a:avLst/>
          </a:prstGeom>
        </p:spPr>
      </p:pic>
      <p:sp>
        <p:nvSpPr>
          <p:cNvPr id="6" name="ZoneTexte 5">
            <a:extLst>
              <a:ext uri="{FF2B5EF4-FFF2-40B4-BE49-F238E27FC236}">
                <a16:creationId xmlns:a16="http://schemas.microsoft.com/office/drawing/2014/main" id="{058B8718-0DC9-C74E-40EB-CD63217F1656}"/>
              </a:ext>
            </a:extLst>
          </p:cNvPr>
          <p:cNvSpPr txBox="1"/>
          <p:nvPr/>
        </p:nvSpPr>
        <p:spPr>
          <a:xfrm>
            <a:off x="15100300" y="1054100"/>
            <a:ext cx="2717800" cy="762000"/>
          </a:xfrm>
          <a:prstGeom prst="rect">
            <a:avLst/>
          </a:prstGeom>
          <a:noFill/>
        </p:spPr>
        <p:txBody>
          <a:bodyPr vert="horz" wrap="square" lIns="0" tIns="0" rIns="0" bIns="0" rtlCol="0" anchor="t" anchorCtr="0">
            <a:noAutofit/>
          </a:bodyPr>
          <a:lstStyle/>
          <a:p>
            <a:pPr algn="r"/>
            <a:r>
              <a:rPr lang="fr-FR" sz="2200">
                <a:solidFill>
                  <a:srgbClr val="1A3256"/>
                </a:solidFill>
                <a:latin typeface="Bahnschrift" panose="020B0502040204020203" pitchFamily="34" charset="0"/>
              </a:rPr>
              <a:t>2024 : 3,83 (-7,63%)</a:t>
            </a:r>
          </a:p>
        </p:txBody>
      </p:sp>
      <p:sp>
        <p:nvSpPr>
          <p:cNvPr id="7" name="ZoneTexte 6">
            <a:extLst>
              <a:ext uri="{FF2B5EF4-FFF2-40B4-BE49-F238E27FC236}">
                <a16:creationId xmlns:a16="http://schemas.microsoft.com/office/drawing/2014/main" id="{1055D0C9-0977-168E-85EE-321AF3E5F488}"/>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a:solidFill>
                  <a:srgbClr val="1A3256"/>
                </a:solidFill>
                <a:latin typeface="Bahnschrift" panose="020B0502040204020203" pitchFamily="34" charset="0"/>
              </a:rPr>
              <a:t>COMPARAISON PAR THEME</a:t>
            </a:r>
          </a:p>
        </p:txBody>
      </p:sp>
      <p:sp>
        <p:nvSpPr>
          <p:cNvPr id="8" name="ZoneTexte 7">
            <a:extLst>
              <a:ext uri="{FF2B5EF4-FFF2-40B4-BE49-F238E27FC236}">
                <a16:creationId xmlns:a16="http://schemas.microsoft.com/office/drawing/2014/main" id="{453D7730-55E1-4374-4F61-CEF2D6742440}"/>
              </a:ext>
            </a:extLst>
          </p:cNvPr>
          <p:cNvSpPr txBox="1"/>
          <p:nvPr/>
        </p:nvSpPr>
        <p:spPr>
          <a:xfrm>
            <a:off x="558800" y="1066800"/>
            <a:ext cx="14744700" cy="800100"/>
          </a:xfrm>
          <a:prstGeom prst="rect">
            <a:avLst/>
          </a:prstGeom>
          <a:noFill/>
        </p:spPr>
        <p:txBody>
          <a:bodyPr vert="horz" wrap="square" lIns="0" tIns="0" rIns="0" bIns="0" rtlCol="0" anchor="t" anchorCtr="0">
            <a:noAutofit/>
          </a:bodyPr>
          <a:lstStyle/>
          <a:p>
            <a:r>
              <a:rPr lang="fr-FR" sz="3600" b="1" dirty="0">
                <a:solidFill>
                  <a:srgbClr val="1A3256"/>
                </a:solidFill>
                <a:latin typeface="Segoe UI Light" panose="020B0502040204020203" pitchFamily="34" charset="0"/>
              </a:rPr>
              <a:t>METRO</a:t>
            </a:r>
          </a:p>
        </p:txBody>
      </p:sp>
      <p:sp>
        <p:nvSpPr>
          <p:cNvPr id="9" name="ZoneTexte 8">
            <a:extLst>
              <a:ext uri="{FF2B5EF4-FFF2-40B4-BE49-F238E27FC236}">
                <a16:creationId xmlns:a16="http://schemas.microsoft.com/office/drawing/2014/main" id="{32DC9EF0-104A-8B6C-F470-C56705602F4A}"/>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3,54</a:t>
            </a:r>
          </a:p>
        </p:txBody>
      </p:sp>
      <p:pic>
        <p:nvPicPr>
          <p:cNvPr id="11" name="Image 10">
            <a:extLst>
              <a:ext uri="{FF2B5EF4-FFF2-40B4-BE49-F238E27FC236}">
                <a16:creationId xmlns:a16="http://schemas.microsoft.com/office/drawing/2014/main" id="{727098B4-7689-BABE-2120-E7F1743C3BB1}"/>
              </a:ext>
            </a:extLst>
          </p:cNvPr>
          <p:cNvPicPr>
            <a:picLocks/>
          </p:cNvPicPr>
          <p:nvPr/>
        </p:nvPicPr>
        <p:blipFill>
          <a:blip r:embed="rId3"/>
          <a:stretch>
            <a:fillRect/>
          </a:stretch>
        </p:blipFill>
        <p:spPr>
          <a:xfrm>
            <a:off x="596900" y="9296400"/>
            <a:ext cx="266700" cy="266700"/>
          </a:xfrm>
          <a:prstGeom prst="rect">
            <a:avLst/>
          </a:prstGeom>
        </p:spPr>
      </p:pic>
      <p:pic>
        <p:nvPicPr>
          <p:cNvPr id="13" name="Image 12">
            <a:extLst>
              <a:ext uri="{FF2B5EF4-FFF2-40B4-BE49-F238E27FC236}">
                <a16:creationId xmlns:a16="http://schemas.microsoft.com/office/drawing/2014/main" id="{E6B1C84A-B057-B67A-3AE5-1BDF8A3E2E88}"/>
              </a:ext>
            </a:extLst>
          </p:cNvPr>
          <p:cNvPicPr>
            <a:picLocks/>
          </p:cNvPicPr>
          <p:nvPr/>
        </p:nvPicPr>
        <p:blipFill>
          <a:blip r:embed="rId4"/>
          <a:stretch>
            <a:fillRect/>
          </a:stretch>
        </p:blipFill>
        <p:spPr>
          <a:xfrm>
            <a:off x="1358900" y="9283700"/>
            <a:ext cx="266700" cy="266700"/>
          </a:xfrm>
          <a:prstGeom prst="rect">
            <a:avLst/>
          </a:prstGeom>
        </p:spPr>
      </p:pic>
      <p:sp>
        <p:nvSpPr>
          <p:cNvPr id="14" name="ZoneTexte 13">
            <a:extLst>
              <a:ext uri="{FF2B5EF4-FFF2-40B4-BE49-F238E27FC236}">
                <a16:creationId xmlns:a16="http://schemas.microsoft.com/office/drawing/2014/main" id="{0417CEA9-23B8-207C-6183-AE8EF60212CD}"/>
              </a:ext>
            </a:extLst>
          </p:cNvPr>
          <p:cNvSpPr txBox="1"/>
          <p:nvPr/>
        </p:nvSpPr>
        <p:spPr>
          <a:xfrm>
            <a:off x="876300" y="9283700"/>
            <a:ext cx="558800" cy="457200"/>
          </a:xfrm>
          <a:prstGeom prst="rect">
            <a:avLst/>
          </a:prstGeom>
          <a:noFill/>
        </p:spPr>
        <p:txBody>
          <a:bodyPr vert="horz" wrap="square" lIns="0" tIns="0" rIns="0" bIns="0" rtlCol="0" anchor="t" anchorCtr="0">
            <a:noAutofit/>
          </a:bodyPr>
          <a:lstStyle/>
          <a:p>
            <a:r>
              <a:rPr lang="fr-FR" sz="1400" b="1" i="1">
                <a:solidFill>
                  <a:srgbClr val="808080"/>
                </a:solidFill>
                <a:latin typeface="Segoe UI Light" panose="020B0502040204020203" pitchFamily="34" charset="0"/>
              </a:rPr>
              <a:t>2025</a:t>
            </a:r>
          </a:p>
        </p:txBody>
      </p:sp>
      <p:sp>
        <p:nvSpPr>
          <p:cNvPr id="15" name="ZoneTexte 14">
            <a:extLst>
              <a:ext uri="{FF2B5EF4-FFF2-40B4-BE49-F238E27FC236}">
                <a16:creationId xmlns:a16="http://schemas.microsoft.com/office/drawing/2014/main" id="{C07C71CA-BA85-8CFF-BFDC-B540A1E86B0C}"/>
              </a:ext>
            </a:extLst>
          </p:cNvPr>
          <p:cNvSpPr txBox="1"/>
          <p:nvPr/>
        </p:nvSpPr>
        <p:spPr>
          <a:xfrm>
            <a:off x="1638300" y="9283700"/>
            <a:ext cx="889000" cy="457200"/>
          </a:xfrm>
          <a:prstGeom prst="rect">
            <a:avLst/>
          </a:prstGeom>
          <a:noFill/>
        </p:spPr>
        <p:txBody>
          <a:bodyPr vert="horz" wrap="square" lIns="0" tIns="0" rIns="0" bIns="0" rtlCol="0" anchor="t" anchorCtr="0">
            <a:noAutofit/>
          </a:bodyPr>
          <a:lstStyle/>
          <a:p>
            <a:r>
              <a:rPr lang="fr-FR" sz="1400" b="1" i="1">
                <a:solidFill>
                  <a:srgbClr val="808080"/>
                </a:solidFill>
                <a:latin typeface="Segoe UI Light" panose="020B0502040204020203" pitchFamily="34" charset="0"/>
              </a:rPr>
              <a:t>2024</a:t>
            </a:r>
          </a:p>
        </p:txBody>
      </p:sp>
    </p:spTree>
    <p:extLst>
      <p:ext uri="{BB962C8B-B14F-4D97-AF65-F5344CB8AC3E}">
        <p14:creationId xmlns:p14="http://schemas.microsoft.com/office/powerpoint/2010/main" val="1835734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65B8B42A-8984-AEB3-76B4-87955959F75F}"/>
              </a:ext>
            </a:extLst>
          </p:cNvPr>
          <p:cNvPicPr>
            <a:picLocks/>
          </p:cNvPicPr>
          <p:nvPr/>
        </p:nvPicPr>
        <p:blipFill>
          <a:blip r:embed="rId2"/>
          <a:stretch>
            <a:fillRect/>
          </a:stretch>
        </p:blipFill>
        <p:spPr>
          <a:xfrm>
            <a:off x="5232400" y="3327400"/>
            <a:ext cx="1663700" cy="5562600"/>
          </a:xfrm>
          <a:prstGeom prst="rect">
            <a:avLst/>
          </a:prstGeom>
        </p:spPr>
      </p:pic>
      <p:pic>
        <p:nvPicPr>
          <p:cNvPr id="7" name="Image 6">
            <a:extLst>
              <a:ext uri="{FF2B5EF4-FFF2-40B4-BE49-F238E27FC236}">
                <a16:creationId xmlns:a16="http://schemas.microsoft.com/office/drawing/2014/main" id="{074BE4C7-9F29-7530-A8FB-9AE6A9661803}"/>
              </a:ext>
            </a:extLst>
          </p:cNvPr>
          <p:cNvPicPr>
            <a:picLocks/>
          </p:cNvPicPr>
          <p:nvPr/>
        </p:nvPicPr>
        <p:blipFill>
          <a:blip r:embed="rId2"/>
          <a:stretch>
            <a:fillRect/>
          </a:stretch>
        </p:blipFill>
        <p:spPr>
          <a:xfrm>
            <a:off x="7137400" y="3327400"/>
            <a:ext cx="1676400" cy="5562600"/>
          </a:xfrm>
          <a:prstGeom prst="rect">
            <a:avLst/>
          </a:prstGeom>
        </p:spPr>
      </p:pic>
      <p:sp>
        <p:nvSpPr>
          <p:cNvPr id="8" name="ZoneTexte 7">
            <a:extLst>
              <a:ext uri="{FF2B5EF4-FFF2-40B4-BE49-F238E27FC236}">
                <a16:creationId xmlns:a16="http://schemas.microsoft.com/office/drawing/2014/main" id="{E158E7A8-3308-4CDB-8E61-C6F038471816}"/>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a:solidFill>
                  <a:srgbClr val="1A3256"/>
                </a:solidFill>
                <a:latin typeface="Bahnschrift" panose="020B0502040204020203" pitchFamily="34" charset="0"/>
              </a:rPr>
              <a:t>TOP/FLOP QUESTIONS</a:t>
            </a:r>
          </a:p>
        </p:txBody>
      </p:sp>
      <p:sp>
        <p:nvSpPr>
          <p:cNvPr id="9" name="ZoneTexte 8">
            <a:extLst>
              <a:ext uri="{FF2B5EF4-FFF2-40B4-BE49-F238E27FC236}">
                <a16:creationId xmlns:a16="http://schemas.microsoft.com/office/drawing/2014/main" id="{652DD311-D37C-C193-7161-6557E1665789}"/>
              </a:ext>
            </a:extLst>
          </p:cNvPr>
          <p:cNvSpPr txBox="1"/>
          <p:nvPr/>
        </p:nvSpPr>
        <p:spPr>
          <a:xfrm>
            <a:off x="558800" y="1066800"/>
            <a:ext cx="14643100" cy="800100"/>
          </a:xfrm>
          <a:prstGeom prst="rect">
            <a:avLst/>
          </a:prstGeom>
          <a:noFill/>
        </p:spPr>
        <p:txBody>
          <a:bodyPr vert="horz" wrap="square" lIns="0" tIns="0" rIns="0" bIns="0" rtlCol="0" anchor="t" anchorCtr="0">
            <a:noAutofit/>
          </a:bodyPr>
          <a:lstStyle/>
          <a:p>
            <a:r>
              <a:rPr lang="fr-FR" sz="3600" b="1" dirty="0">
                <a:solidFill>
                  <a:srgbClr val="1A3256"/>
                </a:solidFill>
                <a:latin typeface="Segoe UI Light" panose="020B0502040204020203" pitchFamily="34" charset="0"/>
              </a:rPr>
              <a:t>METRO</a:t>
            </a:r>
          </a:p>
        </p:txBody>
      </p:sp>
      <p:sp>
        <p:nvSpPr>
          <p:cNvPr id="10" name="ZoneTexte 9">
            <a:extLst>
              <a:ext uri="{FF2B5EF4-FFF2-40B4-BE49-F238E27FC236}">
                <a16:creationId xmlns:a16="http://schemas.microsoft.com/office/drawing/2014/main" id="{4ADE63D7-531E-4398-6BD8-5DD8F5AC3BFF}"/>
              </a:ext>
            </a:extLst>
          </p:cNvPr>
          <p:cNvSpPr txBox="1"/>
          <p:nvPr/>
        </p:nvSpPr>
        <p:spPr>
          <a:xfrm>
            <a:off x="711200" y="3784600"/>
            <a:ext cx="4140200" cy="469900"/>
          </a:xfrm>
          <a:prstGeom prst="rect">
            <a:avLst/>
          </a:prstGeom>
          <a:noFill/>
        </p:spPr>
        <p:txBody>
          <a:bodyPr vert="horz" wrap="square" lIns="0" tIns="0" rIns="0" bIns="0" rtlCol="0" anchor="t" anchorCtr="0">
            <a:noAutofit/>
          </a:bodyPr>
          <a:lstStyle/>
          <a:p>
            <a:r>
              <a:rPr lang="fr-FR">
                <a:solidFill>
                  <a:srgbClr val="1A3256"/>
                </a:solidFill>
                <a:latin typeface="Bahnschrift" panose="020B0502040204020203" pitchFamily="34" charset="0"/>
              </a:rPr>
              <a:t>Relation CM</a:t>
            </a:r>
          </a:p>
        </p:txBody>
      </p:sp>
      <p:sp>
        <p:nvSpPr>
          <p:cNvPr id="11" name="ZoneTexte 10">
            <a:extLst>
              <a:ext uri="{FF2B5EF4-FFF2-40B4-BE49-F238E27FC236}">
                <a16:creationId xmlns:a16="http://schemas.microsoft.com/office/drawing/2014/main" id="{0C487BFA-E756-CA78-573F-B3A89B596403}"/>
              </a:ext>
            </a:extLst>
          </p:cNvPr>
          <p:cNvSpPr txBox="1"/>
          <p:nvPr/>
        </p:nvSpPr>
        <p:spPr>
          <a:xfrm>
            <a:off x="711200" y="4800600"/>
            <a:ext cx="4140200" cy="482600"/>
          </a:xfrm>
          <a:prstGeom prst="rect">
            <a:avLst/>
          </a:prstGeom>
          <a:noFill/>
        </p:spPr>
        <p:txBody>
          <a:bodyPr vert="horz" wrap="square" lIns="0" tIns="0" rIns="0" bIns="0" rtlCol="0" anchor="t" anchorCtr="0">
            <a:noAutofit/>
          </a:bodyPr>
          <a:lstStyle/>
          <a:p>
            <a:r>
              <a:rPr lang="fr-FR">
                <a:solidFill>
                  <a:srgbClr val="1A3256"/>
                </a:solidFill>
                <a:latin typeface="Bahnschrift" panose="020B0502040204020203" pitchFamily="34" charset="0"/>
              </a:rPr>
              <a:t>Relation RS / équipes op.</a:t>
            </a:r>
          </a:p>
        </p:txBody>
      </p:sp>
      <p:sp>
        <p:nvSpPr>
          <p:cNvPr id="12" name="ZoneTexte 11">
            <a:extLst>
              <a:ext uri="{FF2B5EF4-FFF2-40B4-BE49-F238E27FC236}">
                <a16:creationId xmlns:a16="http://schemas.microsoft.com/office/drawing/2014/main" id="{846ECC43-850C-0D6B-1537-B8738AA480E2}"/>
              </a:ext>
            </a:extLst>
          </p:cNvPr>
          <p:cNvSpPr txBox="1"/>
          <p:nvPr/>
        </p:nvSpPr>
        <p:spPr>
          <a:xfrm>
            <a:off x="711200" y="5803900"/>
            <a:ext cx="4140200" cy="482600"/>
          </a:xfrm>
          <a:prstGeom prst="rect">
            <a:avLst/>
          </a:prstGeom>
          <a:noFill/>
        </p:spPr>
        <p:txBody>
          <a:bodyPr vert="horz" wrap="square" lIns="0" tIns="0" rIns="0" bIns="0" rtlCol="0" anchor="t" anchorCtr="0">
            <a:noAutofit/>
          </a:bodyPr>
          <a:lstStyle/>
          <a:p>
            <a:r>
              <a:rPr lang="fr-FR">
                <a:solidFill>
                  <a:srgbClr val="1A3256"/>
                </a:solidFill>
                <a:latin typeface="Bahnschrift" panose="020B0502040204020203" pitchFamily="34" charset="0"/>
              </a:rPr>
              <a:t>Climat social</a:t>
            </a:r>
          </a:p>
        </p:txBody>
      </p:sp>
      <p:sp>
        <p:nvSpPr>
          <p:cNvPr id="13" name="ZoneTexte 12">
            <a:extLst>
              <a:ext uri="{FF2B5EF4-FFF2-40B4-BE49-F238E27FC236}">
                <a16:creationId xmlns:a16="http://schemas.microsoft.com/office/drawing/2014/main" id="{4869F285-9341-A5C3-9EE8-49DDE210CDC1}"/>
              </a:ext>
            </a:extLst>
          </p:cNvPr>
          <p:cNvSpPr txBox="1"/>
          <p:nvPr/>
        </p:nvSpPr>
        <p:spPr>
          <a:xfrm>
            <a:off x="711200" y="6883400"/>
            <a:ext cx="4140200" cy="482600"/>
          </a:xfrm>
          <a:prstGeom prst="rect">
            <a:avLst/>
          </a:prstGeom>
          <a:noFill/>
        </p:spPr>
        <p:txBody>
          <a:bodyPr vert="horz" wrap="square" lIns="0" tIns="0" rIns="0" bIns="0" rtlCol="0" anchor="t" anchorCtr="0">
            <a:noAutofit/>
          </a:bodyPr>
          <a:lstStyle/>
          <a:p>
            <a:r>
              <a:rPr lang="fr-FR">
                <a:solidFill>
                  <a:srgbClr val="1A3256"/>
                </a:solidFill>
                <a:latin typeface="Bahnschrift" panose="020B0502040204020203" pitchFamily="34" charset="0"/>
              </a:rPr>
              <a:t>Relation DG</a:t>
            </a:r>
          </a:p>
        </p:txBody>
      </p:sp>
      <p:sp>
        <p:nvSpPr>
          <p:cNvPr id="14" name="ZoneTexte 13">
            <a:extLst>
              <a:ext uri="{FF2B5EF4-FFF2-40B4-BE49-F238E27FC236}">
                <a16:creationId xmlns:a16="http://schemas.microsoft.com/office/drawing/2014/main" id="{7BEFF7B6-219A-E4B0-7E94-C7E0618A53A2}"/>
              </a:ext>
            </a:extLst>
          </p:cNvPr>
          <p:cNvSpPr txBox="1"/>
          <p:nvPr/>
        </p:nvSpPr>
        <p:spPr>
          <a:xfrm>
            <a:off x="698500" y="8026400"/>
            <a:ext cx="4140200" cy="469900"/>
          </a:xfrm>
          <a:prstGeom prst="rect">
            <a:avLst/>
          </a:prstGeom>
          <a:noFill/>
        </p:spPr>
        <p:txBody>
          <a:bodyPr vert="horz" wrap="square" lIns="0" tIns="0" rIns="0" bIns="0" rtlCol="0" anchor="t" anchorCtr="0">
            <a:noAutofit/>
          </a:bodyPr>
          <a:lstStyle/>
          <a:p>
            <a:r>
              <a:rPr lang="fr-FR">
                <a:solidFill>
                  <a:srgbClr val="1A3256"/>
                </a:solidFill>
                <a:latin typeface="Bahnschrift" panose="020B0502040204020203" pitchFamily="34" charset="0"/>
              </a:rPr>
              <a:t>Pertinence politique RSE</a:t>
            </a:r>
          </a:p>
        </p:txBody>
      </p:sp>
      <p:sp>
        <p:nvSpPr>
          <p:cNvPr id="15" name="ZoneTexte 14">
            <a:extLst>
              <a:ext uri="{FF2B5EF4-FFF2-40B4-BE49-F238E27FC236}">
                <a16:creationId xmlns:a16="http://schemas.microsoft.com/office/drawing/2014/main" id="{E5337477-55D8-E343-9B83-5F5486D0581B}"/>
              </a:ext>
            </a:extLst>
          </p:cNvPr>
          <p:cNvSpPr txBox="1"/>
          <p:nvPr/>
        </p:nvSpPr>
        <p:spPr>
          <a:xfrm>
            <a:off x="5054600" y="3746500"/>
            <a:ext cx="1790700" cy="4826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3,75</a:t>
            </a:r>
          </a:p>
        </p:txBody>
      </p:sp>
      <p:sp>
        <p:nvSpPr>
          <p:cNvPr id="16" name="ZoneTexte 15">
            <a:extLst>
              <a:ext uri="{FF2B5EF4-FFF2-40B4-BE49-F238E27FC236}">
                <a16:creationId xmlns:a16="http://schemas.microsoft.com/office/drawing/2014/main" id="{7920C68B-6B9F-D3E0-A015-0C205369E86A}"/>
              </a:ext>
            </a:extLst>
          </p:cNvPr>
          <p:cNvSpPr txBox="1"/>
          <p:nvPr/>
        </p:nvSpPr>
        <p:spPr>
          <a:xfrm>
            <a:off x="5054600" y="4762500"/>
            <a:ext cx="1790700" cy="4826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3,75</a:t>
            </a:r>
          </a:p>
        </p:txBody>
      </p:sp>
      <p:sp>
        <p:nvSpPr>
          <p:cNvPr id="17" name="ZoneTexte 16">
            <a:extLst>
              <a:ext uri="{FF2B5EF4-FFF2-40B4-BE49-F238E27FC236}">
                <a16:creationId xmlns:a16="http://schemas.microsoft.com/office/drawing/2014/main" id="{A328F5B2-78D6-A9E7-B79C-D14CA0E2F7AD}"/>
              </a:ext>
            </a:extLst>
          </p:cNvPr>
          <p:cNvSpPr txBox="1"/>
          <p:nvPr/>
        </p:nvSpPr>
        <p:spPr>
          <a:xfrm>
            <a:off x="5054600" y="5765800"/>
            <a:ext cx="1790700" cy="482600"/>
          </a:xfrm>
          <a:prstGeom prst="rect">
            <a:avLst/>
          </a:prstGeom>
          <a:noFill/>
        </p:spPr>
        <p:txBody>
          <a:bodyPr vert="horz" wrap="square" lIns="0" tIns="0" rIns="0" bIns="0" rtlCol="0" anchor="t" anchorCtr="1">
            <a:noAutofit/>
          </a:bodyPr>
          <a:lstStyle/>
          <a:p>
            <a:pPr algn="ctr"/>
            <a:endParaRPr lang="fr-FR">
              <a:solidFill>
                <a:srgbClr val="1A3256"/>
              </a:solidFill>
              <a:latin typeface="Segoe UI Light" panose="020B0502040204020203" pitchFamily="34" charset="0"/>
            </a:endParaRPr>
          </a:p>
        </p:txBody>
      </p:sp>
      <p:sp>
        <p:nvSpPr>
          <p:cNvPr id="18" name="ZoneTexte 17">
            <a:extLst>
              <a:ext uri="{FF2B5EF4-FFF2-40B4-BE49-F238E27FC236}">
                <a16:creationId xmlns:a16="http://schemas.microsoft.com/office/drawing/2014/main" id="{98E8ED5A-09F2-D1B5-173E-E8E7706E6789}"/>
              </a:ext>
            </a:extLst>
          </p:cNvPr>
          <p:cNvSpPr txBox="1"/>
          <p:nvPr/>
        </p:nvSpPr>
        <p:spPr>
          <a:xfrm>
            <a:off x="5054600" y="6858000"/>
            <a:ext cx="1790700" cy="4699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3,75</a:t>
            </a:r>
          </a:p>
        </p:txBody>
      </p:sp>
      <p:sp>
        <p:nvSpPr>
          <p:cNvPr id="19" name="ZoneTexte 18">
            <a:extLst>
              <a:ext uri="{FF2B5EF4-FFF2-40B4-BE49-F238E27FC236}">
                <a16:creationId xmlns:a16="http://schemas.microsoft.com/office/drawing/2014/main" id="{3B99D622-2C66-735C-9029-24EE1E693925}"/>
              </a:ext>
            </a:extLst>
          </p:cNvPr>
          <p:cNvSpPr txBox="1"/>
          <p:nvPr/>
        </p:nvSpPr>
        <p:spPr>
          <a:xfrm>
            <a:off x="5054600" y="7988300"/>
            <a:ext cx="1790700" cy="4699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4,50</a:t>
            </a:r>
          </a:p>
        </p:txBody>
      </p:sp>
      <p:sp>
        <p:nvSpPr>
          <p:cNvPr id="20" name="ZoneTexte 19">
            <a:extLst>
              <a:ext uri="{FF2B5EF4-FFF2-40B4-BE49-F238E27FC236}">
                <a16:creationId xmlns:a16="http://schemas.microsoft.com/office/drawing/2014/main" id="{81CB4CB9-E7ED-2534-B558-BD020D543293}"/>
              </a:ext>
            </a:extLst>
          </p:cNvPr>
          <p:cNvSpPr txBox="1"/>
          <p:nvPr/>
        </p:nvSpPr>
        <p:spPr>
          <a:xfrm>
            <a:off x="6934200" y="3746500"/>
            <a:ext cx="1790700" cy="4826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4,60</a:t>
            </a:r>
          </a:p>
        </p:txBody>
      </p:sp>
      <p:sp>
        <p:nvSpPr>
          <p:cNvPr id="21" name="ZoneTexte 20">
            <a:extLst>
              <a:ext uri="{FF2B5EF4-FFF2-40B4-BE49-F238E27FC236}">
                <a16:creationId xmlns:a16="http://schemas.microsoft.com/office/drawing/2014/main" id="{85C5C9AC-3D95-F508-D2E1-ADE4D1206432}"/>
              </a:ext>
            </a:extLst>
          </p:cNvPr>
          <p:cNvSpPr txBox="1"/>
          <p:nvPr/>
        </p:nvSpPr>
        <p:spPr>
          <a:xfrm>
            <a:off x="6934200" y="4762500"/>
            <a:ext cx="1790700" cy="4826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4,50</a:t>
            </a:r>
          </a:p>
        </p:txBody>
      </p:sp>
      <p:sp>
        <p:nvSpPr>
          <p:cNvPr id="22" name="ZoneTexte 21">
            <a:extLst>
              <a:ext uri="{FF2B5EF4-FFF2-40B4-BE49-F238E27FC236}">
                <a16:creationId xmlns:a16="http://schemas.microsoft.com/office/drawing/2014/main" id="{6AF13AFC-1C54-4BB9-D5C4-479AE24E98CF}"/>
              </a:ext>
            </a:extLst>
          </p:cNvPr>
          <p:cNvSpPr txBox="1"/>
          <p:nvPr/>
        </p:nvSpPr>
        <p:spPr>
          <a:xfrm>
            <a:off x="6934200" y="5765800"/>
            <a:ext cx="1790700" cy="4826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4,38</a:t>
            </a:r>
          </a:p>
        </p:txBody>
      </p:sp>
      <p:sp>
        <p:nvSpPr>
          <p:cNvPr id="23" name="ZoneTexte 22">
            <a:extLst>
              <a:ext uri="{FF2B5EF4-FFF2-40B4-BE49-F238E27FC236}">
                <a16:creationId xmlns:a16="http://schemas.microsoft.com/office/drawing/2014/main" id="{4A3DA547-1BC9-5C07-5AE3-B067D66CCBB5}"/>
              </a:ext>
            </a:extLst>
          </p:cNvPr>
          <p:cNvSpPr txBox="1"/>
          <p:nvPr/>
        </p:nvSpPr>
        <p:spPr>
          <a:xfrm>
            <a:off x="6934200" y="6858000"/>
            <a:ext cx="1790700" cy="4699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4,30</a:t>
            </a:r>
          </a:p>
        </p:txBody>
      </p:sp>
      <p:sp>
        <p:nvSpPr>
          <p:cNvPr id="24" name="ZoneTexte 23">
            <a:extLst>
              <a:ext uri="{FF2B5EF4-FFF2-40B4-BE49-F238E27FC236}">
                <a16:creationId xmlns:a16="http://schemas.microsoft.com/office/drawing/2014/main" id="{4CCEC9B9-CFE7-50FB-2BF3-C0DB220437A3}"/>
              </a:ext>
            </a:extLst>
          </p:cNvPr>
          <p:cNvSpPr txBox="1"/>
          <p:nvPr/>
        </p:nvSpPr>
        <p:spPr>
          <a:xfrm>
            <a:off x="6934200" y="7988300"/>
            <a:ext cx="1790700" cy="4699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4,00</a:t>
            </a:r>
          </a:p>
        </p:txBody>
      </p:sp>
      <p:pic>
        <p:nvPicPr>
          <p:cNvPr id="26" name="Image 25">
            <a:extLst>
              <a:ext uri="{FF2B5EF4-FFF2-40B4-BE49-F238E27FC236}">
                <a16:creationId xmlns:a16="http://schemas.microsoft.com/office/drawing/2014/main" id="{D512269E-35CD-F686-5EBF-2BC16474EB4C}"/>
              </a:ext>
            </a:extLst>
          </p:cNvPr>
          <p:cNvPicPr>
            <a:picLocks/>
          </p:cNvPicPr>
          <p:nvPr/>
        </p:nvPicPr>
        <p:blipFill>
          <a:blip r:embed="rId3" cstate="screen">
            <a:extLst>
              <a:ext uri="{28A0092B-C50C-407E-A947-70E740481C1C}">
                <a14:useLocalDpi xmlns:a14="http://schemas.microsoft.com/office/drawing/2010/main"/>
              </a:ext>
            </a:extLst>
          </a:blip>
          <a:stretch>
            <a:fillRect/>
          </a:stretch>
        </p:blipFill>
        <p:spPr>
          <a:xfrm>
            <a:off x="546100" y="2044700"/>
            <a:ext cx="1066800" cy="1295400"/>
          </a:xfrm>
          <a:prstGeom prst="rect">
            <a:avLst/>
          </a:prstGeom>
        </p:spPr>
      </p:pic>
      <p:pic>
        <p:nvPicPr>
          <p:cNvPr id="28" name="Image 27">
            <a:extLst>
              <a:ext uri="{FF2B5EF4-FFF2-40B4-BE49-F238E27FC236}">
                <a16:creationId xmlns:a16="http://schemas.microsoft.com/office/drawing/2014/main" id="{25F50F09-DDE3-8A39-8C61-0EBA14D4B64F}"/>
              </a:ext>
            </a:extLst>
          </p:cNvPr>
          <p:cNvPicPr>
            <a:picLocks/>
          </p:cNvPicPr>
          <p:nvPr/>
        </p:nvPicPr>
        <p:blipFill>
          <a:blip r:embed="rId4" cstate="screen">
            <a:extLst>
              <a:ext uri="{28A0092B-C50C-407E-A947-70E740481C1C}">
                <a14:useLocalDpi xmlns:a14="http://schemas.microsoft.com/office/drawing/2010/main"/>
              </a:ext>
            </a:extLst>
          </a:blip>
          <a:stretch>
            <a:fillRect/>
          </a:stretch>
        </p:blipFill>
        <p:spPr>
          <a:xfrm>
            <a:off x="9448800" y="2044700"/>
            <a:ext cx="1041400" cy="1295400"/>
          </a:xfrm>
          <a:prstGeom prst="rect">
            <a:avLst/>
          </a:prstGeom>
        </p:spPr>
      </p:pic>
      <p:sp>
        <p:nvSpPr>
          <p:cNvPr id="29" name="ZoneTexte 28">
            <a:extLst>
              <a:ext uri="{FF2B5EF4-FFF2-40B4-BE49-F238E27FC236}">
                <a16:creationId xmlns:a16="http://schemas.microsoft.com/office/drawing/2014/main" id="{FD3087DB-29BF-534E-2168-1E54383983A3}"/>
              </a:ext>
            </a:extLst>
          </p:cNvPr>
          <p:cNvSpPr txBox="1"/>
          <p:nvPr/>
        </p:nvSpPr>
        <p:spPr>
          <a:xfrm>
            <a:off x="5257800" y="2908300"/>
            <a:ext cx="1600200" cy="482600"/>
          </a:xfrm>
          <a:prstGeom prst="rect">
            <a:avLst/>
          </a:prstGeom>
          <a:noFill/>
        </p:spPr>
        <p:txBody>
          <a:bodyPr vert="horz" wrap="square" lIns="0" tIns="0" rIns="0" bIns="0" rtlCol="0" anchor="t" anchorCtr="1">
            <a:noAutofit/>
          </a:bodyPr>
          <a:lstStyle/>
          <a:p>
            <a:pPr algn="ctr"/>
            <a:r>
              <a:rPr lang="fr-FR" sz="2400" b="1">
                <a:solidFill>
                  <a:srgbClr val="1A3256"/>
                </a:solidFill>
                <a:latin typeface="Bahnschrift" panose="020B0502040204020203" pitchFamily="34" charset="0"/>
              </a:rPr>
              <a:t>2024</a:t>
            </a:r>
          </a:p>
        </p:txBody>
      </p:sp>
      <p:sp>
        <p:nvSpPr>
          <p:cNvPr id="30" name="ZoneTexte 29">
            <a:extLst>
              <a:ext uri="{FF2B5EF4-FFF2-40B4-BE49-F238E27FC236}">
                <a16:creationId xmlns:a16="http://schemas.microsoft.com/office/drawing/2014/main" id="{2E228FC7-2168-9FC1-D07B-5BEA1C1895AF}"/>
              </a:ext>
            </a:extLst>
          </p:cNvPr>
          <p:cNvSpPr txBox="1"/>
          <p:nvPr/>
        </p:nvSpPr>
        <p:spPr>
          <a:xfrm>
            <a:off x="7175500" y="2908300"/>
            <a:ext cx="1600200" cy="482600"/>
          </a:xfrm>
          <a:prstGeom prst="rect">
            <a:avLst/>
          </a:prstGeom>
          <a:noFill/>
        </p:spPr>
        <p:txBody>
          <a:bodyPr vert="horz" wrap="square" lIns="0" tIns="0" rIns="0" bIns="0" rtlCol="0" anchor="t" anchorCtr="1">
            <a:noAutofit/>
          </a:bodyPr>
          <a:lstStyle/>
          <a:p>
            <a:pPr algn="ctr"/>
            <a:r>
              <a:rPr lang="fr-FR" sz="2400" b="1">
                <a:solidFill>
                  <a:srgbClr val="1A3256"/>
                </a:solidFill>
                <a:latin typeface="Bahnschrift" panose="020B0502040204020203" pitchFamily="34" charset="0"/>
              </a:rPr>
              <a:t>2025</a:t>
            </a:r>
          </a:p>
        </p:txBody>
      </p:sp>
      <p:pic>
        <p:nvPicPr>
          <p:cNvPr id="32" name="Image 31">
            <a:extLst>
              <a:ext uri="{FF2B5EF4-FFF2-40B4-BE49-F238E27FC236}">
                <a16:creationId xmlns:a16="http://schemas.microsoft.com/office/drawing/2014/main" id="{2E970203-E1F3-432D-D971-32E1C23AE166}"/>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6210300" y="3746500"/>
            <a:ext cx="279400" cy="292100"/>
          </a:xfrm>
          <a:prstGeom prst="rect">
            <a:avLst/>
          </a:prstGeom>
        </p:spPr>
      </p:pic>
      <p:pic>
        <p:nvPicPr>
          <p:cNvPr id="34" name="Image 33">
            <a:extLst>
              <a:ext uri="{FF2B5EF4-FFF2-40B4-BE49-F238E27FC236}">
                <a16:creationId xmlns:a16="http://schemas.microsoft.com/office/drawing/2014/main" id="{032D0F44-E4BA-1514-226A-0F3246CD7253}"/>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6210300" y="4775200"/>
            <a:ext cx="279400" cy="279400"/>
          </a:xfrm>
          <a:prstGeom prst="rect">
            <a:avLst/>
          </a:prstGeom>
        </p:spPr>
      </p:pic>
      <p:pic>
        <p:nvPicPr>
          <p:cNvPr id="42" name="Image 41">
            <a:extLst>
              <a:ext uri="{FF2B5EF4-FFF2-40B4-BE49-F238E27FC236}">
                <a16:creationId xmlns:a16="http://schemas.microsoft.com/office/drawing/2014/main" id="{2EE74B45-3AB8-C058-68E9-457D14A2C8EB}"/>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6210300" y="6858000"/>
            <a:ext cx="279400" cy="279400"/>
          </a:xfrm>
          <a:prstGeom prst="rect">
            <a:avLst/>
          </a:prstGeom>
        </p:spPr>
      </p:pic>
      <p:pic>
        <p:nvPicPr>
          <p:cNvPr id="44" name="Image 43">
            <a:extLst>
              <a:ext uri="{FF2B5EF4-FFF2-40B4-BE49-F238E27FC236}">
                <a16:creationId xmlns:a16="http://schemas.microsoft.com/office/drawing/2014/main" id="{FE863E20-D8EC-2B0C-2ED6-F5FA9155CD70}"/>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6210300" y="7988300"/>
            <a:ext cx="279400" cy="292100"/>
          </a:xfrm>
          <a:prstGeom prst="rect">
            <a:avLst/>
          </a:prstGeom>
        </p:spPr>
      </p:pic>
      <p:pic>
        <p:nvPicPr>
          <p:cNvPr id="46" name="Image 45">
            <a:extLst>
              <a:ext uri="{FF2B5EF4-FFF2-40B4-BE49-F238E27FC236}">
                <a16:creationId xmlns:a16="http://schemas.microsoft.com/office/drawing/2014/main" id="{4DF7A1D7-7796-E493-2F5A-F8FC4BD0075E}"/>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8140700" y="3746500"/>
            <a:ext cx="292100" cy="292100"/>
          </a:xfrm>
          <a:prstGeom prst="rect">
            <a:avLst/>
          </a:prstGeom>
        </p:spPr>
      </p:pic>
      <p:pic>
        <p:nvPicPr>
          <p:cNvPr id="48" name="Image 47">
            <a:extLst>
              <a:ext uri="{FF2B5EF4-FFF2-40B4-BE49-F238E27FC236}">
                <a16:creationId xmlns:a16="http://schemas.microsoft.com/office/drawing/2014/main" id="{F581B2EF-A707-444E-AEA9-55BBABCAC9FD}"/>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8140700" y="4775200"/>
            <a:ext cx="292100" cy="279400"/>
          </a:xfrm>
          <a:prstGeom prst="rect">
            <a:avLst/>
          </a:prstGeom>
        </p:spPr>
      </p:pic>
      <p:pic>
        <p:nvPicPr>
          <p:cNvPr id="50" name="Image 49">
            <a:extLst>
              <a:ext uri="{FF2B5EF4-FFF2-40B4-BE49-F238E27FC236}">
                <a16:creationId xmlns:a16="http://schemas.microsoft.com/office/drawing/2014/main" id="{85A15D3B-14C7-4837-8079-647C0993E8B9}"/>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8140700" y="5778500"/>
            <a:ext cx="292100" cy="279400"/>
          </a:xfrm>
          <a:prstGeom prst="rect">
            <a:avLst/>
          </a:prstGeom>
        </p:spPr>
      </p:pic>
      <p:pic>
        <p:nvPicPr>
          <p:cNvPr id="52" name="Image 51">
            <a:extLst>
              <a:ext uri="{FF2B5EF4-FFF2-40B4-BE49-F238E27FC236}">
                <a16:creationId xmlns:a16="http://schemas.microsoft.com/office/drawing/2014/main" id="{68CD8C08-B4B5-6C1F-B5D2-E505CE311710}"/>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8140700" y="6858000"/>
            <a:ext cx="292100" cy="279400"/>
          </a:xfrm>
          <a:prstGeom prst="rect">
            <a:avLst/>
          </a:prstGeom>
        </p:spPr>
      </p:pic>
      <p:pic>
        <p:nvPicPr>
          <p:cNvPr id="54" name="Image 53">
            <a:extLst>
              <a:ext uri="{FF2B5EF4-FFF2-40B4-BE49-F238E27FC236}">
                <a16:creationId xmlns:a16="http://schemas.microsoft.com/office/drawing/2014/main" id="{BBF18A29-FCDF-12A6-6B33-A5C24D5D02F4}"/>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8140700" y="7988300"/>
            <a:ext cx="292100" cy="292100"/>
          </a:xfrm>
          <a:prstGeom prst="rect">
            <a:avLst/>
          </a:prstGeom>
        </p:spPr>
      </p:pic>
      <p:pic>
        <p:nvPicPr>
          <p:cNvPr id="56" name="Image 55">
            <a:extLst>
              <a:ext uri="{FF2B5EF4-FFF2-40B4-BE49-F238E27FC236}">
                <a16:creationId xmlns:a16="http://schemas.microsoft.com/office/drawing/2014/main" id="{6FCE3270-9F85-39D4-CA7A-3F7B6516B951}"/>
              </a:ext>
            </a:extLst>
          </p:cNvPr>
          <p:cNvPicPr>
            <a:picLocks/>
          </p:cNvPicPr>
          <p:nvPr/>
        </p:nvPicPr>
        <p:blipFill>
          <a:blip r:embed="rId2"/>
          <a:stretch>
            <a:fillRect/>
          </a:stretch>
        </p:blipFill>
        <p:spPr>
          <a:xfrm>
            <a:off x="13868400" y="3213100"/>
            <a:ext cx="1663700" cy="5575300"/>
          </a:xfrm>
          <a:prstGeom prst="rect">
            <a:avLst/>
          </a:prstGeom>
        </p:spPr>
      </p:pic>
      <p:pic>
        <p:nvPicPr>
          <p:cNvPr id="58" name="Image 57">
            <a:extLst>
              <a:ext uri="{FF2B5EF4-FFF2-40B4-BE49-F238E27FC236}">
                <a16:creationId xmlns:a16="http://schemas.microsoft.com/office/drawing/2014/main" id="{D444805E-53B3-5622-0929-797C695E254F}"/>
              </a:ext>
            </a:extLst>
          </p:cNvPr>
          <p:cNvPicPr>
            <a:picLocks/>
          </p:cNvPicPr>
          <p:nvPr/>
        </p:nvPicPr>
        <p:blipFill>
          <a:blip r:embed="rId2"/>
          <a:stretch>
            <a:fillRect/>
          </a:stretch>
        </p:blipFill>
        <p:spPr>
          <a:xfrm>
            <a:off x="15773400" y="3213100"/>
            <a:ext cx="1676400" cy="5575300"/>
          </a:xfrm>
          <a:prstGeom prst="rect">
            <a:avLst/>
          </a:prstGeom>
        </p:spPr>
      </p:pic>
      <p:sp>
        <p:nvSpPr>
          <p:cNvPr id="59" name="ZoneTexte 58">
            <a:extLst>
              <a:ext uri="{FF2B5EF4-FFF2-40B4-BE49-F238E27FC236}">
                <a16:creationId xmlns:a16="http://schemas.microsoft.com/office/drawing/2014/main" id="{60B2B699-66D2-E7D4-49ED-05CA6D1EFD85}"/>
              </a:ext>
            </a:extLst>
          </p:cNvPr>
          <p:cNvSpPr txBox="1"/>
          <p:nvPr/>
        </p:nvSpPr>
        <p:spPr>
          <a:xfrm>
            <a:off x="9347200" y="3784600"/>
            <a:ext cx="4140200" cy="469900"/>
          </a:xfrm>
          <a:prstGeom prst="rect">
            <a:avLst/>
          </a:prstGeom>
          <a:noFill/>
        </p:spPr>
        <p:txBody>
          <a:bodyPr vert="horz" wrap="square" lIns="0" tIns="0" rIns="0" bIns="0" rtlCol="0" anchor="t" anchorCtr="0">
            <a:noAutofit/>
          </a:bodyPr>
          <a:lstStyle/>
          <a:p>
            <a:r>
              <a:rPr lang="fr-FR">
                <a:solidFill>
                  <a:srgbClr val="1A3256"/>
                </a:solidFill>
                <a:latin typeface="Bahnschrift" panose="020B0502040204020203" pitchFamily="34" charset="0"/>
              </a:rPr>
              <a:t>Dynamique de projets</a:t>
            </a:r>
          </a:p>
        </p:txBody>
      </p:sp>
      <p:sp>
        <p:nvSpPr>
          <p:cNvPr id="60" name="ZoneTexte 59">
            <a:extLst>
              <a:ext uri="{FF2B5EF4-FFF2-40B4-BE49-F238E27FC236}">
                <a16:creationId xmlns:a16="http://schemas.microsoft.com/office/drawing/2014/main" id="{0780EDF6-3AEB-250F-18F8-F2F91266E4A2}"/>
              </a:ext>
            </a:extLst>
          </p:cNvPr>
          <p:cNvSpPr txBox="1"/>
          <p:nvPr/>
        </p:nvSpPr>
        <p:spPr>
          <a:xfrm>
            <a:off x="9347200" y="4800600"/>
            <a:ext cx="4140200" cy="482600"/>
          </a:xfrm>
          <a:prstGeom prst="rect">
            <a:avLst/>
          </a:prstGeom>
          <a:noFill/>
        </p:spPr>
        <p:txBody>
          <a:bodyPr vert="horz" wrap="square" lIns="0" tIns="0" rIns="0" bIns="0" rtlCol="0" anchor="t" anchorCtr="0">
            <a:noAutofit/>
          </a:bodyPr>
          <a:lstStyle/>
          <a:p>
            <a:r>
              <a:rPr lang="fr-FR">
                <a:solidFill>
                  <a:srgbClr val="1A3256"/>
                </a:solidFill>
                <a:latin typeface="Bahnschrift" panose="020B0502040204020203" pitchFamily="34" charset="0"/>
              </a:rPr>
              <a:t>Perception de la démarche innovation</a:t>
            </a:r>
          </a:p>
        </p:txBody>
      </p:sp>
      <p:sp>
        <p:nvSpPr>
          <p:cNvPr id="61" name="ZoneTexte 60">
            <a:extLst>
              <a:ext uri="{FF2B5EF4-FFF2-40B4-BE49-F238E27FC236}">
                <a16:creationId xmlns:a16="http://schemas.microsoft.com/office/drawing/2014/main" id="{0D40BB34-0310-478A-8B65-1270883DB1B5}"/>
              </a:ext>
            </a:extLst>
          </p:cNvPr>
          <p:cNvSpPr txBox="1"/>
          <p:nvPr/>
        </p:nvSpPr>
        <p:spPr>
          <a:xfrm>
            <a:off x="9347200" y="5803900"/>
            <a:ext cx="4140200" cy="482600"/>
          </a:xfrm>
          <a:prstGeom prst="rect">
            <a:avLst/>
          </a:prstGeom>
          <a:noFill/>
        </p:spPr>
        <p:txBody>
          <a:bodyPr vert="horz" wrap="square" lIns="0" tIns="0" rIns="0" bIns="0" rtlCol="0" anchor="t" anchorCtr="0">
            <a:noAutofit/>
          </a:bodyPr>
          <a:lstStyle/>
          <a:p>
            <a:r>
              <a:rPr lang="fr-FR">
                <a:solidFill>
                  <a:srgbClr val="1A3256"/>
                </a:solidFill>
                <a:latin typeface="Bahnschrift" panose="020B0502040204020203" pitchFamily="34" charset="0"/>
              </a:rPr>
              <a:t>Optimisation remplissage/transport</a:t>
            </a:r>
          </a:p>
        </p:txBody>
      </p:sp>
      <p:sp>
        <p:nvSpPr>
          <p:cNvPr id="62" name="ZoneTexte 61">
            <a:extLst>
              <a:ext uri="{FF2B5EF4-FFF2-40B4-BE49-F238E27FC236}">
                <a16:creationId xmlns:a16="http://schemas.microsoft.com/office/drawing/2014/main" id="{7392D6B2-2ADD-5358-942D-9264EF2F9299}"/>
              </a:ext>
            </a:extLst>
          </p:cNvPr>
          <p:cNvSpPr txBox="1"/>
          <p:nvPr/>
        </p:nvSpPr>
        <p:spPr>
          <a:xfrm>
            <a:off x="9347200" y="6883400"/>
            <a:ext cx="4140200" cy="482600"/>
          </a:xfrm>
          <a:prstGeom prst="rect">
            <a:avLst/>
          </a:prstGeom>
          <a:noFill/>
        </p:spPr>
        <p:txBody>
          <a:bodyPr vert="horz" wrap="square" lIns="0" tIns="0" rIns="0" bIns="0" rtlCol="0" anchor="t" anchorCtr="0">
            <a:noAutofit/>
          </a:bodyPr>
          <a:lstStyle/>
          <a:p>
            <a:r>
              <a:rPr lang="fr-FR">
                <a:solidFill>
                  <a:srgbClr val="1A3256"/>
                </a:solidFill>
                <a:latin typeface="Bahnschrift" panose="020B0502040204020203" pitchFamily="34" charset="0"/>
              </a:rPr>
              <a:t>Utilisation outils informatiques</a:t>
            </a:r>
          </a:p>
        </p:txBody>
      </p:sp>
      <p:sp>
        <p:nvSpPr>
          <p:cNvPr id="63" name="ZoneTexte 62">
            <a:extLst>
              <a:ext uri="{FF2B5EF4-FFF2-40B4-BE49-F238E27FC236}">
                <a16:creationId xmlns:a16="http://schemas.microsoft.com/office/drawing/2014/main" id="{DF83DAC6-5ECF-AFD8-F9CB-56C6FF9530BF}"/>
              </a:ext>
            </a:extLst>
          </p:cNvPr>
          <p:cNvSpPr txBox="1"/>
          <p:nvPr/>
        </p:nvSpPr>
        <p:spPr>
          <a:xfrm>
            <a:off x="9334500" y="8026400"/>
            <a:ext cx="4140200" cy="469900"/>
          </a:xfrm>
          <a:prstGeom prst="rect">
            <a:avLst/>
          </a:prstGeom>
          <a:noFill/>
        </p:spPr>
        <p:txBody>
          <a:bodyPr vert="horz" wrap="square" lIns="0" tIns="0" rIns="0" bIns="0" rtlCol="0" anchor="t" anchorCtr="0">
            <a:noAutofit/>
          </a:bodyPr>
          <a:lstStyle/>
          <a:p>
            <a:r>
              <a:rPr lang="fr-FR">
                <a:solidFill>
                  <a:srgbClr val="1A3256"/>
                </a:solidFill>
                <a:latin typeface="Bahnschrift" panose="020B0502040204020203" pitchFamily="34" charset="0"/>
              </a:rPr>
              <a:t>Qualité de service d'après leurs clients</a:t>
            </a:r>
          </a:p>
        </p:txBody>
      </p:sp>
      <p:sp>
        <p:nvSpPr>
          <p:cNvPr id="64" name="ZoneTexte 63">
            <a:extLst>
              <a:ext uri="{FF2B5EF4-FFF2-40B4-BE49-F238E27FC236}">
                <a16:creationId xmlns:a16="http://schemas.microsoft.com/office/drawing/2014/main" id="{DCC20018-4F27-8C1A-7C59-0668B31A9B80}"/>
              </a:ext>
            </a:extLst>
          </p:cNvPr>
          <p:cNvSpPr txBox="1"/>
          <p:nvPr/>
        </p:nvSpPr>
        <p:spPr>
          <a:xfrm>
            <a:off x="13690600" y="3746500"/>
            <a:ext cx="1790700" cy="482600"/>
          </a:xfrm>
          <a:prstGeom prst="rect">
            <a:avLst/>
          </a:prstGeom>
          <a:noFill/>
        </p:spPr>
        <p:txBody>
          <a:bodyPr vert="horz" wrap="square" lIns="0" tIns="0" rIns="0" bIns="0" rtlCol="0" anchor="t" anchorCtr="1">
            <a:noAutofit/>
          </a:bodyPr>
          <a:lstStyle/>
          <a:p>
            <a:pPr algn="ctr"/>
            <a:endParaRPr lang="fr-FR">
              <a:solidFill>
                <a:srgbClr val="1A3256"/>
              </a:solidFill>
              <a:latin typeface="Segoe UI Light" panose="020B0502040204020203" pitchFamily="34" charset="0"/>
            </a:endParaRPr>
          </a:p>
        </p:txBody>
      </p:sp>
      <p:sp>
        <p:nvSpPr>
          <p:cNvPr id="65" name="ZoneTexte 64">
            <a:extLst>
              <a:ext uri="{FF2B5EF4-FFF2-40B4-BE49-F238E27FC236}">
                <a16:creationId xmlns:a16="http://schemas.microsoft.com/office/drawing/2014/main" id="{E3CBC3FD-1CA9-BFE4-8518-AA841F750A23}"/>
              </a:ext>
            </a:extLst>
          </p:cNvPr>
          <p:cNvSpPr txBox="1"/>
          <p:nvPr/>
        </p:nvSpPr>
        <p:spPr>
          <a:xfrm>
            <a:off x="13690600" y="4762500"/>
            <a:ext cx="1790700" cy="482600"/>
          </a:xfrm>
          <a:prstGeom prst="rect">
            <a:avLst/>
          </a:prstGeom>
          <a:noFill/>
        </p:spPr>
        <p:txBody>
          <a:bodyPr vert="horz" wrap="square" lIns="0" tIns="0" rIns="0" bIns="0" rtlCol="0" anchor="t" anchorCtr="1">
            <a:noAutofit/>
          </a:bodyPr>
          <a:lstStyle/>
          <a:p>
            <a:pPr algn="ctr"/>
            <a:endParaRPr lang="fr-FR">
              <a:solidFill>
                <a:srgbClr val="1A3256"/>
              </a:solidFill>
              <a:latin typeface="Segoe UI Light" panose="020B0502040204020203" pitchFamily="34" charset="0"/>
            </a:endParaRPr>
          </a:p>
        </p:txBody>
      </p:sp>
      <p:sp>
        <p:nvSpPr>
          <p:cNvPr id="66" name="ZoneTexte 65">
            <a:extLst>
              <a:ext uri="{FF2B5EF4-FFF2-40B4-BE49-F238E27FC236}">
                <a16:creationId xmlns:a16="http://schemas.microsoft.com/office/drawing/2014/main" id="{4877C7A5-289D-8A8C-A602-2FBC877ABBD8}"/>
              </a:ext>
            </a:extLst>
          </p:cNvPr>
          <p:cNvSpPr txBox="1"/>
          <p:nvPr/>
        </p:nvSpPr>
        <p:spPr>
          <a:xfrm>
            <a:off x="13690600" y="5765800"/>
            <a:ext cx="1790700" cy="4826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3,00</a:t>
            </a:r>
          </a:p>
        </p:txBody>
      </p:sp>
      <p:sp>
        <p:nvSpPr>
          <p:cNvPr id="68" name="ZoneTexte 67">
            <a:extLst>
              <a:ext uri="{FF2B5EF4-FFF2-40B4-BE49-F238E27FC236}">
                <a16:creationId xmlns:a16="http://schemas.microsoft.com/office/drawing/2014/main" id="{4D4A4761-B0FF-02D6-9B64-BF03641B4792}"/>
              </a:ext>
            </a:extLst>
          </p:cNvPr>
          <p:cNvSpPr txBox="1"/>
          <p:nvPr/>
        </p:nvSpPr>
        <p:spPr>
          <a:xfrm>
            <a:off x="13690600" y="7988300"/>
            <a:ext cx="1790700" cy="4699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3,00</a:t>
            </a:r>
          </a:p>
        </p:txBody>
      </p:sp>
      <p:sp>
        <p:nvSpPr>
          <p:cNvPr id="69" name="ZoneTexte 68">
            <a:extLst>
              <a:ext uri="{FF2B5EF4-FFF2-40B4-BE49-F238E27FC236}">
                <a16:creationId xmlns:a16="http://schemas.microsoft.com/office/drawing/2014/main" id="{9C9846FB-DB58-04C8-B835-426C86BA5B2A}"/>
              </a:ext>
            </a:extLst>
          </p:cNvPr>
          <p:cNvSpPr txBox="1"/>
          <p:nvPr/>
        </p:nvSpPr>
        <p:spPr>
          <a:xfrm>
            <a:off x="15570200" y="3746500"/>
            <a:ext cx="1790700" cy="4826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2,25</a:t>
            </a:r>
          </a:p>
        </p:txBody>
      </p:sp>
      <p:sp>
        <p:nvSpPr>
          <p:cNvPr id="70" name="ZoneTexte 69">
            <a:extLst>
              <a:ext uri="{FF2B5EF4-FFF2-40B4-BE49-F238E27FC236}">
                <a16:creationId xmlns:a16="http://schemas.microsoft.com/office/drawing/2014/main" id="{037F4C0E-A9DE-0960-DACD-90C72939CDF3}"/>
              </a:ext>
            </a:extLst>
          </p:cNvPr>
          <p:cNvSpPr txBox="1"/>
          <p:nvPr/>
        </p:nvSpPr>
        <p:spPr>
          <a:xfrm>
            <a:off x="15570200" y="4762500"/>
            <a:ext cx="1790700" cy="4826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2,50</a:t>
            </a:r>
          </a:p>
        </p:txBody>
      </p:sp>
      <p:sp>
        <p:nvSpPr>
          <p:cNvPr id="71" name="ZoneTexte 70">
            <a:extLst>
              <a:ext uri="{FF2B5EF4-FFF2-40B4-BE49-F238E27FC236}">
                <a16:creationId xmlns:a16="http://schemas.microsoft.com/office/drawing/2014/main" id="{6FCCBC5A-584F-C58C-7EAD-205DA6CD9E46}"/>
              </a:ext>
            </a:extLst>
          </p:cNvPr>
          <p:cNvSpPr txBox="1"/>
          <p:nvPr/>
        </p:nvSpPr>
        <p:spPr>
          <a:xfrm>
            <a:off x="15570200" y="5765800"/>
            <a:ext cx="1790700" cy="4826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2,67</a:t>
            </a:r>
          </a:p>
        </p:txBody>
      </p:sp>
      <p:sp>
        <p:nvSpPr>
          <p:cNvPr id="72" name="ZoneTexte 71">
            <a:extLst>
              <a:ext uri="{FF2B5EF4-FFF2-40B4-BE49-F238E27FC236}">
                <a16:creationId xmlns:a16="http://schemas.microsoft.com/office/drawing/2014/main" id="{3CA6D386-F01F-37EF-CCB8-3FB3CB20381E}"/>
              </a:ext>
            </a:extLst>
          </p:cNvPr>
          <p:cNvSpPr txBox="1"/>
          <p:nvPr/>
        </p:nvSpPr>
        <p:spPr>
          <a:xfrm>
            <a:off x="15570200" y="6858000"/>
            <a:ext cx="1790700" cy="4699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2,75</a:t>
            </a:r>
          </a:p>
        </p:txBody>
      </p:sp>
      <p:sp>
        <p:nvSpPr>
          <p:cNvPr id="73" name="ZoneTexte 72">
            <a:extLst>
              <a:ext uri="{FF2B5EF4-FFF2-40B4-BE49-F238E27FC236}">
                <a16:creationId xmlns:a16="http://schemas.microsoft.com/office/drawing/2014/main" id="{A53FCE6F-C42C-CAF7-63DA-8168DC0C14C7}"/>
              </a:ext>
            </a:extLst>
          </p:cNvPr>
          <p:cNvSpPr txBox="1"/>
          <p:nvPr/>
        </p:nvSpPr>
        <p:spPr>
          <a:xfrm>
            <a:off x="15570200" y="7988300"/>
            <a:ext cx="1790700" cy="469900"/>
          </a:xfrm>
          <a:prstGeom prst="rect">
            <a:avLst/>
          </a:prstGeom>
          <a:noFill/>
        </p:spPr>
        <p:txBody>
          <a:bodyPr vert="horz" wrap="square" lIns="0" tIns="0" rIns="0" bIns="0" rtlCol="0" anchor="t" anchorCtr="1">
            <a:noAutofit/>
          </a:bodyPr>
          <a:lstStyle/>
          <a:p>
            <a:pPr algn="ctr"/>
            <a:r>
              <a:rPr lang="fr-FR">
                <a:solidFill>
                  <a:srgbClr val="1A3256"/>
                </a:solidFill>
                <a:latin typeface="Segoe UI Light" panose="020B0502040204020203" pitchFamily="34" charset="0"/>
              </a:rPr>
              <a:t>2,88</a:t>
            </a:r>
          </a:p>
        </p:txBody>
      </p:sp>
      <p:sp>
        <p:nvSpPr>
          <p:cNvPr id="74" name="ZoneTexte 73">
            <a:extLst>
              <a:ext uri="{FF2B5EF4-FFF2-40B4-BE49-F238E27FC236}">
                <a16:creationId xmlns:a16="http://schemas.microsoft.com/office/drawing/2014/main" id="{295485D3-9F0A-93A0-96EC-D23C8DEB0829}"/>
              </a:ext>
            </a:extLst>
          </p:cNvPr>
          <p:cNvSpPr txBox="1"/>
          <p:nvPr/>
        </p:nvSpPr>
        <p:spPr>
          <a:xfrm>
            <a:off x="13893800" y="2806700"/>
            <a:ext cx="1600200" cy="469900"/>
          </a:xfrm>
          <a:prstGeom prst="rect">
            <a:avLst/>
          </a:prstGeom>
          <a:noFill/>
        </p:spPr>
        <p:txBody>
          <a:bodyPr vert="horz" wrap="square" lIns="0" tIns="0" rIns="0" bIns="0" rtlCol="0" anchor="t" anchorCtr="1">
            <a:noAutofit/>
          </a:bodyPr>
          <a:lstStyle/>
          <a:p>
            <a:pPr algn="ctr"/>
            <a:r>
              <a:rPr lang="fr-FR" sz="2400" b="1">
                <a:solidFill>
                  <a:srgbClr val="1A3256"/>
                </a:solidFill>
                <a:latin typeface="Bahnschrift" panose="020B0502040204020203" pitchFamily="34" charset="0"/>
              </a:rPr>
              <a:t>2024</a:t>
            </a:r>
          </a:p>
        </p:txBody>
      </p:sp>
      <p:sp>
        <p:nvSpPr>
          <p:cNvPr id="75" name="ZoneTexte 74">
            <a:extLst>
              <a:ext uri="{FF2B5EF4-FFF2-40B4-BE49-F238E27FC236}">
                <a16:creationId xmlns:a16="http://schemas.microsoft.com/office/drawing/2014/main" id="{CF186DDF-53D9-8655-B8CA-491F211D5DAE}"/>
              </a:ext>
            </a:extLst>
          </p:cNvPr>
          <p:cNvSpPr txBox="1"/>
          <p:nvPr/>
        </p:nvSpPr>
        <p:spPr>
          <a:xfrm>
            <a:off x="15811500" y="2806700"/>
            <a:ext cx="1600200" cy="469900"/>
          </a:xfrm>
          <a:prstGeom prst="rect">
            <a:avLst/>
          </a:prstGeom>
          <a:noFill/>
        </p:spPr>
        <p:txBody>
          <a:bodyPr vert="horz" wrap="square" lIns="0" tIns="0" rIns="0" bIns="0" rtlCol="0" anchor="t" anchorCtr="1">
            <a:noAutofit/>
          </a:bodyPr>
          <a:lstStyle/>
          <a:p>
            <a:pPr algn="ctr"/>
            <a:r>
              <a:rPr lang="fr-FR" sz="2400" b="1">
                <a:solidFill>
                  <a:srgbClr val="1A3256"/>
                </a:solidFill>
                <a:latin typeface="Bahnschrift" panose="020B0502040204020203" pitchFamily="34" charset="0"/>
              </a:rPr>
              <a:t>2025</a:t>
            </a:r>
          </a:p>
        </p:txBody>
      </p:sp>
      <p:pic>
        <p:nvPicPr>
          <p:cNvPr id="87" name="Image 86">
            <a:extLst>
              <a:ext uri="{FF2B5EF4-FFF2-40B4-BE49-F238E27FC236}">
                <a16:creationId xmlns:a16="http://schemas.microsoft.com/office/drawing/2014/main" id="{248DA2FF-E1F9-8FF3-FC8D-50962D1FDE05}"/>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14897100" y="5778500"/>
            <a:ext cx="279400" cy="279400"/>
          </a:xfrm>
          <a:prstGeom prst="rect">
            <a:avLst/>
          </a:prstGeom>
        </p:spPr>
      </p:pic>
      <p:pic>
        <p:nvPicPr>
          <p:cNvPr id="95" name="Image 94">
            <a:extLst>
              <a:ext uri="{FF2B5EF4-FFF2-40B4-BE49-F238E27FC236}">
                <a16:creationId xmlns:a16="http://schemas.microsoft.com/office/drawing/2014/main" id="{0CF38FD9-89B6-2A87-4650-36C9ADB258A4}"/>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14897100" y="7988300"/>
            <a:ext cx="279400" cy="292100"/>
          </a:xfrm>
          <a:prstGeom prst="rect">
            <a:avLst/>
          </a:prstGeom>
        </p:spPr>
      </p:pic>
      <p:pic>
        <p:nvPicPr>
          <p:cNvPr id="97" name="Image 96">
            <a:extLst>
              <a:ext uri="{FF2B5EF4-FFF2-40B4-BE49-F238E27FC236}">
                <a16:creationId xmlns:a16="http://schemas.microsoft.com/office/drawing/2014/main" id="{95C723A5-3CF3-363F-69A9-B86C04C779A2}"/>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16738600" y="3746500"/>
            <a:ext cx="292100" cy="292100"/>
          </a:xfrm>
          <a:prstGeom prst="rect">
            <a:avLst/>
          </a:prstGeom>
        </p:spPr>
      </p:pic>
      <p:pic>
        <p:nvPicPr>
          <p:cNvPr id="99" name="Image 98">
            <a:extLst>
              <a:ext uri="{FF2B5EF4-FFF2-40B4-BE49-F238E27FC236}">
                <a16:creationId xmlns:a16="http://schemas.microsoft.com/office/drawing/2014/main" id="{E5814CE6-A38B-CA8D-9B51-5B83DB257103}"/>
              </a:ext>
            </a:extLst>
          </p:cNvPr>
          <p:cNvPicPr>
            <a:picLocks/>
          </p:cNvPicPr>
          <p:nvPr/>
        </p:nvPicPr>
        <p:blipFill>
          <a:blip r:embed="rId6" cstate="screen">
            <a:extLst>
              <a:ext uri="{28A0092B-C50C-407E-A947-70E740481C1C}">
                <a14:useLocalDpi xmlns:a14="http://schemas.microsoft.com/office/drawing/2010/main"/>
              </a:ext>
            </a:extLst>
          </a:blip>
          <a:stretch>
            <a:fillRect/>
          </a:stretch>
        </p:blipFill>
        <p:spPr>
          <a:xfrm>
            <a:off x="16738600" y="3746500"/>
            <a:ext cx="292100" cy="279400"/>
          </a:xfrm>
          <a:prstGeom prst="rect">
            <a:avLst/>
          </a:prstGeom>
        </p:spPr>
      </p:pic>
      <p:pic>
        <p:nvPicPr>
          <p:cNvPr id="101" name="Image 100">
            <a:extLst>
              <a:ext uri="{FF2B5EF4-FFF2-40B4-BE49-F238E27FC236}">
                <a16:creationId xmlns:a16="http://schemas.microsoft.com/office/drawing/2014/main" id="{A679500E-C78D-3354-BB08-E42893FA87F9}"/>
              </a:ext>
            </a:extLst>
          </p:cNvPr>
          <p:cNvPicPr>
            <a:picLocks/>
          </p:cNvPicPr>
          <p:nvPr/>
        </p:nvPicPr>
        <p:blipFill>
          <a:blip r:embed="rId7" cstate="screen">
            <a:extLst>
              <a:ext uri="{28A0092B-C50C-407E-A947-70E740481C1C}">
                <a14:useLocalDpi xmlns:a14="http://schemas.microsoft.com/office/drawing/2010/main"/>
              </a:ext>
            </a:extLst>
          </a:blip>
          <a:stretch>
            <a:fillRect/>
          </a:stretch>
        </p:blipFill>
        <p:spPr>
          <a:xfrm>
            <a:off x="16738600" y="3759200"/>
            <a:ext cx="292100" cy="279400"/>
          </a:xfrm>
          <a:prstGeom prst="rect">
            <a:avLst/>
          </a:prstGeom>
        </p:spPr>
      </p:pic>
      <p:pic>
        <p:nvPicPr>
          <p:cNvPr id="103" name="Image 102">
            <a:extLst>
              <a:ext uri="{FF2B5EF4-FFF2-40B4-BE49-F238E27FC236}">
                <a16:creationId xmlns:a16="http://schemas.microsoft.com/office/drawing/2014/main" id="{E0A90B49-7647-090E-666A-B920E62B566B}"/>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16738600" y="4775200"/>
            <a:ext cx="292100" cy="279400"/>
          </a:xfrm>
          <a:prstGeom prst="rect">
            <a:avLst/>
          </a:prstGeom>
        </p:spPr>
      </p:pic>
      <p:pic>
        <p:nvPicPr>
          <p:cNvPr id="105" name="Image 104">
            <a:extLst>
              <a:ext uri="{FF2B5EF4-FFF2-40B4-BE49-F238E27FC236}">
                <a16:creationId xmlns:a16="http://schemas.microsoft.com/office/drawing/2014/main" id="{FE2E2968-AD18-A023-96C7-A3790DEFBFA4}"/>
              </a:ext>
            </a:extLst>
          </p:cNvPr>
          <p:cNvPicPr>
            <a:picLocks/>
          </p:cNvPicPr>
          <p:nvPr/>
        </p:nvPicPr>
        <p:blipFill>
          <a:blip r:embed="rId6" cstate="screen">
            <a:extLst>
              <a:ext uri="{28A0092B-C50C-407E-A947-70E740481C1C}">
                <a14:useLocalDpi xmlns:a14="http://schemas.microsoft.com/office/drawing/2010/main"/>
              </a:ext>
            </a:extLst>
          </a:blip>
          <a:stretch>
            <a:fillRect/>
          </a:stretch>
        </p:blipFill>
        <p:spPr>
          <a:xfrm>
            <a:off x="16738600" y="4775200"/>
            <a:ext cx="292100" cy="279400"/>
          </a:xfrm>
          <a:prstGeom prst="rect">
            <a:avLst/>
          </a:prstGeom>
        </p:spPr>
      </p:pic>
      <p:pic>
        <p:nvPicPr>
          <p:cNvPr id="107" name="Image 106">
            <a:extLst>
              <a:ext uri="{FF2B5EF4-FFF2-40B4-BE49-F238E27FC236}">
                <a16:creationId xmlns:a16="http://schemas.microsoft.com/office/drawing/2014/main" id="{AD98212E-193D-1276-2FC5-6BD973BF67CE}"/>
              </a:ext>
            </a:extLst>
          </p:cNvPr>
          <p:cNvPicPr>
            <a:picLocks/>
          </p:cNvPicPr>
          <p:nvPr/>
        </p:nvPicPr>
        <p:blipFill>
          <a:blip r:embed="rId7" cstate="screen">
            <a:extLst>
              <a:ext uri="{28A0092B-C50C-407E-A947-70E740481C1C}">
                <a14:useLocalDpi xmlns:a14="http://schemas.microsoft.com/office/drawing/2010/main"/>
              </a:ext>
            </a:extLst>
          </a:blip>
          <a:stretch>
            <a:fillRect/>
          </a:stretch>
        </p:blipFill>
        <p:spPr>
          <a:xfrm>
            <a:off x="16738600" y="4775200"/>
            <a:ext cx="292100" cy="279400"/>
          </a:xfrm>
          <a:prstGeom prst="rect">
            <a:avLst/>
          </a:prstGeom>
        </p:spPr>
      </p:pic>
      <p:pic>
        <p:nvPicPr>
          <p:cNvPr id="109" name="Image 108">
            <a:extLst>
              <a:ext uri="{FF2B5EF4-FFF2-40B4-BE49-F238E27FC236}">
                <a16:creationId xmlns:a16="http://schemas.microsoft.com/office/drawing/2014/main" id="{23A4107D-07E3-CB97-98B7-F74C5C964074}"/>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16738600" y="5778500"/>
            <a:ext cx="292100" cy="279400"/>
          </a:xfrm>
          <a:prstGeom prst="rect">
            <a:avLst/>
          </a:prstGeom>
        </p:spPr>
      </p:pic>
      <p:pic>
        <p:nvPicPr>
          <p:cNvPr id="111" name="Image 110">
            <a:extLst>
              <a:ext uri="{FF2B5EF4-FFF2-40B4-BE49-F238E27FC236}">
                <a16:creationId xmlns:a16="http://schemas.microsoft.com/office/drawing/2014/main" id="{3856F45A-C165-4DDD-03BF-33F84E27A413}"/>
              </a:ext>
            </a:extLst>
          </p:cNvPr>
          <p:cNvPicPr>
            <a:picLocks/>
          </p:cNvPicPr>
          <p:nvPr/>
        </p:nvPicPr>
        <p:blipFill>
          <a:blip r:embed="rId6" cstate="screen">
            <a:extLst>
              <a:ext uri="{28A0092B-C50C-407E-A947-70E740481C1C}">
                <a14:useLocalDpi xmlns:a14="http://schemas.microsoft.com/office/drawing/2010/main"/>
              </a:ext>
            </a:extLst>
          </a:blip>
          <a:stretch>
            <a:fillRect/>
          </a:stretch>
        </p:blipFill>
        <p:spPr>
          <a:xfrm>
            <a:off x="16738600" y="5778500"/>
            <a:ext cx="292100" cy="279400"/>
          </a:xfrm>
          <a:prstGeom prst="rect">
            <a:avLst/>
          </a:prstGeom>
        </p:spPr>
      </p:pic>
      <p:pic>
        <p:nvPicPr>
          <p:cNvPr id="113" name="Image 112">
            <a:extLst>
              <a:ext uri="{FF2B5EF4-FFF2-40B4-BE49-F238E27FC236}">
                <a16:creationId xmlns:a16="http://schemas.microsoft.com/office/drawing/2014/main" id="{828F7B14-A384-D700-F963-B0EC284F545F}"/>
              </a:ext>
            </a:extLst>
          </p:cNvPr>
          <p:cNvPicPr>
            <a:picLocks/>
          </p:cNvPicPr>
          <p:nvPr/>
        </p:nvPicPr>
        <p:blipFill>
          <a:blip r:embed="rId7" cstate="screen">
            <a:extLst>
              <a:ext uri="{28A0092B-C50C-407E-A947-70E740481C1C}">
                <a14:useLocalDpi xmlns:a14="http://schemas.microsoft.com/office/drawing/2010/main"/>
              </a:ext>
            </a:extLst>
          </a:blip>
          <a:stretch>
            <a:fillRect/>
          </a:stretch>
        </p:blipFill>
        <p:spPr>
          <a:xfrm>
            <a:off x="16738600" y="5778500"/>
            <a:ext cx="292100" cy="279400"/>
          </a:xfrm>
          <a:prstGeom prst="rect">
            <a:avLst/>
          </a:prstGeom>
        </p:spPr>
      </p:pic>
      <p:pic>
        <p:nvPicPr>
          <p:cNvPr id="115" name="Image 114">
            <a:extLst>
              <a:ext uri="{FF2B5EF4-FFF2-40B4-BE49-F238E27FC236}">
                <a16:creationId xmlns:a16="http://schemas.microsoft.com/office/drawing/2014/main" id="{02F10F08-8B8D-A30E-5009-C05F69405DF0}"/>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16738600" y="6858000"/>
            <a:ext cx="292100" cy="279400"/>
          </a:xfrm>
          <a:prstGeom prst="rect">
            <a:avLst/>
          </a:prstGeom>
        </p:spPr>
      </p:pic>
      <p:pic>
        <p:nvPicPr>
          <p:cNvPr id="117" name="Image 116">
            <a:extLst>
              <a:ext uri="{FF2B5EF4-FFF2-40B4-BE49-F238E27FC236}">
                <a16:creationId xmlns:a16="http://schemas.microsoft.com/office/drawing/2014/main" id="{724B3A61-53DF-5CC7-8582-295155AB36A8}"/>
              </a:ext>
            </a:extLst>
          </p:cNvPr>
          <p:cNvPicPr>
            <a:picLocks/>
          </p:cNvPicPr>
          <p:nvPr/>
        </p:nvPicPr>
        <p:blipFill>
          <a:blip r:embed="rId6" cstate="screen">
            <a:extLst>
              <a:ext uri="{28A0092B-C50C-407E-A947-70E740481C1C}">
                <a14:useLocalDpi xmlns:a14="http://schemas.microsoft.com/office/drawing/2010/main"/>
              </a:ext>
            </a:extLst>
          </a:blip>
          <a:stretch>
            <a:fillRect/>
          </a:stretch>
        </p:blipFill>
        <p:spPr>
          <a:xfrm>
            <a:off x="16738600" y="6858000"/>
            <a:ext cx="292100" cy="279400"/>
          </a:xfrm>
          <a:prstGeom prst="rect">
            <a:avLst/>
          </a:prstGeom>
        </p:spPr>
      </p:pic>
      <p:pic>
        <p:nvPicPr>
          <p:cNvPr id="119" name="Image 118">
            <a:extLst>
              <a:ext uri="{FF2B5EF4-FFF2-40B4-BE49-F238E27FC236}">
                <a16:creationId xmlns:a16="http://schemas.microsoft.com/office/drawing/2014/main" id="{7FBB320C-A81F-199A-B731-862E9093BF8F}"/>
              </a:ext>
            </a:extLst>
          </p:cNvPr>
          <p:cNvPicPr>
            <a:picLocks/>
          </p:cNvPicPr>
          <p:nvPr/>
        </p:nvPicPr>
        <p:blipFill>
          <a:blip r:embed="rId5" cstate="screen">
            <a:extLst>
              <a:ext uri="{28A0092B-C50C-407E-A947-70E740481C1C}">
                <a14:useLocalDpi xmlns:a14="http://schemas.microsoft.com/office/drawing/2010/main"/>
              </a:ext>
            </a:extLst>
          </a:blip>
          <a:stretch>
            <a:fillRect/>
          </a:stretch>
        </p:blipFill>
        <p:spPr>
          <a:xfrm>
            <a:off x="16738600" y="7988300"/>
            <a:ext cx="292100" cy="292100"/>
          </a:xfrm>
          <a:prstGeom prst="rect">
            <a:avLst/>
          </a:prstGeom>
        </p:spPr>
      </p:pic>
      <p:pic>
        <p:nvPicPr>
          <p:cNvPr id="121" name="Image 120">
            <a:extLst>
              <a:ext uri="{FF2B5EF4-FFF2-40B4-BE49-F238E27FC236}">
                <a16:creationId xmlns:a16="http://schemas.microsoft.com/office/drawing/2014/main" id="{8E2AD253-6F7A-265B-B809-4A258CF2FD62}"/>
              </a:ext>
            </a:extLst>
          </p:cNvPr>
          <p:cNvPicPr>
            <a:picLocks/>
          </p:cNvPicPr>
          <p:nvPr/>
        </p:nvPicPr>
        <p:blipFill>
          <a:blip r:embed="rId6" cstate="screen">
            <a:extLst>
              <a:ext uri="{28A0092B-C50C-407E-A947-70E740481C1C}">
                <a14:useLocalDpi xmlns:a14="http://schemas.microsoft.com/office/drawing/2010/main"/>
              </a:ext>
            </a:extLst>
          </a:blip>
          <a:stretch>
            <a:fillRect/>
          </a:stretch>
        </p:blipFill>
        <p:spPr>
          <a:xfrm>
            <a:off x="16738600" y="7988300"/>
            <a:ext cx="292100" cy="292100"/>
          </a:xfrm>
          <a:prstGeom prst="rect">
            <a:avLst/>
          </a:prstGeom>
        </p:spPr>
      </p:pic>
      <p:sp>
        <p:nvSpPr>
          <p:cNvPr id="122" name="ZoneTexte 121">
            <a:extLst>
              <a:ext uri="{FF2B5EF4-FFF2-40B4-BE49-F238E27FC236}">
                <a16:creationId xmlns:a16="http://schemas.microsoft.com/office/drawing/2014/main" id="{639F3F5E-8879-1E49-793B-CDACD7B93095}"/>
              </a:ext>
            </a:extLst>
          </p:cNvPr>
          <p:cNvSpPr txBox="1"/>
          <p:nvPr/>
        </p:nvSpPr>
        <p:spPr>
          <a:xfrm>
            <a:off x="15367000" y="5715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3,54</a:t>
            </a:r>
          </a:p>
        </p:txBody>
      </p:sp>
      <p:sp>
        <p:nvSpPr>
          <p:cNvPr id="123" name="ZoneTexte 122">
            <a:extLst>
              <a:ext uri="{FF2B5EF4-FFF2-40B4-BE49-F238E27FC236}">
                <a16:creationId xmlns:a16="http://schemas.microsoft.com/office/drawing/2014/main" id="{1E5CEA07-3171-B6C8-84E8-42F279ABB923}"/>
              </a:ext>
            </a:extLst>
          </p:cNvPr>
          <p:cNvSpPr txBox="1"/>
          <p:nvPr/>
        </p:nvSpPr>
        <p:spPr>
          <a:xfrm>
            <a:off x="15024100" y="1117600"/>
            <a:ext cx="2717800" cy="762000"/>
          </a:xfrm>
          <a:prstGeom prst="rect">
            <a:avLst/>
          </a:prstGeom>
          <a:noFill/>
        </p:spPr>
        <p:txBody>
          <a:bodyPr vert="horz" wrap="square" lIns="0" tIns="0" rIns="0" bIns="0" rtlCol="0" anchor="t" anchorCtr="0">
            <a:noAutofit/>
          </a:bodyPr>
          <a:lstStyle/>
          <a:p>
            <a:pPr algn="r"/>
            <a:r>
              <a:rPr lang="fr-FR">
                <a:solidFill>
                  <a:srgbClr val="1A3256"/>
                </a:solidFill>
                <a:latin typeface="Bahnschrift" panose="020B0502040204020203" pitchFamily="34" charset="0"/>
              </a:rPr>
              <a:t>2024 : 3,83 (-7,63%)</a:t>
            </a:r>
          </a:p>
        </p:txBody>
      </p:sp>
    </p:spTree>
    <p:extLst>
      <p:ext uri="{BB962C8B-B14F-4D97-AF65-F5344CB8AC3E}">
        <p14:creationId xmlns:p14="http://schemas.microsoft.com/office/powerpoint/2010/main" val="2116130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B04EE-A46B-FDAF-BB16-8EFDDBA3D888}"/>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5F960176-C660-7E67-92E3-23B0F908052C}"/>
              </a:ext>
            </a:extLst>
          </p:cNvPr>
          <p:cNvSpPr/>
          <p:nvPr/>
        </p:nvSpPr>
        <p:spPr>
          <a:xfrm>
            <a:off x="9424220" y="2338962"/>
            <a:ext cx="8431981" cy="5912215"/>
          </a:xfrm>
          <a:prstGeom prst="roundRect">
            <a:avLst/>
          </a:prstGeom>
          <a:solidFill>
            <a:schemeClr val="accent4">
              <a:lumMod val="40000"/>
              <a:lumOff val="6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p>
            <a:pPr marL="0" marR="0" lvl="0" indent="0" algn="l" defTabSz="914400" rtl="0" eaLnBrk="1" fontAlgn="auto" latinLnBrk="0" hangingPunct="1">
              <a:lnSpc>
                <a:spcPct val="100000"/>
              </a:lnSpc>
              <a:spcBef>
                <a:spcPts val="0"/>
              </a:spcBef>
              <a:spcAft>
                <a:spcPts val="0"/>
              </a:spcAft>
              <a:buClr>
                <a:srgbClr val="EF1A25"/>
              </a:buClr>
              <a:buSzTx/>
              <a:buFontTx/>
              <a:buNone/>
              <a:tabLst/>
              <a:defRPr/>
            </a:pPr>
            <a:endParaRPr kumimoji="0" lang="fr-FR" sz="1200" b="0" i="0" u="none" strike="noStrike" kern="1200" cap="none" spc="0" normalizeH="0" baseline="0" noProof="0" dirty="0" err="1">
              <a:ln>
                <a:noFill/>
              </a:ln>
              <a:solidFill>
                <a:prstClr val="white">
                  <a:lumMod val="100000"/>
                </a:prstClr>
              </a:solidFill>
              <a:effectLst/>
              <a:uLnTx/>
              <a:uFillTx/>
              <a:latin typeface="Segoe UI Semilight" panose="020B0402040204020203" pitchFamily="34" charset="0"/>
              <a:ea typeface="+mn-ea"/>
              <a:cs typeface="+mn-cs"/>
            </a:endParaRPr>
          </a:p>
        </p:txBody>
      </p:sp>
      <p:sp>
        <p:nvSpPr>
          <p:cNvPr id="2" name="Titre 1">
            <a:extLst>
              <a:ext uri="{FF2B5EF4-FFF2-40B4-BE49-F238E27FC236}">
                <a16:creationId xmlns:a16="http://schemas.microsoft.com/office/drawing/2014/main" id="{A85B522B-6C01-4753-FD96-7D4C10AD40FE}"/>
              </a:ext>
            </a:extLst>
          </p:cNvPr>
          <p:cNvSpPr>
            <a:spLocks noGrp="1"/>
          </p:cNvSpPr>
          <p:nvPr>
            <p:ph type="title"/>
          </p:nvPr>
        </p:nvSpPr>
        <p:spPr/>
        <p:txBody>
          <a:bodyPr/>
          <a:lstStyle/>
          <a:p>
            <a:r>
              <a:rPr lang="fr-FR" dirty="0"/>
              <a:t>SYNTHSE VERBATIM ANALYSE GLOBAL</a:t>
            </a:r>
          </a:p>
        </p:txBody>
      </p:sp>
      <p:sp>
        <p:nvSpPr>
          <p:cNvPr id="4" name="Rectangle : coins arrondis 3">
            <a:extLst>
              <a:ext uri="{FF2B5EF4-FFF2-40B4-BE49-F238E27FC236}">
                <a16:creationId xmlns:a16="http://schemas.microsoft.com/office/drawing/2014/main" id="{1FEE8F42-11BC-7D02-5BE3-3A306FEE703C}"/>
              </a:ext>
            </a:extLst>
          </p:cNvPr>
          <p:cNvSpPr/>
          <p:nvPr/>
        </p:nvSpPr>
        <p:spPr>
          <a:xfrm>
            <a:off x="565970" y="2415163"/>
            <a:ext cx="8431981" cy="5841734"/>
          </a:xfrm>
          <a:prstGeom prst="roundRect">
            <a:avLst/>
          </a:prstGeom>
          <a:solidFill>
            <a:schemeClr val="accent6">
              <a:lumMod val="40000"/>
              <a:lumOff val="6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t">
            <a:noAutofit/>
          </a:bodyPr>
          <a:lstStyle/>
          <a:p>
            <a:pPr marL="0" marR="0" lvl="0" indent="0" algn="l" defTabSz="914400" rtl="0" eaLnBrk="1" fontAlgn="auto" latinLnBrk="0" hangingPunct="1">
              <a:lnSpc>
                <a:spcPct val="100000"/>
              </a:lnSpc>
              <a:spcBef>
                <a:spcPts val="0"/>
              </a:spcBef>
              <a:spcAft>
                <a:spcPts val="0"/>
              </a:spcAft>
              <a:buClr>
                <a:srgbClr val="EF1A25"/>
              </a:buClr>
              <a:buSzTx/>
              <a:buFontTx/>
              <a:buNone/>
              <a:tabLst/>
              <a:defRPr/>
            </a:pPr>
            <a:endParaRPr kumimoji="0" lang="fr-FR" sz="1200" b="0" i="0" u="none" strike="noStrike" kern="1200" cap="none" spc="0" normalizeH="0" baseline="0" noProof="0" dirty="0" err="1">
              <a:ln>
                <a:noFill/>
              </a:ln>
              <a:solidFill>
                <a:prstClr val="white">
                  <a:lumMod val="100000"/>
                </a:prstClr>
              </a:solidFill>
              <a:effectLst/>
              <a:uLnTx/>
              <a:uFillTx/>
              <a:latin typeface="Segoe UI Semilight" panose="020B0402040204020203" pitchFamily="34" charset="0"/>
              <a:ea typeface="+mn-ea"/>
              <a:cs typeface="+mn-cs"/>
            </a:endParaRPr>
          </a:p>
        </p:txBody>
      </p:sp>
      <p:pic>
        <p:nvPicPr>
          <p:cNvPr id="5" name="Image 4">
            <a:extLst>
              <a:ext uri="{FF2B5EF4-FFF2-40B4-BE49-F238E27FC236}">
                <a16:creationId xmlns:a16="http://schemas.microsoft.com/office/drawing/2014/main" id="{2C43259F-7044-EFB9-0E01-B93F10D98D4B}"/>
              </a:ext>
            </a:extLst>
          </p:cNvPr>
          <p:cNvPicPr>
            <a:picLocks/>
          </p:cNvPicPr>
          <p:nvPr/>
        </p:nvPicPr>
        <p:blipFill>
          <a:blip r:embed="rId2" cstate="screen">
            <a:extLst>
              <a:ext uri="{28A0092B-C50C-407E-A947-70E740481C1C}">
                <a14:useLocalDpi xmlns:a14="http://schemas.microsoft.com/office/drawing/2010/main"/>
              </a:ext>
            </a:extLst>
          </a:blip>
          <a:stretch>
            <a:fillRect/>
          </a:stretch>
        </p:blipFill>
        <p:spPr>
          <a:xfrm>
            <a:off x="978720" y="2415164"/>
            <a:ext cx="1209196" cy="1507832"/>
          </a:xfrm>
          <a:prstGeom prst="rect">
            <a:avLst/>
          </a:prstGeom>
        </p:spPr>
      </p:pic>
      <p:sp>
        <p:nvSpPr>
          <p:cNvPr id="15" name="ZoneTexte 14">
            <a:extLst>
              <a:ext uri="{FF2B5EF4-FFF2-40B4-BE49-F238E27FC236}">
                <a16:creationId xmlns:a16="http://schemas.microsoft.com/office/drawing/2014/main" id="{33848DC4-4431-9A71-9547-ECE3D8FFBE74}"/>
              </a:ext>
            </a:extLst>
          </p:cNvPr>
          <p:cNvSpPr txBox="1"/>
          <p:nvPr/>
        </p:nvSpPr>
        <p:spPr>
          <a:xfrm>
            <a:off x="2339207" y="2815795"/>
            <a:ext cx="3507028" cy="561741"/>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dirty="0">
                <a:ln>
                  <a:noFill/>
                </a:ln>
                <a:solidFill>
                  <a:srgbClr val="1A3256"/>
                </a:solidFill>
                <a:effectLst/>
                <a:uLnTx/>
                <a:uFillTx/>
                <a:latin typeface="Bahnschrift" panose="020B0502040204020203" pitchFamily="34" charset="0"/>
                <a:ea typeface="+mn-ea"/>
                <a:cs typeface="+mn-cs"/>
              </a:rPr>
              <a:t>Points positifs</a:t>
            </a:r>
          </a:p>
        </p:txBody>
      </p:sp>
      <p:sp>
        <p:nvSpPr>
          <p:cNvPr id="6" name="ZoneTexte 5">
            <a:extLst>
              <a:ext uri="{FF2B5EF4-FFF2-40B4-BE49-F238E27FC236}">
                <a16:creationId xmlns:a16="http://schemas.microsoft.com/office/drawing/2014/main" id="{E6E27172-B4A1-7F95-D8C7-0939B0115DA7}"/>
              </a:ext>
            </a:extLst>
          </p:cNvPr>
          <p:cNvSpPr txBox="1"/>
          <p:nvPr/>
        </p:nvSpPr>
        <p:spPr>
          <a:xfrm>
            <a:off x="10803346" y="2822071"/>
            <a:ext cx="3507028" cy="561741"/>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dirty="0">
                <a:ln>
                  <a:noFill/>
                </a:ln>
                <a:solidFill>
                  <a:srgbClr val="1A3256"/>
                </a:solidFill>
                <a:effectLst/>
                <a:uLnTx/>
                <a:uFillTx/>
                <a:latin typeface="Bahnschrift" panose="020B0502040204020203" pitchFamily="34" charset="0"/>
                <a:ea typeface="+mn-ea"/>
                <a:cs typeface="+mn-cs"/>
              </a:rPr>
              <a:t>Points négatifs</a:t>
            </a:r>
          </a:p>
        </p:txBody>
      </p:sp>
      <p:pic>
        <p:nvPicPr>
          <p:cNvPr id="7" name="Image 6">
            <a:extLst>
              <a:ext uri="{FF2B5EF4-FFF2-40B4-BE49-F238E27FC236}">
                <a16:creationId xmlns:a16="http://schemas.microsoft.com/office/drawing/2014/main" id="{D96C892C-5168-DC9B-E38F-778618DA743E}"/>
              </a:ext>
            </a:extLst>
          </p:cNvPr>
          <p:cNvPicPr>
            <a:picLocks/>
          </p:cNvPicPr>
          <p:nvPr/>
        </p:nvPicPr>
        <p:blipFill>
          <a:blip r:embed="rId3" cstate="screen">
            <a:extLst>
              <a:ext uri="{28A0092B-C50C-407E-A947-70E740481C1C}">
                <a14:useLocalDpi xmlns:a14="http://schemas.microsoft.com/office/drawing/2010/main"/>
              </a:ext>
            </a:extLst>
          </a:blip>
          <a:stretch>
            <a:fillRect/>
          </a:stretch>
        </p:blipFill>
        <p:spPr>
          <a:xfrm>
            <a:off x="9736930" y="2393105"/>
            <a:ext cx="1041400" cy="1295400"/>
          </a:xfrm>
          <a:prstGeom prst="rect">
            <a:avLst/>
          </a:prstGeom>
        </p:spPr>
      </p:pic>
      <p:sp>
        <p:nvSpPr>
          <p:cNvPr id="12" name="ZoneTexte 11">
            <a:extLst>
              <a:ext uri="{FF2B5EF4-FFF2-40B4-BE49-F238E27FC236}">
                <a16:creationId xmlns:a16="http://schemas.microsoft.com/office/drawing/2014/main" id="{95E4C0C5-2253-C845-3A33-CE3EE06B90D7}"/>
              </a:ext>
            </a:extLst>
          </p:cNvPr>
          <p:cNvSpPr txBox="1"/>
          <p:nvPr/>
        </p:nvSpPr>
        <p:spPr>
          <a:xfrm>
            <a:off x="710380" y="3760833"/>
            <a:ext cx="8168149" cy="4093428"/>
          </a:xfrm>
          <a:prstGeom prst="rect">
            <a:avLst/>
          </a:prstGeom>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1" u="none" strike="noStrike" kern="1200" cap="none" spc="0" normalizeH="0" baseline="0" noProof="0" dirty="0">
                <a:ln>
                  <a:noFill/>
                </a:ln>
                <a:solidFill>
                  <a:prstClr val="black"/>
                </a:solidFill>
                <a:effectLst/>
                <a:uLnTx/>
                <a:uFillTx/>
                <a:latin typeface="Segoe UI Semilight"/>
                <a:ea typeface="+mn-ea"/>
                <a:cs typeface="+mn-cs"/>
              </a:rPr>
              <a:t>Professionnalisme et implication au démarrage</a:t>
            </a:r>
          </a:p>
          <a:p>
            <a:pPr marR="0" lvl="0" algn="l" defTabSz="914400" rtl="0" eaLnBrk="1" fontAlgn="auto" latinLnBrk="0" hangingPunct="1">
              <a:lnSpc>
                <a:spcPct val="100000"/>
              </a:lnSpc>
              <a:spcBef>
                <a:spcPts val="0"/>
              </a:spcBef>
              <a:spcAft>
                <a:spcPts val="0"/>
              </a:spcAft>
              <a:buClrTx/>
              <a:buSzTx/>
              <a:tabLst/>
              <a:defRPr/>
            </a:pPr>
            <a:r>
              <a:rPr kumimoji="0" lang="fr-FR" sz="2000" i="1" u="none" strike="noStrike" kern="1200" cap="none" spc="0" normalizeH="0" baseline="0" noProof="0" dirty="0">
                <a:ln>
                  <a:noFill/>
                </a:ln>
                <a:solidFill>
                  <a:prstClr val="black"/>
                </a:solidFill>
                <a:effectLst/>
                <a:uLnTx/>
                <a:uFillTx/>
                <a:latin typeface="Segoe UI Semilight"/>
                <a:ea typeface="+mn-ea"/>
                <a:cs typeface="+mn-cs"/>
              </a:rPr>
              <a:t>« Très bonne expérience client lors de l’appel d’offre et de l’accompagnement au démarrage. Force de proposition et professionnalisme dans ces deux phases.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1" u="none" strike="noStrike" kern="1200" cap="none" spc="0" normalizeH="0" baseline="0" noProof="0" dirty="0">
                <a:ln>
                  <a:noFill/>
                </a:ln>
                <a:solidFill>
                  <a:prstClr val="black"/>
                </a:solidFill>
                <a:effectLst/>
                <a:uLnTx/>
                <a:uFillTx/>
                <a:latin typeface="Segoe UI Semilight"/>
                <a:ea typeface="+mn-ea"/>
                <a:cs typeface="+mn-cs"/>
              </a:rPr>
              <a:t>Bonne énergie des équipes RH malgré la phase de lancement</a:t>
            </a:r>
          </a:p>
          <a:p>
            <a:pPr marR="0" lvl="0" algn="l" defTabSz="914400" rtl="0" eaLnBrk="1" fontAlgn="auto" latinLnBrk="0" hangingPunct="1">
              <a:lnSpc>
                <a:spcPct val="100000"/>
              </a:lnSpc>
              <a:spcBef>
                <a:spcPts val="0"/>
              </a:spcBef>
              <a:spcAft>
                <a:spcPts val="0"/>
              </a:spcAft>
              <a:buClrTx/>
              <a:buSzTx/>
              <a:tabLst/>
              <a:defRPr/>
            </a:pPr>
            <a:r>
              <a:rPr kumimoji="0" lang="fr-FR" sz="2000" i="1" u="none" strike="noStrike" kern="1200" cap="none" spc="0" normalizeH="0" baseline="0" noProof="0" dirty="0">
                <a:ln>
                  <a:noFill/>
                </a:ln>
                <a:solidFill>
                  <a:prstClr val="black"/>
                </a:solidFill>
                <a:effectLst/>
                <a:uLnTx/>
                <a:uFillTx/>
                <a:latin typeface="Segoe UI Semilight"/>
                <a:ea typeface="+mn-ea"/>
                <a:cs typeface="+mn-cs"/>
              </a:rPr>
              <a:t>« Phase de démarrage. Bonne énergie mise par ID sur le sujet. Situation qui s’améliore doucement.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1" u="none" strike="noStrike" kern="1200" cap="none" spc="0" normalizeH="0" baseline="0" noProof="0" dirty="0">
                <a:ln>
                  <a:noFill/>
                </a:ln>
                <a:solidFill>
                  <a:prstClr val="black"/>
                </a:solidFill>
                <a:effectLst/>
                <a:uLnTx/>
                <a:uFillTx/>
                <a:latin typeface="Segoe UI Semilight"/>
                <a:ea typeface="+mn-ea"/>
                <a:cs typeface="+mn-cs"/>
              </a:rPr>
              <a:t>Vision positive du potentiel du partenariat</a:t>
            </a:r>
          </a:p>
          <a:p>
            <a:pPr marR="0" lvl="0" algn="l" defTabSz="914400" rtl="0" eaLnBrk="1" fontAlgn="auto" latinLnBrk="0" hangingPunct="1">
              <a:lnSpc>
                <a:spcPct val="100000"/>
              </a:lnSpc>
              <a:spcBef>
                <a:spcPts val="0"/>
              </a:spcBef>
              <a:spcAft>
                <a:spcPts val="0"/>
              </a:spcAft>
              <a:buClrTx/>
              <a:buSzTx/>
              <a:tabLst/>
              <a:defRPr/>
            </a:pPr>
            <a:r>
              <a:rPr kumimoji="0" lang="fr-FR" sz="2000" i="1" u="none" strike="noStrike" kern="1200" cap="none" spc="0" normalizeH="0" baseline="0" noProof="0" dirty="0">
                <a:ln>
                  <a:noFill/>
                </a:ln>
                <a:solidFill>
                  <a:prstClr val="black"/>
                </a:solidFill>
                <a:effectLst/>
                <a:uLnTx/>
                <a:uFillTx/>
                <a:latin typeface="Segoe UI Semilight"/>
                <a:ea typeface="+mn-ea"/>
                <a:cs typeface="+mn-cs"/>
              </a:rPr>
              <a:t>« Je crois au potentiel d’ID pour sortir du lot rapidement. La priorité est maintenant de rendre le site autonome et d’entrer dans une phase d’amélioration continue.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1" u="none" strike="noStrike" kern="1200" cap="none" spc="0" normalizeH="0" baseline="0" noProof="0" dirty="0">
                <a:ln>
                  <a:noFill/>
                </a:ln>
                <a:solidFill>
                  <a:prstClr val="black"/>
                </a:solidFill>
                <a:effectLst/>
                <a:uLnTx/>
                <a:uFillTx/>
                <a:latin typeface="Segoe UI Semilight"/>
                <a:ea typeface="+mn-ea"/>
                <a:cs typeface="+mn-cs"/>
              </a:rPr>
              <a:t>Démarche d’innovation présente (à renforcer)</a:t>
            </a:r>
          </a:p>
          <a:p>
            <a:pPr marR="0" lvl="0" algn="l" defTabSz="914400" rtl="0" eaLnBrk="1" fontAlgn="auto" latinLnBrk="0" hangingPunct="1">
              <a:lnSpc>
                <a:spcPct val="100000"/>
              </a:lnSpc>
              <a:spcBef>
                <a:spcPts val="0"/>
              </a:spcBef>
              <a:spcAft>
                <a:spcPts val="0"/>
              </a:spcAft>
              <a:buClrTx/>
              <a:buSzTx/>
              <a:tabLst/>
              <a:defRPr/>
            </a:pPr>
            <a:r>
              <a:rPr kumimoji="0" lang="fr-FR" sz="2000" i="1" u="none" strike="noStrike" kern="1200" cap="none" spc="0" normalizeH="0" baseline="0" noProof="0" dirty="0">
                <a:ln>
                  <a:noFill/>
                </a:ln>
                <a:solidFill>
                  <a:prstClr val="black"/>
                </a:solidFill>
                <a:effectLst/>
                <a:uLnTx/>
                <a:uFillTx/>
                <a:latin typeface="Segoe UI Semilight"/>
                <a:ea typeface="+mn-ea"/>
                <a:cs typeface="+mn-cs"/>
              </a:rPr>
              <a:t>« Des solutions proposées dans l’offre et toujours non déployées à date… »</a:t>
            </a:r>
            <a:endParaRPr kumimoji="0" lang="fr-FR" sz="2000" i="0" u="none" strike="noStrike" kern="1200" cap="none" spc="0" normalizeH="0" baseline="0" noProof="0" dirty="0">
              <a:ln>
                <a:noFill/>
              </a:ln>
              <a:solidFill>
                <a:prstClr val="black"/>
              </a:solidFill>
              <a:effectLst/>
              <a:uLnTx/>
              <a:uFillTx/>
              <a:latin typeface="Segoe UI Semilight"/>
              <a:ea typeface="+mn-ea"/>
              <a:cs typeface="+mn-cs"/>
            </a:endParaRPr>
          </a:p>
        </p:txBody>
      </p:sp>
      <p:sp>
        <p:nvSpPr>
          <p:cNvPr id="13" name="ZoneTexte 12">
            <a:extLst>
              <a:ext uri="{FF2B5EF4-FFF2-40B4-BE49-F238E27FC236}">
                <a16:creationId xmlns:a16="http://schemas.microsoft.com/office/drawing/2014/main" id="{9BFED64E-38AB-3F78-DE95-4133CA88CFB8}"/>
              </a:ext>
            </a:extLst>
          </p:cNvPr>
          <p:cNvSpPr txBox="1"/>
          <p:nvPr/>
        </p:nvSpPr>
        <p:spPr>
          <a:xfrm>
            <a:off x="9810546" y="3556220"/>
            <a:ext cx="7767074" cy="3785652"/>
          </a:xfrm>
          <a:prstGeom prst="rect">
            <a:avLst/>
          </a:prstGeom>
        </p:spPr>
        <p:txBody>
          <a:bodyPr wrap="square" rtlCol="0">
            <a:spAutoFit/>
          </a:bodyPr>
          <a:lstStyle/>
          <a:p>
            <a:pPr marL="342900" indent="-342900">
              <a:buFont typeface="Arial" panose="020B0604020202020204" pitchFamily="34" charset="0"/>
              <a:buChar char="•"/>
            </a:pPr>
            <a:r>
              <a:rPr lang="fr-FR" sz="2000" b="1" dirty="0"/>
              <a:t>Démarrage d’activité compliqué et promesses non tenues</a:t>
            </a:r>
          </a:p>
          <a:p>
            <a:r>
              <a:rPr lang="fr-FR" sz="2000" i="1" dirty="0"/>
              <a:t>« Activité compliquée sur les premiers mois, promesses non tenues, </a:t>
            </a:r>
            <a:r>
              <a:rPr lang="fr-FR" sz="2000" i="1" dirty="0" err="1"/>
              <a:t>task</a:t>
            </a:r>
            <a:r>
              <a:rPr lang="fr-FR" sz="2000" i="1" dirty="0"/>
              <a:t> force déployée trop tardivement. »</a:t>
            </a:r>
          </a:p>
          <a:p>
            <a:pPr marL="342900" indent="-342900">
              <a:buFont typeface="Arial" panose="020B0604020202020204" pitchFamily="34" charset="0"/>
              <a:buChar char="•"/>
            </a:pPr>
            <a:r>
              <a:rPr lang="fr-FR" sz="2000" b="1" dirty="0"/>
              <a:t>Écart entre la phase projet et la réalité opérationnelle</a:t>
            </a:r>
          </a:p>
          <a:p>
            <a:r>
              <a:rPr lang="fr-FR" sz="2000" i="1" dirty="0"/>
              <a:t>« Un vide incroyable entre la phase projet maîtrisée et le lâcher-prise aux équipes opérationnelles. »</a:t>
            </a:r>
          </a:p>
          <a:p>
            <a:pPr marL="342900" indent="-342900">
              <a:buFont typeface="Arial" panose="020B0604020202020204" pitchFamily="34" charset="0"/>
              <a:buChar char="•"/>
            </a:pPr>
            <a:r>
              <a:rPr lang="fr-FR" sz="2000" b="1" dirty="0"/>
              <a:t>Niveau de performance encore en dessous des attentes</a:t>
            </a:r>
          </a:p>
          <a:p>
            <a:r>
              <a:rPr lang="fr-FR" sz="2000" i="1" dirty="0"/>
              <a:t>« Performance qui s’améliore mais qui n’est pas encore au niveau de celle d’avant Cholet. »</a:t>
            </a:r>
          </a:p>
          <a:p>
            <a:pPr marL="342900" indent="-342900">
              <a:buFont typeface="Arial" panose="020B0604020202020204" pitchFamily="34" charset="0"/>
              <a:buChar char="•"/>
            </a:pPr>
            <a:r>
              <a:rPr lang="fr-FR" sz="2000" b="1" dirty="0"/>
              <a:t>Manque de maîtrise des outils et des flux informatiques</a:t>
            </a:r>
          </a:p>
          <a:p>
            <a:r>
              <a:rPr lang="fr-FR" sz="2000" i="1" dirty="0"/>
              <a:t>« Non-maîtrise du process générant des erreurs importantes. Mauvais paramétrage WMS avec forts impacts sur la PFE. »</a:t>
            </a:r>
          </a:p>
        </p:txBody>
      </p:sp>
    </p:spTree>
    <p:extLst>
      <p:ext uri="{BB962C8B-B14F-4D97-AF65-F5344CB8AC3E}">
        <p14:creationId xmlns:p14="http://schemas.microsoft.com/office/powerpoint/2010/main" val="126024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F6654CF-34AD-2916-FEAF-C6CB20865729}"/>
            </a:ext>
          </a:extLst>
        </p:cNvPr>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AC426EFB-9B93-8554-9EEB-7366ABC51FE9}"/>
              </a:ext>
            </a:extLst>
          </p:cNvPr>
          <p:cNvSpPr>
            <a:spLocks noGrp="1"/>
          </p:cNvSpPr>
          <p:nvPr>
            <p:ph type="body" sz="quarter" idx="11"/>
          </p:nvPr>
        </p:nvSpPr>
        <p:spPr/>
        <p:txBody>
          <a:bodyPr/>
          <a:lstStyle/>
          <a:p>
            <a:r>
              <a:rPr lang="fr-FR"/>
              <a:t>Synthèse par interlocuteur</a:t>
            </a:r>
            <a:endParaRPr lang="en-US"/>
          </a:p>
        </p:txBody>
      </p:sp>
      <p:pic>
        <p:nvPicPr>
          <p:cNvPr id="9" name="Picture Placeholder 6">
            <a:extLst>
              <a:ext uri="{FF2B5EF4-FFF2-40B4-BE49-F238E27FC236}">
                <a16:creationId xmlns:a16="http://schemas.microsoft.com/office/drawing/2014/main" id="{9025DCC3-153D-CDFD-30FE-8383715D95D8}"/>
              </a:ext>
            </a:extLst>
          </p:cNvPr>
          <p:cNvPicPr>
            <a:picLocks noGrp="1" noChangeAspect="1"/>
          </p:cNvPicPr>
          <p:nvPr>
            <p:ph type="pic" sz="quarter" idx="12"/>
            <p:custDataLst>
              <p:tags r:id="rId4"/>
            </p:custDataLst>
          </p:nvPr>
        </p:nvPicPr>
        <p:blipFill rotWithShape="1">
          <a:blip r:embed="rId7" cstate="screen">
            <a:extLst>
              <a:ext uri="{28A0092B-C50C-407E-A947-70E740481C1C}">
                <a14:useLocalDpi xmlns:a14="http://schemas.microsoft.com/office/drawing/2010/main"/>
              </a:ext>
            </a:extLst>
          </a:blip>
          <a:srcRect/>
          <a:stretch/>
        </p:blipFill>
        <p:spPr>
          <a:xfrm>
            <a:off x="1231941" y="1267228"/>
            <a:ext cx="6608682" cy="6608682"/>
          </a:xfrm>
        </p:spPr>
      </p:pic>
      <p:sp>
        <p:nvSpPr>
          <p:cNvPr id="2" name="Espace réservé du numéro de diapositive 1">
            <a:extLst>
              <a:ext uri="{FF2B5EF4-FFF2-40B4-BE49-F238E27FC236}">
                <a16:creationId xmlns:a16="http://schemas.microsoft.com/office/drawing/2014/main" id="{28B09F6A-555B-1D72-D828-B900E95CC35D}"/>
              </a:ext>
            </a:extLst>
          </p:cNvPr>
          <p:cNvSpPr>
            <a:spLocks noGrp="1"/>
          </p:cNvSpPr>
          <p:nvPr>
            <p:ph type="sldNum" sz="quarter" idx="19"/>
          </p:nvPr>
        </p:nvSpPr>
        <p:spPr/>
        <p:txBody>
          <a:bodyPr/>
          <a:lstStyle/>
          <a:p>
            <a:pPr marL="0" marR="0" lvl="0" indent="0" algn="ctr" defTabSz="1371417" rtl="0" eaLnBrk="1" fontAlgn="auto" latinLnBrk="0" hangingPunct="1">
              <a:lnSpc>
                <a:spcPct val="100000"/>
              </a:lnSpc>
              <a:spcBef>
                <a:spcPts val="0"/>
              </a:spcBef>
              <a:spcAft>
                <a:spcPts val="0"/>
              </a:spcAft>
              <a:buClrTx/>
              <a:buSzTx/>
              <a:buFontTx/>
              <a:buNone/>
              <a:tabLst/>
              <a:defRPr/>
            </a:pPr>
            <a:fld id="{4BF46CD0-FBDC-4232-8F32-5100991AA633}" type="slidenum">
              <a:rPr kumimoji="0" lang="fr-FR" sz="1200" b="0" i="0" u="none" strike="noStrike" kern="1200" cap="none" spc="0" normalizeH="0" baseline="0" noProof="0">
                <a:ln>
                  <a:noFill/>
                </a:ln>
                <a:solidFill>
                  <a:prstClr val="white"/>
                </a:solidFill>
                <a:effectLst/>
                <a:uLnTx/>
                <a:uFillTx/>
                <a:latin typeface="Bahnschrift"/>
                <a:ea typeface="+mn-ea"/>
                <a:cs typeface="+mn-cs"/>
              </a:rPr>
              <a:pPr marL="0" marR="0" lvl="0" indent="0" algn="ctr" defTabSz="1371417" rtl="0" eaLnBrk="1" fontAlgn="auto" latinLnBrk="0" hangingPunct="1">
                <a:lnSpc>
                  <a:spcPct val="100000"/>
                </a:lnSpc>
                <a:spcBef>
                  <a:spcPts val="0"/>
                </a:spcBef>
                <a:spcAft>
                  <a:spcPts val="0"/>
                </a:spcAft>
                <a:buClrTx/>
                <a:buSzTx/>
                <a:buFontTx/>
                <a:buNone/>
                <a:tabLst/>
                <a:defRPr/>
              </a:pPr>
              <a:t>17</a:t>
            </a:fld>
            <a:endParaRPr kumimoji="0" lang="fr-FR" sz="1200" b="0" i="0" u="none" strike="noStrike" kern="1200" cap="none" spc="0" normalizeH="0" baseline="0" noProof="0">
              <a:ln>
                <a:noFill/>
              </a:ln>
              <a:solidFill>
                <a:prstClr val="white"/>
              </a:solidFill>
              <a:effectLst/>
              <a:uLnTx/>
              <a:uFillTx/>
              <a:latin typeface="Bahnschrift"/>
              <a:ea typeface="+mn-ea"/>
              <a:cs typeface="+mn-cs"/>
            </a:endParaRPr>
          </a:p>
        </p:txBody>
      </p:sp>
    </p:spTree>
    <p:custDataLst>
      <p:custData r:id="rId1"/>
      <p:custData r:id="rId2"/>
      <p:tags r:id="rId3"/>
    </p:custDataLst>
    <p:extLst>
      <p:ext uri="{BB962C8B-B14F-4D97-AF65-F5344CB8AC3E}">
        <p14:creationId xmlns:p14="http://schemas.microsoft.com/office/powerpoint/2010/main" val="1317568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842BC63-781F-3870-2975-721B844A1F74}"/>
              </a:ext>
            </a:extLst>
          </p:cNvPr>
          <p:cNvPicPr>
            <a:picLocks/>
          </p:cNvPicPr>
          <p:nvPr/>
        </p:nvPicPr>
        <p:blipFill>
          <a:blip r:embed="rId2"/>
          <a:stretch>
            <a:fillRect/>
          </a:stretch>
        </p:blipFill>
        <p:spPr>
          <a:xfrm>
            <a:off x="508000" y="1905000"/>
            <a:ext cx="17119600" cy="7823200"/>
          </a:xfrm>
          <a:prstGeom prst="rect">
            <a:avLst/>
          </a:prstGeom>
        </p:spPr>
      </p:pic>
      <p:sp>
        <p:nvSpPr>
          <p:cNvPr id="6" name="ZoneTexte 5">
            <a:extLst>
              <a:ext uri="{FF2B5EF4-FFF2-40B4-BE49-F238E27FC236}">
                <a16:creationId xmlns:a16="http://schemas.microsoft.com/office/drawing/2014/main" id="{3E655362-063D-38CB-761A-46FE89B2D3C3}"/>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dirty="0">
                <a:solidFill>
                  <a:srgbClr val="1A3256"/>
                </a:solidFill>
                <a:latin typeface="Bahnschrift" panose="020B0502040204020203" pitchFamily="34" charset="0"/>
              </a:rPr>
              <a:t>COMPARAISON PAR QUESTION</a:t>
            </a:r>
          </a:p>
        </p:txBody>
      </p:sp>
      <p:sp>
        <p:nvSpPr>
          <p:cNvPr id="7" name="ZoneTexte 6">
            <a:extLst>
              <a:ext uri="{FF2B5EF4-FFF2-40B4-BE49-F238E27FC236}">
                <a16:creationId xmlns:a16="http://schemas.microsoft.com/office/drawing/2014/main" id="{8A4AC14C-9933-B56F-B041-3F52984BB5CF}"/>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fr-FR" sz="3600" b="1">
                <a:solidFill>
                  <a:srgbClr val="1A3256"/>
                </a:solidFill>
                <a:latin typeface="Segoe UI Light" panose="020B0502040204020203" pitchFamily="34" charset="0"/>
              </a:rPr>
              <a:t>METRO &gt; Charles VILLEPELET Cholet &gt; </a:t>
            </a:r>
          </a:p>
        </p:txBody>
      </p:sp>
      <p:sp>
        <p:nvSpPr>
          <p:cNvPr id="8" name="ZoneTexte 7">
            <a:extLst>
              <a:ext uri="{FF2B5EF4-FFF2-40B4-BE49-F238E27FC236}">
                <a16:creationId xmlns:a16="http://schemas.microsoft.com/office/drawing/2014/main" id="{DA6D4499-4B95-0F72-2583-C9C8B0157113}"/>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3,45</a:t>
            </a:r>
          </a:p>
        </p:txBody>
      </p:sp>
      <p:sp>
        <p:nvSpPr>
          <p:cNvPr id="9" name="ZoneTexte 8">
            <a:extLst>
              <a:ext uri="{FF2B5EF4-FFF2-40B4-BE49-F238E27FC236}">
                <a16:creationId xmlns:a16="http://schemas.microsoft.com/office/drawing/2014/main" id="{18558B5C-0ADB-17EC-F22A-CC5E046D84A3}"/>
              </a:ext>
            </a:extLst>
          </p:cNvPr>
          <p:cNvSpPr txBox="1"/>
          <p:nvPr/>
        </p:nvSpPr>
        <p:spPr>
          <a:xfrm>
            <a:off x="15100300" y="1054100"/>
            <a:ext cx="2717800" cy="762000"/>
          </a:xfrm>
          <a:prstGeom prst="rect">
            <a:avLst/>
          </a:prstGeom>
          <a:noFill/>
        </p:spPr>
        <p:txBody>
          <a:bodyPr vert="horz" wrap="square" lIns="0" tIns="0" rIns="0" bIns="0" rtlCol="0" anchor="t" anchorCtr="0">
            <a:noAutofit/>
          </a:bodyPr>
          <a:lstStyle/>
          <a:p>
            <a:pPr algn="r"/>
            <a:r>
              <a:rPr lang="fr-FR" sz="2200">
                <a:solidFill>
                  <a:srgbClr val="1A3256"/>
                </a:solidFill>
                <a:latin typeface="Bahnschrift" panose="020B0502040204020203" pitchFamily="34" charset="0"/>
              </a:rPr>
              <a:t>2024 : 3,11 (11,04%)</a:t>
            </a:r>
          </a:p>
        </p:txBody>
      </p:sp>
      <p:sp>
        <p:nvSpPr>
          <p:cNvPr id="10" name="ZoneTexte 9">
            <a:extLst>
              <a:ext uri="{FF2B5EF4-FFF2-40B4-BE49-F238E27FC236}">
                <a16:creationId xmlns:a16="http://schemas.microsoft.com/office/drawing/2014/main" id="{D0543029-AF42-ABAB-D122-4710A9EF3C57}"/>
              </a:ext>
            </a:extLst>
          </p:cNvPr>
          <p:cNvSpPr txBox="1"/>
          <p:nvPr/>
        </p:nvSpPr>
        <p:spPr>
          <a:xfrm>
            <a:off x="355600" y="9169400"/>
            <a:ext cx="3314700" cy="520700"/>
          </a:xfrm>
          <a:prstGeom prst="rect">
            <a:avLst/>
          </a:prstGeom>
          <a:noFill/>
        </p:spPr>
        <p:txBody>
          <a:bodyPr vert="horz" wrap="square" lIns="0" tIns="0" rIns="0" bIns="0" rtlCol="0" anchor="t" anchorCtr="0">
            <a:noAutofit/>
          </a:bodyPr>
          <a:lstStyle/>
          <a:p>
            <a:r>
              <a:rPr lang="fr-FR" sz="1400" i="1">
                <a:solidFill>
                  <a:srgbClr val="0F39B7"/>
                </a:solidFill>
                <a:latin typeface="Calibri" panose="020F0502020204030204" pitchFamily="34" charset="0"/>
              </a:rPr>
              <a:t>Couleur : note 2024, Rouge : note 2025.</a:t>
            </a:r>
          </a:p>
          <a:p>
            <a:r>
              <a:rPr lang="fr-FR" sz="1400" i="1">
                <a:solidFill>
                  <a:srgbClr val="0F39B7"/>
                </a:solidFill>
                <a:latin typeface="Calibri" panose="020F0502020204030204" pitchFamily="34" charset="0"/>
              </a:rPr>
              <a:t>Entre parenthèses : note 2024 / 2025</a:t>
            </a:r>
          </a:p>
        </p:txBody>
      </p:sp>
      <p:cxnSp>
        <p:nvCxnSpPr>
          <p:cNvPr id="2" name="Connecteur droit 1">
            <a:extLst>
              <a:ext uri="{FF2B5EF4-FFF2-40B4-BE49-F238E27FC236}">
                <a16:creationId xmlns:a16="http://schemas.microsoft.com/office/drawing/2014/main" id="{58AE1B6E-E643-5EE1-B9B2-834885881956}"/>
              </a:ext>
            </a:extLst>
          </p:cNvPr>
          <p:cNvCxnSpPr>
            <a:cxnSpLocks/>
          </p:cNvCxnSpPr>
          <p:nvPr/>
        </p:nvCxnSpPr>
        <p:spPr>
          <a:xfrm>
            <a:off x="8010525" y="3848100"/>
            <a:ext cx="1028699" cy="1962150"/>
          </a:xfrm>
          <a:prstGeom prst="line">
            <a:avLst/>
          </a:prstGeom>
          <a:ln w="38100">
            <a:solidFill>
              <a:srgbClr val="99487F"/>
            </a:solidFill>
          </a:ln>
        </p:spPr>
        <p:style>
          <a:lnRef idx="2">
            <a:schemeClr val="accent1"/>
          </a:lnRef>
          <a:fillRef idx="0">
            <a:schemeClr val="accent1"/>
          </a:fillRef>
          <a:effectRef idx="1">
            <a:schemeClr val="accent1"/>
          </a:effectRef>
          <a:fontRef idx="minor">
            <a:schemeClr val="tx1"/>
          </a:fontRef>
        </p:style>
      </p:cxnSp>
      <p:cxnSp>
        <p:nvCxnSpPr>
          <p:cNvPr id="4" name="Connecteur droit 3">
            <a:extLst>
              <a:ext uri="{FF2B5EF4-FFF2-40B4-BE49-F238E27FC236}">
                <a16:creationId xmlns:a16="http://schemas.microsoft.com/office/drawing/2014/main" id="{651379F5-C716-9F42-9285-BF6EAA652365}"/>
              </a:ext>
            </a:extLst>
          </p:cNvPr>
          <p:cNvCxnSpPr>
            <a:cxnSpLocks/>
          </p:cNvCxnSpPr>
          <p:nvPr/>
        </p:nvCxnSpPr>
        <p:spPr>
          <a:xfrm>
            <a:off x="7724775" y="5295900"/>
            <a:ext cx="1314449" cy="514350"/>
          </a:xfrm>
          <a:prstGeom prst="line">
            <a:avLst/>
          </a:prstGeom>
          <a:ln w="38100">
            <a:solidFill>
              <a:srgbClr val="99487F"/>
            </a:solidFill>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EB12E946-23AC-937A-8191-DB6BD47A8EB4}"/>
              </a:ext>
            </a:extLst>
          </p:cNvPr>
          <p:cNvCxnSpPr>
            <a:cxnSpLocks/>
          </p:cNvCxnSpPr>
          <p:nvPr/>
        </p:nvCxnSpPr>
        <p:spPr>
          <a:xfrm flipV="1">
            <a:off x="7219950" y="5810250"/>
            <a:ext cx="1819274" cy="1209675"/>
          </a:xfrm>
          <a:prstGeom prst="line">
            <a:avLst/>
          </a:prstGeom>
          <a:ln w="38100">
            <a:solidFill>
              <a:srgbClr val="FBB803"/>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4DDDF99A-3342-1B6A-91AA-4199116F8CF9}"/>
              </a:ext>
            </a:extLst>
          </p:cNvPr>
          <p:cNvCxnSpPr>
            <a:cxnSpLocks/>
          </p:cNvCxnSpPr>
          <p:nvPr/>
        </p:nvCxnSpPr>
        <p:spPr>
          <a:xfrm flipV="1">
            <a:off x="9039224" y="5810250"/>
            <a:ext cx="0" cy="2857500"/>
          </a:xfrm>
          <a:prstGeom prst="line">
            <a:avLst/>
          </a:prstGeom>
          <a:ln w="38100">
            <a:solidFill>
              <a:srgbClr val="AAD196"/>
            </a:solidFill>
          </a:ln>
        </p:spPr>
        <p:style>
          <a:lnRef idx="2">
            <a:schemeClr val="accent1"/>
          </a:lnRef>
          <a:fillRef idx="0">
            <a:schemeClr val="accent1"/>
          </a:fillRef>
          <a:effectRef idx="1">
            <a:schemeClr val="accent1"/>
          </a:effectRef>
          <a:fontRef idx="minor">
            <a:schemeClr val="tx1"/>
          </a:fontRef>
        </p:style>
      </p:cxnSp>
      <p:cxnSp>
        <p:nvCxnSpPr>
          <p:cNvPr id="20" name="Connecteur droit 19">
            <a:extLst>
              <a:ext uri="{FF2B5EF4-FFF2-40B4-BE49-F238E27FC236}">
                <a16:creationId xmlns:a16="http://schemas.microsoft.com/office/drawing/2014/main" id="{0EACCC25-2BDE-5E0E-9AF4-07F896196296}"/>
              </a:ext>
            </a:extLst>
          </p:cNvPr>
          <p:cNvCxnSpPr>
            <a:cxnSpLocks/>
          </p:cNvCxnSpPr>
          <p:nvPr/>
        </p:nvCxnSpPr>
        <p:spPr>
          <a:xfrm flipH="1">
            <a:off x="9039224" y="4543425"/>
            <a:ext cx="1800226" cy="1266825"/>
          </a:xfrm>
          <a:prstGeom prst="line">
            <a:avLst/>
          </a:prstGeom>
          <a:ln w="38100">
            <a:solidFill>
              <a:srgbClr val="8D103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2683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6B9F3181-13C4-580E-FB9B-F7CD474E7416}"/>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a:solidFill>
                  <a:srgbClr val="1A3256"/>
                </a:solidFill>
                <a:latin typeface="Bahnschrift" panose="020B0502040204020203" pitchFamily="34" charset="0"/>
              </a:rPr>
              <a:t>COMPARAISON PAR QUESTION</a:t>
            </a:r>
          </a:p>
        </p:txBody>
      </p:sp>
      <p:sp>
        <p:nvSpPr>
          <p:cNvPr id="5" name="ZoneTexte 4">
            <a:extLst>
              <a:ext uri="{FF2B5EF4-FFF2-40B4-BE49-F238E27FC236}">
                <a16:creationId xmlns:a16="http://schemas.microsoft.com/office/drawing/2014/main" id="{1AF61C75-BF04-B949-6C3B-C4F6079E56BD}"/>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fr-FR" sz="3600" b="1">
                <a:solidFill>
                  <a:srgbClr val="1A3256"/>
                </a:solidFill>
                <a:latin typeface="Segoe UI Light" panose="020B0502040204020203" pitchFamily="34" charset="0"/>
              </a:rPr>
              <a:t>METRO &gt; Charles VILLEPELET Cholet &gt; </a:t>
            </a:r>
          </a:p>
        </p:txBody>
      </p:sp>
      <p:sp>
        <p:nvSpPr>
          <p:cNvPr id="6" name="ZoneTexte 5">
            <a:extLst>
              <a:ext uri="{FF2B5EF4-FFF2-40B4-BE49-F238E27FC236}">
                <a16:creationId xmlns:a16="http://schemas.microsoft.com/office/drawing/2014/main" id="{D8197ED1-ADE3-A033-3284-AC5695D4A68B}"/>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dirty="0">
                <a:solidFill>
                  <a:srgbClr val="1A3256"/>
                </a:solidFill>
                <a:latin typeface="Bahnschrift" panose="020B0502040204020203" pitchFamily="34" charset="0"/>
              </a:rPr>
              <a:t>3,45</a:t>
            </a:r>
          </a:p>
        </p:txBody>
      </p:sp>
      <p:sp>
        <p:nvSpPr>
          <p:cNvPr id="7" name="ZoneTexte 6">
            <a:extLst>
              <a:ext uri="{FF2B5EF4-FFF2-40B4-BE49-F238E27FC236}">
                <a16:creationId xmlns:a16="http://schemas.microsoft.com/office/drawing/2014/main" id="{3F31C250-DE32-BAD4-1F22-0C031608B53C}"/>
              </a:ext>
            </a:extLst>
          </p:cNvPr>
          <p:cNvSpPr txBox="1"/>
          <p:nvPr/>
        </p:nvSpPr>
        <p:spPr>
          <a:xfrm>
            <a:off x="15100300" y="1054100"/>
            <a:ext cx="2717800" cy="762000"/>
          </a:xfrm>
          <a:prstGeom prst="rect">
            <a:avLst/>
          </a:prstGeom>
          <a:noFill/>
        </p:spPr>
        <p:txBody>
          <a:bodyPr vert="horz" wrap="square" lIns="0" tIns="0" rIns="0" bIns="0" rtlCol="0" anchor="t" anchorCtr="0">
            <a:noAutofit/>
          </a:bodyPr>
          <a:lstStyle/>
          <a:p>
            <a:pPr algn="r"/>
            <a:r>
              <a:rPr lang="fr-FR" sz="2200">
                <a:solidFill>
                  <a:srgbClr val="1A3256"/>
                </a:solidFill>
                <a:latin typeface="Bahnschrift" panose="020B0502040204020203" pitchFamily="34" charset="0"/>
              </a:rPr>
              <a:t>2024 : 3,11 (11,04%)</a:t>
            </a:r>
          </a:p>
        </p:txBody>
      </p:sp>
      <p:pic>
        <p:nvPicPr>
          <p:cNvPr id="9" name="Image 8">
            <a:extLst>
              <a:ext uri="{FF2B5EF4-FFF2-40B4-BE49-F238E27FC236}">
                <a16:creationId xmlns:a16="http://schemas.microsoft.com/office/drawing/2014/main" id="{8EF897FE-ED1A-9FCC-1D4D-6EBC06C3FED7}"/>
              </a:ext>
            </a:extLst>
          </p:cNvPr>
          <p:cNvPicPr>
            <a:picLocks/>
          </p:cNvPicPr>
          <p:nvPr/>
        </p:nvPicPr>
        <p:blipFill>
          <a:blip r:embed="rId2"/>
          <a:stretch>
            <a:fillRect/>
          </a:stretch>
        </p:blipFill>
        <p:spPr>
          <a:xfrm>
            <a:off x="11493500" y="3314700"/>
            <a:ext cx="6096000" cy="6311900"/>
          </a:xfrm>
          <a:prstGeom prst="rect">
            <a:avLst/>
          </a:prstGeom>
        </p:spPr>
      </p:pic>
      <p:pic>
        <p:nvPicPr>
          <p:cNvPr id="11" name="Image 10">
            <a:extLst>
              <a:ext uri="{FF2B5EF4-FFF2-40B4-BE49-F238E27FC236}">
                <a16:creationId xmlns:a16="http://schemas.microsoft.com/office/drawing/2014/main" id="{134F4F76-AABD-D72C-384D-24290957906E}"/>
              </a:ext>
            </a:extLst>
          </p:cNvPr>
          <p:cNvPicPr>
            <a:picLocks/>
          </p:cNvPicPr>
          <p:nvPr/>
        </p:nvPicPr>
        <p:blipFill>
          <a:blip r:embed="rId3"/>
          <a:stretch>
            <a:fillRect/>
          </a:stretch>
        </p:blipFill>
        <p:spPr>
          <a:xfrm>
            <a:off x="6959600" y="3314700"/>
            <a:ext cx="5981700" cy="6172200"/>
          </a:xfrm>
          <a:prstGeom prst="rect">
            <a:avLst/>
          </a:prstGeom>
        </p:spPr>
      </p:pic>
      <p:pic>
        <p:nvPicPr>
          <p:cNvPr id="13" name="Image 12">
            <a:extLst>
              <a:ext uri="{FF2B5EF4-FFF2-40B4-BE49-F238E27FC236}">
                <a16:creationId xmlns:a16="http://schemas.microsoft.com/office/drawing/2014/main" id="{C55132A9-881C-091F-07A7-D79DF01074E1}"/>
              </a:ext>
            </a:extLst>
          </p:cNvPr>
          <p:cNvPicPr>
            <a:picLocks/>
          </p:cNvPicPr>
          <p:nvPr/>
        </p:nvPicPr>
        <p:blipFill>
          <a:blip r:embed="rId4"/>
          <a:stretch>
            <a:fillRect/>
          </a:stretch>
        </p:blipFill>
        <p:spPr>
          <a:xfrm>
            <a:off x="2197100" y="3314700"/>
            <a:ext cx="4254500" cy="6159500"/>
          </a:xfrm>
          <a:prstGeom prst="rect">
            <a:avLst/>
          </a:prstGeom>
        </p:spPr>
      </p:pic>
      <p:sp>
        <p:nvSpPr>
          <p:cNvPr id="14" name="ZoneTexte 13">
            <a:extLst>
              <a:ext uri="{FF2B5EF4-FFF2-40B4-BE49-F238E27FC236}">
                <a16:creationId xmlns:a16="http://schemas.microsoft.com/office/drawing/2014/main" id="{28CD2AFD-964C-6E17-70B5-14DDC1F54992}"/>
              </a:ext>
            </a:extLst>
          </p:cNvPr>
          <p:cNvSpPr txBox="1"/>
          <p:nvPr/>
        </p:nvSpPr>
        <p:spPr>
          <a:xfrm>
            <a:off x="1727200" y="2781300"/>
            <a:ext cx="22225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"Peu importantes":</a:t>
            </a:r>
          </a:p>
        </p:txBody>
      </p:sp>
      <p:sp>
        <p:nvSpPr>
          <p:cNvPr id="15" name="ZoneTexte 14">
            <a:extLst>
              <a:ext uri="{FF2B5EF4-FFF2-40B4-BE49-F238E27FC236}">
                <a16:creationId xmlns:a16="http://schemas.microsoft.com/office/drawing/2014/main" id="{634BC47C-82AE-15FE-AD3D-C2797896A6AA}"/>
              </a:ext>
            </a:extLst>
          </p:cNvPr>
          <p:cNvSpPr txBox="1"/>
          <p:nvPr/>
        </p:nvSpPr>
        <p:spPr>
          <a:xfrm>
            <a:off x="4076700" y="2781300"/>
            <a:ext cx="1117600" cy="609600"/>
          </a:xfrm>
          <a:prstGeom prst="rect">
            <a:avLst/>
          </a:prstGeom>
          <a:noFill/>
        </p:spPr>
        <p:txBody>
          <a:bodyPr vert="horz" wrap="square" lIns="0" tIns="0" rIns="0" bIns="0" rtlCol="0" anchor="t" anchorCtr="0">
            <a:noAutofit/>
          </a:bodyPr>
          <a:lstStyle/>
          <a:p>
            <a:endParaRPr lang="fr-FR" sz="3600" b="1">
              <a:solidFill>
                <a:srgbClr val="12507F"/>
              </a:solidFill>
              <a:latin typeface="Calibri" panose="020F0502020204030204" pitchFamily="34" charset="0"/>
            </a:endParaRPr>
          </a:p>
        </p:txBody>
      </p:sp>
      <p:sp>
        <p:nvSpPr>
          <p:cNvPr id="16" name="ZoneTexte 15">
            <a:extLst>
              <a:ext uri="{FF2B5EF4-FFF2-40B4-BE49-F238E27FC236}">
                <a16:creationId xmlns:a16="http://schemas.microsoft.com/office/drawing/2014/main" id="{F6BFB16B-D2BE-BBCB-D7C1-DF523A4CECD9}"/>
              </a:ext>
            </a:extLst>
          </p:cNvPr>
          <p:cNvSpPr txBox="1"/>
          <p:nvPr/>
        </p:nvSpPr>
        <p:spPr>
          <a:xfrm>
            <a:off x="6718300" y="2781300"/>
            <a:ext cx="21844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"Importantes":</a:t>
            </a:r>
          </a:p>
        </p:txBody>
      </p:sp>
      <p:sp>
        <p:nvSpPr>
          <p:cNvPr id="17" name="ZoneTexte 16">
            <a:extLst>
              <a:ext uri="{FF2B5EF4-FFF2-40B4-BE49-F238E27FC236}">
                <a16:creationId xmlns:a16="http://schemas.microsoft.com/office/drawing/2014/main" id="{71784306-381C-2142-DF6A-3000DAECC769}"/>
              </a:ext>
            </a:extLst>
          </p:cNvPr>
          <p:cNvSpPr txBox="1"/>
          <p:nvPr/>
        </p:nvSpPr>
        <p:spPr>
          <a:xfrm>
            <a:off x="8953500" y="2781300"/>
            <a:ext cx="1117600" cy="609600"/>
          </a:xfrm>
          <a:prstGeom prst="rect">
            <a:avLst/>
          </a:prstGeom>
          <a:noFill/>
        </p:spPr>
        <p:txBody>
          <a:bodyPr vert="horz" wrap="square" lIns="0" tIns="0" rIns="0" bIns="0" rtlCol="0" anchor="t" anchorCtr="0">
            <a:noAutofit/>
          </a:bodyPr>
          <a:lstStyle/>
          <a:p>
            <a:r>
              <a:rPr lang="fr-FR" sz="3600" b="1">
                <a:solidFill>
                  <a:srgbClr val="12507F"/>
                </a:solidFill>
                <a:latin typeface="Calibri" panose="020F0502020204030204" pitchFamily="34" charset="0"/>
              </a:rPr>
              <a:t>3,00</a:t>
            </a:r>
          </a:p>
        </p:txBody>
      </p:sp>
      <p:sp>
        <p:nvSpPr>
          <p:cNvPr id="18" name="ZoneTexte 17">
            <a:extLst>
              <a:ext uri="{FF2B5EF4-FFF2-40B4-BE49-F238E27FC236}">
                <a16:creationId xmlns:a16="http://schemas.microsoft.com/office/drawing/2014/main" id="{9E3F15D4-0B4A-8F0B-AE19-3FF2CEC95A34}"/>
              </a:ext>
            </a:extLst>
          </p:cNvPr>
          <p:cNvSpPr txBox="1"/>
          <p:nvPr/>
        </p:nvSpPr>
        <p:spPr>
          <a:xfrm>
            <a:off x="11557000" y="2781300"/>
            <a:ext cx="21209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"Très importantes":</a:t>
            </a:r>
          </a:p>
        </p:txBody>
      </p:sp>
      <p:sp>
        <p:nvSpPr>
          <p:cNvPr id="19" name="ZoneTexte 18">
            <a:extLst>
              <a:ext uri="{FF2B5EF4-FFF2-40B4-BE49-F238E27FC236}">
                <a16:creationId xmlns:a16="http://schemas.microsoft.com/office/drawing/2014/main" id="{CFEEB9D3-C558-C004-4632-09A91A3C0D2D}"/>
              </a:ext>
            </a:extLst>
          </p:cNvPr>
          <p:cNvSpPr txBox="1"/>
          <p:nvPr/>
        </p:nvSpPr>
        <p:spPr>
          <a:xfrm>
            <a:off x="13779500" y="2781300"/>
            <a:ext cx="1003300" cy="609600"/>
          </a:xfrm>
          <a:prstGeom prst="rect">
            <a:avLst/>
          </a:prstGeom>
          <a:noFill/>
        </p:spPr>
        <p:txBody>
          <a:bodyPr vert="horz" wrap="square" lIns="0" tIns="0" rIns="0" bIns="0" rtlCol="0" anchor="t" anchorCtr="0">
            <a:noAutofit/>
          </a:bodyPr>
          <a:lstStyle/>
          <a:p>
            <a:r>
              <a:rPr lang="fr-FR" sz="3600" b="1">
                <a:solidFill>
                  <a:srgbClr val="12507F"/>
                </a:solidFill>
                <a:latin typeface="Calibri" panose="020F0502020204030204" pitchFamily="34" charset="0"/>
              </a:rPr>
              <a:t>3,63</a:t>
            </a:r>
          </a:p>
        </p:txBody>
      </p:sp>
    </p:spTree>
    <p:extLst>
      <p:ext uri="{BB962C8B-B14F-4D97-AF65-F5344CB8AC3E}">
        <p14:creationId xmlns:p14="http://schemas.microsoft.com/office/powerpoint/2010/main" val="4035718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B53816D8-2F50-C623-71B2-8265ED24D3A6}"/>
              </a:ext>
            </a:extLst>
          </p:cNvPr>
          <p:cNvPicPr>
            <a:picLocks/>
          </p:cNvPicPr>
          <p:nvPr/>
        </p:nvPicPr>
        <p:blipFill>
          <a:blip r:embed="rId2"/>
          <a:stretch>
            <a:fillRect/>
          </a:stretch>
        </p:blipFill>
        <p:spPr>
          <a:xfrm>
            <a:off x="520700" y="2120900"/>
            <a:ext cx="16776700" cy="1092200"/>
          </a:xfrm>
          <a:prstGeom prst="rect">
            <a:avLst/>
          </a:prstGeom>
        </p:spPr>
      </p:pic>
      <p:sp>
        <p:nvSpPr>
          <p:cNvPr id="6" name="ZoneTexte 5">
            <a:extLst>
              <a:ext uri="{FF2B5EF4-FFF2-40B4-BE49-F238E27FC236}">
                <a16:creationId xmlns:a16="http://schemas.microsoft.com/office/drawing/2014/main" id="{31807868-E797-1180-53A0-8F352DE323C1}"/>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a:solidFill>
                  <a:srgbClr val="1A3256"/>
                </a:solidFill>
                <a:latin typeface="Bahnschrift" panose="020B0502040204020203" pitchFamily="34" charset="0"/>
              </a:rPr>
              <a:t>COMMENTAIRES</a:t>
            </a:r>
          </a:p>
        </p:txBody>
      </p:sp>
      <p:sp>
        <p:nvSpPr>
          <p:cNvPr id="7" name="ZoneTexte 6">
            <a:extLst>
              <a:ext uri="{FF2B5EF4-FFF2-40B4-BE49-F238E27FC236}">
                <a16:creationId xmlns:a16="http://schemas.microsoft.com/office/drawing/2014/main" id="{52615E42-CDBD-9D4A-7046-C32F0C9764EA}"/>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fr-FR" sz="3600" b="1">
                <a:solidFill>
                  <a:srgbClr val="1A3256"/>
                </a:solidFill>
                <a:latin typeface="Segoe UI Light" panose="020B0502040204020203" pitchFamily="34" charset="0"/>
              </a:rPr>
              <a:t>METRO &gt; Charles VILLEPELET Cholet</a:t>
            </a:r>
          </a:p>
        </p:txBody>
      </p:sp>
      <p:sp>
        <p:nvSpPr>
          <p:cNvPr id="8" name="ZoneTexte 7">
            <a:extLst>
              <a:ext uri="{FF2B5EF4-FFF2-40B4-BE49-F238E27FC236}">
                <a16:creationId xmlns:a16="http://schemas.microsoft.com/office/drawing/2014/main" id="{F36F874E-AC05-9A50-4307-85DB9057D587}"/>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endParaRPr lang="fr-FR" sz="4000" b="1">
              <a:solidFill>
                <a:srgbClr val="1A3256"/>
              </a:solidFill>
              <a:latin typeface="Bahnschrift" panose="020B0502040204020203" pitchFamily="34" charset="0"/>
            </a:endParaRPr>
          </a:p>
        </p:txBody>
      </p:sp>
      <p:sp>
        <p:nvSpPr>
          <p:cNvPr id="10" name="ZoneTexte 9">
            <a:extLst>
              <a:ext uri="{FF2B5EF4-FFF2-40B4-BE49-F238E27FC236}">
                <a16:creationId xmlns:a16="http://schemas.microsoft.com/office/drawing/2014/main" id="{4DCABACA-A5C9-52E6-3D55-2FF8F776B30A}"/>
              </a:ext>
            </a:extLst>
          </p:cNvPr>
          <p:cNvSpPr txBox="1"/>
          <p:nvPr/>
        </p:nvSpPr>
        <p:spPr>
          <a:xfrm>
            <a:off x="685800" y="22098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Performance opérationnelle / réponse rapide</a:t>
            </a:r>
          </a:p>
        </p:txBody>
      </p:sp>
      <p:pic>
        <p:nvPicPr>
          <p:cNvPr id="12" name="Image 11">
            <a:extLst>
              <a:ext uri="{FF2B5EF4-FFF2-40B4-BE49-F238E27FC236}">
                <a16:creationId xmlns:a16="http://schemas.microsoft.com/office/drawing/2014/main" id="{9B147294-034F-2AAC-5D39-401D86FB2765}"/>
              </a:ext>
            </a:extLst>
          </p:cNvPr>
          <p:cNvPicPr>
            <a:picLocks/>
          </p:cNvPicPr>
          <p:nvPr/>
        </p:nvPicPr>
        <p:blipFill>
          <a:blip r:embed="rId3"/>
          <a:stretch>
            <a:fillRect/>
          </a:stretch>
        </p:blipFill>
        <p:spPr>
          <a:xfrm>
            <a:off x="508000" y="5130800"/>
            <a:ext cx="16776700" cy="1092200"/>
          </a:xfrm>
          <a:prstGeom prst="rect">
            <a:avLst/>
          </a:prstGeom>
        </p:spPr>
      </p:pic>
      <p:pic>
        <p:nvPicPr>
          <p:cNvPr id="14" name="Image 13">
            <a:extLst>
              <a:ext uri="{FF2B5EF4-FFF2-40B4-BE49-F238E27FC236}">
                <a16:creationId xmlns:a16="http://schemas.microsoft.com/office/drawing/2014/main" id="{8626326A-5123-E5CC-A517-C76B07CAACD9}"/>
              </a:ext>
            </a:extLst>
          </p:cNvPr>
          <p:cNvPicPr>
            <a:picLocks/>
          </p:cNvPicPr>
          <p:nvPr/>
        </p:nvPicPr>
        <p:blipFill>
          <a:blip r:embed="rId2"/>
          <a:stretch>
            <a:fillRect/>
          </a:stretch>
        </p:blipFill>
        <p:spPr>
          <a:xfrm>
            <a:off x="508000" y="4114800"/>
            <a:ext cx="16776700" cy="1092200"/>
          </a:xfrm>
          <a:prstGeom prst="rect">
            <a:avLst/>
          </a:prstGeom>
        </p:spPr>
      </p:pic>
      <p:pic>
        <p:nvPicPr>
          <p:cNvPr id="16" name="Image 15">
            <a:extLst>
              <a:ext uri="{FF2B5EF4-FFF2-40B4-BE49-F238E27FC236}">
                <a16:creationId xmlns:a16="http://schemas.microsoft.com/office/drawing/2014/main" id="{80DE1278-301F-A07F-2701-6E815649553C}"/>
              </a:ext>
            </a:extLst>
          </p:cNvPr>
          <p:cNvPicPr>
            <a:picLocks/>
          </p:cNvPicPr>
          <p:nvPr/>
        </p:nvPicPr>
        <p:blipFill>
          <a:blip r:embed="rId3"/>
          <a:stretch>
            <a:fillRect/>
          </a:stretch>
        </p:blipFill>
        <p:spPr>
          <a:xfrm>
            <a:off x="508000" y="7137400"/>
            <a:ext cx="16764000" cy="1092200"/>
          </a:xfrm>
          <a:prstGeom prst="rect">
            <a:avLst/>
          </a:prstGeom>
        </p:spPr>
      </p:pic>
      <p:pic>
        <p:nvPicPr>
          <p:cNvPr id="18" name="Image 17">
            <a:extLst>
              <a:ext uri="{FF2B5EF4-FFF2-40B4-BE49-F238E27FC236}">
                <a16:creationId xmlns:a16="http://schemas.microsoft.com/office/drawing/2014/main" id="{6623608C-FD0B-312C-5E95-EA773C6DAEA2}"/>
              </a:ext>
            </a:extLst>
          </p:cNvPr>
          <p:cNvPicPr>
            <a:picLocks/>
          </p:cNvPicPr>
          <p:nvPr/>
        </p:nvPicPr>
        <p:blipFill>
          <a:blip r:embed="rId2"/>
          <a:stretch>
            <a:fillRect/>
          </a:stretch>
        </p:blipFill>
        <p:spPr>
          <a:xfrm>
            <a:off x="508000" y="6121400"/>
            <a:ext cx="16764000" cy="1092200"/>
          </a:xfrm>
          <a:prstGeom prst="rect">
            <a:avLst/>
          </a:prstGeom>
        </p:spPr>
      </p:pic>
      <p:pic>
        <p:nvPicPr>
          <p:cNvPr id="20" name="Image 19">
            <a:extLst>
              <a:ext uri="{FF2B5EF4-FFF2-40B4-BE49-F238E27FC236}">
                <a16:creationId xmlns:a16="http://schemas.microsoft.com/office/drawing/2014/main" id="{A91489E7-FC7E-20AB-9398-612D71C735B9}"/>
              </a:ext>
            </a:extLst>
          </p:cNvPr>
          <p:cNvPicPr>
            <a:picLocks/>
          </p:cNvPicPr>
          <p:nvPr/>
        </p:nvPicPr>
        <p:blipFill>
          <a:blip r:embed="rId2"/>
          <a:stretch>
            <a:fillRect/>
          </a:stretch>
        </p:blipFill>
        <p:spPr>
          <a:xfrm>
            <a:off x="508000" y="8128000"/>
            <a:ext cx="16764000" cy="1092200"/>
          </a:xfrm>
          <a:prstGeom prst="rect">
            <a:avLst/>
          </a:prstGeom>
        </p:spPr>
      </p:pic>
      <p:sp>
        <p:nvSpPr>
          <p:cNvPr id="21" name="ZoneTexte 20">
            <a:extLst>
              <a:ext uri="{FF2B5EF4-FFF2-40B4-BE49-F238E27FC236}">
                <a16:creationId xmlns:a16="http://schemas.microsoft.com/office/drawing/2014/main" id="{5E2E9E86-72B3-5850-E732-D3CC8C4C2682}"/>
              </a:ext>
            </a:extLst>
          </p:cNvPr>
          <p:cNvSpPr txBox="1"/>
          <p:nvPr/>
        </p:nvSpPr>
        <p:spPr>
          <a:xfrm>
            <a:off x="685800" y="2540000"/>
            <a:ext cx="16548100" cy="673100"/>
          </a:xfrm>
          <a:prstGeom prst="rect">
            <a:avLst/>
          </a:prstGeom>
          <a:noFill/>
        </p:spPr>
        <p:txBody>
          <a:bodyPr vert="horz" wrap="square" lIns="0" tIns="0" rIns="0" bIns="0" rtlCol="0" anchor="t" anchorCtr="0">
            <a:noAutofit/>
          </a:bodyPr>
          <a:lstStyle/>
          <a:p>
            <a:r>
              <a:rPr lang="fr-FR" sz="1600" dirty="0">
                <a:solidFill>
                  <a:srgbClr val="000000"/>
                </a:solidFill>
                <a:latin typeface="Segoe UI Light" panose="020B0502040204020203" pitchFamily="34" charset="0"/>
              </a:rPr>
              <a:t>Démarrage laborieux.  Phase de stabilisation en cours.  Enjeux : rassurer METRO sur la mise en autonomie du site + mise en performance pour atteindre rapidement nos standards qualité </a:t>
            </a:r>
          </a:p>
        </p:txBody>
      </p:sp>
      <p:pic>
        <p:nvPicPr>
          <p:cNvPr id="23" name="Image 22">
            <a:extLst>
              <a:ext uri="{FF2B5EF4-FFF2-40B4-BE49-F238E27FC236}">
                <a16:creationId xmlns:a16="http://schemas.microsoft.com/office/drawing/2014/main" id="{5BF21ACA-F3EA-0958-FE05-C2867691BFC6}"/>
              </a:ext>
            </a:extLst>
          </p:cNvPr>
          <p:cNvPicPr>
            <a:picLocks/>
          </p:cNvPicPr>
          <p:nvPr/>
        </p:nvPicPr>
        <p:blipFill>
          <a:blip r:embed="rId3"/>
          <a:stretch>
            <a:fillRect/>
          </a:stretch>
        </p:blipFill>
        <p:spPr>
          <a:xfrm>
            <a:off x="520700" y="3124200"/>
            <a:ext cx="16776700" cy="1104900"/>
          </a:xfrm>
          <a:prstGeom prst="rect">
            <a:avLst/>
          </a:prstGeom>
        </p:spPr>
      </p:pic>
      <p:sp>
        <p:nvSpPr>
          <p:cNvPr id="24" name="ZoneTexte 23">
            <a:extLst>
              <a:ext uri="{FF2B5EF4-FFF2-40B4-BE49-F238E27FC236}">
                <a16:creationId xmlns:a16="http://schemas.microsoft.com/office/drawing/2014/main" id="{E6B5CD81-3766-8FB0-C69C-DE5119C6472F}"/>
              </a:ext>
            </a:extLst>
          </p:cNvPr>
          <p:cNvSpPr txBox="1"/>
          <p:nvPr/>
        </p:nvSpPr>
        <p:spPr>
          <a:xfrm>
            <a:off x="685800" y="32131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Démarrage nouvelle activité</a:t>
            </a:r>
          </a:p>
        </p:txBody>
      </p:sp>
      <p:sp>
        <p:nvSpPr>
          <p:cNvPr id="25" name="ZoneTexte 24">
            <a:extLst>
              <a:ext uri="{FF2B5EF4-FFF2-40B4-BE49-F238E27FC236}">
                <a16:creationId xmlns:a16="http://schemas.microsoft.com/office/drawing/2014/main" id="{5376CC2A-EA4D-ACE9-B86C-DBE346443C62}"/>
              </a:ext>
            </a:extLst>
          </p:cNvPr>
          <p:cNvSpPr txBox="1"/>
          <p:nvPr/>
        </p:nvSpPr>
        <p:spPr>
          <a:xfrm>
            <a:off x="685800" y="3530600"/>
            <a:ext cx="16548100" cy="673100"/>
          </a:xfrm>
          <a:prstGeom prst="rect">
            <a:avLst/>
          </a:prstGeom>
          <a:noFill/>
        </p:spPr>
        <p:txBody>
          <a:bodyPr vert="horz" wrap="square" lIns="0" tIns="0" rIns="0" bIns="0" rtlCol="0" anchor="t" anchorCtr="0">
            <a:noAutofit/>
          </a:bodyPr>
          <a:lstStyle/>
          <a:p>
            <a:r>
              <a:rPr lang="fr-FR" sz="1600" dirty="0">
                <a:solidFill>
                  <a:srgbClr val="000000"/>
                </a:solidFill>
                <a:latin typeface="Segoe UI Light" panose="020B0502040204020203" pitchFamily="34" charset="0"/>
              </a:rPr>
              <a:t>L'activité a été compliquée sur les 1ers mois.
Les promesses n'ont globalement pas été tenues.  Une </a:t>
            </a:r>
            <a:r>
              <a:rPr lang="fr-FR" sz="1600" dirty="0" err="1">
                <a:solidFill>
                  <a:srgbClr val="000000"/>
                </a:solidFill>
                <a:latin typeface="Segoe UI Light" panose="020B0502040204020203" pitchFamily="34" charset="0"/>
              </a:rPr>
              <a:t>task</a:t>
            </a:r>
            <a:r>
              <a:rPr lang="fr-FR" sz="1600" dirty="0">
                <a:solidFill>
                  <a:srgbClr val="000000"/>
                </a:solidFill>
                <a:latin typeface="Segoe UI Light" panose="020B0502040204020203" pitchFamily="34" charset="0"/>
              </a:rPr>
              <a:t> force déployée trop tardivement pour redresser la situation. </a:t>
            </a:r>
          </a:p>
        </p:txBody>
      </p:sp>
      <p:sp>
        <p:nvSpPr>
          <p:cNvPr id="26" name="ZoneTexte 25">
            <a:extLst>
              <a:ext uri="{FF2B5EF4-FFF2-40B4-BE49-F238E27FC236}">
                <a16:creationId xmlns:a16="http://schemas.microsoft.com/office/drawing/2014/main" id="{E4C669BF-2AA9-C17C-30E9-8F798045ADC4}"/>
              </a:ext>
            </a:extLst>
          </p:cNvPr>
          <p:cNvSpPr txBox="1"/>
          <p:nvPr/>
        </p:nvSpPr>
        <p:spPr>
          <a:xfrm>
            <a:off x="685800" y="42037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Qualité de service d'après leurs clients</a:t>
            </a:r>
          </a:p>
        </p:txBody>
      </p:sp>
      <p:sp>
        <p:nvSpPr>
          <p:cNvPr id="27" name="ZoneTexte 26">
            <a:extLst>
              <a:ext uri="{FF2B5EF4-FFF2-40B4-BE49-F238E27FC236}">
                <a16:creationId xmlns:a16="http://schemas.microsoft.com/office/drawing/2014/main" id="{9E633483-1A71-E4E6-F655-DC86B58C35A3}"/>
              </a:ext>
            </a:extLst>
          </p:cNvPr>
          <p:cNvSpPr txBox="1"/>
          <p:nvPr/>
        </p:nvSpPr>
        <p:spPr>
          <a:xfrm>
            <a:off x="685800" y="45212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Une performance qui s'améliore mais qui n'est encore pas au niveau de celle d'avant Cholet. 
Enjeux : mettre en performance rapidement l'activité pour assurer l'accompagnement business.</a:t>
            </a:r>
          </a:p>
        </p:txBody>
      </p:sp>
      <p:sp>
        <p:nvSpPr>
          <p:cNvPr id="28" name="ZoneTexte 27">
            <a:extLst>
              <a:ext uri="{FF2B5EF4-FFF2-40B4-BE49-F238E27FC236}">
                <a16:creationId xmlns:a16="http://schemas.microsoft.com/office/drawing/2014/main" id="{29CBDB17-965E-2362-83EB-F41CF6442C84}"/>
              </a:ext>
            </a:extLst>
          </p:cNvPr>
          <p:cNvSpPr txBox="1"/>
          <p:nvPr/>
        </p:nvSpPr>
        <p:spPr>
          <a:xfrm>
            <a:off x="685800" y="52070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Gestion RH : recrutement, formation</a:t>
            </a:r>
          </a:p>
        </p:txBody>
      </p:sp>
      <p:sp>
        <p:nvSpPr>
          <p:cNvPr id="29" name="ZoneTexte 28">
            <a:extLst>
              <a:ext uri="{FF2B5EF4-FFF2-40B4-BE49-F238E27FC236}">
                <a16:creationId xmlns:a16="http://schemas.microsoft.com/office/drawing/2014/main" id="{94CC6225-06E6-88CC-BFF1-E672449444C2}"/>
              </a:ext>
            </a:extLst>
          </p:cNvPr>
          <p:cNvSpPr txBox="1"/>
          <p:nvPr/>
        </p:nvSpPr>
        <p:spPr>
          <a:xfrm>
            <a:off x="685800" y="5524500"/>
            <a:ext cx="16548100" cy="673100"/>
          </a:xfrm>
          <a:prstGeom prst="rect">
            <a:avLst/>
          </a:prstGeom>
          <a:noFill/>
        </p:spPr>
        <p:txBody>
          <a:bodyPr vert="horz" wrap="square" lIns="0" tIns="0" rIns="0" bIns="0" rtlCol="0" anchor="t" anchorCtr="0">
            <a:noAutofit/>
          </a:bodyPr>
          <a:lstStyle/>
          <a:p>
            <a:r>
              <a:rPr lang="fr-FR" sz="1600" dirty="0">
                <a:solidFill>
                  <a:srgbClr val="000000"/>
                </a:solidFill>
                <a:latin typeface="Segoe UI Light" panose="020B0502040204020203" pitchFamily="34" charset="0"/>
              </a:rPr>
              <a:t>Phase de démarrage. 
Bonne énergie mise par ID sur le sujet.  Situation qui s'améliore doucement. </a:t>
            </a:r>
          </a:p>
        </p:txBody>
      </p:sp>
      <p:sp>
        <p:nvSpPr>
          <p:cNvPr id="30" name="ZoneTexte 29">
            <a:extLst>
              <a:ext uri="{FF2B5EF4-FFF2-40B4-BE49-F238E27FC236}">
                <a16:creationId xmlns:a16="http://schemas.microsoft.com/office/drawing/2014/main" id="{B537F77A-40D2-A725-B45B-3A5ADE262699}"/>
              </a:ext>
            </a:extLst>
          </p:cNvPr>
          <p:cNvSpPr txBox="1"/>
          <p:nvPr/>
        </p:nvSpPr>
        <p:spPr>
          <a:xfrm>
            <a:off x="685800" y="61849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Perception de la démarche innovation</a:t>
            </a:r>
          </a:p>
        </p:txBody>
      </p:sp>
      <p:sp>
        <p:nvSpPr>
          <p:cNvPr id="31" name="ZoneTexte 30">
            <a:extLst>
              <a:ext uri="{FF2B5EF4-FFF2-40B4-BE49-F238E27FC236}">
                <a16:creationId xmlns:a16="http://schemas.microsoft.com/office/drawing/2014/main" id="{6A53117D-0861-0985-B119-6526A8C8CEB5}"/>
              </a:ext>
            </a:extLst>
          </p:cNvPr>
          <p:cNvSpPr txBox="1"/>
          <p:nvPr/>
        </p:nvSpPr>
        <p:spPr>
          <a:xfrm>
            <a:off x="685800" y="65024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Des solutions proposées dans l'offre et toujours non déployées à date...</a:t>
            </a:r>
          </a:p>
        </p:txBody>
      </p:sp>
      <p:sp>
        <p:nvSpPr>
          <p:cNvPr id="32" name="ZoneTexte 31">
            <a:extLst>
              <a:ext uri="{FF2B5EF4-FFF2-40B4-BE49-F238E27FC236}">
                <a16:creationId xmlns:a16="http://schemas.microsoft.com/office/drawing/2014/main" id="{BE0EB695-8BD1-1FE2-0E89-80306524D31B}"/>
              </a:ext>
            </a:extLst>
          </p:cNvPr>
          <p:cNvSpPr txBox="1"/>
          <p:nvPr/>
        </p:nvSpPr>
        <p:spPr>
          <a:xfrm>
            <a:off x="685800" y="72009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ID LOGISTICS vis-à-vis de la concurrence</a:t>
            </a:r>
          </a:p>
        </p:txBody>
      </p:sp>
      <p:sp>
        <p:nvSpPr>
          <p:cNvPr id="33" name="ZoneTexte 32">
            <a:extLst>
              <a:ext uri="{FF2B5EF4-FFF2-40B4-BE49-F238E27FC236}">
                <a16:creationId xmlns:a16="http://schemas.microsoft.com/office/drawing/2014/main" id="{AA417780-5CC9-5397-1690-6E729DAD7740}"/>
              </a:ext>
            </a:extLst>
          </p:cNvPr>
          <p:cNvSpPr txBox="1"/>
          <p:nvPr/>
        </p:nvSpPr>
        <p:spPr>
          <a:xfrm>
            <a:off x="685800" y="7518400"/>
            <a:ext cx="16548100" cy="673100"/>
          </a:xfrm>
          <a:prstGeom prst="rect">
            <a:avLst/>
          </a:prstGeom>
          <a:noFill/>
        </p:spPr>
        <p:txBody>
          <a:bodyPr vert="horz" wrap="square" lIns="0" tIns="0" rIns="0" bIns="0" rtlCol="0" anchor="t" anchorCtr="0">
            <a:noAutofit/>
          </a:bodyPr>
          <a:lstStyle/>
          <a:p>
            <a:r>
              <a:rPr lang="fr-FR" sz="1600" dirty="0">
                <a:solidFill>
                  <a:srgbClr val="000000"/>
                </a:solidFill>
                <a:latin typeface="Segoe UI Light" panose="020B0502040204020203" pitchFamily="34" charset="0"/>
              </a:rPr>
              <a:t>Je crois au potentiel d’ID pour sortir du lot rapidement. La priorité est maintenant de rendre le site autonome et d’entrer dans une phase d’amélioration continue.
Je dois néanmoins partager une déception : certaines discussions “commerciales” ont broui</a:t>
            </a:r>
          </a:p>
        </p:txBody>
      </p:sp>
      <p:sp>
        <p:nvSpPr>
          <p:cNvPr id="34" name="ZoneTexte 33">
            <a:extLst>
              <a:ext uri="{FF2B5EF4-FFF2-40B4-BE49-F238E27FC236}">
                <a16:creationId xmlns:a16="http://schemas.microsoft.com/office/drawing/2014/main" id="{445D51FA-63F5-9116-726A-9EEA28C07E5E}"/>
              </a:ext>
            </a:extLst>
          </p:cNvPr>
          <p:cNvSpPr txBox="1"/>
          <p:nvPr/>
        </p:nvSpPr>
        <p:spPr>
          <a:xfrm>
            <a:off x="685800" y="8191500"/>
            <a:ext cx="16446500" cy="368300"/>
          </a:xfrm>
          <a:prstGeom prst="rect">
            <a:avLst/>
          </a:prstGeom>
          <a:noFill/>
        </p:spPr>
        <p:txBody>
          <a:bodyPr vert="horz" wrap="square" lIns="0" tIns="0" rIns="0" bIns="0" rtlCol="0" anchor="t" anchorCtr="0">
            <a:noAutofit/>
          </a:bodyPr>
          <a:lstStyle/>
          <a:p>
            <a:endParaRPr lang="fr-FR" b="1">
              <a:solidFill>
                <a:srgbClr val="1A3256"/>
              </a:solidFill>
              <a:latin typeface="Segoe UI Light" panose="020B0502040204020203" pitchFamily="34" charset="0"/>
            </a:endParaRPr>
          </a:p>
        </p:txBody>
      </p:sp>
      <p:sp>
        <p:nvSpPr>
          <p:cNvPr id="35" name="ZoneTexte 34">
            <a:extLst>
              <a:ext uri="{FF2B5EF4-FFF2-40B4-BE49-F238E27FC236}">
                <a16:creationId xmlns:a16="http://schemas.microsoft.com/office/drawing/2014/main" id="{DBABA016-B4A5-C10C-2C3C-3519640B6BC7}"/>
              </a:ext>
            </a:extLst>
          </p:cNvPr>
          <p:cNvSpPr txBox="1"/>
          <p:nvPr/>
        </p:nvSpPr>
        <p:spPr>
          <a:xfrm>
            <a:off x="685800" y="8509000"/>
            <a:ext cx="16548100" cy="673100"/>
          </a:xfrm>
          <a:prstGeom prst="rect">
            <a:avLst/>
          </a:prstGeom>
          <a:noFill/>
        </p:spPr>
        <p:txBody>
          <a:bodyPr vert="horz" wrap="square" lIns="0" tIns="0" rIns="0" bIns="0" rtlCol="0" anchor="t" anchorCtr="0">
            <a:noAutofit/>
          </a:bodyPr>
          <a:lstStyle/>
          <a:p>
            <a:endParaRPr lang="fr-FR" sz="1600">
              <a:solidFill>
                <a:srgbClr val="000000"/>
              </a:solidFill>
              <a:latin typeface="Segoe UI Light" panose="020B0502040204020203" pitchFamily="34" charset="0"/>
            </a:endParaRPr>
          </a:p>
        </p:txBody>
      </p:sp>
      <p:sp>
        <p:nvSpPr>
          <p:cNvPr id="2" name="ZoneTexte 1">
            <a:extLst>
              <a:ext uri="{FF2B5EF4-FFF2-40B4-BE49-F238E27FC236}">
                <a16:creationId xmlns:a16="http://schemas.microsoft.com/office/drawing/2014/main" id="{179F86A0-A79D-BEFC-600B-90AF769E0426}"/>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dirty="0">
                <a:solidFill>
                  <a:srgbClr val="1A3256"/>
                </a:solidFill>
                <a:latin typeface="Bahnschrift" panose="020B0502040204020203" pitchFamily="34" charset="0"/>
              </a:rPr>
              <a:t>3,45</a:t>
            </a:r>
          </a:p>
        </p:txBody>
      </p:sp>
      <p:sp>
        <p:nvSpPr>
          <p:cNvPr id="3" name="ZoneTexte 2">
            <a:extLst>
              <a:ext uri="{FF2B5EF4-FFF2-40B4-BE49-F238E27FC236}">
                <a16:creationId xmlns:a16="http://schemas.microsoft.com/office/drawing/2014/main" id="{81A21EF9-B263-3AA7-A3DB-F95B38452E15}"/>
              </a:ext>
            </a:extLst>
          </p:cNvPr>
          <p:cNvSpPr txBox="1"/>
          <p:nvPr/>
        </p:nvSpPr>
        <p:spPr>
          <a:xfrm>
            <a:off x="15100300" y="1054100"/>
            <a:ext cx="2717800" cy="762000"/>
          </a:xfrm>
          <a:prstGeom prst="rect">
            <a:avLst/>
          </a:prstGeom>
          <a:noFill/>
        </p:spPr>
        <p:txBody>
          <a:bodyPr vert="horz" wrap="square" lIns="0" tIns="0" rIns="0" bIns="0" rtlCol="0" anchor="t" anchorCtr="0">
            <a:noAutofit/>
          </a:bodyPr>
          <a:lstStyle/>
          <a:p>
            <a:pPr algn="r"/>
            <a:r>
              <a:rPr lang="fr-FR" sz="2200">
                <a:solidFill>
                  <a:srgbClr val="1A3256"/>
                </a:solidFill>
                <a:latin typeface="Bahnschrift" panose="020B0502040204020203" pitchFamily="34" charset="0"/>
              </a:rPr>
              <a:t>2024 : 3,11 (11,04%)</a:t>
            </a:r>
          </a:p>
        </p:txBody>
      </p:sp>
    </p:spTree>
    <p:extLst>
      <p:ext uri="{BB962C8B-B14F-4D97-AF65-F5344CB8AC3E}">
        <p14:creationId xmlns:p14="http://schemas.microsoft.com/office/powerpoint/2010/main" val="1367871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BE4F05C5-B965-1C4E-7F40-58778CB04DFC}"/>
              </a:ext>
            </a:extLst>
          </p:cNvPr>
          <p:cNvPicPr>
            <a:picLocks/>
          </p:cNvPicPr>
          <p:nvPr/>
        </p:nvPicPr>
        <p:blipFill>
          <a:blip r:embed="rId2"/>
          <a:stretch>
            <a:fillRect/>
          </a:stretch>
        </p:blipFill>
        <p:spPr>
          <a:xfrm>
            <a:off x="508000" y="1905000"/>
            <a:ext cx="17119600" cy="7823200"/>
          </a:xfrm>
          <a:prstGeom prst="rect">
            <a:avLst/>
          </a:prstGeom>
        </p:spPr>
      </p:pic>
      <p:sp>
        <p:nvSpPr>
          <p:cNvPr id="6" name="ZoneTexte 5">
            <a:extLst>
              <a:ext uri="{FF2B5EF4-FFF2-40B4-BE49-F238E27FC236}">
                <a16:creationId xmlns:a16="http://schemas.microsoft.com/office/drawing/2014/main" id="{586822AC-E2D1-9435-0328-CE55751CC813}"/>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a:solidFill>
                  <a:srgbClr val="1A3256"/>
                </a:solidFill>
                <a:latin typeface="Bahnschrift" panose="020B0502040204020203" pitchFamily="34" charset="0"/>
              </a:rPr>
              <a:t>COMPARAISON PAR QUESTION</a:t>
            </a:r>
          </a:p>
        </p:txBody>
      </p:sp>
      <p:sp>
        <p:nvSpPr>
          <p:cNvPr id="7" name="ZoneTexte 6">
            <a:extLst>
              <a:ext uri="{FF2B5EF4-FFF2-40B4-BE49-F238E27FC236}">
                <a16:creationId xmlns:a16="http://schemas.microsoft.com/office/drawing/2014/main" id="{D1836E48-9D37-65F0-1778-F5DB5CCEFC3E}"/>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fr-FR" sz="3600" b="1">
                <a:solidFill>
                  <a:srgbClr val="1A3256"/>
                </a:solidFill>
                <a:latin typeface="Segoe UI Light" panose="020B0502040204020203" pitchFamily="34" charset="0"/>
              </a:rPr>
              <a:t>METRO &gt; Damien FIOMBEA Cholet &gt; </a:t>
            </a:r>
          </a:p>
        </p:txBody>
      </p:sp>
      <p:sp>
        <p:nvSpPr>
          <p:cNvPr id="8" name="ZoneTexte 7">
            <a:extLst>
              <a:ext uri="{FF2B5EF4-FFF2-40B4-BE49-F238E27FC236}">
                <a16:creationId xmlns:a16="http://schemas.microsoft.com/office/drawing/2014/main" id="{1F4E0FFF-06AC-A780-DE8C-9B62C17728D6}"/>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2,73</a:t>
            </a:r>
          </a:p>
        </p:txBody>
      </p:sp>
      <p:sp>
        <p:nvSpPr>
          <p:cNvPr id="10" name="ZoneTexte 9">
            <a:extLst>
              <a:ext uri="{FF2B5EF4-FFF2-40B4-BE49-F238E27FC236}">
                <a16:creationId xmlns:a16="http://schemas.microsoft.com/office/drawing/2014/main" id="{0BF47515-981B-5E87-C8D2-A3E5D81799E2}"/>
              </a:ext>
            </a:extLst>
          </p:cNvPr>
          <p:cNvSpPr txBox="1"/>
          <p:nvPr/>
        </p:nvSpPr>
        <p:spPr>
          <a:xfrm>
            <a:off x="355600" y="9169400"/>
            <a:ext cx="3314700" cy="520700"/>
          </a:xfrm>
          <a:prstGeom prst="rect">
            <a:avLst/>
          </a:prstGeom>
          <a:noFill/>
        </p:spPr>
        <p:txBody>
          <a:bodyPr vert="horz" wrap="square" lIns="0" tIns="0" rIns="0" bIns="0" rtlCol="0" anchor="t" anchorCtr="0">
            <a:noAutofit/>
          </a:bodyPr>
          <a:lstStyle/>
          <a:p>
            <a:r>
              <a:rPr lang="fr-FR" sz="1400" i="1">
                <a:solidFill>
                  <a:srgbClr val="0F39B7"/>
                </a:solidFill>
                <a:latin typeface="Calibri" panose="020F0502020204030204" pitchFamily="34" charset="0"/>
              </a:rPr>
              <a:t>Couleur : note 2024, Rouge : note 2025.</a:t>
            </a:r>
          </a:p>
          <a:p>
            <a:r>
              <a:rPr lang="fr-FR" sz="1400" i="1">
                <a:solidFill>
                  <a:srgbClr val="0F39B7"/>
                </a:solidFill>
                <a:latin typeface="Calibri" panose="020F0502020204030204" pitchFamily="34" charset="0"/>
              </a:rPr>
              <a:t>Entre parenthèses : note 2024 / 2025</a:t>
            </a:r>
          </a:p>
        </p:txBody>
      </p:sp>
    </p:spTree>
    <p:extLst>
      <p:ext uri="{BB962C8B-B14F-4D97-AF65-F5344CB8AC3E}">
        <p14:creationId xmlns:p14="http://schemas.microsoft.com/office/powerpoint/2010/main" val="1458604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5FB9AF6E-7BAB-B1AA-E7FF-125F9BE51CCA}"/>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dirty="0">
                <a:solidFill>
                  <a:srgbClr val="1A3256"/>
                </a:solidFill>
                <a:latin typeface="Bahnschrift" panose="020B0502040204020203" pitchFamily="34" charset="0"/>
              </a:rPr>
              <a:t>COMPARAISON PAR QUESTION</a:t>
            </a:r>
          </a:p>
        </p:txBody>
      </p:sp>
      <p:sp>
        <p:nvSpPr>
          <p:cNvPr id="5" name="ZoneTexte 4">
            <a:extLst>
              <a:ext uri="{FF2B5EF4-FFF2-40B4-BE49-F238E27FC236}">
                <a16:creationId xmlns:a16="http://schemas.microsoft.com/office/drawing/2014/main" id="{BD7B1C53-C9C1-927D-A015-778A6A82D55F}"/>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fr-FR" sz="3600" b="1">
                <a:solidFill>
                  <a:srgbClr val="1A3256"/>
                </a:solidFill>
                <a:latin typeface="Segoe UI Light" panose="020B0502040204020203" pitchFamily="34" charset="0"/>
              </a:rPr>
              <a:t>METRO &gt; Damien FIOMBEA Cholet &gt; </a:t>
            </a:r>
          </a:p>
        </p:txBody>
      </p:sp>
      <p:sp>
        <p:nvSpPr>
          <p:cNvPr id="6" name="ZoneTexte 5">
            <a:extLst>
              <a:ext uri="{FF2B5EF4-FFF2-40B4-BE49-F238E27FC236}">
                <a16:creationId xmlns:a16="http://schemas.microsoft.com/office/drawing/2014/main" id="{FDD754D3-B3B7-ABAD-B4E6-234552CE3CA0}"/>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2,73</a:t>
            </a:r>
          </a:p>
        </p:txBody>
      </p:sp>
      <p:pic>
        <p:nvPicPr>
          <p:cNvPr id="9" name="Image 8">
            <a:extLst>
              <a:ext uri="{FF2B5EF4-FFF2-40B4-BE49-F238E27FC236}">
                <a16:creationId xmlns:a16="http://schemas.microsoft.com/office/drawing/2014/main" id="{64F6CF94-5B64-2390-B165-FE0A17A5B354}"/>
              </a:ext>
            </a:extLst>
          </p:cNvPr>
          <p:cNvPicPr>
            <a:picLocks/>
          </p:cNvPicPr>
          <p:nvPr/>
        </p:nvPicPr>
        <p:blipFill>
          <a:blip r:embed="rId2"/>
          <a:stretch>
            <a:fillRect/>
          </a:stretch>
        </p:blipFill>
        <p:spPr>
          <a:xfrm>
            <a:off x="11493500" y="3314700"/>
            <a:ext cx="6096000" cy="6311900"/>
          </a:xfrm>
          <a:prstGeom prst="rect">
            <a:avLst/>
          </a:prstGeom>
        </p:spPr>
      </p:pic>
      <p:pic>
        <p:nvPicPr>
          <p:cNvPr id="11" name="Image 10">
            <a:extLst>
              <a:ext uri="{FF2B5EF4-FFF2-40B4-BE49-F238E27FC236}">
                <a16:creationId xmlns:a16="http://schemas.microsoft.com/office/drawing/2014/main" id="{4A871599-815B-8336-D2F7-D14BCB09FA18}"/>
              </a:ext>
            </a:extLst>
          </p:cNvPr>
          <p:cNvPicPr>
            <a:picLocks/>
          </p:cNvPicPr>
          <p:nvPr/>
        </p:nvPicPr>
        <p:blipFill>
          <a:blip r:embed="rId3"/>
          <a:stretch>
            <a:fillRect/>
          </a:stretch>
        </p:blipFill>
        <p:spPr>
          <a:xfrm>
            <a:off x="6959600" y="3314700"/>
            <a:ext cx="5981700" cy="6172200"/>
          </a:xfrm>
          <a:prstGeom prst="rect">
            <a:avLst/>
          </a:prstGeom>
        </p:spPr>
      </p:pic>
      <p:pic>
        <p:nvPicPr>
          <p:cNvPr id="13" name="Image 12">
            <a:extLst>
              <a:ext uri="{FF2B5EF4-FFF2-40B4-BE49-F238E27FC236}">
                <a16:creationId xmlns:a16="http://schemas.microsoft.com/office/drawing/2014/main" id="{103F60C0-97EF-1E05-A7A8-CF8AE35508F9}"/>
              </a:ext>
            </a:extLst>
          </p:cNvPr>
          <p:cNvPicPr>
            <a:picLocks/>
          </p:cNvPicPr>
          <p:nvPr/>
        </p:nvPicPr>
        <p:blipFill>
          <a:blip r:embed="rId4"/>
          <a:stretch>
            <a:fillRect/>
          </a:stretch>
        </p:blipFill>
        <p:spPr>
          <a:xfrm>
            <a:off x="2197100" y="3314700"/>
            <a:ext cx="4254500" cy="6159500"/>
          </a:xfrm>
          <a:prstGeom prst="rect">
            <a:avLst/>
          </a:prstGeom>
        </p:spPr>
      </p:pic>
      <p:sp>
        <p:nvSpPr>
          <p:cNvPr id="14" name="ZoneTexte 13">
            <a:extLst>
              <a:ext uri="{FF2B5EF4-FFF2-40B4-BE49-F238E27FC236}">
                <a16:creationId xmlns:a16="http://schemas.microsoft.com/office/drawing/2014/main" id="{7E957C6A-3287-0266-B750-61C8492C6D05}"/>
              </a:ext>
            </a:extLst>
          </p:cNvPr>
          <p:cNvSpPr txBox="1"/>
          <p:nvPr/>
        </p:nvSpPr>
        <p:spPr>
          <a:xfrm>
            <a:off x="1727200" y="2781300"/>
            <a:ext cx="22225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"Peu importantes":</a:t>
            </a:r>
          </a:p>
        </p:txBody>
      </p:sp>
      <p:sp>
        <p:nvSpPr>
          <p:cNvPr id="15" name="ZoneTexte 14">
            <a:extLst>
              <a:ext uri="{FF2B5EF4-FFF2-40B4-BE49-F238E27FC236}">
                <a16:creationId xmlns:a16="http://schemas.microsoft.com/office/drawing/2014/main" id="{7848C2DD-81AE-CF33-F3C6-EE9C0C024993}"/>
              </a:ext>
            </a:extLst>
          </p:cNvPr>
          <p:cNvSpPr txBox="1"/>
          <p:nvPr/>
        </p:nvSpPr>
        <p:spPr>
          <a:xfrm>
            <a:off x="4076700" y="2781300"/>
            <a:ext cx="1117600" cy="609600"/>
          </a:xfrm>
          <a:prstGeom prst="rect">
            <a:avLst/>
          </a:prstGeom>
          <a:noFill/>
        </p:spPr>
        <p:txBody>
          <a:bodyPr vert="horz" wrap="square" lIns="0" tIns="0" rIns="0" bIns="0" rtlCol="0" anchor="t" anchorCtr="0">
            <a:noAutofit/>
          </a:bodyPr>
          <a:lstStyle/>
          <a:p>
            <a:endParaRPr lang="fr-FR" sz="3600" b="1">
              <a:solidFill>
                <a:srgbClr val="12507F"/>
              </a:solidFill>
              <a:latin typeface="Calibri" panose="020F0502020204030204" pitchFamily="34" charset="0"/>
            </a:endParaRPr>
          </a:p>
        </p:txBody>
      </p:sp>
      <p:sp>
        <p:nvSpPr>
          <p:cNvPr id="16" name="ZoneTexte 15">
            <a:extLst>
              <a:ext uri="{FF2B5EF4-FFF2-40B4-BE49-F238E27FC236}">
                <a16:creationId xmlns:a16="http://schemas.microsoft.com/office/drawing/2014/main" id="{94364905-CFB9-9935-4A3D-E9A489289654}"/>
              </a:ext>
            </a:extLst>
          </p:cNvPr>
          <p:cNvSpPr txBox="1"/>
          <p:nvPr/>
        </p:nvSpPr>
        <p:spPr>
          <a:xfrm>
            <a:off x="6718300" y="2781300"/>
            <a:ext cx="21844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"Importantes":</a:t>
            </a:r>
          </a:p>
        </p:txBody>
      </p:sp>
      <p:sp>
        <p:nvSpPr>
          <p:cNvPr id="17" name="ZoneTexte 16">
            <a:extLst>
              <a:ext uri="{FF2B5EF4-FFF2-40B4-BE49-F238E27FC236}">
                <a16:creationId xmlns:a16="http://schemas.microsoft.com/office/drawing/2014/main" id="{663047A9-15A7-B889-E82E-21CD53615A04}"/>
              </a:ext>
            </a:extLst>
          </p:cNvPr>
          <p:cNvSpPr txBox="1"/>
          <p:nvPr/>
        </p:nvSpPr>
        <p:spPr>
          <a:xfrm>
            <a:off x="8953500" y="2781300"/>
            <a:ext cx="1117600" cy="609600"/>
          </a:xfrm>
          <a:prstGeom prst="rect">
            <a:avLst/>
          </a:prstGeom>
          <a:noFill/>
        </p:spPr>
        <p:txBody>
          <a:bodyPr vert="horz" wrap="square" lIns="0" tIns="0" rIns="0" bIns="0" rtlCol="0" anchor="t" anchorCtr="0">
            <a:noAutofit/>
          </a:bodyPr>
          <a:lstStyle/>
          <a:p>
            <a:r>
              <a:rPr lang="fr-FR" sz="3600" b="1">
                <a:solidFill>
                  <a:srgbClr val="12507F"/>
                </a:solidFill>
                <a:latin typeface="Calibri" panose="020F0502020204030204" pitchFamily="34" charset="0"/>
              </a:rPr>
              <a:t>2,73</a:t>
            </a:r>
          </a:p>
        </p:txBody>
      </p:sp>
      <p:sp>
        <p:nvSpPr>
          <p:cNvPr id="18" name="ZoneTexte 17">
            <a:extLst>
              <a:ext uri="{FF2B5EF4-FFF2-40B4-BE49-F238E27FC236}">
                <a16:creationId xmlns:a16="http://schemas.microsoft.com/office/drawing/2014/main" id="{04D007F9-DAB9-54EB-DFC9-E8CB91653B3B}"/>
              </a:ext>
            </a:extLst>
          </p:cNvPr>
          <p:cNvSpPr txBox="1"/>
          <p:nvPr/>
        </p:nvSpPr>
        <p:spPr>
          <a:xfrm>
            <a:off x="11557000" y="2781300"/>
            <a:ext cx="21209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"Très importantes":</a:t>
            </a:r>
          </a:p>
        </p:txBody>
      </p:sp>
      <p:sp>
        <p:nvSpPr>
          <p:cNvPr id="19" name="ZoneTexte 18">
            <a:extLst>
              <a:ext uri="{FF2B5EF4-FFF2-40B4-BE49-F238E27FC236}">
                <a16:creationId xmlns:a16="http://schemas.microsoft.com/office/drawing/2014/main" id="{1F044D2F-E629-5AE4-479C-761E69A4134B}"/>
              </a:ext>
            </a:extLst>
          </p:cNvPr>
          <p:cNvSpPr txBox="1"/>
          <p:nvPr/>
        </p:nvSpPr>
        <p:spPr>
          <a:xfrm>
            <a:off x="13779500" y="2781300"/>
            <a:ext cx="1003300" cy="609600"/>
          </a:xfrm>
          <a:prstGeom prst="rect">
            <a:avLst/>
          </a:prstGeom>
          <a:noFill/>
        </p:spPr>
        <p:txBody>
          <a:bodyPr vert="horz" wrap="square" lIns="0" tIns="0" rIns="0" bIns="0" rtlCol="0" anchor="t" anchorCtr="0">
            <a:noAutofit/>
          </a:bodyPr>
          <a:lstStyle/>
          <a:p>
            <a:endParaRPr lang="fr-FR" sz="3600" b="1">
              <a:solidFill>
                <a:srgbClr val="12507F"/>
              </a:solidFill>
              <a:latin typeface="Calibri" panose="020F0502020204030204" pitchFamily="34" charset="0"/>
            </a:endParaRPr>
          </a:p>
        </p:txBody>
      </p:sp>
    </p:spTree>
    <p:extLst>
      <p:ext uri="{BB962C8B-B14F-4D97-AF65-F5344CB8AC3E}">
        <p14:creationId xmlns:p14="http://schemas.microsoft.com/office/powerpoint/2010/main" val="1482041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BE940548-1F82-5D09-8A95-F0397911E2FD}"/>
              </a:ext>
            </a:extLst>
          </p:cNvPr>
          <p:cNvPicPr>
            <a:picLocks/>
          </p:cNvPicPr>
          <p:nvPr/>
        </p:nvPicPr>
        <p:blipFill>
          <a:blip r:embed="rId2"/>
          <a:stretch>
            <a:fillRect/>
          </a:stretch>
        </p:blipFill>
        <p:spPr>
          <a:xfrm>
            <a:off x="520700" y="2120900"/>
            <a:ext cx="16776700" cy="1092200"/>
          </a:xfrm>
          <a:prstGeom prst="rect">
            <a:avLst/>
          </a:prstGeom>
        </p:spPr>
      </p:pic>
      <p:sp>
        <p:nvSpPr>
          <p:cNvPr id="6" name="ZoneTexte 5">
            <a:extLst>
              <a:ext uri="{FF2B5EF4-FFF2-40B4-BE49-F238E27FC236}">
                <a16:creationId xmlns:a16="http://schemas.microsoft.com/office/drawing/2014/main" id="{D7F847B6-48BE-659D-C817-B638D71DCC08}"/>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a:solidFill>
                  <a:srgbClr val="1A3256"/>
                </a:solidFill>
                <a:latin typeface="Bahnschrift" panose="020B0502040204020203" pitchFamily="34" charset="0"/>
              </a:rPr>
              <a:t>COMMENTAIRES</a:t>
            </a:r>
          </a:p>
        </p:txBody>
      </p:sp>
      <p:sp>
        <p:nvSpPr>
          <p:cNvPr id="7" name="ZoneTexte 6">
            <a:extLst>
              <a:ext uri="{FF2B5EF4-FFF2-40B4-BE49-F238E27FC236}">
                <a16:creationId xmlns:a16="http://schemas.microsoft.com/office/drawing/2014/main" id="{4F741AAE-4D6A-D14B-FD88-C2668B6D5214}"/>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fr-FR" sz="3600" b="1">
                <a:solidFill>
                  <a:srgbClr val="1A3256"/>
                </a:solidFill>
                <a:latin typeface="Segoe UI Light" panose="020B0502040204020203" pitchFamily="34" charset="0"/>
              </a:rPr>
              <a:t>METRO &gt; Damien FIOMBEA Cholet</a:t>
            </a:r>
          </a:p>
        </p:txBody>
      </p:sp>
      <p:sp>
        <p:nvSpPr>
          <p:cNvPr id="8" name="ZoneTexte 7">
            <a:extLst>
              <a:ext uri="{FF2B5EF4-FFF2-40B4-BE49-F238E27FC236}">
                <a16:creationId xmlns:a16="http://schemas.microsoft.com/office/drawing/2014/main" id="{94977287-D972-671F-2178-1E6334DEFDE4}"/>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endParaRPr lang="fr-FR" sz="4000" b="1">
              <a:solidFill>
                <a:srgbClr val="1A3256"/>
              </a:solidFill>
              <a:latin typeface="Bahnschrift" panose="020B0502040204020203" pitchFamily="34" charset="0"/>
            </a:endParaRPr>
          </a:p>
        </p:txBody>
      </p:sp>
      <p:sp>
        <p:nvSpPr>
          <p:cNvPr id="10" name="ZoneTexte 9">
            <a:extLst>
              <a:ext uri="{FF2B5EF4-FFF2-40B4-BE49-F238E27FC236}">
                <a16:creationId xmlns:a16="http://schemas.microsoft.com/office/drawing/2014/main" id="{311BE9AA-6F4B-C350-7B1F-AE51036E968C}"/>
              </a:ext>
            </a:extLst>
          </p:cNvPr>
          <p:cNvSpPr txBox="1"/>
          <p:nvPr/>
        </p:nvSpPr>
        <p:spPr>
          <a:xfrm>
            <a:off x="685800" y="22098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Confiance en ID Logistics</a:t>
            </a:r>
          </a:p>
        </p:txBody>
      </p:sp>
      <p:pic>
        <p:nvPicPr>
          <p:cNvPr id="12" name="Image 11">
            <a:extLst>
              <a:ext uri="{FF2B5EF4-FFF2-40B4-BE49-F238E27FC236}">
                <a16:creationId xmlns:a16="http://schemas.microsoft.com/office/drawing/2014/main" id="{2BB43F0A-74AE-B5BE-36DF-F1691A7C09E5}"/>
              </a:ext>
            </a:extLst>
          </p:cNvPr>
          <p:cNvPicPr>
            <a:picLocks/>
          </p:cNvPicPr>
          <p:nvPr/>
        </p:nvPicPr>
        <p:blipFill>
          <a:blip r:embed="rId3"/>
          <a:stretch>
            <a:fillRect/>
          </a:stretch>
        </p:blipFill>
        <p:spPr>
          <a:xfrm>
            <a:off x="508000" y="5130800"/>
            <a:ext cx="16776700" cy="1092200"/>
          </a:xfrm>
          <a:prstGeom prst="rect">
            <a:avLst/>
          </a:prstGeom>
        </p:spPr>
      </p:pic>
      <p:pic>
        <p:nvPicPr>
          <p:cNvPr id="14" name="Image 13">
            <a:extLst>
              <a:ext uri="{FF2B5EF4-FFF2-40B4-BE49-F238E27FC236}">
                <a16:creationId xmlns:a16="http://schemas.microsoft.com/office/drawing/2014/main" id="{DC124710-8CD7-56A3-00E2-DE43CEC05D99}"/>
              </a:ext>
            </a:extLst>
          </p:cNvPr>
          <p:cNvPicPr>
            <a:picLocks/>
          </p:cNvPicPr>
          <p:nvPr/>
        </p:nvPicPr>
        <p:blipFill>
          <a:blip r:embed="rId2"/>
          <a:stretch>
            <a:fillRect/>
          </a:stretch>
        </p:blipFill>
        <p:spPr>
          <a:xfrm>
            <a:off x="508000" y="4114800"/>
            <a:ext cx="16776700" cy="1092200"/>
          </a:xfrm>
          <a:prstGeom prst="rect">
            <a:avLst/>
          </a:prstGeom>
        </p:spPr>
      </p:pic>
      <p:pic>
        <p:nvPicPr>
          <p:cNvPr id="16" name="Image 15">
            <a:extLst>
              <a:ext uri="{FF2B5EF4-FFF2-40B4-BE49-F238E27FC236}">
                <a16:creationId xmlns:a16="http://schemas.microsoft.com/office/drawing/2014/main" id="{A59C0726-BFEA-03BD-85A6-E7929A1EB345}"/>
              </a:ext>
            </a:extLst>
          </p:cNvPr>
          <p:cNvPicPr>
            <a:picLocks/>
          </p:cNvPicPr>
          <p:nvPr/>
        </p:nvPicPr>
        <p:blipFill>
          <a:blip r:embed="rId3"/>
          <a:stretch>
            <a:fillRect/>
          </a:stretch>
        </p:blipFill>
        <p:spPr>
          <a:xfrm>
            <a:off x="508000" y="7137400"/>
            <a:ext cx="16764000" cy="1092200"/>
          </a:xfrm>
          <a:prstGeom prst="rect">
            <a:avLst/>
          </a:prstGeom>
        </p:spPr>
      </p:pic>
      <p:pic>
        <p:nvPicPr>
          <p:cNvPr id="18" name="Image 17">
            <a:extLst>
              <a:ext uri="{FF2B5EF4-FFF2-40B4-BE49-F238E27FC236}">
                <a16:creationId xmlns:a16="http://schemas.microsoft.com/office/drawing/2014/main" id="{A1EA08E3-EDF6-C2DB-8220-FFC1CA6E1187}"/>
              </a:ext>
            </a:extLst>
          </p:cNvPr>
          <p:cNvPicPr>
            <a:picLocks/>
          </p:cNvPicPr>
          <p:nvPr/>
        </p:nvPicPr>
        <p:blipFill>
          <a:blip r:embed="rId2"/>
          <a:stretch>
            <a:fillRect/>
          </a:stretch>
        </p:blipFill>
        <p:spPr>
          <a:xfrm>
            <a:off x="508000" y="6121400"/>
            <a:ext cx="16764000" cy="1092200"/>
          </a:xfrm>
          <a:prstGeom prst="rect">
            <a:avLst/>
          </a:prstGeom>
        </p:spPr>
      </p:pic>
      <p:pic>
        <p:nvPicPr>
          <p:cNvPr id="20" name="Image 19">
            <a:extLst>
              <a:ext uri="{FF2B5EF4-FFF2-40B4-BE49-F238E27FC236}">
                <a16:creationId xmlns:a16="http://schemas.microsoft.com/office/drawing/2014/main" id="{3BB9CF2C-C048-F8A3-4D02-7CF9CD8D1CFA}"/>
              </a:ext>
            </a:extLst>
          </p:cNvPr>
          <p:cNvPicPr>
            <a:picLocks/>
          </p:cNvPicPr>
          <p:nvPr/>
        </p:nvPicPr>
        <p:blipFill>
          <a:blip r:embed="rId2"/>
          <a:stretch>
            <a:fillRect/>
          </a:stretch>
        </p:blipFill>
        <p:spPr>
          <a:xfrm>
            <a:off x="508000" y="8128000"/>
            <a:ext cx="16764000" cy="1092200"/>
          </a:xfrm>
          <a:prstGeom prst="rect">
            <a:avLst/>
          </a:prstGeom>
        </p:spPr>
      </p:pic>
      <p:sp>
        <p:nvSpPr>
          <p:cNvPr id="21" name="ZoneTexte 20">
            <a:extLst>
              <a:ext uri="{FF2B5EF4-FFF2-40B4-BE49-F238E27FC236}">
                <a16:creationId xmlns:a16="http://schemas.microsoft.com/office/drawing/2014/main" id="{FD1E68A5-5055-D144-C153-A0D7A417194C}"/>
              </a:ext>
            </a:extLst>
          </p:cNvPr>
          <p:cNvSpPr txBox="1"/>
          <p:nvPr/>
        </p:nvSpPr>
        <p:spPr>
          <a:xfrm>
            <a:off x="685800" y="25400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Fort déphasage entre offre commerciale et réalité</a:t>
            </a:r>
          </a:p>
        </p:txBody>
      </p:sp>
      <p:pic>
        <p:nvPicPr>
          <p:cNvPr id="23" name="Image 22">
            <a:extLst>
              <a:ext uri="{FF2B5EF4-FFF2-40B4-BE49-F238E27FC236}">
                <a16:creationId xmlns:a16="http://schemas.microsoft.com/office/drawing/2014/main" id="{A508F980-29DE-3219-1780-74115851D4BC}"/>
              </a:ext>
            </a:extLst>
          </p:cNvPr>
          <p:cNvPicPr>
            <a:picLocks/>
          </p:cNvPicPr>
          <p:nvPr/>
        </p:nvPicPr>
        <p:blipFill>
          <a:blip r:embed="rId3"/>
          <a:stretch>
            <a:fillRect/>
          </a:stretch>
        </p:blipFill>
        <p:spPr>
          <a:xfrm>
            <a:off x="520700" y="3124200"/>
            <a:ext cx="16776700" cy="1104900"/>
          </a:xfrm>
          <a:prstGeom prst="rect">
            <a:avLst/>
          </a:prstGeom>
        </p:spPr>
      </p:pic>
      <p:sp>
        <p:nvSpPr>
          <p:cNvPr id="24" name="ZoneTexte 23">
            <a:extLst>
              <a:ext uri="{FF2B5EF4-FFF2-40B4-BE49-F238E27FC236}">
                <a16:creationId xmlns:a16="http://schemas.microsoft.com/office/drawing/2014/main" id="{44990902-2B89-11B6-68A6-91301C9C79DD}"/>
              </a:ext>
            </a:extLst>
          </p:cNvPr>
          <p:cNvSpPr txBox="1"/>
          <p:nvPr/>
        </p:nvSpPr>
        <p:spPr>
          <a:xfrm>
            <a:off x="685800" y="32131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Optimisation remplissage/transport</a:t>
            </a:r>
          </a:p>
        </p:txBody>
      </p:sp>
      <p:sp>
        <p:nvSpPr>
          <p:cNvPr id="25" name="ZoneTexte 24">
            <a:extLst>
              <a:ext uri="{FF2B5EF4-FFF2-40B4-BE49-F238E27FC236}">
                <a16:creationId xmlns:a16="http://schemas.microsoft.com/office/drawing/2014/main" id="{4998204D-EC34-30AB-9250-C16952FB0749}"/>
              </a:ext>
            </a:extLst>
          </p:cNvPr>
          <p:cNvSpPr txBox="1"/>
          <p:nvPr/>
        </p:nvSpPr>
        <p:spPr>
          <a:xfrm>
            <a:off x="685800" y="35306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Difficultés avec IDEO</a:t>
            </a:r>
          </a:p>
        </p:txBody>
      </p:sp>
      <p:sp>
        <p:nvSpPr>
          <p:cNvPr id="26" name="ZoneTexte 25">
            <a:extLst>
              <a:ext uri="{FF2B5EF4-FFF2-40B4-BE49-F238E27FC236}">
                <a16:creationId xmlns:a16="http://schemas.microsoft.com/office/drawing/2014/main" id="{06FADDF6-1E81-0021-07A0-0E496A808611}"/>
              </a:ext>
            </a:extLst>
          </p:cNvPr>
          <p:cNvSpPr txBox="1"/>
          <p:nvPr/>
        </p:nvSpPr>
        <p:spPr>
          <a:xfrm>
            <a:off x="685800" y="42037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Utilisation outils informatiques</a:t>
            </a:r>
          </a:p>
        </p:txBody>
      </p:sp>
      <p:sp>
        <p:nvSpPr>
          <p:cNvPr id="27" name="ZoneTexte 26">
            <a:extLst>
              <a:ext uri="{FF2B5EF4-FFF2-40B4-BE49-F238E27FC236}">
                <a16:creationId xmlns:a16="http://schemas.microsoft.com/office/drawing/2014/main" id="{646A9B91-6F8B-C4EA-0DEC-9C69FB79B364}"/>
              </a:ext>
            </a:extLst>
          </p:cNvPr>
          <p:cNvSpPr txBox="1"/>
          <p:nvPr/>
        </p:nvSpPr>
        <p:spPr>
          <a:xfrm>
            <a:off x="685800" y="4521200"/>
            <a:ext cx="16548100" cy="673100"/>
          </a:xfrm>
          <a:prstGeom prst="rect">
            <a:avLst/>
          </a:prstGeom>
          <a:noFill/>
        </p:spPr>
        <p:txBody>
          <a:bodyPr vert="horz" wrap="square" lIns="0" tIns="0" rIns="0" bIns="0" rtlCol="0" anchor="t" anchorCtr="0">
            <a:noAutofit/>
          </a:bodyPr>
          <a:lstStyle/>
          <a:p>
            <a:r>
              <a:rPr lang="fr-FR" sz="1600" dirty="0">
                <a:solidFill>
                  <a:srgbClr val="000000"/>
                </a:solidFill>
                <a:latin typeface="Segoe UI Light" panose="020B0502040204020203" pitchFamily="34" charset="0"/>
              </a:rPr>
              <a:t>Non maitrise du process générant des erreurs importantes. Exemple, problème de requêtage des données de facturation
Mauvais paramétrage WMS avec de forts impacts sur la PFE</a:t>
            </a:r>
          </a:p>
        </p:txBody>
      </p:sp>
      <p:sp>
        <p:nvSpPr>
          <p:cNvPr id="28" name="ZoneTexte 27">
            <a:extLst>
              <a:ext uri="{FF2B5EF4-FFF2-40B4-BE49-F238E27FC236}">
                <a16:creationId xmlns:a16="http://schemas.microsoft.com/office/drawing/2014/main" id="{86174691-5D77-F1D5-C145-C3A2B48C9295}"/>
              </a:ext>
            </a:extLst>
          </p:cNvPr>
          <p:cNvSpPr txBox="1"/>
          <p:nvPr/>
        </p:nvSpPr>
        <p:spPr>
          <a:xfrm>
            <a:off x="685800" y="52070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Maitrise des systèmes (WMS, WCS, TMS)</a:t>
            </a:r>
          </a:p>
        </p:txBody>
      </p:sp>
      <p:sp>
        <p:nvSpPr>
          <p:cNvPr id="29" name="ZoneTexte 28">
            <a:extLst>
              <a:ext uri="{FF2B5EF4-FFF2-40B4-BE49-F238E27FC236}">
                <a16:creationId xmlns:a16="http://schemas.microsoft.com/office/drawing/2014/main" id="{6AD37765-0CB1-C95D-874A-C3D334B9115C}"/>
              </a:ext>
            </a:extLst>
          </p:cNvPr>
          <p:cNvSpPr txBox="1"/>
          <p:nvPr/>
        </p:nvSpPr>
        <p:spPr>
          <a:xfrm>
            <a:off x="685800" y="55245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Toujours en attente des reportings demandés en phase projet</a:t>
            </a:r>
          </a:p>
        </p:txBody>
      </p:sp>
      <p:sp>
        <p:nvSpPr>
          <p:cNvPr id="30" name="ZoneTexte 29">
            <a:extLst>
              <a:ext uri="{FF2B5EF4-FFF2-40B4-BE49-F238E27FC236}">
                <a16:creationId xmlns:a16="http://schemas.microsoft.com/office/drawing/2014/main" id="{EA80BAC4-2839-EF97-E168-30E709B6629E}"/>
              </a:ext>
            </a:extLst>
          </p:cNvPr>
          <p:cNvSpPr txBox="1"/>
          <p:nvPr/>
        </p:nvSpPr>
        <p:spPr>
          <a:xfrm>
            <a:off x="685800" y="61849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Normes de sécurité et accidentologie</a:t>
            </a:r>
          </a:p>
        </p:txBody>
      </p:sp>
      <p:sp>
        <p:nvSpPr>
          <p:cNvPr id="31" name="ZoneTexte 30">
            <a:extLst>
              <a:ext uri="{FF2B5EF4-FFF2-40B4-BE49-F238E27FC236}">
                <a16:creationId xmlns:a16="http://schemas.microsoft.com/office/drawing/2014/main" id="{03919142-3045-39AF-5AE1-E31BE13384AB}"/>
              </a:ext>
            </a:extLst>
          </p:cNvPr>
          <p:cNvSpPr txBox="1"/>
          <p:nvPr/>
        </p:nvSpPr>
        <p:spPr>
          <a:xfrm>
            <a:off x="685800" y="65024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15 AT en 6 mois
Pas de QSE à demeure pour le démarrage</a:t>
            </a:r>
          </a:p>
        </p:txBody>
      </p:sp>
      <p:sp>
        <p:nvSpPr>
          <p:cNvPr id="32" name="ZoneTexte 31">
            <a:extLst>
              <a:ext uri="{FF2B5EF4-FFF2-40B4-BE49-F238E27FC236}">
                <a16:creationId xmlns:a16="http://schemas.microsoft.com/office/drawing/2014/main" id="{5646C1F0-CDD1-1162-ED74-E6F4905FA82D}"/>
              </a:ext>
            </a:extLst>
          </p:cNvPr>
          <p:cNvSpPr txBox="1"/>
          <p:nvPr/>
        </p:nvSpPr>
        <p:spPr>
          <a:xfrm>
            <a:off x="685800" y="7200900"/>
            <a:ext cx="16446500" cy="368300"/>
          </a:xfrm>
          <a:prstGeom prst="rect">
            <a:avLst/>
          </a:prstGeom>
          <a:noFill/>
        </p:spPr>
        <p:txBody>
          <a:bodyPr vert="horz" wrap="square" lIns="0" tIns="0" rIns="0" bIns="0" rtlCol="0" anchor="t" anchorCtr="0">
            <a:noAutofit/>
          </a:bodyPr>
          <a:lstStyle/>
          <a:p>
            <a:endParaRPr lang="fr-FR" b="1">
              <a:solidFill>
                <a:srgbClr val="1A3256"/>
              </a:solidFill>
              <a:latin typeface="Segoe UI Light" panose="020B0502040204020203" pitchFamily="34" charset="0"/>
            </a:endParaRPr>
          </a:p>
        </p:txBody>
      </p:sp>
      <p:sp>
        <p:nvSpPr>
          <p:cNvPr id="33" name="ZoneTexte 32">
            <a:extLst>
              <a:ext uri="{FF2B5EF4-FFF2-40B4-BE49-F238E27FC236}">
                <a16:creationId xmlns:a16="http://schemas.microsoft.com/office/drawing/2014/main" id="{1BE69D82-BDA0-5CE3-5221-3601C399AEE7}"/>
              </a:ext>
            </a:extLst>
          </p:cNvPr>
          <p:cNvSpPr txBox="1"/>
          <p:nvPr/>
        </p:nvSpPr>
        <p:spPr>
          <a:xfrm>
            <a:off x="685800" y="7518400"/>
            <a:ext cx="16548100" cy="673100"/>
          </a:xfrm>
          <a:prstGeom prst="rect">
            <a:avLst/>
          </a:prstGeom>
          <a:noFill/>
        </p:spPr>
        <p:txBody>
          <a:bodyPr vert="horz" wrap="square" lIns="0" tIns="0" rIns="0" bIns="0" rtlCol="0" anchor="t" anchorCtr="0">
            <a:noAutofit/>
          </a:bodyPr>
          <a:lstStyle/>
          <a:p>
            <a:endParaRPr lang="fr-FR" sz="1600">
              <a:solidFill>
                <a:srgbClr val="000000"/>
              </a:solidFill>
              <a:latin typeface="Segoe UI Light" panose="020B0502040204020203" pitchFamily="34" charset="0"/>
            </a:endParaRPr>
          </a:p>
        </p:txBody>
      </p:sp>
      <p:sp>
        <p:nvSpPr>
          <p:cNvPr id="34" name="ZoneTexte 33">
            <a:extLst>
              <a:ext uri="{FF2B5EF4-FFF2-40B4-BE49-F238E27FC236}">
                <a16:creationId xmlns:a16="http://schemas.microsoft.com/office/drawing/2014/main" id="{9CB7740E-D7B1-AE8C-2EFD-AAA5CC3F32F3}"/>
              </a:ext>
            </a:extLst>
          </p:cNvPr>
          <p:cNvSpPr txBox="1"/>
          <p:nvPr/>
        </p:nvSpPr>
        <p:spPr>
          <a:xfrm>
            <a:off x="685800" y="8191500"/>
            <a:ext cx="16446500" cy="368300"/>
          </a:xfrm>
          <a:prstGeom prst="rect">
            <a:avLst/>
          </a:prstGeom>
          <a:noFill/>
        </p:spPr>
        <p:txBody>
          <a:bodyPr vert="horz" wrap="square" lIns="0" tIns="0" rIns="0" bIns="0" rtlCol="0" anchor="t" anchorCtr="0">
            <a:noAutofit/>
          </a:bodyPr>
          <a:lstStyle/>
          <a:p>
            <a:endParaRPr lang="fr-FR" b="1">
              <a:solidFill>
                <a:srgbClr val="1A3256"/>
              </a:solidFill>
              <a:latin typeface="Segoe UI Light" panose="020B0502040204020203" pitchFamily="34" charset="0"/>
            </a:endParaRPr>
          </a:p>
        </p:txBody>
      </p:sp>
      <p:sp>
        <p:nvSpPr>
          <p:cNvPr id="35" name="ZoneTexte 34">
            <a:extLst>
              <a:ext uri="{FF2B5EF4-FFF2-40B4-BE49-F238E27FC236}">
                <a16:creationId xmlns:a16="http://schemas.microsoft.com/office/drawing/2014/main" id="{E170AAD8-F9AF-FF5C-DB4B-E86488E4B401}"/>
              </a:ext>
            </a:extLst>
          </p:cNvPr>
          <p:cNvSpPr txBox="1"/>
          <p:nvPr/>
        </p:nvSpPr>
        <p:spPr>
          <a:xfrm>
            <a:off x="685800" y="8509000"/>
            <a:ext cx="16548100" cy="673100"/>
          </a:xfrm>
          <a:prstGeom prst="rect">
            <a:avLst/>
          </a:prstGeom>
          <a:noFill/>
        </p:spPr>
        <p:txBody>
          <a:bodyPr vert="horz" wrap="square" lIns="0" tIns="0" rIns="0" bIns="0" rtlCol="0" anchor="t" anchorCtr="0">
            <a:noAutofit/>
          </a:bodyPr>
          <a:lstStyle/>
          <a:p>
            <a:endParaRPr lang="fr-FR" sz="1600">
              <a:solidFill>
                <a:srgbClr val="000000"/>
              </a:solidFill>
              <a:latin typeface="Segoe UI Light" panose="020B0502040204020203" pitchFamily="34" charset="0"/>
            </a:endParaRPr>
          </a:p>
        </p:txBody>
      </p:sp>
      <p:sp>
        <p:nvSpPr>
          <p:cNvPr id="2" name="ZoneTexte 1">
            <a:extLst>
              <a:ext uri="{FF2B5EF4-FFF2-40B4-BE49-F238E27FC236}">
                <a16:creationId xmlns:a16="http://schemas.microsoft.com/office/drawing/2014/main" id="{B9920F0A-9FE8-FB2A-8336-1FC3A7A86281}"/>
              </a:ext>
            </a:extLst>
          </p:cNvPr>
          <p:cNvSpPr txBox="1"/>
          <p:nvPr/>
        </p:nvSpPr>
        <p:spPr>
          <a:xfrm>
            <a:off x="15595600" y="6604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2,73</a:t>
            </a:r>
          </a:p>
        </p:txBody>
      </p:sp>
    </p:spTree>
    <p:extLst>
      <p:ext uri="{BB962C8B-B14F-4D97-AF65-F5344CB8AC3E}">
        <p14:creationId xmlns:p14="http://schemas.microsoft.com/office/powerpoint/2010/main" val="3114164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EBF2B25-C149-296B-B51D-80A7E1DB8916}"/>
              </a:ext>
            </a:extLst>
          </p:cNvPr>
          <p:cNvPicPr>
            <a:picLocks/>
          </p:cNvPicPr>
          <p:nvPr/>
        </p:nvPicPr>
        <p:blipFill>
          <a:blip r:embed="rId2"/>
          <a:stretch>
            <a:fillRect/>
          </a:stretch>
        </p:blipFill>
        <p:spPr>
          <a:xfrm>
            <a:off x="508000" y="1905000"/>
            <a:ext cx="17119600" cy="7823200"/>
          </a:xfrm>
          <a:prstGeom prst="rect">
            <a:avLst/>
          </a:prstGeom>
        </p:spPr>
      </p:pic>
      <p:sp>
        <p:nvSpPr>
          <p:cNvPr id="6" name="ZoneTexte 5">
            <a:extLst>
              <a:ext uri="{FF2B5EF4-FFF2-40B4-BE49-F238E27FC236}">
                <a16:creationId xmlns:a16="http://schemas.microsoft.com/office/drawing/2014/main" id="{5591B45B-B80B-DB46-B36C-7B3B9D429030}"/>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dirty="0">
                <a:solidFill>
                  <a:srgbClr val="1A3256"/>
                </a:solidFill>
                <a:latin typeface="Bahnschrift" panose="020B0502040204020203" pitchFamily="34" charset="0"/>
              </a:rPr>
              <a:t>COMPARAISON PAR QUESTION</a:t>
            </a:r>
          </a:p>
        </p:txBody>
      </p:sp>
      <p:sp>
        <p:nvSpPr>
          <p:cNvPr id="7" name="ZoneTexte 6">
            <a:extLst>
              <a:ext uri="{FF2B5EF4-FFF2-40B4-BE49-F238E27FC236}">
                <a16:creationId xmlns:a16="http://schemas.microsoft.com/office/drawing/2014/main" id="{D38C8661-173A-8F22-BFA9-F505D53AA260}"/>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es-ES" sz="3600" b="1">
                <a:solidFill>
                  <a:srgbClr val="1A3256"/>
                </a:solidFill>
                <a:latin typeface="Segoe UI Light" panose="020B0502040204020203" pitchFamily="34" charset="0"/>
              </a:rPr>
              <a:t>METRO &gt; Nicolas OLIVEAU La Brède &gt; </a:t>
            </a:r>
            <a:endParaRPr lang="fr-FR" sz="3600" b="1">
              <a:solidFill>
                <a:srgbClr val="1A3256"/>
              </a:solidFill>
              <a:latin typeface="Segoe UI Light" panose="020B0502040204020203" pitchFamily="34" charset="0"/>
            </a:endParaRPr>
          </a:p>
        </p:txBody>
      </p:sp>
      <p:sp>
        <p:nvSpPr>
          <p:cNvPr id="8" name="ZoneTexte 7">
            <a:extLst>
              <a:ext uri="{FF2B5EF4-FFF2-40B4-BE49-F238E27FC236}">
                <a16:creationId xmlns:a16="http://schemas.microsoft.com/office/drawing/2014/main" id="{CE2DE8A6-1290-4C76-D103-61B3EC8ECC24}"/>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3,75</a:t>
            </a:r>
          </a:p>
        </p:txBody>
      </p:sp>
      <p:sp>
        <p:nvSpPr>
          <p:cNvPr id="10" name="ZoneTexte 9">
            <a:extLst>
              <a:ext uri="{FF2B5EF4-FFF2-40B4-BE49-F238E27FC236}">
                <a16:creationId xmlns:a16="http://schemas.microsoft.com/office/drawing/2014/main" id="{50EFF9A2-28B3-8B82-2CC2-48E86C7E9550}"/>
              </a:ext>
            </a:extLst>
          </p:cNvPr>
          <p:cNvSpPr txBox="1"/>
          <p:nvPr/>
        </p:nvSpPr>
        <p:spPr>
          <a:xfrm>
            <a:off x="355600" y="9169400"/>
            <a:ext cx="3314700" cy="520700"/>
          </a:xfrm>
          <a:prstGeom prst="rect">
            <a:avLst/>
          </a:prstGeom>
          <a:noFill/>
        </p:spPr>
        <p:txBody>
          <a:bodyPr vert="horz" wrap="square" lIns="0" tIns="0" rIns="0" bIns="0" rtlCol="0" anchor="t" anchorCtr="0">
            <a:noAutofit/>
          </a:bodyPr>
          <a:lstStyle/>
          <a:p>
            <a:r>
              <a:rPr lang="fr-FR" sz="1400" i="1">
                <a:solidFill>
                  <a:srgbClr val="0F39B7"/>
                </a:solidFill>
                <a:latin typeface="Calibri" panose="020F0502020204030204" pitchFamily="34" charset="0"/>
              </a:rPr>
              <a:t>Couleur : note 2024, Rouge : note 2025.</a:t>
            </a:r>
          </a:p>
          <a:p>
            <a:r>
              <a:rPr lang="fr-FR" sz="1400" i="1">
                <a:solidFill>
                  <a:srgbClr val="0F39B7"/>
                </a:solidFill>
                <a:latin typeface="Calibri" panose="020F0502020204030204" pitchFamily="34" charset="0"/>
              </a:rPr>
              <a:t>Entre parenthèses : note 2024 / 2025</a:t>
            </a:r>
          </a:p>
        </p:txBody>
      </p:sp>
    </p:spTree>
    <p:extLst>
      <p:ext uri="{BB962C8B-B14F-4D97-AF65-F5344CB8AC3E}">
        <p14:creationId xmlns:p14="http://schemas.microsoft.com/office/powerpoint/2010/main" val="1052210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5743C3F2-857C-E8BD-61ED-3AA7FC7CC14F}"/>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dirty="0">
                <a:solidFill>
                  <a:srgbClr val="1A3256"/>
                </a:solidFill>
                <a:latin typeface="Bahnschrift" panose="020B0502040204020203" pitchFamily="34" charset="0"/>
              </a:rPr>
              <a:t>COMPARAISON PAR QUESTION</a:t>
            </a:r>
          </a:p>
        </p:txBody>
      </p:sp>
      <p:sp>
        <p:nvSpPr>
          <p:cNvPr id="5" name="ZoneTexte 4">
            <a:extLst>
              <a:ext uri="{FF2B5EF4-FFF2-40B4-BE49-F238E27FC236}">
                <a16:creationId xmlns:a16="http://schemas.microsoft.com/office/drawing/2014/main" id="{B8CDE45C-43A5-569D-AD91-F6C0619F749A}"/>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es-ES" sz="3600" b="1">
                <a:solidFill>
                  <a:srgbClr val="1A3256"/>
                </a:solidFill>
                <a:latin typeface="Segoe UI Light" panose="020B0502040204020203" pitchFamily="34" charset="0"/>
              </a:rPr>
              <a:t>METRO &gt; Nicolas OLIVEAU La Brède &gt; </a:t>
            </a:r>
            <a:endParaRPr lang="fr-FR" sz="3600" b="1">
              <a:solidFill>
                <a:srgbClr val="1A3256"/>
              </a:solidFill>
              <a:latin typeface="Segoe UI Light" panose="020B0502040204020203" pitchFamily="34" charset="0"/>
            </a:endParaRPr>
          </a:p>
        </p:txBody>
      </p:sp>
      <p:sp>
        <p:nvSpPr>
          <p:cNvPr id="6" name="ZoneTexte 5">
            <a:extLst>
              <a:ext uri="{FF2B5EF4-FFF2-40B4-BE49-F238E27FC236}">
                <a16:creationId xmlns:a16="http://schemas.microsoft.com/office/drawing/2014/main" id="{62E31B01-4643-A44B-9E35-8DD433796A52}"/>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3,75</a:t>
            </a:r>
          </a:p>
        </p:txBody>
      </p:sp>
      <p:pic>
        <p:nvPicPr>
          <p:cNvPr id="9" name="Image 8">
            <a:extLst>
              <a:ext uri="{FF2B5EF4-FFF2-40B4-BE49-F238E27FC236}">
                <a16:creationId xmlns:a16="http://schemas.microsoft.com/office/drawing/2014/main" id="{93DA6AA7-C660-82F1-1CA8-862F61C91624}"/>
              </a:ext>
            </a:extLst>
          </p:cNvPr>
          <p:cNvPicPr>
            <a:picLocks/>
          </p:cNvPicPr>
          <p:nvPr/>
        </p:nvPicPr>
        <p:blipFill>
          <a:blip r:embed="rId2"/>
          <a:stretch>
            <a:fillRect/>
          </a:stretch>
        </p:blipFill>
        <p:spPr>
          <a:xfrm>
            <a:off x="11493500" y="3314700"/>
            <a:ext cx="6096000" cy="6311900"/>
          </a:xfrm>
          <a:prstGeom prst="rect">
            <a:avLst/>
          </a:prstGeom>
        </p:spPr>
      </p:pic>
      <p:pic>
        <p:nvPicPr>
          <p:cNvPr id="11" name="Image 10">
            <a:extLst>
              <a:ext uri="{FF2B5EF4-FFF2-40B4-BE49-F238E27FC236}">
                <a16:creationId xmlns:a16="http://schemas.microsoft.com/office/drawing/2014/main" id="{50CAD688-A982-998A-6EFE-555F6966779A}"/>
              </a:ext>
            </a:extLst>
          </p:cNvPr>
          <p:cNvPicPr>
            <a:picLocks/>
          </p:cNvPicPr>
          <p:nvPr/>
        </p:nvPicPr>
        <p:blipFill>
          <a:blip r:embed="rId3"/>
          <a:stretch>
            <a:fillRect/>
          </a:stretch>
        </p:blipFill>
        <p:spPr>
          <a:xfrm>
            <a:off x="6959600" y="3314700"/>
            <a:ext cx="5981700" cy="6172200"/>
          </a:xfrm>
          <a:prstGeom prst="rect">
            <a:avLst/>
          </a:prstGeom>
        </p:spPr>
      </p:pic>
      <p:pic>
        <p:nvPicPr>
          <p:cNvPr id="13" name="Image 12">
            <a:extLst>
              <a:ext uri="{FF2B5EF4-FFF2-40B4-BE49-F238E27FC236}">
                <a16:creationId xmlns:a16="http://schemas.microsoft.com/office/drawing/2014/main" id="{8A3DEA95-C0AC-096B-2847-2D4570545110}"/>
              </a:ext>
            </a:extLst>
          </p:cNvPr>
          <p:cNvPicPr>
            <a:picLocks/>
          </p:cNvPicPr>
          <p:nvPr/>
        </p:nvPicPr>
        <p:blipFill>
          <a:blip r:embed="rId4"/>
          <a:stretch>
            <a:fillRect/>
          </a:stretch>
        </p:blipFill>
        <p:spPr>
          <a:xfrm>
            <a:off x="2197100" y="3314700"/>
            <a:ext cx="4254500" cy="6159500"/>
          </a:xfrm>
          <a:prstGeom prst="rect">
            <a:avLst/>
          </a:prstGeom>
        </p:spPr>
      </p:pic>
      <p:sp>
        <p:nvSpPr>
          <p:cNvPr id="14" name="ZoneTexte 13">
            <a:extLst>
              <a:ext uri="{FF2B5EF4-FFF2-40B4-BE49-F238E27FC236}">
                <a16:creationId xmlns:a16="http://schemas.microsoft.com/office/drawing/2014/main" id="{C3BA7DCB-38B1-DD78-8FEA-F0C70E7B785E}"/>
              </a:ext>
            </a:extLst>
          </p:cNvPr>
          <p:cNvSpPr txBox="1"/>
          <p:nvPr/>
        </p:nvSpPr>
        <p:spPr>
          <a:xfrm>
            <a:off x="1727200" y="2781300"/>
            <a:ext cx="22225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"Peu importantes":</a:t>
            </a:r>
          </a:p>
        </p:txBody>
      </p:sp>
      <p:sp>
        <p:nvSpPr>
          <p:cNvPr id="15" name="ZoneTexte 14">
            <a:extLst>
              <a:ext uri="{FF2B5EF4-FFF2-40B4-BE49-F238E27FC236}">
                <a16:creationId xmlns:a16="http://schemas.microsoft.com/office/drawing/2014/main" id="{1BC101F3-DA30-394D-DFB5-A0344C43F356}"/>
              </a:ext>
            </a:extLst>
          </p:cNvPr>
          <p:cNvSpPr txBox="1"/>
          <p:nvPr/>
        </p:nvSpPr>
        <p:spPr>
          <a:xfrm>
            <a:off x="4076700" y="2781300"/>
            <a:ext cx="1117600" cy="609600"/>
          </a:xfrm>
          <a:prstGeom prst="rect">
            <a:avLst/>
          </a:prstGeom>
          <a:noFill/>
        </p:spPr>
        <p:txBody>
          <a:bodyPr vert="horz" wrap="square" lIns="0" tIns="0" rIns="0" bIns="0" rtlCol="0" anchor="t" anchorCtr="0">
            <a:noAutofit/>
          </a:bodyPr>
          <a:lstStyle/>
          <a:p>
            <a:endParaRPr lang="fr-FR" sz="3600" b="1">
              <a:solidFill>
                <a:srgbClr val="12507F"/>
              </a:solidFill>
              <a:latin typeface="Calibri" panose="020F0502020204030204" pitchFamily="34" charset="0"/>
            </a:endParaRPr>
          </a:p>
        </p:txBody>
      </p:sp>
      <p:sp>
        <p:nvSpPr>
          <p:cNvPr id="16" name="ZoneTexte 15">
            <a:extLst>
              <a:ext uri="{FF2B5EF4-FFF2-40B4-BE49-F238E27FC236}">
                <a16:creationId xmlns:a16="http://schemas.microsoft.com/office/drawing/2014/main" id="{546E799B-C375-3934-C00C-567B9E9294E3}"/>
              </a:ext>
            </a:extLst>
          </p:cNvPr>
          <p:cNvSpPr txBox="1"/>
          <p:nvPr/>
        </p:nvSpPr>
        <p:spPr>
          <a:xfrm>
            <a:off x="6718300" y="2781300"/>
            <a:ext cx="21844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"Importantes":</a:t>
            </a:r>
          </a:p>
        </p:txBody>
      </p:sp>
      <p:sp>
        <p:nvSpPr>
          <p:cNvPr id="17" name="ZoneTexte 16">
            <a:extLst>
              <a:ext uri="{FF2B5EF4-FFF2-40B4-BE49-F238E27FC236}">
                <a16:creationId xmlns:a16="http://schemas.microsoft.com/office/drawing/2014/main" id="{2D577A5F-8CEB-304F-CABE-C8DA3DF9BE29}"/>
              </a:ext>
            </a:extLst>
          </p:cNvPr>
          <p:cNvSpPr txBox="1"/>
          <p:nvPr/>
        </p:nvSpPr>
        <p:spPr>
          <a:xfrm>
            <a:off x="8953500" y="2781300"/>
            <a:ext cx="1117600" cy="609600"/>
          </a:xfrm>
          <a:prstGeom prst="rect">
            <a:avLst/>
          </a:prstGeom>
          <a:noFill/>
        </p:spPr>
        <p:txBody>
          <a:bodyPr vert="horz" wrap="square" lIns="0" tIns="0" rIns="0" bIns="0" rtlCol="0" anchor="t" anchorCtr="0">
            <a:noAutofit/>
          </a:bodyPr>
          <a:lstStyle/>
          <a:p>
            <a:r>
              <a:rPr lang="fr-FR" sz="3600" b="1">
                <a:solidFill>
                  <a:srgbClr val="12507F"/>
                </a:solidFill>
                <a:latin typeface="Calibri" panose="020F0502020204030204" pitchFamily="34" charset="0"/>
              </a:rPr>
              <a:t>3,76</a:t>
            </a:r>
          </a:p>
        </p:txBody>
      </p:sp>
      <p:sp>
        <p:nvSpPr>
          <p:cNvPr id="18" name="ZoneTexte 17">
            <a:extLst>
              <a:ext uri="{FF2B5EF4-FFF2-40B4-BE49-F238E27FC236}">
                <a16:creationId xmlns:a16="http://schemas.microsoft.com/office/drawing/2014/main" id="{B9B36505-054F-BC77-4AAD-FBA15035E363}"/>
              </a:ext>
            </a:extLst>
          </p:cNvPr>
          <p:cNvSpPr txBox="1"/>
          <p:nvPr/>
        </p:nvSpPr>
        <p:spPr>
          <a:xfrm>
            <a:off x="11557000" y="2781300"/>
            <a:ext cx="21209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"Très importantes":</a:t>
            </a:r>
          </a:p>
        </p:txBody>
      </p:sp>
      <p:sp>
        <p:nvSpPr>
          <p:cNvPr id="19" name="ZoneTexte 18">
            <a:extLst>
              <a:ext uri="{FF2B5EF4-FFF2-40B4-BE49-F238E27FC236}">
                <a16:creationId xmlns:a16="http://schemas.microsoft.com/office/drawing/2014/main" id="{52E64D88-A196-245E-0C69-39D6A85E9A62}"/>
              </a:ext>
            </a:extLst>
          </p:cNvPr>
          <p:cNvSpPr txBox="1"/>
          <p:nvPr/>
        </p:nvSpPr>
        <p:spPr>
          <a:xfrm>
            <a:off x="13779500" y="2781300"/>
            <a:ext cx="1003300" cy="609600"/>
          </a:xfrm>
          <a:prstGeom prst="rect">
            <a:avLst/>
          </a:prstGeom>
          <a:noFill/>
        </p:spPr>
        <p:txBody>
          <a:bodyPr vert="horz" wrap="square" lIns="0" tIns="0" rIns="0" bIns="0" rtlCol="0" anchor="t" anchorCtr="0">
            <a:noAutofit/>
          </a:bodyPr>
          <a:lstStyle/>
          <a:p>
            <a:r>
              <a:rPr lang="fr-FR" sz="3600" b="1">
                <a:solidFill>
                  <a:srgbClr val="12507F"/>
                </a:solidFill>
                <a:latin typeface="Calibri" panose="020F0502020204030204" pitchFamily="34" charset="0"/>
              </a:rPr>
              <a:t>3,50</a:t>
            </a:r>
          </a:p>
        </p:txBody>
      </p:sp>
    </p:spTree>
    <p:extLst>
      <p:ext uri="{BB962C8B-B14F-4D97-AF65-F5344CB8AC3E}">
        <p14:creationId xmlns:p14="http://schemas.microsoft.com/office/powerpoint/2010/main" val="2062873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16B443E4-B049-09C4-530B-B97D8CB1123E}"/>
              </a:ext>
            </a:extLst>
          </p:cNvPr>
          <p:cNvPicPr>
            <a:picLocks/>
          </p:cNvPicPr>
          <p:nvPr/>
        </p:nvPicPr>
        <p:blipFill>
          <a:blip r:embed="rId2"/>
          <a:stretch>
            <a:fillRect/>
          </a:stretch>
        </p:blipFill>
        <p:spPr>
          <a:xfrm>
            <a:off x="520700" y="2120900"/>
            <a:ext cx="16776700" cy="1092200"/>
          </a:xfrm>
          <a:prstGeom prst="rect">
            <a:avLst/>
          </a:prstGeom>
        </p:spPr>
      </p:pic>
      <p:sp>
        <p:nvSpPr>
          <p:cNvPr id="6" name="ZoneTexte 5">
            <a:extLst>
              <a:ext uri="{FF2B5EF4-FFF2-40B4-BE49-F238E27FC236}">
                <a16:creationId xmlns:a16="http://schemas.microsoft.com/office/drawing/2014/main" id="{EC041F41-5A7F-107E-FEC9-D0AF91617525}"/>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a:solidFill>
                  <a:srgbClr val="1A3256"/>
                </a:solidFill>
                <a:latin typeface="Bahnschrift" panose="020B0502040204020203" pitchFamily="34" charset="0"/>
              </a:rPr>
              <a:t>COMMENTAIRES</a:t>
            </a:r>
          </a:p>
        </p:txBody>
      </p:sp>
      <p:sp>
        <p:nvSpPr>
          <p:cNvPr id="7" name="ZoneTexte 6">
            <a:extLst>
              <a:ext uri="{FF2B5EF4-FFF2-40B4-BE49-F238E27FC236}">
                <a16:creationId xmlns:a16="http://schemas.microsoft.com/office/drawing/2014/main" id="{1F5F0234-7A6E-33D2-A5DA-70640F7931E4}"/>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es-ES" sz="3600" b="1">
                <a:solidFill>
                  <a:srgbClr val="1A3256"/>
                </a:solidFill>
                <a:latin typeface="Segoe UI Light" panose="020B0502040204020203" pitchFamily="34" charset="0"/>
              </a:rPr>
              <a:t>METRO &gt; Nicolas OLIVEAU La Brède</a:t>
            </a:r>
            <a:endParaRPr lang="fr-FR" sz="3600" b="1">
              <a:solidFill>
                <a:srgbClr val="1A3256"/>
              </a:solidFill>
              <a:latin typeface="Segoe UI Light" panose="020B0502040204020203" pitchFamily="34" charset="0"/>
            </a:endParaRPr>
          </a:p>
        </p:txBody>
      </p:sp>
      <p:sp>
        <p:nvSpPr>
          <p:cNvPr id="8" name="ZoneTexte 7">
            <a:extLst>
              <a:ext uri="{FF2B5EF4-FFF2-40B4-BE49-F238E27FC236}">
                <a16:creationId xmlns:a16="http://schemas.microsoft.com/office/drawing/2014/main" id="{6E4AA834-2AA6-017E-5F01-EDF5D14C92B4}"/>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endParaRPr lang="fr-FR" sz="4000" b="1">
              <a:solidFill>
                <a:srgbClr val="1A3256"/>
              </a:solidFill>
              <a:latin typeface="Bahnschrift" panose="020B0502040204020203" pitchFamily="34" charset="0"/>
            </a:endParaRPr>
          </a:p>
        </p:txBody>
      </p:sp>
      <p:sp>
        <p:nvSpPr>
          <p:cNvPr id="10" name="ZoneTexte 9">
            <a:extLst>
              <a:ext uri="{FF2B5EF4-FFF2-40B4-BE49-F238E27FC236}">
                <a16:creationId xmlns:a16="http://schemas.microsoft.com/office/drawing/2014/main" id="{F3CC5A98-7A21-0FA4-BE66-6376E817D8DA}"/>
              </a:ext>
            </a:extLst>
          </p:cNvPr>
          <p:cNvSpPr txBox="1"/>
          <p:nvPr/>
        </p:nvSpPr>
        <p:spPr>
          <a:xfrm>
            <a:off x="685800" y="22098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Démarrage nouvelle activité</a:t>
            </a:r>
          </a:p>
        </p:txBody>
      </p:sp>
      <p:pic>
        <p:nvPicPr>
          <p:cNvPr id="12" name="Image 11">
            <a:extLst>
              <a:ext uri="{FF2B5EF4-FFF2-40B4-BE49-F238E27FC236}">
                <a16:creationId xmlns:a16="http://schemas.microsoft.com/office/drawing/2014/main" id="{73F6A29D-186D-F00B-02ED-F86E77C6EC5E}"/>
              </a:ext>
            </a:extLst>
          </p:cNvPr>
          <p:cNvPicPr>
            <a:picLocks/>
          </p:cNvPicPr>
          <p:nvPr/>
        </p:nvPicPr>
        <p:blipFill>
          <a:blip r:embed="rId3"/>
          <a:stretch>
            <a:fillRect/>
          </a:stretch>
        </p:blipFill>
        <p:spPr>
          <a:xfrm>
            <a:off x="508000" y="5130800"/>
            <a:ext cx="16776700" cy="1092200"/>
          </a:xfrm>
          <a:prstGeom prst="rect">
            <a:avLst/>
          </a:prstGeom>
        </p:spPr>
      </p:pic>
      <p:pic>
        <p:nvPicPr>
          <p:cNvPr id="14" name="Image 13">
            <a:extLst>
              <a:ext uri="{FF2B5EF4-FFF2-40B4-BE49-F238E27FC236}">
                <a16:creationId xmlns:a16="http://schemas.microsoft.com/office/drawing/2014/main" id="{411FA166-D470-127C-BC3E-22E8BD4EC66E}"/>
              </a:ext>
            </a:extLst>
          </p:cNvPr>
          <p:cNvPicPr>
            <a:picLocks/>
          </p:cNvPicPr>
          <p:nvPr/>
        </p:nvPicPr>
        <p:blipFill>
          <a:blip r:embed="rId2"/>
          <a:stretch>
            <a:fillRect/>
          </a:stretch>
        </p:blipFill>
        <p:spPr>
          <a:xfrm>
            <a:off x="508000" y="4114800"/>
            <a:ext cx="16776700" cy="1092200"/>
          </a:xfrm>
          <a:prstGeom prst="rect">
            <a:avLst/>
          </a:prstGeom>
        </p:spPr>
      </p:pic>
      <p:pic>
        <p:nvPicPr>
          <p:cNvPr id="16" name="Image 15">
            <a:extLst>
              <a:ext uri="{FF2B5EF4-FFF2-40B4-BE49-F238E27FC236}">
                <a16:creationId xmlns:a16="http://schemas.microsoft.com/office/drawing/2014/main" id="{51ACBE6F-ACD2-B180-189E-E36D2E8AD119}"/>
              </a:ext>
            </a:extLst>
          </p:cNvPr>
          <p:cNvPicPr>
            <a:picLocks/>
          </p:cNvPicPr>
          <p:nvPr/>
        </p:nvPicPr>
        <p:blipFill>
          <a:blip r:embed="rId3"/>
          <a:stretch>
            <a:fillRect/>
          </a:stretch>
        </p:blipFill>
        <p:spPr>
          <a:xfrm>
            <a:off x="508000" y="7137400"/>
            <a:ext cx="16764000" cy="1092200"/>
          </a:xfrm>
          <a:prstGeom prst="rect">
            <a:avLst/>
          </a:prstGeom>
        </p:spPr>
      </p:pic>
      <p:pic>
        <p:nvPicPr>
          <p:cNvPr id="18" name="Image 17">
            <a:extLst>
              <a:ext uri="{FF2B5EF4-FFF2-40B4-BE49-F238E27FC236}">
                <a16:creationId xmlns:a16="http://schemas.microsoft.com/office/drawing/2014/main" id="{1054F062-C598-3B65-CEF4-304249F02283}"/>
              </a:ext>
            </a:extLst>
          </p:cNvPr>
          <p:cNvPicPr>
            <a:picLocks/>
          </p:cNvPicPr>
          <p:nvPr/>
        </p:nvPicPr>
        <p:blipFill>
          <a:blip r:embed="rId2"/>
          <a:stretch>
            <a:fillRect/>
          </a:stretch>
        </p:blipFill>
        <p:spPr>
          <a:xfrm>
            <a:off x="508000" y="6121400"/>
            <a:ext cx="16764000" cy="1092200"/>
          </a:xfrm>
          <a:prstGeom prst="rect">
            <a:avLst/>
          </a:prstGeom>
        </p:spPr>
      </p:pic>
      <p:pic>
        <p:nvPicPr>
          <p:cNvPr id="20" name="Image 19">
            <a:extLst>
              <a:ext uri="{FF2B5EF4-FFF2-40B4-BE49-F238E27FC236}">
                <a16:creationId xmlns:a16="http://schemas.microsoft.com/office/drawing/2014/main" id="{58374CC6-8480-34BE-6CA0-179E872D8154}"/>
              </a:ext>
            </a:extLst>
          </p:cNvPr>
          <p:cNvPicPr>
            <a:picLocks/>
          </p:cNvPicPr>
          <p:nvPr/>
        </p:nvPicPr>
        <p:blipFill>
          <a:blip r:embed="rId2"/>
          <a:stretch>
            <a:fillRect/>
          </a:stretch>
        </p:blipFill>
        <p:spPr>
          <a:xfrm>
            <a:off x="508000" y="8128000"/>
            <a:ext cx="16764000" cy="1092200"/>
          </a:xfrm>
          <a:prstGeom prst="rect">
            <a:avLst/>
          </a:prstGeom>
        </p:spPr>
      </p:pic>
      <p:sp>
        <p:nvSpPr>
          <p:cNvPr id="21" name="ZoneTexte 20">
            <a:extLst>
              <a:ext uri="{FF2B5EF4-FFF2-40B4-BE49-F238E27FC236}">
                <a16:creationId xmlns:a16="http://schemas.microsoft.com/office/drawing/2014/main" id="{28D0BC89-D3C5-289A-F4D0-B42D64103453}"/>
              </a:ext>
            </a:extLst>
          </p:cNvPr>
          <p:cNvSpPr txBox="1"/>
          <p:nvPr/>
        </p:nvSpPr>
        <p:spPr>
          <a:xfrm>
            <a:off x="685800" y="25400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Positif dans le cadre d'un démarrage, mais de nombreux points à améliorer malgré tout</a:t>
            </a:r>
          </a:p>
        </p:txBody>
      </p:sp>
      <p:pic>
        <p:nvPicPr>
          <p:cNvPr id="23" name="Image 22">
            <a:extLst>
              <a:ext uri="{FF2B5EF4-FFF2-40B4-BE49-F238E27FC236}">
                <a16:creationId xmlns:a16="http://schemas.microsoft.com/office/drawing/2014/main" id="{FC85F02B-A00B-A179-750F-2B28E5B444EB}"/>
              </a:ext>
            </a:extLst>
          </p:cNvPr>
          <p:cNvPicPr>
            <a:picLocks/>
          </p:cNvPicPr>
          <p:nvPr/>
        </p:nvPicPr>
        <p:blipFill>
          <a:blip r:embed="rId3"/>
          <a:stretch>
            <a:fillRect/>
          </a:stretch>
        </p:blipFill>
        <p:spPr>
          <a:xfrm>
            <a:off x="520700" y="3124200"/>
            <a:ext cx="16776700" cy="1104900"/>
          </a:xfrm>
          <a:prstGeom prst="rect">
            <a:avLst/>
          </a:prstGeom>
        </p:spPr>
      </p:pic>
      <p:sp>
        <p:nvSpPr>
          <p:cNvPr id="24" name="ZoneTexte 23">
            <a:extLst>
              <a:ext uri="{FF2B5EF4-FFF2-40B4-BE49-F238E27FC236}">
                <a16:creationId xmlns:a16="http://schemas.microsoft.com/office/drawing/2014/main" id="{46D71648-3A47-48EB-D38F-2364FC96748C}"/>
              </a:ext>
            </a:extLst>
          </p:cNvPr>
          <p:cNvSpPr txBox="1"/>
          <p:nvPr/>
        </p:nvSpPr>
        <p:spPr>
          <a:xfrm>
            <a:off x="685800" y="32131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Hygiène et propreté</a:t>
            </a:r>
          </a:p>
        </p:txBody>
      </p:sp>
      <p:sp>
        <p:nvSpPr>
          <p:cNvPr id="25" name="ZoneTexte 24">
            <a:extLst>
              <a:ext uri="{FF2B5EF4-FFF2-40B4-BE49-F238E27FC236}">
                <a16:creationId xmlns:a16="http://schemas.microsoft.com/office/drawing/2014/main" id="{14D00868-78F5-E81B-0683-7920CF5F2544}"/>
              </a:ext>
            </a:extLst>
          </p:cNvPr>
          <p:cNvSpPr txBox="1"/>
          <p:nvPr/>
        </p:nvSpPr>
        <p:spPr>
          <a:xfrm>
            <a:off x="685800" y="35306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Trop dépendante de la présence du Directeur de site</a:t>
            </a:r>
          </a:p>
        </p:txBody>
      </p:sp>
      <p:sp>
        <p:nvSpPr>
          <p:cNvPr id="26" name="ZoneTexte 25">
            <a:extLst>
              <a:ext uri="{FF2B5EF4-FFF2-40B4-BE49-F238E27FC236}">
                <a16:creationId xmlns:a16="http://schemas.microsoft.com/office/drawing/2014/main" id="{13E0D556-3BDE-7AC5-87CC-504082888F12}"/>
              </a:ext>
            </a:extLst>
          </p:cNvPr>
          <p:cNvSpPr txBox="1"/>
          <p:nvPr/>
        </p:nvSpPr>
        <p:spPr>
          <a:xfrm>
            <a:off x="685800" y="42037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Gestion RH : recrutement, formation</a:t>
            </a:r>
          </a:p>
        </p:txBody>
      </p:sp>
      <p:sp>
        <p:nvSpPr>
          <p:cNvPr id="27" name="ZoneTexte 26">
            <a:extLst>
              <a:ext uri="{FF2B5EF4-FFF2-40B4-BE49-F238E27FC236}">
                <a16:creationId xmlns:a16="http://schemas.microsoft.com/office/drawing/2014/main" id="{3BC4CB9B-3708-AAAB-CFE3-A988678864C3}"/>
              </a:ext>
            </a:extLst>
          </p:cNvPr>
          <p:cNvSpPr txBox="1"/>
          <p:nvPr/>
        </p:nvSpPr>
        <p:spPr>
          <a:xfrm>
            <a:off x="685800" y="45212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Site en démarrage; Trop tôt pour complètement répondre à cette question</a:t>
            </a:r>
          </a:p>
        </p:txBody>
      </p:sp>
      <p:sp>
        <p:nvSpPr>
          <p:cNvPr id="28" name="ZoneTexte 27">
            <a:extLst>
              <a:ext uri="{FF2B5EF4-FFF2-40B4-BE49-F238E27FC236}">
                <a16:creationId xmlns:a16="http://schemas.microsoft.com/office/drawing/2014/main" id="{B327BFEB-987D-12D2-47EC-23E24BD19C3D}"/>
              </a:ext>
            </a:extLst>
          </p:cNvPr>
          <p:cNvSpPr txBox="1"/>
          <p:nvPr/>
        </p:nvSpPr>
        <p:spPr>
          <a:xfrm>
            <a:off x="685800" y="52070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Nouvelles technologies / process</a:t>
            </a:r>
          </a:p>
        </p:txBody>
      </p:sp>
      <p:sp>
        <p:nvSpPr>
          <p:cNvPr id="29" name="ZoneTexte 28">
            <a:extLst>
              <a:ext uri="{FF2B5EF4-FFF2-40B4-BE49-F238E27FC236}">
                <a16:creationId xmlns:a16="http://schemas.microsoft.com/office/drawing/2014/main" id="{8E1C00C5-E3BC-BFF7-B0D3-834AFA6B2886}"/>
              </a:ext>
            </a:extLst>
          </p:cNvPr>
          <p:cNvSpPr txBox="1"/>
          <p:nvPr/>
        </p:nvSpPr>
        <p:spPr>
          <a:xfrm>
            <a:off x="685800" y="55245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Positif à date, mais efforts à maintenir</a:t>
            </a:r>
          </a:p>
        </p:txBody>
      </p:sp>
      <p:sp>
        <p:nvSpPr>
          <p:cNvPr id="30" name="ZoneTexte 29">
            <a:extLst>
              <a:ext uri="{FF2B5EF4-FFF2-40B4-BE49-F238E27FC236}">
                <a16:creationId xmlns:a16="http://schemas.microsoft.com/office/drawing/2014/main" id="{DB662FEB-A824-B305-5033-53BF96B49711}"/>
              </a:ext>
            </a:extLst>
          </p:cNvPr>
          <p:cNvSpPr txBox="1"/>
          <p:nvPr/>
        </p:nvSpPr>
        <p:spPr>
          <a:xfrm>
            <a:off x="685800" y="61849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Dynamique de projets</a:t>
            </a:r>
          </a:p>
        </p:txBody>
      </p:sp>
      <p:sp>
        <p:nvSpPr>
          <p:cNvPr id="31" name="ZoneTexte 30">
            <a:extLst>
              <a:ext uri="{FF2B5EF4-FFF2-40B4-BE49-F238E27FC236}">
                <a16:creationId xmlns:a16="http://schemas.microsoft.com/office/drawing/2014/main" id="{777318C5-28E9-E7C3-92F7-4CCDE43F1923}"/>
              </a:ext>
            </a:extLst>
          </p:cNvPr>
          <p:cNvSpPr txBox="1"/>
          <p:nvPr/>
        </p:nvSpPr>
        <p:spPr>
          <a:xfrm>
            <a:off x="685800" y="65024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Pas de présentation en ce sens pour le moment</a:t>
            </a:r>
          </a:p>
        </p:txBody>
      </p:sp>
      <p:sp>
        <p:nvSpPr>
          <p:cNvPr id="32" name="ZoneTexte 31">
            <a:extLst>
              <a:ext uri="{FF2B5EF4-FFF2-40B4-BE49-F238E27FC236}">
                <a16:creationId xmlns:a16="http://schemas.microsoft.com/office/drawing/2014/main" id="{6BEB56D1-C571-D2B6-2A40-9625E49E1497}"/>
              </a:ext>
            </a:extLst>
          </p:cNvPr>
          <p:cNvSpPr txBox="1"/>
          <p:nvPr/>
        </p:nvSpPr>
        <p:spPr>
          <a:xfrm>
            <a:off x="685800" y="7200900"/>
            <a:ext cx="16446500" cy="368300"/>
          </a:xfrm>
          <a:prstGeom prst="rect">
            <a:avLst/>
          </a:prstGeom>
          <a:noFill/>
        </p:spPr>
        <p:txBody>
          <a:bodyPr vert="horz" wrap="square" lIns="0" tIns="0" rIns="0" bIns="0" rtlCol="0" anchor="t" anchorCtr="0">
            <a:noAutofit/>
          </a:bodyPr>
          <a:lstStyle/>
          <a:p>
            <a:endParaRPr lang="fr-FR" b="1">
              <a:solidFill>
                <a:srgbClr val="1A3256"/>
              </a:solidFill>
              <a:latin typeface="Segoe UI Light" panose="020B0502040204020203" pitchFamily="34" charset="0"/>
            </a:endParaRPr>
          </a:p>
        </p:txBody>
      </p:sp>
      <p:sp>
        <p:nvSpPr>
          <p:cNvPr id="33" name="ZoneTexte 32">
            <a:extLst>
              <a:ext uri="{FF2B5EF4-FFF2-40B4-BE49-F238E27FC236}">
                <a16:creationId xmlns:a16="http://schemas.microsoft.com/office/drawing/2014/main" id="{FE111D73-6ACF-2720-926D-6514C3D1F1D1}"/>
              </a:ext>
            </a:extLst>
          </p:cNvPr>
          <p:cNvSpPr txBox="1"/>
          <p:nvPr/>
        </p:nvSpPr>
        <p:spPr>
          <a:xfrm>
            <a:off x="685800" y="7518400"/>
            <a:ext cx="16548100" cy="673100"/>
          </a:xfrm>
          <a:prstGeom prst="rect">
            <a:avLst/>
          </a:prstGeom>
          <a:noFill/>
        </p:spPr>
        <p:txBody>
          <a:bodyPr vert="horz" wrap="square" lIns="0" tIns="0" rIns="0" bIns="0" rtlCol="0" anchor="t" anchorCtr="0">
            <a:noAutofit/>
          </a:bodyPr>
          <a:lstStyle/>
          <a:p>
            <a:endParaRPr lang="fr-FR" sz="1600">
              <a:solidFill>
                <a:srgbClr val="000000"/>
              </a:solidFill>
              <a:latin typeface="Segoe UI Light" panose="020B0502040204020203" pitchFamily="34" charset="0"/>
            </a:endParaRPr>
          </a:p>
        </p:txBody>
      </p:sp>
      <p:sp>
        <p:nvSpPr>
          <p:cNvPr id="34" name="ZoneTexte 33">
            <a:extLst>
              <a:ext uri="{FF2B5EF4-FFF2-40B4-BE49-F238E27FC236}">
                <a16:creationId xmlns:a16="http://schemas.microsoft.com/office/drawing/2014/main" id="{60D79D4A-1CA4-E8F1-F3C3-E2A186F83B82}"/>
              </a:ext>
            </a:extLst>
          </p:cNvPr>
          <p:cNvSpPr txBox="1"/>
          <p:nvPr/>
        </p:nvSpPr>
        <p:spPr>
          <a:xfrm>
            <a:off x="685800" y="8191500"/>
            <a:ext cx="16446500" cy="368300"/>
          </a:xfrm>
          <a:prstGeom prst="rect">
            <a:avLst/>
          </a:prstGeom>
          <a:noFill/>
        </p:spPr>
        <p:txBody>
          <a:bodyPr vert="horz" wrap="square" lIns="0" tIns="0" rIns="0" bIns="0" rtlCol="0" anchor="t" anchorCtr="0">
            <a:noAutofit/>
          </a:bodyPr>
          <a:lstStyle/>
          <a:p>
            <a:endParaRPr lang="fr-FR" b="1">
              <a:solidFill>
                <a:srgbClr val="1A3256"/>
              </a:solidFill>
              <a:latin typeface="Segoe UI Light" panose="020B0502040204020203" pitchFamily="34" charset="0"/>
            </a:endParaRPr>
          </a:p>
        </p:txBody>
      </p:sp>
      <p:sp>
        <p:nvSpPr>
          <p:cNvPr id="35" name="ZoneTexte 34">
            <a:extLst>
              <a:ext uri="{FF2B5EF4-FFF2-40B4-BE49-F238E27FC236}">
                <a16:creationId xmlns:a16="http://schemas.microsoft.com/office/drawing/2014/main" id="{3B966B25-87B8-3D0E-3119-8149059E77F6}"/>
              </a:ext>
            </a:extLst>
          </p:cNvPr>
          <p:cNvSpPr txBox="1"/>
          <p:nvPr/>
        </p:nvSpPr>
        <p:spPr>
          <a:xfrm>
            <a:off x="685800" y="8509000"/>
            <a:ext cx="16548100" cy="673100"/>
          </a:xfrm>
          <a:prstGeom prst="rect">
            <a:avLst/>
          </a:prstGeom>
          <a:noFill/>
        </p:spPr>
        <p:txBody>
          <a:bodyPr vert="horz" wrap="square" lIns="0" tIns="0" rIns="0" bIns="0" rtlCol="0" anchor="t" anchorCtr="0">
            <a:noAutofit/>
          </a:bodyPr>
          <a:lstStyle/>
          <a:p>
            <a:endParaRPr lang="fr-FR" sz="1600">
              <a:solidFill>
                <a:srgbClr val="000000"/>
              </a:solidFill>
              <a:latin typeface="Segoe UI Light" panose="020B0502040204020203" pitchFamily="34" charset="0"/>
            </a:endParaRPr>
          </a:p>
        </p:txBody>
      </p:sp>
      <p:sp>
        <p:nvSpPr>
          <p:cNvPr id="2" name="ZoneTexte 1">
            <a:extLst>
              <a:ext uri="{FF2B5EF4-FFF2-40B4-BE49-F238E27FC236}">
                <a16:creationId xmlns:a16="http://schemas.microsoft.com/office/drawing/2014/main" id="{6BD5EEC7-D44B-2F7A-4604-6B960A895D04}"/>
              </a:ext>
            </a:extLst>
          </p:cNvPr>
          <p:cNvSpPr txBox="1"/>
          <p:nvPr/>
        </p:nvSpPr>
        <p:spPr>
          <a:xfrm>
            <a:off x="15595600" y="6604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3,75</a:t>
            </a:r>
          </a:p>
        </p:txBody>
      </p:sp>
    </p:spTree>
    <p:extLst>
      <p:ext uri="{BB962C8B-B14F-4D97-AF65-F5344CB8AC3E}">
        <p14:creationId xmlns:p14="http://schemas.microsoft.com/office/powerpoint/2010/main" val="725472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10DA3DB-4034-EE78-5BD5-21645CAFA1BA}"/>
              </a:ext>
            </a:extLst>
          </p:cNvPr>
          <p:cNvPicPr>
            <a:picLocks/>
          </p:cNvPicPr>
          <p:nvPr/>
        </p:nvPicPr>
        <p:blipFill>
          <a:blip r:embed="rId2"/>
          <a:stretch>
            <a:fillRect/>
          </a:stretch>
        </p:blipFill>
        <p:spPr>
          <a:xfrm>
            <a:off x="508000" y="1905000"/>
            <a:ext cx="17119600" cy="7823200"/>
          </a:xfrm>
          <a:prstGeom prst="rect">
            <a:avLst/>
          </a:prstGeom>
        </p:spPr>
      </p:pic>
      <p:sp>
        <p:nvSpPr>
          <p:cNvPr id="6" name="ZoneTexte 5">
            <a:extLst>
              <a:ext uri="{FF2B5EF4-FFF2-40B4-BE49-F238E27FC236}">
                <a16:creationId xmlns:a16="http://schemas.microsoft.com/office/drawing/2014/main" id="{EBAAE94C-29D9-53E4-292C-E422FA33D52B}"/>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dirty="0">
                <a:solidFill>
                  <a:srgbClr val="1A3256"/>
                </a:solidFill>
                <a:latin typeface="Bahnschrift" panose="020B0502040204020203" pitchFamily="34" charset="0"/>
              </a:rPr>
              <a:t>COMPARAISON PAR QUESTION</a:t>
            </a:r>
          </a:p>
        </p:txBody>
      </p:sp>
      <p:sp>
        <p:nvSpPr>
          <p:cNvPr id="7" name="ZoneTexte 6">
            <a:extLst>
              <a:ext uri="{FF2B5EF4-FFF2-40B4-BE49-F238E27FC236}">
                <a16:creationId xmlns:a16="http://schemas.microsoft.com/office/drawing/2014/main" id="{7CC57EB5-DE27-F079-63A9-1EE96C49C811}"/>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fr-FR" sz="3600" b="1">
                <a:solidFill>
                  <a:srgbClr val="1A3256"/>
                </a:solidFill>
                <a:latin typeface="Segoe UI Light" panose="020B0502040204020203" pitchFamily="34" charset="0"/>
              </a:rPr>
              <a:t>METRO &gt; Pascale JACQUEMOT Cholet,La Brède &gt; </a:t>
            </a:r>
          </a:p>
        </p:txBody>
      </p:sp>
      <p:sp>
        <p:nvSpPr>
          <p:cNvPr id="8" name="ZoneTexte 7">
            <a:extLst>
              <a:ext uri="{FF2B5EF4-FFF2-40B4-BE49-F238E27FC236}">
                <a16:creationId xmlns:a16="http://schemas.microsoft.com/office/drawing/2014/main" id="{92ECA53E-8405-8925-0F15-76F3ADFE07EE}"/>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4,15</a:t>
            </a:r>
          </a:p>
        </p:txBody>
      </p:sp>
      <p:sp>
        <p:nvSpPr>
          <p:cNvPr id="10" name="ZoneTexte 9">
            <a:extLst>
              <a:ext uri="{FF2B5EF4-FFF2-40B4-BE49-F238E27FC236}">
                <a16:creationId xmlns:a16="http://schemas.microsoft.com/office/drawing/2014/main" id="{322D3EFF-E130-3889-7786-AD675CF54DB2}"/>
              </a:ext>
            </a:extLst>
          </p:cNvPr>
          <p:cNvSpPr txBox="1"/>
          <p:nvPr/>
        </p:nvSpPr>
        <p:spPr>
          <a:xfrm>
            <a:off x="355600" y="9169400"/>
            <a:ext cx="3314700" cy="520700"/>
          </a:xfrm>
          <a:prstGeom prst="rect">
            <a:avLst/>
          </a:prstGeom>
          <a:noFill/>
        </p:spPr>
        <p:txBody>
          <a:bodyPr vert="horz" wrap="square" lIns="0" tIns="0" rIns="0" bIns="0" rtlCol="0" anchor="t" anchorCtr="0">
            <a:noAutofit/>
          </a:bodyPr>
          <a:lstStyle/>
          <a:p>
            <a:r>
              <a:rPr lang="fr-FR" sz="1400" i="1">
                <a:solidFill>
                  <a:srgbClr val="0F39B7"/>
                </a:solidFill>
                <a:latin typeface="Calibri" panose="020F0502020204030204" pitchFamily="34" charset="0"/>
              </a:rPr>
              <a:t>Couleur : note 2024, Rouge : note 2025.</a:t>
            </a:r>
          </a:p>
          <a:p>
            <a:r>
              <a:rPr lang="fr-FR" sz="1400" i="1">
                <a:solidFill>
                  <a:srgbClr val="0F39B7"/>
                </a:solidFill>
                <a:latin typeface="Calibri" panose="020F0502020204030204" pitchFamily="34" charset="0"/>
              </a:rPr>
              <a:t>Entre parenthèses : note 2024 / 2025</a:t>
            </a:r>
          </a:p>
        </p:txBody>
      </p:sp>
      <p:cxnSp>
        <p:nvCxnSpPr>
          <p:cNvPr id="2" name="Connecteur droit 1">
            <a:extLst>
              <a:ext uri="{FF2B5EF4-FFF2-40B4-BE49-F238E27FC236}">
                <a16:creationId xmlns:a16="http://schemas.microsoft.com/office/drawing/2014/main" id="{CFB86DAF-5885-DE4D-2FB3-34F1A43627A5}"/>
              </a:ext>
            </a:extLst>
          </p:cNvPr>
          <p:cNvCxnSpPr>
            <a:cxnSpLocks/>
          </p:cNvCxnSpPr>
          <p:nvPr/>
        </p:nvCxnSpPr>
        <p:spPr>
          <a:xfrm flipH="1" flipV="1">
            <a:off x="9039224" y="5810250"/>
            <a:ext cx="3228976" cy="352425"/>
          </a:xfrm>
          <a:prstGeom prst="line">
            <a:avLst/>
          </a:prstGeom>
          <a:ln w="38100">
            <a:solidFill>
              <a:srgbClr val="59696D"/>
            </a:solidFill>
          </a:ln>
        </p:spPr>
        <p:style>
          <a:lnRef idx="2">
            <a:schemeClr val="accent1"/>
          </a:lnRef>
          <a:fillRef idx="0">
            <a:schemeClr val="accent1"/>
          </a:fillRef>
          <a:effectRef idx="1">
            <a:schemeClr val="accent1"/>
          </a:effectRef>
          <a:fontRef idx="minor">
            <a:schemeClr val="tx1"/>
          </a:fontRef>
        </p:style>
      </p:cxnSp>
      <p:cxnSp>
        <p:nvCxnSpPr>
          <p:cNvPr id="4" name="Connecteur droit 3">
            <a:extLst>
              <a:ext uri="{FF2B5EF4-FFF2-40B4-BE49-F238E27FC236}">
                <a16:creationId xmlns:a16="http://schemas.microsoft.com/office/drawing/2014/main" id="{F25353B1-F515-7E81-8DC4-8C8465B1B350}"/>
              </a:ext>
            </a:extLst>
          </p:cNvPr>
          <p:cNvCxnSpPr>
            <a:cxnSpLocks/>
          </p:cNvCxnSpPr>
          <p:nvPr/>
        </p:nvCxnSpPr>
        <p:spPr>
          <a:xfrm>
            <a:off x="7686675" y="3219450"/>
            <a:ext cx="1352549" cy="2590800"/>
          </a:xfrm>
          <a:prstGeom prst="line">
            <a:avLst/>
          </a:prstGeom>
          <a:ln w="38100">
            <a:solidFill>
              <a:srgbClr val="99487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5518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C729E38-516F-A3D2-DD34-399880CDD193}"/>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dirty="0">
                <a:solidFill>
                  <a:srgbClr val="1A3256"/>
                </a:solidFill>
                <a:latin typeface="Bahnschrift" panose="020B0502040204020203" pitchFamily="34" charset="0"/>
              </a:rPr>
              <a:t>COMPARAISON PAR QUESTION</a:t>
            </a:r>
          </a:p>
        </p:txBody>
      </p:sp>
      <p:sp>
        <p:nvSpPr>
          <p:cNvPr id="5" name="ZoneTexte 4">
            <a:extLst>
              <a:ext uri="{FF2B5EF4-FFF2-40B4-BE49-F238E27FC236}">
                <a16:creationId xmlns:a16="http://schemas.microsoft.com/office/drawing/2014/main" id="{510257CA-10D0-8E21-3D7D-7E3BB9DDB9E6}"/>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fr-FR" sz="3600" b="1">
                <a:solidFill>
                  <a:srgbClr val="1A3256"/>
                </a:solidFill>
                <a:latin typeface="Segoe UI Light" panose="020B0502040204020203" pitchFamily="34" charset="0"/>
              </a:rPr>
              <a:t>METRO &gt; Pascale JACQUEMOT Cholet,La Brède &gt; </a:t>
            </a:r>
          </a:p>
        </p:txBody>
      </p:sp>
      <p:sp>
        <p:nvSpPr>
          <p:cNvPr id="6" name="ZoneTexte 5">
            <a:extLst>
              <a:ext uri="{FF2B5EF4-FFF2-40B4-BE49-F238E27FC236}">
                <a16:creationId xmlns:a16="http://schemas.microsoft.com/office/drawing/2014/main" id="{86E81260-1DDC-B757-AFDB-C347515C6A87}"/>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4,15</a:t>
            </a:r>
          </a:p>
        </p:txBody>
      </p:sp>
      <p:pic>
        <p:nvPicPr>
          <p:cNvPr id="9" name="Image 8">
            <a:extLst>
              <a:ext uri="{FF2B5EF4-FFF2-40B4-BE49-F238E27FC236}">
                <a16:creationId xmlns:a16="http://schemas.microsoft.com/office/drawing/2014/main" id="{4CE0B786-4E7C-CE3F-4324-4A13EBEB4B30}"/>
              </a:ext>
            </a:extLst>
          </p:cNvPr>
          <p:cNvPicPr>
            <a:picLocks/>
          </p:cNvPicPr>
          <p:nvPr/>
        </p:nvPicPr>
        <p:blipFill>
          <a:blip r:embed="rId2"/>
          <a:stretch>
            <a:fillRect/>
          </a:stretch>
        </p:blipFill>
        <p:spPr>
          <a:xfrm>
            <a:off x="11493500" y="3314700"/>
            <a:ext cx="6096000" cy="6311900"/>
          </a:xfrm>
          <a:prstGeom prst="rect">
            <a:avLst/>
          </a:prstGeom>
        </p:spPr>
      </p:pic>
      <p:pic>
        <p:nvPicPr>
          <p:cNvPr id="11" name="Image 10">
            <a:extLst>
              <a:ext uri="{FF2B5EF4-FFF2-40B4-BE49-F238E27FC236}">
                <a16:creationId xmlns:a16="http://schemas.microsoft.com/office/drawing/2014/main" id="{0D44B6C0-FABC-5DD7-9076-58C1248EF967}"/>
              </a:ext>
            </a:extLst>
          </p:cNvPr>
          <p:cNvPicPr>
            <a:picLocks/>
          </p:cNvPicPr>
          <p:nvPr/>
        </p:nvPicPr>
        <p:blipFill>
          <a:blip r:embed="rId3"/>
          <a:stretch>
            <a:fillRect/>
          </a:stretch>
        </p:blipFill>
        <p:spPr>
          <a:xfrm>
            <a:off x="6959600" y="3314700"/>
            <a:ext cx="5981700" cy="6172200"/>
          </a:xfrm>
          <a:prstGeom prst="rect">
            <a:avLst/>
          </a:prstGeom>
        </p:spPr>
      </p:pic>
      <p:pic>
        <p:nvPicPr>
          <p:cNvPr id="13" name="Image 12">
            <a:extLst>
              <a:ext uri="{FF2B5EF4-FFF2-40B4-BE49-F238E27FC236}">
                <a16:creationId xmlns:a16="http://schemas.microsoft.com/office/drawing/2014/main" id="{1CCCD024-4279-714C-E8E7-645DB4B127FB}"/>
              </a:ext>
            </a:extLst>
          </p:cNvPr>
          <p:cNvPicPr>
            <a:picLocks/>
          </p:cNvPicPr>
          <p:nvPr/>
        </p:nvPicPr>
        <p:blipFill>
          <a:blip r:embed="rId4"/>
          <a:stretch>
            <a:fillRect/>
          </a:stretch>
        </p:blipFill>
        <p:spPr>
          <a:xfrm>
            <a:off x="2197100" y="3314700"/>
            <a:ext cx="4254500" cy="6159500"/>
          </a:xfrm>
          <a:prstGeom prst="rect">
            <a:avLst/>
          </a:prstGeom>
        </p:spPr>
      </p:pic>
      <p:sp>
        <p:nvSpPr>
          <p:cNvPr id="14" name="ZoneTexte 13">
            <a:extLst>
              <a:ext uri="{FF2B5EF4-FFF2-40B4-BE49-F238E27FC236}">
                <a16:creationId xmlns:a16="http://schemas.microsoft.com/office/drawing/2014/main" id="{325B345E-D8AB-5F8A-B389-AEEC511CA151}"/>
              </a:ext>
            </a:extLst>
          </p:cNvPr>
          <p:cNvSpPr txBox="1"/>
          <p:nvPr/>
        </p:nvSpPr>
        <p:spPr>
          <a:xfrm>
            <a:off x="1727200" y="2781300"/>
            <a:ext cx="22225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"Peu importantes":</a:t>
            </a:r>
          </a:p>
        </p:txBody>
      </p:sp>
      <p:sp>
        <p:nvSpPr>
          <p:cNvPr id="15" name="ZoneTexte 14">
            <a:extLst>
              <a:ext uri="{FF2B5EF4-FFF2-40B4-BE49-F238E27FC236}">
                <a16:creationId xmlns:a16="http://schemas.microsoft.com/office/drawing/2014/main" id="{1ED3BDA7-45B2-5310-5161-0FCA9B9DAC17}"/>
              </a:ext>
            </a:extLst>
          </p:cNvPr>
          <p:cNvSpPr txBox="1"/>
          <p:nvPr/>
        </p:nvSpPr>
        <p:spPr>
          <a:xfrm>
            <a:off x="4076700" y="2781300"/>
            <a:ext cx="1117600" cy="609600"/>
          </a:xfrm>
          <a:prstGeom prst="rect">
            <a:avLst/>
          </a:prstGeom>
          <a:noFill/>
        </p:spPr>
        <p:txBody>
          <a:bodyPr vert="horz" wrap="square" lIns="0" tIns="0" rIns="0" bIns="0" rtlCol="0" anchor="t" anchorCtr="0">
            <a:noAutofit/>
          </a:bodyPr>
          <a:lstStyle/>
          <a:p>
            <a:endParaRPr lang="fr-FR" sz="3600" b="1">
              <a:solidFill>
                <a:srgbClr val="12507F"/>
              </a:solidFill>
              <a:latin typeface="Calibri" panose="020F0502020204030204" pitchFamily="34" charset="0"/>
            </a:endParaRPr>
          </a:p>
        </p:txBody>
      </p:sp>
      <p:sp>
        <p:nvSpPr>
          <p:cNvPr id="16" name="ZoneTexte 15">
            <a:extLst>
              <a:ext uri="{FF2B5EF4-FFF2-40B4-BE49-F238E27FC236}">
                <a16:creationId xmlns:a16="http://schemas.microsoft.com/office/drawing/2014/main" id="{BC3D5957-762F-DD81-032C-66271977CA18}"/>
              </a:ext>
            </a:extLst>
          </p:cNvPr>
          <p:cNvSpPr txBox="1"/>
          <p:nvPr/>
        </p:nvSpPr>
        <p:spPr>
          <a:xfrm>
            <a:off x="6718300" y="2781300"/>
            <a:ext cx="21844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"Importantes":</a:t>
            </a:r>
          </a:p>
        </p:txBody>
      </p:sp>
      <p:sp>
        <p:nvSpPr>
          <p:cNvPr id="17" name="ZoneTexte 16">
            <a:extLst>
              <a:ext uri="{FF2B5EF4-FFF2-40B4-BE49-F238E27FC236}">
                <a16:creationId xmlns:a16="http://schemas.microsoft.com/office/drawing/2014/main" id="{8A900C3A-24B3-556A-92DE-A2CD0E2D50E1}"/>
              </a:ext>
            </a:extLst>
          </p:cNvPr>
          <p:cNvSpPr txBox="1"/>
          <p:nvPr/>
        </p:nvSpPr>
        <p:spPr>
          <a:xfrm>
            <a:off x="8953500" y="2781300"/>
            <a:ext cx="1117600" cy="609600"/>
          </a:xfrm>
          <a:prstGeom prst="rect">
            <a:avLst/>
          </a:prstGeom>
          <a:noFill/>
        </p:spPr>
        <p:txBody>
          <a:bodyPr vert="horz" wrap="square" lIns="0" tIns="0" rIns="0" bIns="0" rtlCol="0" anchor="t" anchorCtr="0">
            <a:noAutofit/>
          </a:bodyPr>
          <a:lstStyle/>
          <a:p>
            <a:r>
              <a:rPr lang="fr-FR" sz="3600" b="1">
                <a:solidFill>
                  <a:srgbClr val="12507F"/>
                </a:solidFill>
                <a:latin typeface="Calibri" panose="020F0502020204030204" pitchFamily="34" charset="0"/>
              </a:rPr>
              <a:t>4,15</a:t>
            </a:r>
          </a:p>
        </p:txBody>
      </p:sp>
      <p:sp>
        <p:nvSpPr>
          <p:cNvPr id="18" name="ZoneTexte 17">
            <a:extLst>
              <a:ext uri="{FF2B5EF4-FFF2-40B4-BE49-F238E27FC236}">
                <a16:creationId xmlns:a16="http://schemas.microsoft.com/office/drawing/2014/main" id="{F75D07B6-7D2E-E138-5B00-838F50216BDF}"/>
              </a:ext>
            </a:extLst>
          </p:cNvPr>
          <p:cNvSpPr txBox="1"/>
          <p:nvPr/>
        </p:nvSpPr>
        <p:spPr>
          <a:xfrm>
            <a:off x="11557000" y="2781300"/>
            <a:ext cx="21209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"Très importantes":</a:t>
            </a:r>
          </a:p>
        </p:txBody>
      </p:sp>
      <p:sp>
        <p:nvSpPr>
          <p:cNvPr id="19" name="ZoneTexte 18">
            <a:extLst>
              <a:ext uri="{FF2B5EF4-FFF2-40B4-BE49-F238E27FC236}">
                <a16:creationId xmlns:a16="http://schemas.microsoft.com/office/drawing/2014/main" id="{B3AC4731-4E8A-40C4-A3C7-0E9CBFFD6E71}"/>
              </a:ext>
            </a:extLst>
          </p:cNvPr>
          <p:cNvSpPr txBox="1"/>
          <p:nvPr/>
        </p:nvSpPr>
        <p:spPr>
          <a:xfrm>
            <a:off x="13779500" y="2781300"/>
            <a:ext cx="1003300" cy="609600"/>
          </a:xfrm>
          <a:prstGeom prst="rect">
            <a:avLst/>
          </a:prstGeom>
          <a:noFill/>
        </p:spPr>
        <p:txBody>
          <a:bodyPr vert="horz" wrap="square" lIns="0" tIns="0" rIns="0" bIns="0" rtlCol="0" anchor="t" anchorCtr="0">
            <a:noAutofit/>
          </a:bodyPr>
          <a:lstStyle/>
          <a:p>
            <a:endParaRPr lang="fr-FR" sz="3600" b="1">
              <a:solidFill>
                <a:srgbClr val="12507F"/>
              </a:solidFill>
              <a:latin typeface="Calibri" panose="020F0502020204030204" pitchFamily="34" charset="0"/>
            </a:endParaRPr>
          </a:p>
        </p:txBody>
      </p:sp>
    </p:spTree>
    <p:extLst>
      <p:ext uri="{BB962C8B-B14F-4D97-AF65-F5344CB8AC3E}">
        <p14:creationId xmlns:p14="http://schemas.microsoft.com/office/powerpoint/2010/main" val="68347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98CFF8A-152A-8164-2DFC-DD9243E391C8}"/>
              </a:ext>
            </a:extLst>
          </p:cNvPr>
          <p:cNvPicPr>
            <a:picLocks/>
          </p:cNvPicPr>
          <p:nvPr/>
        </p:nvPicPr>
        <p:blipFill>
          <a:blip r:embed="rId2"/>
          <a:stretch>
            <a:fillRect/>
          </a:stretch>
        </p:blipFill>
        <p:spPr>
          <a:xfrm>
            <a:off x="520700" y="2120900"/>
            <a:ext cx="16776700" cy="1092200"/>
          </a:xfrm>
          <a:prstGeom prst="rect">
            <a:avLst/>
          </a:prstGeom>
        </p:spPr>
      </p:pic>
      <p:sp>
        <p:nvSpPr>
          <p:cNvPr id="6" name="ZoneTexte 5">
            <a:extLst>
              <a:ext uri="{FF2B5EF4-FFF2-40B4-BE49-F238E27FC236}">
                <a16:creationId xmlns:a16="http://schemas.microsoft.com/office/drawing/2014/main" id="{13DEB411-7067-0674-FE6F-C5C71B4443F0}"/>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a:solidFill>
                  <a:srgbClr val="1A3256"/>
                </a:solidFill>
                <a:latin typeface="Bahnschrift" panose="020B0502040204020203" pitchFamily="34" charset="0"/>
              </a:rPr>
              <a:t>COMMENTAIRES</a:t>
            </a:r>
          </a:p>
        </p:txBody>
      </p:sp>
      <p:sp>
        <p:nvSpPr>
          <p:cNvPr id="7" name="ZoneTexte 6">
            <a:extLst>
              <a:ext uri="{FF2B5EF4-FFF2-40B4-BE49-F238E27FC236}">
                <a16:creationId xmlns:a16="http://schemas.microsoft.com/office/drawing/2014/main" id="{27B8E010-7D56-D0F4-3616-87C7B94DAF3C}"/>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fr-FR" sz="3600" b="1">
                <a:solidFill>
                  <a:srgbClr val="1A3256"/>
                </a:solidFill>
                <a:latin typeface="Segoe UI Light" panose="020B0502040204020203" pitchFamily="34" charset="0"/>
              </a:rPr>
              <a:t>METRO &gt; Pascale JACQUEMOT Cholet,La Brède</a:t>
            </a:r>
          </a:p>
        </p:txBody>
      </p:sp>
      <p:sp>
        <p:nvSpPr>
          <p:cNvPr id="8" name="ZoneTexte 7">
            <a:extLst>
              <a:ext uri="{FF2B5EF4-FFF2-40B4-BE49-F238E27FC236}">
                <a16:creationId xmlns:a16="http://schemas.microsoft.com/office/drawing/2014/main" id="{F68D97E2-3159-76AD-2B52-D72A2FF65C50}"/>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endParaRPr lang="fr-FR" sz="4000" b="1">
              <a:solidFill>
                <a:srgbClr val="1A3256"/>
              </a:solidFill>
              <a:latin typeface="Bahnschrift" panose="020B0502040204020203" pitchFamily="34" charset="0"/>
            </a:endParaRPr>
          </a:p>
        </p:txBody>
      </p:sp>
      <p:sp>
        <p:nvSpPr>
          <p:cNvPr id="10" name="ZoneTexte 9">
            <a:extLst>
              <a:ext uri="{FF2B5EF4-FFF2-40B4-BE49-F238E27FC236}">
                <a16:creationId xmlns:a16="http://schemas.microsoft.com/office/drawing/2014/main" id="{AD92CF21-7298-9434-0905-8778D3BC9EFC}"/>
              </a:ext>
            </a:extLst>
          </p:cNvPr>
          <p:cNvSpPr txBox="1"/>
          <p:nvPr/>
        </p:nvSpPr>
        <p:spPr>
          <a:xfrm>
            <a:off x="685800" y="22098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NPS</a:t>
            </a:r>
          </a:p>
        </p:txBody>
      </p:sp>
      <p:pic>
        <p:nvPicPr>
          <p:cNvPr id="12" name="Image 11">
            <a:extLst>
              <a:ext uri="{FF2B5EF4-FFF2-40B4-BE49-F238E27FC236}">
                <a16:creationId xmlns:a16="http://schemas.microsoft.com/office/drawing/2014/main" id="{70C92C04-24D0-7FC3-C330-8F9C655CE9B9}"/>
              </a:ext>
            </a:extLst>
          </p:cNvPr>
          <p:cNvPicPr>
            <a:picLocks/>
          </p:cNvPicPr>
          <p:nvPr/>
        </p:nvPicPr>
        <p:blipFill>
          <a:blip r:embed="rId3"/>
          <a:stretch>
            <a:fillRect/>
          </a:stretch>
        </p:blipFill>
        <p:spPr>
          <a:xfrm>
            <a:off x="508000" y="5130800"/>
            <a:ext cx="16776700" cy="1092200"/>
          </a:xfrm>
          <a:prstGeom prst="rect">
            <a:avLst/>
          </a:prstGeom>
        </p:spPr>
      </p:pic>
      <p:pic>
        <p:nvPicPr>
          <p:cNvPr id="14" name="Image 13">
            <a:extLst>
              <a:ext uri="{FF2B5EF4-FFF2-40B4-BE49-F238E27FC236}">
                <a16:creationId xmlns:a16="http://schemas.microsoft.com/office/drawing/2014/main" id="{CD688EE7-9613-1800-0AD8-9B3E1DFB35A8}"/>
              </a:ext>
            </a:extLst>
          </p:cNvPr>
          <p:cNvPicPr>
            <a:picLocks/>
          </p:cNvPicPr>
          <p:nvPr/>
        </p:nvPicPr>
        <p:blipFill>
          <a:blip r:embed="rId2"/>
          <a:stretch>
            <a:fillRect/>
          </a:stretch>
        </p:blipFill>
        <p:spPr>
          <a:xfrm>
            <a:off x="508000" y="4114800"/>
            <a:ext cx="16776700" cy="1092200"/>
          </a:xfrm>
          <a:prstGeom prst="rect">
            <a:avLst/>
          </a:prstGeom>
        </p:spPr>
      </p:pic>
      <p:pic>
        <p:nvPicPr>
          <p:cNvPr id="16" name="Image 15">
            <a:extLst>
              <a:ext uri="{FF2B5EF4-FFF2-40B4-BE49-F238E27FC236}">
                <a16:creationId xmlns:a16="http://schemas.microsoft.com/office/drawing/2014/main" id="{64D23CC2-3AE7-57A3-C9BB-656F7C1B5F20}"/>
              </a:ext>
            </a:extLst>
          </p:cNvPr>
          <p:cNvPicPr>
            <a:picLocks/>
          </p:cNvPicPr>
          <p:nvPr/>
        </p:nvPicPr>
        <p:blipFill>
          <a:blip r:embed="rId3"/>
          <a:stretch>
            <a:fillRect/>
          </a:stretch>
        </p:blipFill>
        <p:spPr>
          <a:xfrm>
            <a:off x="508000" y="7137400"/>
            <a:ext cx="16764000" cy="1092200"/>
          </a:xfrm>
          <a:prstGeom prst="rect">
            <a:avLst/>
          </a:prstGeom>
        </p:spPr>
      </p:pic>
      <p:pic>
        <p:nvPicPr>
          <p:cNvPr id="18" name="Image 17">
            <a:extLst>
              <a:ext uri="{FF2B5EF4-FFF2-40B4-BE49-F238E27FC236}">
                <a16:creationId xmlns:a16="http://schemas.microsoft.com/office/drawing/2014/main" id="{D8FF6EEF-2A76-0403-67F3-D72FD58671B7}"/>
              </a:ext>
            </a:extLst>
          </p:cNvPr>
          <p:cNvPicPr>
            <a:picLocks/>
          </p:cNvPicPr>
          <p:nvPr/>
        </p:nvPicPr>
        <p:blipFill>
          <a:blip r:embed="rId2"/>
          <a:stretch>
            <a:fillRect/>
          </a:stretch>
        </p:blipFill>
        <p:spPr>
          <a:xfrm>
            <a:off x="508000" y="6121400"/>
            <a:ext cx="16764000" cy="1092200"/>
          </a:xfrm>
          <a:prstGeom prst="rect">
            <a:avLst/>
          </a:prstGeom>
        </p:spPr>
      </p:pic>
      <p:pic>
        <p:nvPicPr>
          <p:cNvPr id="20" name="Image 19">
            <a:extLst>
              <a:ext uri="{FF2B5EF4-FFF2-40B4-BE49-F238E27FC236}">
                <a16:creationId xmlns:a16="http://schemas.microsoft.com/office/drawing/2014/main" id="{5E93F355-88E3-50A6-18B6-E947B01B2C8F}"/>
              </a:ext>
            </a:extLst>
          </p:cNvPr>
          <p:cNvPicPr>
            <a:picLocks/>
          </p:cNvPicPr>
          <p:nvPr/>
        </p:nvPicPr>
        <p:blipFill>
          <a:blip r:embed="rId2"/>
          <a:stretch>
            <a:fillRect/>
          </a:stretch>
        </p:blipFill>
        <p:spPr>
          <a:xfrm>
            <a:off x="508000" y="8128000"/>
            <a:ext cx="16764000" cy="1092200"/>
          </a:xfrm>
          <a:prstGeom prst="rect">
            <a:avLst/>
          </a:prstGeom>
        </p:spPr>
      </p:pic>
      <p:sp>
        <p:nvSpPr>
          <p:cNvPr id="21" name="ZoneTexte 20">
            <a:extLst>
              <a:ext uri="{FF2B5EF4-FFF2-40B4-BE49-F238E27FC236}">
                <a16:creationId xmlns:a16="http://schemas.microsoft.com/office/drawing/2014/main" id="{FB02390B-2B0C-2E76-4CEA-5A92A2F4C88A}"/>
              </a:ext>
            </a:extLst>
          </p:cNvPr>
          <p:cNvSpPr txBox="1"/>
          <p:nvPr/>
        </p:nvSpPr>
        <p:spPr>
          <a:xfrm>
            <a:off x="685800" y="25400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Très bonne expérience client lors de l'Appel d'Offre et de l'accompagnement au démarrage. Force de proposition et professionnalisme dans ces 2 phases. </a:t>
            </a:r>
          </a:p>
        </p:txBody>
      </p:sp>
      <p:pic>
        <p:nvPicPr>
          <p:cNvPr id="23" name="Image 22">
            <a:extLst>
              <a:ext uri="{FF2B5EF4-FFF2-40B4-BE49-F238E27FC236}">
                <a16:creationId xmlns:a16="http://schemas.microsoft.com/office/drawing/2014/main" id="{3103BD4F-7F21-E8ED-D84B-F82182C16F34}"/>
              </a:ext>
            </a:extLst>
          </p:cNvPr>
          <p:cNvPicPr>
            <a:picLocks/>
          </p:cNvPicPr>
          <p:nvPr/>
        </p:nvPicPr>
        <p:blipFill>
          <a:blip r:embed="rId3"/>
          <a:stretch>
            <a:fillRect/>
          </a:stretch>
        </p:blipFill>
        <p:spPr>
          <a:xfrm>
            <a:off x="520700" y="3124200"/>
            <a:ext cx="16776700" cy="1104900"/>
          </a:xfrm>
          <a:prstGeom prst="rect">
            <a:avLst/>
          </a:prstGeom>
        </p:spPr>
      </p:pic>
      <p:sp>
        <p:nvSpPr>
          <p:cNvPr id="24" name="ZoneTexte 23">
            <a:extLst>
              <a:ext uri="{FF2B5EF4-FFF2-40B4-BE49-F238E27FC236}">
                <a16:creationId xmlns:a16="http://schemas.microsoft.com/office/drawing/2014/main" id="{63D5B9C6-8590-559E-DF22-F2D241C890E5}"/>
              </a:ext>
            </a:extLst>
          </p:cNvPr>
          <p:cNvSpPr txBox="1"/>
          <p:nvPr/>
        </p:nvSpPr>
        <p:spPr>
          <a:xfrm>
            <a:off x="685800" y="32131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Relation RS / équipes op.</a:t>
            </a:r>
          </a:p>
        </p:txBody>
      </p:sp>
      <p:sp>
        <p:nvSpPr>
          <p:cNvPr id="25" name="ZoneTexte 24">
            <a:extLst>
              <a:ext uri="{FF2B5EF4-FFF2-40B4-BE49-F238E27FC236}">
                <a16:creationId xmlns:a16="http://schemas.microsoft.com/office/drawing/2014/main" id="{8F8FBBDD-A614-C887-10AB-E12510DE2883}"/>
              </a:ext>
            </a:extLst>
          </p:cNvPr>
          <p:cNvSpPr txBox="1"/>
          <p:nvPr/>
        </p:nvSpPr>
        <p:spPr>
          <a:xfrm>
            <a:off x="685800" y="35306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Très professionnels et force de proposition lors du démarrage de La Brède ; plus réservée sur Cholet</a:t>
            </a:r>
          </a:p>
        </p:txBody>
      </p:sp>
      <p:sp>
        <p:nvSpPr>
          <p:cNvPr id="26" name="ZoneTexte 25">
            <a:extLst>
              <a:ext uri="{FF2B5EF4-FFF2-40B4-BE49-F238E27FC236}">
                <a16:creationId xmlns:a16="http://schemas.microsoft.com/office/drawing/2014/main" id="{767BF5B6-FFD1-394C-B996-D5D2EDAD35CE}"/>
              </a:ext>
            </a:extLst>
          </p:cNvPr>
          <p:cNvSpPr txBox="1"/>
          <p:nvPr/>
        </p:nvSpPr>
        <p:spPr>
          <a:xfrm>
            <a:off x="685800" y="42037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Performance opérationnelle / réponse rapide</a:t>
            </a:r>
          </a:p>
        </p:txBody>
      </p:sp>
      <p:sp>
        <p:nvSpPr>
          <p:cNvPr id="27" name="ZoneTexte 26">
            <a:extLst>
              <a:ext uri="{FF2B5EF4-FFF2-40B4-BE49-F238E27FC236}">
                <a16:creationId xmlns:a16="http://schemas.microsoft.com/office/drawing/2014/main" id="{4BD38B11-E6FF-62DB-A95C-A0C8EA2028A2}"/>
              </a:ext>
            </a:extLst>
          </p:cNvPr>
          <p:cNvSpPr txBox="1"/>
          <p:nvPr/>
        </p:nvSpPr>
        <p:spPr>
          <a:xfrm>
            <a:off x="685800" y="45212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Même commentaire que précédemment ; important de conserver le même niveau de prestation dans l'exécution (run) que lors de l'AO et du démarrage</a:t>
            </a:r>
          </a:p>
        </p:txBody>
      </p:sp>
      <p:sp>
        <p:nvSpPr>
          <p:cNvPr id="28" name="ZoneTexte 27">
            <a:extLst>
              <a:ext uri="{FF2B5EF4-FFF2-40B4-BE49-F238E27FC236}">
                <a16:creationId xmlns:a16="http://schemas.microsoft.com/office/drawing/2014/main" id="{5FF14491-7458-EFA9-B854-C597F28F06D5}"/>
              </a:ext>
            </a:extLst>
          </p:cNvPr>
          <p:cNvSpPr txBox="1"/>
          <p:nvPr/>
        </p:nvSpPr>
        <p:spPr>
          <a:xfrm>
            <a:off x="685800" y="52070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Satisfaction demande évolution clients</a:t>
            </a:r>
          </a:p>
        </p:txBody>
      </p:sp>
      <p:sp>
        <p:nvSpPr>
          <p:cNvPr id="29" name="ZoneTexte 28">
            <a:extLst>
              <a:ext uri="{FF2B5EF4-FFF2-40B4-BE49-F238E27FC236}">
                <a16:creationId xmlns:a16="http://schemas.microsoft.com/office/drawing/2014/main" id="{60B8FD29-EF7A-4CD2-8E83-44BDECF64BEA}"/>
              </a:ext>
            </a:extLst>
          </p:cNvPr>
          <p:cNvSpPr txBox="1"/>
          <p:nvPr/>
        </p:nvSpPr>
        <p:spPr>
          <a:xfrm>
            <a:off x="685800" y="55245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Difficultés à adapter les EDI et gérer l'éclatement</a:t>
            </a:r>
          </a:p>
        </p:txBody>
      </p:sp>
      <p:sp>
        <p:nvSpPr>
          <p:cNvPr id="30" name="ZoneTexte 29">
            <a:extLst>
              <a:ext uri="{FF2B5EF4-FFF2-40B4-BE49-F238E27FC236}">
                <a16:creationId xmlns:a16="http://schemas.microsoft.com/office/drawing/2014/main" id="{AF29C5E4-FDD1-425A-3E8A-75EEF94D4973}"/>
              </a:ext>
            </a:extLst>
          </p:cNvPr>
          <p:cNvSpPr txBox="1"/>
          <p:nvPr/>
        </p:nvSpPr>
        <p:spPr>
          <a:xfrm>
            <a:off x="685800" y="6184900"/>
            <a:ext cx="16446500" cy="368300"/>
          </a:xfrm>
          <a:prstGeom prst="rect">
            <a:avLst/>
          </a:prstGeom>
          <a:noFill/>
        </p:spPr>
        <p:txBody>
          <a:bodyPr vert="horz" wrap="square" lIns="0" tIns="0" rIns="0" bIns="0" rtlCol="0" anchor="t" anchorCtr="0">
            <a:noAutofit/>
          </a:bodyPr>
          <a:lstStyle/>
          <a:p>
            <a:endParaRPr lang="fr-FR" b="1">
              <a:solidFill>
                <a:srgbClr val="1A3256"/>
              </a:solidFill>
              <a:latin typeface="Segoe UI Light" panose="020B0502040204020203" pitchFamily="34" charset="0"/>
            </a:endParaRPr>
          </a:p>
        </p:txBody>
      </p:sp>
      <p:sp>
        <p:nvSpPr>
          <p:cNvPr id="31" name="ZoneTexte 30">
            <a:extLst>
              <a:ext uri="{FF2B5EF4-FFF2-40B4-BE49-F238E27FC236}">
                <a16:creationId xmlns:a16="http://schemas.microsoft.com/office/drawing/2014/main" id="{BD45CE74-254C-292F-FC9D-35720F01283B}"/>
              </a:ext>
            </a:extLst>
          </p:cNvPr>
          <p:cNvSpPr txBox="1"/>
          <p:nvPr/>
        </p:nvSpPr>
        <p:spPr>
          <a:xfrm>
            <a:off x="685800" y="6502400"/>
            <a:ext cx="16548100" cy="673100"/>
          </a:xfrm>
          <a:prstGeom prst="rect">
            <a:avLst/>
          </a:prstGeom>
          <a:noFill/>
        </p:spPr>
        <p:txBody>
          <a:bodyPr vert="horz" wrap="square" lIns="0" tIns="0" rIns="0" bIns="0" rtlCol="0" anchor="t" anchorCtr="0">
            <a:noAutofit/>
          </a:bodyPr>
          <a:lstStyle/>
          <a:p>
            <a:endParaRPr lang="fr-FR" sz="1600">
              <a:solidFill>
                <a:srgbClr val="000000"/>
              </a:solidFill>
              <a:latin typeface="Segoe UI Light" panose="020B0502040204020203" pitchFamily="34" charset="0"/>
            </a:endParaRPr>
          </a:p>
        </p:txBody>
      </p:sp>
      <p:sp>
        <p:nvSpPr>
          <p:cNvPr id="32" name="ZoneTexte 31">
            <a:extLst>
              <a:ext uri="{FF2B5EF4-FFF2-40B4-BE49-F238E27FC236}">
                <a16:creationId xmlns:a16="http://schemas.microsoft.com/office/drawing/2014/main" id="{36E7ADD1-A93C-F7C0-F3B2-E888B420949A}"/>
              </a:ext>
            </a:extLst>
          </p:cNvPr>
          <p:cNvSpPr txBox="1"/>
          <p:nvPr/>
        </p:nvSpPr>
        <p:spPr>
          <a:xfrm>
            <a:off x="685800" y="7200900"/>
            <a:ext cx="16446500" cy="368300"/>
          </a:xfrm>
          <a:prstGeom prst="rect">
            <a:avLst/>
          </a:prstGeom>
          <a:noFill/>
        </p:spPr>
        <p:txBody>
          <a:bodyPr vert="horz" wrap="square" lIns="0" tIns="0" rIns="0" bIns="0" rtlCol="0" anchor="t" anchorCtr="0">
            <a:noAutofit/>
          </a:bodyPr>
          <a:lstStyle/>
          <a:p>
            <a:endParaRPr lang="fr-FR" b="1">
              <a:solidFill>
                <a:srgbClr val="1A3256"/>
              </a:solidFill>
              <a:latin typeface="Segoe UI Light" panose="020B0502040204020203" pitchFamily="34" charset="0"/>
            </a:endParaRPr>
          </a:p>
        </p:txBody>
      </p:sp>
      <p:sp>
        <p:nvSpPr>
          <p:cNvPr id="33" name="ZoneTexte 32">
            <a:extLst>
              <a:ext uri="{FF2B5EF4-FFF2-40B4-BE49-F238E27FC236}">
                <a16:creationId xmlns:a16="http://schemas.microsoft.com/office/drawing/2014/main" id="{32E3E2E7-2B56-9C6B-1AF2-4F8F42417986}"/>
              </a:ext>
            </a:extLst>
          </p:cNvPr>
          <p:cNvSpPr txBox="1"/>
          <p:nvPr/>
        </p:nvSpPr>
        <p:spPr>
          <a:xfrm>
            <a:off x="685800" y="7518400"/>
            <a:ext cx="16548100" cy="673100"/>
          </a:xfrm>
          <a:prstGeom prst="rect">
            <a:avLst/>
          </a:prstGeom>
          <a:noFill/>
        </p:spPr>
        <p:txBody>
          <a:bodyPr vert="horz" wrap="square" lIns="0" tIns="0" rIns="0" bIns="0" rtlCol="0" anchor="t" anchorCtr="0">
            <a:noAutofit/>
          </a:bodyPr>
          <a:lstStyle/>
          <a:p>
            <a:endParaRPr lang="fr-FR" sz="1600">
              <a:solidFill>
                <a:srgbClr val="000000"/>
              </a:solidFill>
              <a:latin typeface="Segoe UI Light" panose="020B0502040204020203" pitchFamily="34" charset="0"/>
            </a:endParaRPr>
          </a:p>
        </p:txBody>
      </p:sp>
      <p:sp>
        <p:nvSpPr>
          <p:cNvPr id="34" name="ZoneTexte 33">
            <a:extLst>
              <a:ext uri="{FF2B5EF4-FFF2-40B4-BE49-F238E27FC236}">
                <a16:creationId xmlns:a16="http://schemas.microsoft.com/office/drawing/2014/main" id="{E885F99F-ED90-3010-8247-58439D246164}"/>
              </a:ext>
            </a:extLst>
          </p:cNvPr>
          <p:cNvSpPr txBox="1"/>
          <p:nvPr/>
        </p:nvSpPr>
        <p:spPr>
          <a:xfrm>
            <a:off x="685800" y="8191500"/>
            <a:ext cx="16446500" cy="368300"/>
          </a:xfrm>
          <a:prstGeom prst="rect">
            <a:avLst/>
          </a:prstGeom>
          <a:noFill/>
        </p:spPr>
        <p:txBody>
          <a:bodyPr vert="horz" wrap="square" lIns="0" tIns="0" rIns="0" bIns="0" rtlCol="0" anchor="t" anchorCtr="0">
            <a:noAutofit/>
          </a:bodyPr>
          <a:lstStyle/>
          <a:p>
            <a:endParaRPr lang="fr-FR" b="1">
              <a:solidFill>
                <a:srgbClr val="1A3256"/>
              </a:solidFill>
              <a:latin typeface="Segoe UI Light" panose="020B0502040204020203" pitchFamily="34" charset="0"/>
            </a:endParaRPr>
          </a:p>
        </p:txBody>
      </p:sp>
      <p:sp>
        <p:nvSpPr>
          <p:cNvPr id="35" name="ZoneTexte 34">
            <a:extLst>
              <a:ext uri="{FF2B5EF4-FFF2-40B4-BE49-F238E27FC236}">
                <a16:creationId xmlns:a16="http://schemas.microsoft.com/office/drawing/2014/main" id="{00FD5871-AB72-A058-2370-3D297B88125F}"/>
              </a:ext>
            </a:extLst>
          </p:cNvPr>
          <p:cNvSpPr txBox="1"/>
          <p:nvPr/>
        </p:nvSpPr>
        <p:spPr>
          <a:xfrm>
            <a:off x="685800" y="8509000"/>
            <a:ext cx="16548100" cy="673100"/>
          </a:xfrm>
          <a:prstGeom prst="rect">
            <a:avLst/>
          </a:prstGeom>
          <a:noFill/>
        </p:spPr>
        <p:txBody>
          <a:bodyPr vert="horz" wrap="square" lIns="0" tIns="0" rIns="0" bIns="0" rtlCol="0" anchor="t" anchorCtr="0">
            <a:noAutofit/>
          </a:bodyPr>
          <a:lstStyle/>
          <a:p>
            <a:endParaRPr lang="fr-FR" sz="1600">
              <a:solidFill>
                <a:srgbClr val="000000"/>
              </a:solidFill>
              <a:latin typeface="Segoe UI Light" panose="020B0502040204020203" pitchFamily="34" charset="0"/>
            </a:endParaRPr>
          </a:p>
        </p:txBody>
      </p:sp>
      <p:sp>
        <p:nvSpPr>
          <p:cNvPr id="2" name="ZoneTexte 1">
            <a:extLst>
              <a:ext uri="{FF2B5EF4-FFF2-40B4-BE49-F238E27FC236}">
                <a16:creationId xmlns:a16="http://schemas.microsoft.com/office/drawing/2014/main" id="{FEEB6E91-26FD-C226-6D27-9E3A4C3C0DBE}"/>
              </a:ext>
            </a:extLst>
          </p:cNvPr>
          <p:cNvSpPr txBox="1"/>
          <p:nvPr/>
        </p:nvSpPr>
        <p:spPr>
          <a:xfrm>
            <a:off x="15595600" y="6604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4,15</a:t>
            </a:r>
          </a:p>
        </p:txBody>
      </p:sp>
    </p:spTree>
    <p:extLst>
      <p:ext uri="{BB962C8B-B14F-4D97-AF65-F5344CB8AC3E}">
        <p14:creationId xmlns:p14="http://schemas.microsoft.com/office/powerpoint/2010/main" val="19045096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7280B0A3-226C-0845-02E2-DCC320D6D09E}"/>
              </a:ext>
            </a:extLst>
          </p:cNvPr>
          <p:cNvPicPr>
            <a:picLocks/>
          </p:cNvPicPr>
          <p:nvPr/>
        </p:nvPicPr>
        <p:blipFill>
          <a:blip r:embed="rId2"/>
          <a:stretch>
            <a:fillRect/>
          </a:stretch>
        </p:blipFill>
        <p:spPr>
          <a:xfrm>
            <a:off x="508000" y="1905000"/>
            <a:ext cx="17119600" cy="7823200"/>
          </a:xfrm>
          <a:prstGeom prst="rect">
            <a:avLst/>
          </a:prstGeom>
        </p:spPr>
      </p:pic>
      <p:sp>
        <p:nvSpPr>
          <p:cNvPr id="6" name="ZoneTexte 5">
            <a:extLst>
              <a:ext uri="{FF2B5EF4-FFF2-40B4-BE49-F238E27FC236}">
                <a16:creationId xmlns:a16="http://schemas.microsoft.com/office/drawing/2014/main" id="{B0A939B5-614D-6E24-4F7B-1E0D8C208361}"/>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dirty="0">
                <a:solidFill>
                  <a:srgbClr val="1A3256"/>
                </a:solidFill>
                <a:latin typeface="Bahnschrift" panose="020B0502040204020203" pitchFamily="34" charset="0"/>
              </a:rPr>
              <a:t>COMPARAISON PAR QUESTION</a:t>
            </a:r>
          </a:p>
        </p:txBody>
      </p:sp>
      <p:sp>
        <p:nvSpPr>
          <p:cNvPr id="7" name="ZoneTexte 6">
            <a:extLst>
              <a:ext uri="{FF2B5EF4-FFF2-40B4-BE49-F238E27FC236}">
                <a16:creationId xmlns:a16="http://schemas.microsoft.com/office/drawing/2014/main" id="{7443C335-ACF5-6920-98E6-292677423CDE}"/>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es-ES" sz="3600" b="1">
                <a:solidFill>
                  <a:srgbClr val="1A3256"/>
                </a:solidFill>
                <a:latin typeface="Segoe UI Light" panose="020B0502040204020203" pitchFamily="34" charset="0"/>
              </a:rPr>
              <a:t>METRO &gt; Yann LE COZ Cholet &gt; </a:t>
            </a:r>
            <a:endParaRPr lang="fr-FR" sz="3600" b="1">
              <a:solidFill>
                <a:srgbClr val="1A3256"/>
              </a:solidFill>
              <a:latin typeface="Segoe UI Light" panose="020B0502040204020203" pitchFamily="34" charset="0"/>
            </a:endParaRPr>
          </a:p>
        </p:txBody>
      </p:sp>
      <p:sp>
        <p:nvSpPr>
          <p:cNvPr id="8" name="ZoneTexte 7">
            <a:extLst>
              <a:ext uri="{FF2B5EF4-FFF2-40B4-BE49-F238E27FC236}">
                <a16:creationId xmlns:a16="http://schemas.microsoft.com/office/drawing/2014/main" id="{94F3DDD1-C6BC-B5DE-F4FE-6B07736ABA20}"/>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3,61</a:t>
            </a:r>
          </a:p>
        </p:txBody>
      </p:sp>
      <p:sp>
        <p:nvSpPr>
          <p:cNvPr id="10" name="ZoneTexte 9">
            <a:extLst>
              <a:ext uri="{FF2B5EF4-FFF2-40B4-BE49-F238E27FC236}">
                <a16:creationId xmlns:a16="http://schemas.microsoft.com/office/drawing/2014/main" id="{1DA66A56-B90F-406B-F3B6-63EA064590CB}"/>
              </a:ext>
            </a:extLst>
          </p:cNvPr>
          <p:cNvSpPr txBox="1"/>
          <p:nvPr/>
        </p:nvSpPr>
        <p:spPr>
          <a:xfrm>
            <a:off x="355600" y="9169400"/>
            <a:ext cx="3314700" cy="520700"/>
          </a:xfrm>
          <a:prstGeom prst="rect">
            <a:avLst/>
          </a:prstGeom>
          <a:noFill/>
        </p:spPr>
        <p:txBody>
          <a:bodyPr vert="horz" wrap="square" lIns="0" tIns="0" rIns="0" bIns="0" rtlCol="0" anchor="t" anchorCtr="0">
            <a:noAutofit/>
          </a:bodyPr>
          <a:lstStyle/>
          <a:p>
            <a:r>
              <a:rPr lang="fr-FR" sz="1400" i="1">
                <a:solidFill>
                  <a:srgbClr val="0F39B7"/>
                </a:solidFill>
                <a:latin typeface="Calibri" panose="020F0502020204030204" pitchFamily="34" charset="0"/>
              </a:rPr>
              <a:t>Couleur : note 2024, Rouge : note 2025.</a:t>
            </a:r>
          </a:p>
          <a:p>
            <a:r>
              <a:rPr lang="fr-FR" sz="1400" i="1">
                <a:solidFill>
                  <a:srgbClr val="0F39B7"/>
                </a:solidFill>
                <a:latin typeface="Calibri" panose="020F0502020204030204" pitchFamily="34" charset="0"/>
              </a:rPr>
              <a:t>Entre parenthèses : note 2024 / 2025</a:t>
            </a:r>
          </a:p>
        </p:txBody>
      </p:sp>
      <p:cxnSp>
        <p:nvCxnSpPr>
          <p:cNvPr id="4" name="Connecteur droit 3">
            <a:extLst>
              <a:ext uri="{FF2B5EF4-FFF2-40B4-BE49-F238E27FC236}">
                <a16:creationId xmlns:a16="http://schemas.microsoft.com/office/drawing/2014/main" id="{B9594EF4-F6DF-96D4-A6D5-3E09D5E5F4CB}"/>
              </a:ext>
            </a:extLst>
          </p:cNvPr>
          <p:cNvCxnSpPr>
            <a:cxnSpLocks/>
          </p:cNvCxnSpPr>
          <p:nvPr/>
        </p:nvCxnSpPr>
        <p:spPr>
          <a:xfrm>
            <a:off x="7686675" y="3219450"/>
            <a:ext cx="1352549" cy="2590800"/>
          </a:xfrm>
          <a:prstGeom prst="line">
            <a:avLst/>
          </a:prstGeom>
          <a:ln w="38100">
            <a:solidFill>
              <a:srgbClr val="99487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086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7F189BF8-1D6B-8817-9C9D-C0141E4D9C3A}"/>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a:solidFill>
                  <a:srgbClr val="1A3256"/>
                </a:solidFill>
                <a:latin typeface="Bahnschrift" panose="020B0502040204020203" pitchFamily="34" charset="0"/>
              </a:rPr>
              <a:t>COMPARAISON PAR QUESTION</a:t>
            </a:r>
          </a:p>
        </p:txBody>
      </p:sp>
      <p:sp>
        <p:nvSpPr>
          <p:cNvPr id="5" name="ZoneTexte 4">
            <a:extLst>
              <a:ext uri="{FF2B5EF4-FFF2-40B4-BE49-F238E27FC236}">
                <a16:creationId xmlns:a16="http://schemas.microsoft.com/office/drawing/2014/main" id="{646E1346-7546-7280-1518-C4632EC7FA42}"/>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es-ES" sz="3600" b="1">
                <a:solidFill>
                  <a:srgbClr val="1A3256"/>
                </a:solidFill>
                <a:latin typeface="Segoe UI Light" panose="020B0502040204020203" pitchFamily="34" charset="0"/>
              </a:rPr>
              <a:t>METRO &gt; Yann LE COZ Cholet &gt; </a:t>
            </a:r>
            <a:endParaRPr lang="fr-FR" sz="3600" b="1">
              <a:solidFill>
                <a:srgbClr val="1A3256"/>
              </a:solidFill>
              <a:latin typeface="Segoe UI Light" panose="020B0502040204020203" pitchFamily="34" charset="0"/>
            </a:endParaRPr>
          </a:p>
        </p:txBody>
      </p:sp>
      <p:sp>
        <p:nvSpPr>
          <p:cNvPr id="6" name="ZoneTexte 5">
            <a:extLst>
              <a:ext uri="{FF2B5EF4-FFF2-40B4-BE49-F238E27FC236}">
                <a16:creationId xmlns:a16="http://schemas.microsoft.com/office/drawing/2014/main" id="{FABF30C4-50F8-C106-2A38-5C6F66102CBD}"/>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3,61</a:t>
            </a:r>
          </a:p>
        </p:txBody>
      </p:sp>
      <p:pic>
        <p:nvPicPr>
          <p:cNvPr id="9" name="Image 8">
            <a:extLst>
              <a:ext uri="{FF2B5EF4-FFF2-40B4-BE49-F238E27FC236}">
                <a16:creationId xmlns:a16="http://schemas.microsoft.com/office/drawing/2014/main" id="{83D57D89-7A14-1D73-491A-2A53BB62C490}"/>
              </a:ext>
            </a:extLst>
          </p:cNvPr>
          <p:cNvPicPr>
            <a:picLocks/>
          </p:cNvPicPr>
          <p:nvPr/>
        </p:nvPicPr>
        <p:blipFill>
          <a:blip r:embed="rId2"/>
          <a:stretch>
            <a:fillRect/>
          </a:stretch>
        </p:blipFill>
        <p:spPr>
          <a:xfrm>
            <a:off x="11493500" y="3314700"/>
            <a:ext cx="6096000" cy="6311900"/>
          </a:xfrm>
          <a:prstGeom prst="rect">
            <a:avLst/>
          </a:prstGeom>
        </p:spPr>
      </p:pic>
      <p:pic>
        <p:nvPicPr>
          <p:cNvPr id="11" name="Image 10">
            <a:extLst>
              <a:ext uri="{FF2B5EF4-FFF2-40B4-BE49-F238E27FC236}">
                <a16:creationId xmlns:a16="http://schemas.microsoft.com/office/drawing/2014/main" id="{95E827E7-F318-CBB1-4990-EAE721038FE0}"/>
              </a:ext>
            </a:extLst>
          </p:cNvPr>
          <p:cNvPicPr>
            <a:picLocks/>
          </p:cNvPicPr>
          <p:nvPr/>
        </p:nvPicPr>
        <p:blipFill>
          <a:blip r:embed="rId3"/>
          <a:stretch>
            <a:fillRect/>
          </a:stretch>
        </p:blipFill>
        <p:spPr>
          <a:xfrm>
            <a:off x="6959600" y="3314700"/>
            <a:ext cx="5981700" cy="6172200"/>
          </a:xfrm>
          <a:prstGeom prst="rect">
            <a:avLst/>
          </a:prstGeom>
        </p:spPr>
      </p:pic>
      <p:pic>
        <p:nvPicPr>
          <p:cNvPr id="13" name="Image 12">
            <a:extLst>
              <a:ext uri="{FF2B5EF4-FFF2-40B4-BE49-F238E27FC236}">
                <a16:creationId xmlns:a16="http://schemas.microsoft.com/office/drawing/2014/main" id="{A0C0CD9E-586B-80BF-9ACF-E7D97C0BB07F}"/>
              </a:ext>
            </a:extLst>
          </p:cNvPr>
          <p:cNvPicPr>
            <a:picLocks/>
          </p:cNvPicPr>
          <p:nvPr/>
        </p:nvPicPr>
        <p:blipFill>
          <a:blip r:embed="rId4"/>
          <a:stretch>
            <a:fillRect/>
          </a:stretch>
        </p:blipFill>
        <p:spPr>
          <a:xfrm>
            <a:off x="2197100" y="3314700"/>
            <a:ext cx="4254500" cy="6159500"/>
          </a:xfrm>
          <a:prstGeom prst="rect">
            <a:avLst/>
          </a:prstGeom>
        </p:spPr>
      </p:pic>
      <p:sp>
        <p:nvSpPr>
          <p:cNvPr id="14" name="ZoneTexte 13">
            <a:extLst>
              <a:ext uri="{FF2B5EF4-FFF2-40B4-BE49-F238E27FC236}">
                <a16:creationId xmlns:a16="http://schemas.microsoft.com/office/drawing/2014/main" id="{55537069-7894-A5A4-138C-EB9992B2BB2E}"/>
              </a:ext>
            </a:extLst>
          </p:cNvPr>
          <p:cNvSpPr txBox="1"/>
          <p:nvPr/>
        </p:nvSpPr>
        <p:spPr>
          <a:xfrm>
            <a:off x="1727200" y="2781300"/>
            <a:ext cx="22225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"Peu importantes":</a:t>
            </a:r>
          </a:p>
        </p:txBody>
      </p:sp>
      <p:sp>
        <p:nvSpPr>
          <p:cNvPr id="15" name="ZoneTexte 14">
            <a:extLst>
              <a:ext uri="{FF2B5EF4-FFF2-40B4-BE49-F238E27FC236}">
                <a16:creationId xmlns:a16="http://schemas.microsoft.com/office/drawing/2014/main" id="{8FBDA088-742E-7A22-110F-724D5D1203DF}"/>
              </a:ext>
            </a:extLst>
          </p:cNvPr>
          <p:cNvSpPr txBox="1"/>
          <p:nvPr/>
        </p:nvSpPr>
        <p:spPr>
          <a:xfrm>
            <a:off x="4076700" y="2781300"/>
            <a:ext cx="1117600" cy="609600"/>
          </a:xfrm>
          <a:prstGeom prst="rect">
            <a:avLst/>
          </a:prstGeom>
          <a:noFill/>
        </p:spPr>
        <p:txBody>
          <a:bodyPr vert="horz" wrap="square" lIns="0" tIns="0" rIns="0" bIns="0" rtlCol="0" anchor="t" anchorCtr="0">
            <a:noAutofit/>
          </a:bodyPr>
          <a:lstStyle/>
          <a:p>
            <a:endParaRPr lang="fr-FR" sz="3600" b="1">
              <a:solidFill>
                <a:srgbClr val="12507F"/>
              </a:solidFill>
              <a:latin typeface="Calibri" panose="020F0502020204030204" pitchFamily="34" charset="0"/>
            </a:endParaRPr>
          </a:p>
        </p:txBody>
      </p:sp>
      <p:sp>
        <p:nvSpPr>
          <p:cNvPr id="16" name="ZoneTexte 15">
            <a:extLst>
              <a:ext uri="{FF2B5EF4-FFF2-40B4-BE49-F238E27FC236}">
                <a16:creationId xmlns:a16="http://schemas.microsoft.com/office/drawing/2014/main" id="{B4EEF334-808B-87AB-82EB-09137FB31977}"/>
              </a:ext>
            </a:extLst>
          </p:cNvPr>
          <p:cNvSpPr txBox="1"/>
          <p:nvPr/>
        </p:nvSpPr>
        <p:spPr>
          <a:xfrm>
            <a:off x="6718300" y="2781300"/>
            <a:ext cx="21844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"Importantes":</a:t>
            </a:r>
          </a:p>
        </p:txBody>
      </p:sp>
      <p:sp>
        <p:nvSpPr>
          <p:cNvPr id="17" name="ZoneTexte 16">
            <a:extLst>
              <a:ext uri="{FF2B5EF4-FFF2-40B4-BE49-F238E27FC236}">
                <a16:creationId xmlns:a16="http://schemas.microsoft.com/office/drawing/2014/main" id="{0FE90386-A8FF-4B6C-E535-5A3665610740}"/>
              </a:ext>
            </a:extLst>
          </p:cNvPr>
          <p:cNvSpPr txBox="1"/>
          <p:nvPr/>
        </p:nvSpPr>
        <p:spPr>
          <a:xfrm>
            <a:off x="8953500" y="2781300"/>
            <a:ext cx="1117600" cy="609600"/>
          </a:xfrm>
          <a:prstGeom prst="rect">
            <a:avLst/>
          </a:prstGeom>
          <a:noFill/>
        </p:spPr>
        <p:txBody>
          <a:bodyPr vert="horz" wrap="square" lIns="0" tIns="0" rIns="0" bIns="0" rtlCol="0" anchor="t" anchorCtr="0">
            <a:noAutofit/>
          </a:bodyPr>
          <a:lstStyle/>
          <a:p>
            <a:r>
              <a:rPr lang="fr-FR" sz="3600" b="1">
                <a:solidFill>
                  <a:srgbClr val="12507F"/>
                </a:solidFill>
                <a:latin typeface="Calibri" panose="020F0502020204030204" pitchFamily="34" charset="0"/>
              </a:rPr>
              <a:t>3,61</a:t>
            </a:r>
          </a:p>
        </p:txBody>
      </p:sp>
      <p:sp>
        <p:nvSpPr>
          <p:cNvPr id="18" name="ZoneTexte 17">
            <a:extLst>
              <a:ext uri="{FF2B5EF4-FFF2-40B4-BE49-F238E27FC236}">
                <a16:creationId xmlns:a16="http://schemas.microsoft.com/office/drawing/2014/main" id="{2EA27452-86DF-2F20-BECD-CB01CC58B86D}"/>
              </a:ext>
            </a:extLst>
          </p:cNvPr>
          <p:cNvSpPr txBox="1"/>
          <p:nvPr/>
        </p:nvSpPr>
        <p:spPr>
          <a:xfrm>
            <a:off x="11557000" y="2781300"/>
            <a:ext cx="2120900" cy="520700"/>
          </a:xfrm>
          <a:prstGeom prst="rect">
            <a:avLst/>
          </a:prstGeom>
          <a:noFill/>
        </p:spPr>
        <p:txBody>
          <a:bodyPr vert="horz" wrap="square" lIns="0" tIns="0" rIns="0" bIns="0" rtlCol="0" anchor="t" anchorCtr="0">
            <a:noAutofit/>
          </a:bodyPr>
          <a:lstStyle/>
          <a:p>
            <a:pPr algn="r"/>
            <a:r>
              <a:rPr lang="fr-FR" sz="1600">
                <a:solidFill>
                  <a:srgbClr val="808080"/>
                </a:solidFill>
                <a:latin typeface="Calibri" panose="020F0502020204030204" pitchFamily="34" charset="0"/>
              </a:rPr>
              <a:t>Moyennes questions</a:t>
            </a:r>
          </a:p>
          <a:p>
            <a:pPr algn="r"/>
            <a:r>
              <a:rPr lang="fr-FR" sz="1600">
                <a:solidFill>
                  <a:srgbClr val="808080"/>
                </a:solidFill>
                <a:latin typeface="Calibri" panose="020F0502020204030204" pitchFamily="34" charset="0"/>
              </a:rPr>
              <a:t>"Très importantes":</a:t>
            </a:r>
          </a:p>
        </p:txBody>
      </p:sp>
      <p:sp>
        <p:nvSpPr>
          <p:cNvPr id="19" name="ZoneTexte 18">
            <a:extLst>
              <a:ext uri="{FF2B5EF4-FFF2-40B4-BE49-F238E27FC236}">
                <a16:creationId xmlns:a16="http://schemas.microsoft.com/office/drawing/2014/main" id="{146A2C60-68CF-B9C8-C4E2-3729A07599E0}"/>
              </a:ext>
            </a:extLst>
          </p:cNvPr>
          <p:cNvSpPr txBox="1"/>
          <p:nvPr/>
        </p:nvSpPr>
        <p:spPr>
          <a:xfrm>
            <a:off x="13779500" y="2781300"/>
            <a:ext cx="1003300" cy="609600"/>
          </a:xfrm>
          <a:prstGeom prst="rect">
            <a:avLst/>
          </a:prstGeom>
          <a:noFill/>
        </p:spPr>
        <p:txBody>
          <a:bodyPr vert="horz" wrap="square" lIns="0" tIns="0" rIns="0" bIns="0" rtlCol="0" anchor="t" anchorCtr="0">
            <a:noAutofit/>
          </a:bodyPr>
          <a:lstStyle/>
          <a:p>
            <a:endParaRPr lang="fr-FR" sz="3600" b="1">
              <a:solidFill>
                <a:srgbClr val="12507F"/>
              </a:solidFill>
              <a:latin typeface="Calibri" panose="020F0502020204030204" pitchFamily="34" charset="0"/>
            </a:endParaRPr>
          </a:p>
        </p:txBody>
      </p:sp>
    </p:spTree>
    <p:extLst>
      <p:ext uri="{BB962C8B-B14F-4D97-AF65-F5344CB8AC3E}">
        <p14:creationId xmlns:p14="http://schemas.microsoft.com/office/powerpoint/2010/main" val="34145495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8F74C263-A086-5EFC-AB5B-A38BCC638100}"/>
              </a:ext>
            </a:extLst>
          </p:cNvPr>
          <p:cNvPicPr>
            <a:picLocks/>
          </p:cNvPicPr>
          <p:nvPr/>
        </p:nvPicPr>
        <p:blipFill>
          <a:blip r:embed="rId2"/>
          <a:stretch>
            <a:fillRect/>
          </a:stretch>
        </p:blipFill>
        <p:spPr>
          <a:xfrm>
            <a:off x="520700" y="2120900"/>
            <a:ext cx="16776700" cy="1092200"/>
          </a:xfrm>
          <a:prstGeom prst="rect">
            <a:avLst/>
          </a:prstGeom>
        </p:spPr>
      </p:pic>
      <p:sp>
        <p:nvSpPr>
          <p:cNvPr id="6" name="ZoneTexte 5">
            <a:extLst>
              <a:ext uri="{FF2B5EF4-FFF2-40B4-BE49-F238E27FC236}">
                <a16:creationId xmlns:a16="http://schemas.microsoft.com/office/drawing/2014/main" id="{2418F95F-F183-6905-87BC-5B0EC350B0A3}"/>
              </a:ext>
            </a:extLst>
          </p:cNvPr>
          <p:cNvSpPr txBox="1"/>
          <p:nvPr/>
        </p:nvSpPr>
        <p:spPr>
          <a:xfrm>
            <a:off x="558800" y="495300"/>
            <a:ext cx="9156700" cy="723900"/>
          </a:xfrm>
          <a:prstGeom prst="rect">
            <a:avLst/>
          </a:prstGeom>
          <a:noFill/>
        </p:spPr>
        <p:txBody>
          <a:bodyPr vert="horz" wrap="square" lIns="0" tIns="0" rIns="0" bIns="0" rtlCol="0" anchor="t" anchorCtr="0">
            <a:noAutofit/>
          </a:bodyPr>
          <a:lstStyle/>
          <a:p>
            <a:r>
              <a:rPr lang="fr-FR" sz="4200" b="1">
                <a:solidFill>
                  <a:srgbClr val="1A3256"/>
                </a:solidFill>
                <a:latin typeface="Bahnschrift" panose="020B0502040204020203" pitchFamily="34" charset="0"/>
              </a:rPr>
              <a:t>COMMENTAIRES</a:t>
            </a:r>
          </a:p>
        </p:txBody>
      </p:sp>
      <p:sp>
        <p:nvSpPr>
          <p:cNvPr id="7" name="ZoneTexte 6">
            <a:extLst>
              <a:ext uri="{FF2B5EF4-FFF2-40B4-BE49-F238E27FC236}">
                <a16:creationId xmlns:a16="http://schemas.microsoft.com/office/drawing/2014/main" id="{7BE55698-C828-BF45-0CEE-44586394593E}"/>
              </a:ext>
            </a:extLst>
          </p:cNvPr>
          <p:cNvSpPr txBox="1"/>
          <p:nvPr/>
        </p:nvSpPr>
        <p:spPr>
          <a:xfrm>
            <a:off x="558800" y="1104900"/>
            <a:ext cx="14935200" cy="787400"/>
          </a:xfrm>
          <a:prstGeom prst="rect">
            <a:avLst/>
          </a:prstGeom>
          <a:noFill/>
        </p:spPr>
        <p:txBody>
          <a:bodyPr vert="horz" wrap="square" lIns="0" tIns="0" rIns="0" bIns="0" rtlCol="0" anchor="t" anchorCtr="0">
            <a:noAutofit/>
          </a:bodyPr>
          <a:lstStyle/>
          <a:p>
            <a:r>
              <a:rPr lang="es-ES" sz="3600" b="1">
                <a:solidFill>
                  <a:srgbClr val="1A3256"/>
                </a:solidFill>
                <a:latin typeface="Segoe UI Light" panose="020B0502040204020203" pitchFamily="34" charset="0"/>
              </a:rPr>
              <a:t>METRO &gt; Yann LE COZ Cholet</a:t>
            </a:r>
            <a:endParaRPr lang="fr-FR" sz="3600" b="1">
              <a:solidFill>
                <a:srgbClr val="1A3256"/>
              </a:solidFill>
              <a:latin typeface="Segoe UI Light" panose="020B0502040204020203" pitchFamily="34" charset="0"/>
            </a:endParaRPr>
          </a:p>
        </p:txBody>
      </p:sp>
      <p:sp>
        <p:nvSpPr>
          <p:cNvPr id="8" name="ZoneTexte 7">
            <a:extLst>
              <a:ext uri="{FF2B5EF4-FFF2-40B4-BE49-F238E27FC236}">
                <a16:creationId xmlns:a16="http://schemas.microsoft.com/office/drawing/2014/main" id="{4DEC470C-B817-D103-6B46-36B23C82438B}"/>
              </a:ext>
            </a:extLst>
          </p:cNvPr>
          <p:cNvSpPr txBox="1"/>
          <p:nvPr/>
        </p:nvSpPr>
        <p:spPr>
          <a:xfrm>
            <a:off x="15443200" y="508000"/>
            <a:ext cx="2374900" cy="558800"/>
          </a:xfrm>
          <a:prstGeom prst="rect">
            <a:avLst/>
          </a:prstGeom>
          <a:noFill/>
        </p:spPr>
        <p:txBody>
          <a:bodyPr vert="horz" wrap="square" lIns="0" tIns="0" rIns="0" bIns="0" rtlCol="0" anchor="t" anchorCtr="0">
            <a:noAutofit/>
          </a:bodyPr>
          <a:lstStyle/>
          <a:p>
            <a:pPr algn="r"/>
            <a:endParaRPr lang="fr-FR" sz="4000" b="1">
              <a:solidFill>
                <a:srgbClr val="1A3256"/>
              </a:solidFill>
              <a:latin typeface="Bahnschrift" panose="020B0502040204020203" pitchFamily="34" charset="0"/>
            </a:endParaRPr>
          </a:p>
        </p:txBody>
      </p:sp>
      <p:sp>
        <p:nvSpPr>
          <p:cNvPr id="10" name="ZoneTexte 9">
            <a:extLst>
              <a:ext uri="{FF2B5EF4-FFF2-40B4-BE49-F238E27FC236}">
                <a16:creationId xmlns:a16="http://schemas.microsoft.com/office/drawing/2014/main" id="{255183D2-E8B2-8D98-F1DD-090BD456F45C}"/>
              </a:ext>
            </a:extLst>
          </p:cNvPr>
          <p:cNvSpPr txBox="1"/>
          <p:nvPr/>
        </p:nvSpPr>
        <p:spPr>
          <a:xfrm>
            <a:off x="685800" y="22098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Amélioration continue</a:t>
            </a:r>
          </a:p>
        </p:txBody>
      </p:sp>
      <p:pic>
        <p:nvPicPr>
          <p:cNvPr id="12" name="Image 11">
            <a:extLst>
              <a:ext uri="{FF2B5EF4-FFF2-40B4-BE49-F238E27FC236}">
                <a16:creationId xmlns:a16="http://schemas.microsoft.com/office/drawing/2014/main" id="{59E9C83B-F10B-FCF3-1784-A3E388461B15}"/>
              </a:ext>
            </a:extLst>
          </p:cNvPr>
          <p:cNvPicPr>
            <a:picLocks/>
          </p:cNvPicPr>
          <p:nvPr/>
        </p:nvPicPr>
        <p:blipFill>
          <a:blip r:embed="rId3"/>
          <a:stretch>
            <a:fillRect/>
          </a:stretch>
        </p:blipFill>
        <p:spPr>
          <a:xfrm>
            <a:off x="508000" y="5130800"/>
            <a:ext cx="16776700" cy="1092200"/>
          </a:xfrm>
          <a:prstGeom prst="rect">
            <a:avLst/>
          </a:prstGeom>
        </p:spPr>
      </p:pic>
      <p:pic>
        <p:nvPicPr>
          <p:cNvPr id="14" name="Image 13">
            <a:extLst>
              <a:ext uri="{FF2B5EF4-FFF2-40B4-BE49-F238E27FC236}">
                <a16:creationId xmlns:a16="http://schemas.microsoft.com/office/drawing/2014/main" id="{6F76F2F3-7F7F-735E-6854-13D3DC4991C8}"/>
              </a:ext>
            </a:extLst>
          </p:cNvPr>
          <p:cNvPicPr>
            <a:picLocks/>
          </p:cNvPicPr>
          <p:nvPr/>
        </p:nvPicPr>
        <p:blipFill>
          <a:blip r:embed="rId2"/>
          <a:stretch>
            <a:fillRect/>
          </a:stretch>
        </p:blipFill>
        <p:spPr>
          <a:xfrm>
            <a:off x="508000" y="4114800"/>
            <a:ext cx="16776700" cy="1092200"/>
          </a:xfrm>
          <a:prstGeom prst="rect">
            <a:avLst/>
          </a:prstGeom>
        </p:spPr>
      </p:pic>
      <p:pic>
        <p:nvPicPr>
          <p:cNvPr id="16" name="Image 15">
            <a:extLst>
              <a:ext uri="{FF2B5EF4-FFF2-40B4-BE49-F238E27FC236}">
                <a16:creationId xmlns:a16="http://schemas.microsoft.com/office/drawing/2014/main" id="{FF4444E7-B1BE-9C9E-C2F9-57627622D56D}"/>
              </a:ext>
            </a:extLst>
          </p:cNvPr>
          <p:cNvPicPr>
            <a:picLocks/>
          </p:cNvPicPr>
          <p:nvPr/>
        </p:nvPicPr>
        <p:blipFill>
          <a:blip r:embed="rId3"/>
          <a:stretch>
            <a:fillRect/>
          </a:stretch>
        </p:blipFill>
        <p:spPr>
          <a:xfrm>
            <a:off x="508000" y="7137400"/>
            <a:ext cx="16764000" cy="1092200"/>
          </a:xfrm>
          <a:prstGeom prst="rect">
            <a:avLst/>
          </a:prstGeom>
        </p:spPr>
      </p:pic>
      <p:pic>
        <p:nvPicPr>
          <p:cNvPr id="18" name="Image 17">
            <a:extLst>
              <a:ext uri="{FF2B5EF4-FFF2-40B4-BE49-F238E27FC236}">
                <a16:creationId xmlns:a16="http://schemas.microsoft.com/office/drawing/2014/main" id="{31E25433-A5E3-D1F8-E62D-614538A20F01}"/>
              </a:ext>
            </a:extLst>
          </p:cNvPr>
          <p:cNvPicPr>
            <a:picLocks/>
          </p:cNvPicPr>
          <p:nvPr/>
        </p:nvPicPr>
        <p:blipFill>
          <a:blip r:embed="rId2"/>
          <a:stretch>
            <a:fillRect/>
          </a:stretch>
        </p:blipFill>
        <p:spPr>
          <a:xfrm>
            <a:off x="508000" y="6121400"/>
            <a:ext cx="16764000" cy="1092200"/>
          </a:xfrm>
          <a:prstGeom prst="rect">
            <a:avLst/>
          </a:prstGeom>
        </p:spPr>
      </p:pic>
      <p:pic>
        <p:nvPicPr>
          <p:cNvPr id="20" name="Image 19">
            <a:extLst>
              <a:ext uri="{FF2B5EF4-FFF2-40B4-BE49-F238E27FC236}">
                <a16:creationId xmlns:a16="http://schemas.microsoft.com/office/drawing/2014/main" id="{6F0B9EB6-F8B0-A6B2-E5A1-0306592AD68E}"/>
              </a:ext>
            </a:extLst>
          </p:cNvPr>
          <p:cNvPicPr>
            <a:picLocks/>
          </p:cNvPicPr>
          <p:nvPr/>
        </p:nvPicPr>
        <p:blipFill>
          <a:blip r:embed="rId2"/>
          <a:stretch>
            <a:fillRect/>
          </a:stretch>
        </p:blipFill>
        <p:spPr>
          <a:xfrm>
            <a:off x="508000" y="8128000"/>
            <a:ext cx="16764000" cy="1092200"/>
          </a:xfrm>
          <a:prstGeom prst="rect">
            <a:avLst/>
          </a:prstGeom>
        </p:spPr>
      </p:pic>
      <p:sp>
        <p:nvSpPr>
          <p:cNvPr id="21" name="ZoneTexte 20">
            <a:extLst>
              <a:ext uri="{FF2B5EF4-FFF2-40B4-BE49-F238E27FC236}">
                <a16:creationId xmlns:a16="http://schemas.microsoft.com/office/drawing/2014/main" id="{592C2D2F-2002-1F2B-AB74-43A92D9889E0}"/>
              </a:ext>
            </a:extLst>
          </p:cNvPr>
          <p:cNvSpPr txBox="1"/>
          <p:nvPr/>
        </p:nvSpPr>
        <p:spPr>
          <a:xfrm>
            <a:off x="685800" y="25400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Une première année de démarrage d'activité, l'important à date est surtout de maitriser les basics avant d'être dans l'amélioration continue, nous ne manquerons pas de chalenger cet aspect très rapidement.</a:t>
            </a:r>
          </a:p>
        </p:txBody>
      </p:sp>
      <p:pic>
        <p:nvPicPr>
          <p:cNvPr id="23" name="Image 22">
            <a:extLst>
              <a:ext uri="{FF2B5EF4-FFF2-40B4-BE49-F238E27FC236}">
                <a16:creationId xmlns:a16="http://schemas.microsoft.com/office/drawing/2014/main" id="{A634FF88-EFFD-D2A4-920B-ACAC6AE02D42}"/>
              </a:ext>
            </a:extLst>
          </p:cNvPr>
          <p:cNvPicPr>
            <a:picLocks/>
          </p:cNvPicPr>
          <p:nvPr/>
        </p:nvPicPr>
        <p:blipFill>
          <a:blip r:embed="rId3"/>
          <a:stretch>
            <a:fillRect/>
          </a:stretch>
        </p:blipFill>
        <p:spPr>
          <a:xfrm>
            <a:off x="520700" y="3124200"/>
            <a:ext cx="16776700" cy="1104900"/>
          </a:xfrm>
          <a:prstGeom prst="rect">
            <a:avLst/>
          </a:prstGeom>
        </p:spPr>
      </p:pic>
      <p:sp>
        <p:nvSpPr>
          <p:cNvPr id="24" name="ZoneTexte 23">
            <a:extLst>
              <a:ext uri="{FF2B5EF4-FFF2-40B4-BE49-F238E27FC236}">
                <a16:creationId xmlns:a16="http://schemas.microsoft.com/office/drawing/2014/main" id="{57368F2A-A3C7-D581-65B2-F311C84ACEB4}"/>
              </a:ext>
            </a:extLst>
          </p:cNvPr>
          <p:cNvSpPr txBox="1"/>
          <p:nvPr/>
        </p:nvSpPr>
        <p:spPr>
          <a:xfrm>
            <a:off x="685800" y="32131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Démarrage nouvelle activité</a:t>
            </a:r>
          </a:p>
        </p:txBody>
      </p:sp>
      <p:sp>
        <p:nvSpPr>
          <p:cNvPr id="25" name="ZoneTexte 24">
            <a:extLst>
              <a:ext uri="{FF2B5EF4-FFF2-40B4-BE49-F238E27FC236}">
                <a16:creationId xmlns:a16="http://schemas.microsoft.com/office/drawing/2014/main" id="{CAF981D2-3EFA-896E-8D82-75BDD864FFF0}"/>
              </a:ext>
            </a:extLst>
          </p:cNvPr>
          <p:cNvSpPr txBox="1"/>
          <p:nvPr/>
        </p:nvSpPr>
        <p:spPr>
          <a:xfrm>
            <a:off x="685800" y="35306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Un vide incroyable entre la phase projet/démarrage d'activité plutôt maitrisée et le lâcher prise aux Equipes opérationnelles, une impression de devoir refaire des ateliers métiers.  </a:t>
            </a:r>
          </a:p>
        </p:txBody>
      </p:sp>
      <p:sp>
        <p:nvSpPr>
          <p:cNvPr id="26" name="ZoneTexte 25">
            <a:extLst>
              <a:ext uri="{FF2B5EF4-FFF2-40B4-BE49-F238E27FC236}">
                <a16:creationId xmlns:a16="http://schemas.microsoft.com/office/drawing/2014/main" id="{DF82FF21-683E-164E-0CC1-C4DFF148D632}"/>
              </a:ext>
            </a:extLst>
          </p:cNvPr>
          <p:cNvSpPr txBox="1"/>
          <p:nvPr/>
        </p:nvSpPr>
        <p:spPr>
          <a:xfrm>
            <a:off x="685800" y="4203700"/>
            <a:ext cx="16446500" cy="368300"/>
          </a:xfrm>
          <a:prstGeom prst="rect">
            <a:avLst/>
          </a:prstGeom>
          <a:noFill/>
        </p:spPr>
        <p:txBody>
          <a:bodyPr vert="horz" wrap="square" lIns="0" tIns="0" rIns="0" bIns="0" rtlCol="0" anchor="t" anchorCtr="0">
            <a:noAutofit/>
          </a:bodyPr>
          <a:lstStyle/>
          <a:p>
            <a:r>
              <a:rPr lang="fr-FR" b="1">
                <a:solidFill>
                  <a:srgbClr val="1A3256"/>
                </a:solidFill>
                <a:latin typeface="Segoe UI Light" panose="020B0502040204020203" pitchFamily="34" charset="0"/>
              </a:rPr>
              <a:t>Qualité de service d'après leurs clients</a:t>
            </a:r>
          </a:p>
        </p:txBody>
      </p:sp>
      <p:sp>
        <p:nvSpPr>
          <p:cNvPr id="27" name="ZoneTexte 26">
            <a:extLst>
              <a:ext uri="{FF2B5EF4-FFF2-40B4-BE49-F238E27FC236}">
                <a16:creationId xmlns:a16="http://schemas.microsoft.com/office/drawing/2014/main" id="{37C4B32B-1039-6DFA-EFAF-2E171999C005}"/>
              </a:ext>
            </a:extLst>
          </p:cNvPr>
          <p:cNvSpPr txBox="1"/>
          <p:nvPr/>
        </p:nvSpPr>
        <p:spPr>
          <a:xfrm>
            <a:off x="685800" y="4521200"/>
            <a:ext cx="16548100" cy="673100"/>
          </a:xfrm>
          <a:prstGeom prst="rect">
            <a:avLst/>
          </a:prstGeom>
          <a:noFill/>
        </p:spPr>
        <p:txBody>
          <a:bodyPr vert="horz" wrap="square" lIns="0" tIns="0" rIns="0" bIns="0" rtlCol="0" anchor="t" anchorCtr="0">
            <a:noAutofit/>
          </a:bodyPr>
          <a:lstStyle/>
          <a:p>
            <a:r>
              <a:rPr lang="fr-FR" sz="1600">
                <a:solidFill>
                  <a:srgbClr val="000000"/>
                </a:solidFill>
                <a:latin typeface="Segoe UI Light" panose="020B0502040204020203" pitchFamily="34" charset="0"/>
              </a:rPr>
              <a:t>La perception client est toujours plus dure que la réalité. Nos points de ventes ont souffert d'un démarrage non stabilisé avant l'entrée en saison de leur activité commerciale.</a:t>
            </a:r>
          </a:p>
        </p:txBody>
      </p:sp>
      <p:sp>
        <p:nvSpPr>
          <p:cNvPr id="28" name="ZoneTexte 27">
            <a:extLst>
              <a:ext uri="{FF2B5EF4-FFF2-40B4-BE49-F238E27FC236}">
                <a16:creationId xmlns:a16="http://schemas.microsoft.com/office/drawing/2014/main" id="{77E3BBD2-259C-C91F-78F4-BC874A7DA321}"/>
              </a:ext>
            </a:extLst>
          </p:cNvPr>
          <p:cNvSpPr txBox="1"/>
          <p:nvPr/>
        </p:nvSpPr>
        <p:spPr>
          <a:xfrm>
            <a:off x="685800" y="5207000"/>
            <a:ext cx="16446500" cy="368300"/>
          </a:xfrm>
          <a:prstGeom prst="rect">
            <a:avLst/>
          </a:prstGeom>
          <a:noFill/>
        </p:spPr>
        <p:txBody>
          <a:bodyPr vert="horz" wrap="square" lIns="0" tIns="0" rIns="0" bIns="0" rtlCol="0" anchor="t" anchorCtr="0">
            <a:noAutofit/>
          </a:bodyPr>
          <a:lstStyle/>
          <a:p>
            <a:endParaRPr lang="fr-FR" b="1">
              <a:solidFill>
                <a:srgbClr val="1A3256"/>
              </a:solidFill>
              <a:latin typeface="Segoe UI Light" panose="020B0502040204020203" pitchFamily="34" charset="0"/>
            </a:endParaRPr>
          </a:p>
        </p:txBody>
      </p:sp>
      <p:sp>
        <p:nvSpPr>
          <p:cNvPr id="29" name="ZoneTexte 28">
            <a:extLst>
              <a:ext uri="{FF2B5EF4-FFF2-40B4-BE49-F238E27FC236}">
                <a16:creationId xmlns:a16="http://schemas.microsoft.com/office/drawing/2014/main" id="{C33452EB-1120-14D8-7B75-CA5D6480B83D}"/>
              </a:ext>
            </a:extLst>
          </p:cNvPr>
          <p:cNvSpPr txBox="1"/>
          <p:nvPr/>
        </p:nvSpPr>
        <p:spPr>
          <a:xfrm>
            <a:off x="685800" y="5524500"/>
            <a:ext cx="16548100" cy="673100"/>
          </a:xfrm>
          <a:prstGeom prst="rect">
            <a:avLst/>
          </a:prstGeom>
          <a:noFill/>
        </p:spPr>
        <p:txBody>
          <a:bodyPr vert="horz" wrap="square" lIns="0" tIns="0" rIns="0" bIns="0" rtlCol="0" anchor="t" anchorCtr="0">
            <a:noAutofit/>
          </a:bodyPr>
          <a:lstStyle/>
          <a:p>
            <a:endParaRPr lang="fr-FR" sz="1600">
              <a:solidFill>
                <a:srgbClr val="000000"/>
              </a:solidFill>
              <a:latin typeface="Segoe UI Light" panose="020B0502040204020203" pitchFamily="34" charset="0"/>
            </a:endParaRPr>
          </a:p>
        </p:txBody>
      </p:sp>
      <p:sp>
        <p:nvSpPr>
          <p:cNvPr id="30" name="ZoneTexte 29">
            <a:extLst>
              <a:ext uri="{FF2B5EF4-FFF2-40B4-BE49-F238E27FC236}">
                <a16:creationId xmlns:a16="http://schemas.microsoft.com/office/drawing/2014/main" id="{69CBD684-D613-3244-ED63-C64AA76225F3}"/>
              </a:ext>
            </a:extLst>
          </p:cNvPr>
          <p:cNvSpPr txBox="1"/>
          <p:nvPr/>
        </p:nvSpPr>
        <p:spPr>
          <a:xfrm>
            <a:off x="685800" y="6184900"/>
            <a:ext cx="16446500" cy="368300"/>
          </a:xfrm>
          <a:prstGeom prst="rect">
            <a:avLst/>
          </a:prstGeom>
          <a:noFill/>
        </p:spPr>
        <p:txBody>
          <a:bodyPr vert="horz" wrap="square" lIns="0" tIns="0" rIns="0" bIns="0" rtlCol="0" anchor="t" anchorCtr="0">
            <a:noAutofit/>
          </a:bodyPr>
          <a:lstStyle/>
          <a:p>
            <a:endParaRPr lang="fr-FR" b="1">
              <a:solidFill>
                <a:srgbClr val="1A3256"/>
              </a:solidFill>
              <a:latin typeface="Segoe UI Light" panose="020B0502040204020203" pitchFamily="34" charset="0"/>
            </a:endParaRPr>
          </a:p>
        </p:txBody>
      </p:sp>
      <p:sp>
        <p:nvSpPr>
          <p:cNvPr id="31" name="ZoneTexte 30">
            <a:extLst>
              <a:ext uri="{FF2B5EF4-FFF2-40B4-BE49-F238E27FC236}">
                <a16:creationId xmlns:a16="http://schemas.microsoft.com/office/drawing/2014/main" id="{882E4004-C8D7-15C8-6452-8157CC92F6FC}"/>
              </a:ext>
            </a:extLst>
          </p:cNvPr>
          <p:cNvSpPr txBox="1"/>
          <p:nvPr/>
        </p:nvSpPr>
        <p:spPr>
          <a:xfrm>
            <a:off x="685800" y="6502400"/>
            <a:ext cx="16548100" cy="673100"/>
          </a:xfrm>
          <a:prstGeom prst="rect">
            <a:avLst/>
          </a:prstGeom>
          <a:noFill/>
        </p:spPr>
        <p:txBody>
          <a:bodyPr vert="horz" wrap="square" lIns="0" tIns="0" rIns="0" bIns="0" rtlCol="0" anchor="t" anchorCtr="0">
            <a:noAutofit/>
          </a:bodyPr>
          <a:lstStyle/>
          <a:p>
            <a:endParaRPr lang="fr-FR" sz="1600">
              <a:solidFill>
                <a:srgbClr val="000000"/>
              </a:solidFill>
              <a:latin typeface="Segoe UI Light" panose="020B0502040204020203" pitchFamily="34" charset="0"/>
            </a:endParaRPr>
          </a:p>
        </p:txBody>
      </p:sp>
      <p:sp>
        <p:nvSpPr>
          <p:cNvPr id="32" name="ZoneTexte 31">
            <a:extLst>
              <a:ext uri="{FF2B5EF4-FFF2-40B4-BE49-F238E27FC236}">
                <a16:creationId xmlns:a16="http://schemas.microsoft.com/office/drawing/2014/main" id="{775ADBE1-2FBF-9AD8-1799-4F6A2145AEFB}"/>
              </a:ext>
            </a:extLst>
          </p:cNvPr>
          <p:cNvSpPr txBox="1"/>
          <p:nvPr/>
        </p:nvSpPr>
        <p:spPr>
          <a:xfrm>
            <a:off x="685800" y="7200900"/>
            <a:ext cx="16446500" cy="368300"/>
          </a:xfrm>
          <a:prstGeom prst="rect">
            <a:avLst/>
          </a:prstGeom>
          <a:noFill/>
        </p:spPr>
        <p:txBody>
          <a:bodyPr vert="horz" wrap="square" lIns="0" tIns="0" rIns="0" bIns="0" rtlCol="0" anchor="t" anchorCtr="0">
            <a:noAutofit/>
          </a:bodyPr>
          <a:lstStyle/>
          <a:p>
            <a:endParaRPr lang="fr-FR" b="1">
              <a:solidFill>
                <a:srgbClr val="1A3256"/>
              </a:solidFill>
              <a:latin typeface="Segoe UI Light" panose="020B0502040204020203" pitchFamily="34" charset="0"/>
            </a:endParaRPr>
          </a:p>
        </p:txBody>
      </p:sp>
      <p:sp>
        <p:nvSpPr>
          <p:cNvPr id="33" name="ZoneTexte 32">
            <a:extLst>
              <a:ext uri="{FF2B5EF4-FFF2-40B4-BE49-F238E27FC236}">
                <a16:creationId xmlns:a16="http://schemas.microsoft.com/office/drawing/2014/main" id="{E7798F90-DCD9-1B11-D9D3-013A718719C4}"/>
              </a:ext>
            </a:extLst>
          </p:cNvPr>
          <p:cNvSpPr txBox="1"/>
          <p:nvPr/>
        </p:nvSpPr>
        <p:spPr>
          <a:xfrm>
            <a:off x="685800" y="7518400"/>
            <a:ext cx="16548100" cy="673100"/>
          </a:xfrm>
          <a:prstGeom prst="rect">
            <a:avLst/>
          </a:prstGeom>
          <a:noFill/>
        </p:spPr>
        <p:txBody>
          <a:bodyPr vert="horz" wrap="square" lIns="0" tIns="0" rIns="0" bIns="0" rtlCol="0" anchor="t" anchorCtr="0">
            <a:noAutofit/>
          </a:bodyPr>
          <a:lstStyle/>
          <a:p>
            <a:endParaRPr lang="fr-FR" sz="1600">
              <a:solidFill>
                <a:srgbClr val="000000"/>
              </a:solidFill>
              <a:latin typeface="Segoe UI Light" panose="020B0502040204020203" pitchFamily="34" charset="0"/>
            </a:endParaRPr>
          </a:p>
        </p:txBody>
      </p:sp>
      <p:sp>
        <p:nvSpPr>
          <p:cNvPr id="34" name="ZoneTexte 33">
            <a:extLst>
              <a:ext uri="{FF2B5EF4-FFF2-40B4-BE49-F238E27FC236}">
                <a16:creationId xmlns:a16="http://schemas.microsoft.com/office/drawing/2014/main" id="{C91D8048-2E5C-AF1D-B130-CD465521F277}"/>
              </a:ext>
            </a:extLst>
          </p:cNvPr>
          <p:cNvSpPr txBox="1"/>
          <p:nvPr/>
        </p:nvSpPr>
        <p:spPr>
          <a:xfrm>
            <a:off x="685800" y="8191500"/>
            <a:ext cx="16446500" cy="368300"/>
          </a:xfrm>
          <a:prstGeom prst="rect">
            <a:avLst/>
          </a:prstGeom>
          <a:noFill/>
        </p:spPr>
        <p:txBody>
          <a:bodyPr vert="horz" wrap="square" lIns="0" tIns="0" rIns="0" bIns="0" rtlCol="0" anchor="t" anchorCtr="0">
            <a:noAutofit/>
          </a:bodyPr>
          <a:lstStyle/>
          <a:p>
            <a:endParaRPr lang="fr-FR" b="1">
              <a:solidFill>
                <a:srgbClr val="1A3256"/>
              </a:solidFill>
              <a:latin typeface="Segoe UI Light" panose="020B0502040204020203" pitchFamily="34" charset="0"/>
            </a:endParaRPr>
          </a:p>
        </p:txBody>
      </p:sp>
      <p:sp>
        <p:nvSpPr>
          <p:cNvPr id="35" name="ZoneTexte 34">
            <a:extLst>
              <a:ext uri="{FF2B5EF4-FFF2-40B4-BE49-F238E27FC236}">
                <a16:creationId xmlns:a16="http://schemas.microsoft.com/office/drawing/2014/main" id="{A5E62ADB-3817-DB7B-4344-174356C59447}"/>
              </a:ext>
            </a:extLst>
          </p:cNvPr>
          <p:cNvSpPr txBox="1"/>
          <p:nvPr/>
        </p:nvSpPr>
        <p:spPr>
          <a:xfrm>
            <a:off x="685800" y="8509000"/>
            <a:ext cx="16548100" cy="673100"/>
          </a:xfrm>
          <a:prstGeom prst="rect">
            <a:avLst/>
          </a:prstGeom>
          <a:noFill/>
        </p:spPr>
        <p:txBody>
          <a:bodyPr vert="horz" wrap="square" lIns="0" tIns="0" rIns="0" bIns="0" rtlCol="0" anchor="t" anchorCtr="0">
            <a:noAutofit/>
          </a:bodyPr>
          <a:lstStyle/>
          <a:p>
            <a:endParaRPr lang="fr-FR" sz="1600">
              <a:solidFill>
                <a:srgbClr val="000000"/>
              </a:solidFill>
              <a:latin typeface="Segoe UI Light" panose="020B0502040204020203" pitchFamily="34" charset="0"/>
            </a:endParaRPr>
          </a:p>
        </p:txBody>
      </p:sp>
      <p:sp>
        <p:nvSpPr>
          <p:cNvPr id="2" name="ZoneTexte 1">
            <a:extLst>
              <a:ext uri="{FF2B5EF4-FFF2-40B4-BE49-F238E27FC236}">
                <a16:creationId xmlns:a16="http://schemas.microsoft.com/office/drawing/2014/main" id="{DB8644C8-E63D-6C33-C413-CB4106D3D379}"/>
              </a:ext>
            </a:extLst>
          </p:cNvPr>
          <p:cNvSpPr txBox="1"/>
          <p:nvPr/>
        </p:nvSpPr>
        <p:spPr>
          <a:xfrm>
            <a:off x="15595600" y="660400"/>
            <a:ext cx="2374900" cy="558800"/>
          </a:xfrm>
          <a:prstGeom prst="rect">
            <a:avLst/>
          </a:prstGeom>
          <a:noFill/>
        </p:spPr>
        <p:txBody>
          <a:bodyPr vert="horz" wrap="square" lIns="0" tIns="0" rIns="0" bIns="0" rtlCol="0" anchor="t" anchorCtr="0">
            <a:noAutofit/>
          </a:bodyPr>
          <a:lstStyle/>
          <a:p>
            <a:pPr algn="r"/>
            <a:r>
              <a:rPr lang="fr-FR" sz="4000" b="1">
                <a:solidFill>
                  <a:srgbClr val="1A3256"/>
                </a:solidFill>
                <a:latin typeface="Bahnschrift" panose="020B0502040204020203" pitchFamily="34" charset="0"/>
              </a:rPr>
              <a:t>3,61</a:t>
            </a:r>
          </a:p>
        </p:txBody>
      </p:sp>
    </p:spTree>
    <p:extLst>
      <p:ext uri="{BB962C8B-B14F-4D97-AF65-F5344CB8AC3E}">
        <p14:creationId xmlns:p14="http://schemas.microsoft.com/office/powerpoint/2010/main" val="10182531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CONTAINEDIMAGEPATH" val="C:\Users\cdesmidt\AppData\Local\Templafy\AddIns\PowerPointVsto\7809ba5a-b6a6-4e39-bb9d-df1d86c85b9a.jpeg"/>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CONTAINEDIMAGEPATH" val="C:\Users\cdesmidt\AppData\Local\Templafy\AddIns\PowerPointVsto\7809ba5a-b6a6-4e39-bb9d-df1d86c85b9a.jpeg"/>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CONTAINEDIMAGEPATH" val="C:\Users\cdesmidt\AppData\Local\Templafy\AddIns\PowerPointVsto\7809ba5a-b6a6-4e39-bb9d-df1d86c85b9a.jpeg"/>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IDL template 202211">
  <a:themeElements>
    <a:clrScheme name="Personnalisé 82">
      <a:dk1>
        <a:sysClr val="windowText" lastClr="000000"/>
      </a:dk1>
      <a:lt1>
        <a:sysClr val="window" lastClr="FFFFFF"/>
      </a:lt1>
      <a:dk2>
        <a:srgbClr val="012085"/>
      </a:dk2>
      <a:lt2>
        <a:srgbClr val="1444DE"/>
      </a:lt2>
      <a:accent1>
        <a:srgbClr val="1A3256"/>
      </a:accent1>
      <a:accent2>
        <a:srgbClr val="00447B"/>
      </a:accent2>
      <a:accent3>
        <a:srgbClr val="779DD6"/>
      </a:accent3>
      <a:accent4>
        <a:srgbClr val="EF1A25"/>
      </a:accent4>
      <a:accent5>
        <a:srgbClr val="2EC4C0"/>
      </a:accent5>
      <a:accent6>
        <a:srgbClr val="C9D955"/>
      </a:accent6>
      <a:hlink>
        <a:srgbClr val="12507F"/>
      </a:hlink>
      <a:folHlink>
        <a:srgbClr val="779DD6"/>
      </a:folHlink>
    </a:clrScheme>
    <a:fontScheme name="Personnalisé 112">
      <a:majorFont>
        <a:latin typeface="Bahnschrift"/>
        <a:ea typeface=""/>
        <a:cs typeface=""/>
      </a:majorFont>
      <a:minorFont>
        <a:latin typeface="Segoe UI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100000"/>
          </a:schemeClr>
        </a:solidFill>
        <a:ln w="12700" cap="flat" cmpd="sng" algn="ctr">
          <a:noFill/>
          <a:prstDash val="solid"/>
          <a:miter lim="800000"/>
          <a:headEnd type="none" w="med" len="med"/>
          <a:tailEnd type="none" w="med" len="med"/>
        </a:ln>
        <a:effectLst/>
      </a:spPr>
      <a:bodyPr vert="horz" wrap="square" rtlCol="0" anchor="t">
        <a:noAutofit/>
      </a:bodyPr>
      <a:lstStyle>
        <a:defPPr algn="l">
          <a:buClr>
            <a:schemeClr val="accent4"/>
          </a:buClr>
          <a:defRPr sz="1200" dirty="0" err="1">
            <a:solidFill>
              <a:schemeClr val="bg1">
                <a:lumMod val="100000"/>
              </a:schemeClr>
            </a:solidFill>
            <a:latin typeface="Segoe UI Semilight" panose="020B04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accent3"/>
          </a:solidFill>
          <a:prstDash val="sysDot"/>
        </a:ln>
      </a:spPr>
      <a:bodyPr/>
      <a:lstStyle/>
      <a:style>
        <a:lnRef idx="1">
          <a:schemeClr val="accent1"/>
        </a:lnRef>
        <a:fillRef idx="0">
          <a:schemeClr val="accent1"/>
        </a:fillRef>
        <a:effectRef idx="0">
          <a:schemeClr val="accent1"/>
        </a:effectRef>
        <a:fontRef idx="minor">
          <a:schemeClr val="tx1"/>
        </a:fontRef>
      </a:style>
    </a:lnDef>
    <a:txDef>
      <a:spPr/>
      <a:bodyPr/>
      <a:lstStyle>
        <a:defPPr algn="ctr">
          <a:defRPr sz="800" smtClean="0">
            <a:solidFill>
              <a:prstClr val="white"/>
            </a:solidFill>
            <a:latin typeface="Bahnschrif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IDL template 202211">
  <a:themeElements>
    <a:clrScheme name="Personnalisé 82">
      <a:dk1>
        <a:sysClr val="windowText" lastClr="000000"/>
      </a:dk1>
      <a:lt1>
        <a:sysClr val="window" lastClr="FFFFFF"/>
      </a:lt1>
      <a:dk2>
        <a:srgbClr val="012085"/>
      </a:dk2>
      <a:lt2>
        <a:srgbClr val="1444DE"/>
      </a:lt2>
      <a:accent1>
        <a:srgbClr val="1A3256"/>
      </a:accent1>
      <a:accent2>
        <a:srgbClr val="00447B"/>
      </a:accent2>
      <a:accent3>
        <a:srgbClr val="779DD6"/>
      </a:accent3>
      <a:accent4>
        <a:srgbClr val="EF1A25"/>
      </a:accent4>
      <a:accent5>
        <a:srgbClr val="2EC4C0"/>
      </a:accent5>
      <a:accent6>
        <a:srgbClr val="C9D955"/>
      </a:accent6>
      <a:hlink>
        <a:srgbClr val="12507F"/>
      </a:hlink>
      <a:folHlink>
        <a:srgbClr val="779DD6"/>
      </a:folHlink>
    </a:clrScheme>
    <a:fontScheme name="Personnalisé 112">
      <a:majorFont>
        <a:latin typeface="Bahnschrift"/>
        <a:ea typeface=""/>
        <a:cs typeface=""/>
      </a:majorFont>
      <a:minorFont>
        <a:latin typeface="Segoe UI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100000"/>
          </a:schemeClr>
        </a:solidFill>
        <a:ln w="12700" cap="flat" cmpd="sng" algn="ctr">
          <a:noFill/>
          <a:prstDash val="solid"/>
          <a:miter lim="800000"/>
          <a:headEnd type="none" w="med" len="med"/>
          <a:tailEnd type="none" w="med" len="med"/>
        </a:ln>
        <a:effectLst/>
      </a:spPr>
      <a:bodyPr vert="horz" wrap="square" rtlCol="0" anchor="t">
        <a:noAutofit/>
      </a:bodyPr>
      <a:lstStyle>
        <a:defPPr algn="l">
          <a:buClr>
            <a:schemeClr val="accent4"/>
          </a:buClr>
          <a:defRPr sz="1200" dirty="0" err="1">
            <a:solidFill>
              <a:schemeClr val="bg1">
                <a:lumMod val="100000"/>
              </a:schemeClr>
            </a:solidFill>
            <a:latin typeface="Segoe UI Semilight" panose="020B04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accent3"/>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effectLst/>
      </a:spPr>
      <a:bodyPr vert="horz" wrap="square" rtlCol="0" anchor="t">
        <a:noAutofit/>
      </a:bodyPr>
      <a:lstStyle>
        <a:defPPr marL="171450" indent="-171450" algn="l">
          <a:buClr>
            <a:schemeClr val="accent4"/>
          </a:buClr>
          <a:buFont typeface="Arial" panose="020B0604020202020204" pitchFamily="34" charset="0"/>
          <a:buChar char="•"/>
          <a:defRPr sz="1200" dirty="0" err="1" smtClean="0">
            <a:solidFill>
              <a:schemeClr val="accent1">
                <a:lumMod val="100000"/>
              </a:schemeClr>
            </a:solidFill>
            <a:latin typeface="Segoe UI Semilight" panose="020B04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8e792da-971a-4f94-9885-25390accae65" xsi:nil="true"/>
    <lcf76f155ced4ddcb4097134ff3c332f xmlns="f0c5af7d-e64a-4084-bcd6-8ab5e3716dd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2BEAF73CBE6FD48A0BFA43758515A82" ma:contentTypeVersion="15" ma:contentTypeDescription="Crée un document." ma:contentTypeScope="" ma:versionID="3653641f9f3cdd2eedcf9a7c7b3437fd">
  <xsd:schema xmlns:xsd="http://www.w3.org/2001/XMLSchema" xmlns:xs="http://www.w3.org/2001/XMLSchema" xmlns:p="http://schemas.microsoft.com/office/2006/metadata/properties" xmlns:ns2="f0c5af7d-e64a-4084-bcd6-8ab5e3716dd3" xmlns:ns3="08e792da-971a-4f94-9885-25390accae65" targetNamespace="http://schemas.microsoft.com/office/2006/metadata/properties" ma:root="true" ma:fieldsID="e5b038cf7ec45a7969392aac09062822" ns2:_="" ns3:_="">
    <xsd:import namespace="f0c5af7d-e64a-4084-bcd6-8ab5e3716dd3"/>
    <xsd:import namespace="08e792da-971a-4f94-9885-25390accae6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c5af7d-e64a-4084-bcd6-8ab5e3716d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Balises d’images" ma:readOnly="false" ma:fieldId="{5cf76f15-5ced-4ddc-b409-7134ff3c332f}" ma:taxonomyMulti="true" ma:sspId="f0f088fb-00c8-4543-96ad-370fca4e7d54"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8e792da-971a-4f94-9885-25390accae65" elementFormDefault="qualified">
    <xsd:import namespace="http://schemas.microsoft.com/office/2006/documentManagement/types"/>
    <xsd:import namespace="http://schemas.microsoft.com/office/infopath/2007/PartnerControls"/>
    <xsd:element name="SharedWithUsers" ma:index="11"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Partagé avec détails" ma:internalName="SharedWithDetails" ma:readOnly="true">
      <xsd:simpleType>
        <xsd:restriction base="dms:Note">
          <xsd:maxLength value="255"/>
        </xsd:restriction>
      </xsd:simpleType>
    </xsd:element>
    <xsd:element name="TaxCatchAll" ma:index="15" nillable="true" ma:displayName="Taxonomy Catch All Column" ma:hidden="true" ma:list="{38c85aae-2212-417f-b731-92477a421726}" ma:internalName="TaxCatchAll" ma:showField="CatchAllData" ma:web="08e792da-971a-4f94-9885-25390accae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TemplafySlideTemplateConfiguration><![CDATA[{"slideVersion":1,"isValidatorEnabled":false,"isLocked":false,"elementsMetadata":[],"slideId":"637989055085125660","enableDocumentContentUpdater":false,"version":"2.0"}]]></TemplafySlideTemplateConfiguration>
</file>

<file path=customXml/item5.xml><?xml version="1.0" encoding="utf-8"?>
<TemplafySlideFormConfiguration><![CDATA[{"formFields":[],"formDataEntries":[]}]]></TemplafySlideFormConfiguration>
</file>

<file path=customXml/item6.xml><?xml version="1.0" encoding="utf-8"?>
<TemplafySlideFormConfiguration><![CDATA[{"formFields":[],"formDataEntries":[]}]]></TemplafySlideFormConfiguration>
</file>

<file path=customXml/item7.xml><?xml version="1.0" encoding="utf-8"?>
<TemplafySlideTemplateConfiguration><![CDATA[{"slideVersion":1,"isValidatorEnabled":false,"isLocked":false,"elementsMetadata":[],"slideId":"637989055085125660","enableDocumentContentUpdater":false,"version":"2.0"}]]></TemplafySlideTemplateConfiguration>
</file>

<file path=customXml/item8.xml><?xml version="1.0" encoding="utf-8"?>
<TemplafySlideTemplateConfiguration><![CDATA[{"slideVersion":1,"isValidatorEnabled":false,"isLocked":false,"elementsMetadata":[],"slideId":"637989055085125660","enableDocumentContentUpdater":false,"version":"2.0"}]]></TemplafySlideTemplateConfiguration>
</file>

<file path=customXml/item9.xml><?xml version="1.0" encoding="utf-8"?>
<TemplafySlideFormConfiguration><![CDATA[{"formFields":[],"formDataEntries":[]}]]></TemplafySlideFormConfiguration>
</file>

<file path=customXml/itemProps1.xml><?xml version="1.0" encoding="utf-8"?>
<ds:datastoreItem xmlns:ds="http://schemas.openxmlformats.org/officeDocument/2006/customXml" ds:itemID="{ACBD5B24-CD62-4C77-9296-F293820C482F}">
  <ds:schemaRefs>
    <ds:schemaRef ds:uri="http://schemas.microsoft.com/office/2006/metadata/properties"/>
    <ds:schemaRef ds:uri="http://schemas.microsoft.com/office/infopath/2007/PartnerControls"/>
    <ds:schemaRef ds:uri="08e792da-971a-4f94-9885-25390accae65"/>
    <ds:schemaRef ds:uri="f0c5af7d-e64a-4084-bcd6-8ab5e3716dd3"/>
  </ds:schemaRefs>
</ds:datastoreItem>
</file>

<file path=customXml/itemProps2.xml><?xml version="1.0" encoding="utf-8"?>
<ds:datastoreItem xmlns:ds="http://schemas.openxmlformats.org/officeDocument/2006/customXml" ds:itemID="{FAD6933D-2515-45AF-B0F5-C56EFDCDFC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c5af7d-e64a-4084-bcd6-8ab5e3716dd3"/>
    <ds:schemaRef ds:uri="08e792da-971a-4f94-9885-25390accae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483FC7-49CF-4592-8BA8-9E40DAA1C73E}">
  <ds:schemaRefs>
    <ds:schemaRef ds:uri="http://schemas.microsoft.com/sharepoint/v3/contenttype/forms"/>
  </ds:schemaRefs>
</ds:datastoreItem>
</file>

<file path=customXml/itemProps4.xml><?xml version="1.0" encoding="utf-8"?>
<ds:datastoreItem xmlns:ds="http://schemas.openxmlformats.org/officeDocument/2006/customXml" ds:itemID="{F41BAB78-1224-450D-B95E-909ADE684DC0}">
  <ds:schemaRefs/>
</ds:datastoreItem>
</file>

<file path=customXml/itemProps5.xml><?xml version="1.0" encoding="utf-8"?>
<ds:datastoreItem xmlns:ds="http://schemas.openxmlformats.org/officeDocument/2006/customXml" ds:itemID="{49BDB786-0170-4A75-8EEB-DD9AF6896765}">
  <ds:schemaRefs/>
</ds:datastoreItem>
</file>

<file path=customXml/itemProps6.xml><?xml version="1.0" encoding="utf-8"?>
<ds:datastoreItem xmlns:ds="http://schemas.openxmlformats.org/officeDocument/2006/customXml" ds:itemID="{A879830B-78C7-4AE1-A2C8-383D9F424517}">
  <ds:schemaRefs/>
</ds:datastoreItem>
</file>

<file path=customXml/itemProps7.xml><?xml version="1.0" encoding="utf-8"?>
<ds:datastoreItem xmlns:ds="http://schemas.openxmlformats.org/officeDocument/2006/customXml" ds:itemID="{BAFED066-5351-4C97-A3F7-2CA2777D88A4}">
  <ds:schemaRefs/>
</ds:datastoreItem>
</file>

<file path=customXml/itemProps8.xml><?xml version="1.0" encoding="utf-8"?>
<ds:datastoreItem xmlns:ds="http://schemas.openxmlformats.org/officeDocument/2006/customXml" ds:itemID="{6FD00D78-D776-4E88-86E2-3D05125CC12B}">
  <ds:schemaRefs/>
</ds:datastoreItem>
</file>

<file path=customXml/itemProps9.xml><?xml version="1.0" encoding="utf-8"?>
<ds:datastoreItem xmlns:ds="http://schemas.openxmlformats.org/officeDocument/2006/customXml" ds:itemID="{9F582009-D3EF-4212-AB6C-36E511BEAFB2}">
  <ds:schemaRefs/>
</ds:datastoreItem>
</file>

<file path=docProps/app.xml><?xml version="1.0" encoding="utf-8"?>
<Properties xmlns="http://schemas.openxmlformats.org/officeDocument/2006/extended-properties" xmlns:vt="http://schemas.openxmlformats.org/officeDocument/2006/docPropsVTypes">
  <TotalTime>1896</TotalTime>
  <Words>2134</Words>
  <Application>Microsoft Office PowerPoint</Application>
  <PresentationFormat>Personnalisé</PresentationFormat>
  <Paragraphs>623</Paragraphs>
  <Slides>32</Slides>
  <Notes>4</Notes>
  <HiddenSlides>0</HiddenSlides>
  <MMClips>0</MMClips>
  <ScaleCrop>false</ScaleCrop>
  <HeadingPairs>
    <vt:vector size="6" baseType="variant">
      <vt:variant>
        <vt:lpstr>Polices utilisées</vt:lpstr>
      </vt:variant>
      <vt:variant>
        <vt:i4>12</vt:i4>
      </vt:variant>
      <vt:variant>
        <vt:lpstr>Thème</vt:lpstr>
      </vt:variant>
      <vt:variant>
        <vt:i4>3</vt:i4>
      </vt:variant>
      <vt:variant>
        <vt:lpstr>Titres des diapositives</vt:lpstr>
      </vt:variant>
      <vt:variant>
        <vt:i4>32</vt:i4>
      </vt:variant>
    </vt:vector>
  </HeadingPairs>
  <TitlesOfParts>
    <vt:vector size="47" baseType="lpstr">
      <vt:lpstr>Malgun Gothic</vt:lpstr>
      <vt:lpstr>Aptos</vt:lpstr>
      <vt:lpstr>Aptos Display</vt:lpstr>
      <vt:lpstr>Aptos Narrow</vt:lpstr>
      <vt:lpstr>Arial</vt:lpstr>
      <vt:lpstr>Bahnschrift</vt:lpstr>
      <vt:lpstr>Calibri</vt:lpstr>
      <vt:lpstr>Franklin Gothic Demi Cond</vt:lpstr>
      <vt:lpstr>Segoe UI</vt:lpstr>
      <vt:lpstr>Segoe UI Light</vt:lpstr>
      <vt:lpstr>Segoe UI Semilight</vt:lpstr>
      <vt:lpstr>Wingdings 2</vt:lpstr>
      <vt:lpstr>Thème Office</vt:lpstr>
      <vt:lpstr>IDL template 202211</vt:lpstr>
      <vt:lpstr>1_IDL template 202211</vt:lpstr>
      <vt:lpstr>Présentation PowerPoint</vt:lpstr>
      <vt:lpstr>Présentation PowerPoint</vt:lpstr>
      <vt:lpstr>Présentation PowerPoint</vt:lpstr>
      <vt:lpstr>France : CLASSEMENT LOGISTIQUE 2025</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SYNTHSE VERBATIM ANALYSE GLOBAL</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Jérôme Oloa</dc:creator>
  <cp:lastModifiedBy>VALLE Julien</cp:lastModifiedBy>
  <cp:revision>18</cp:revision>
  <dcterms:created xsi:type="dcterms:W3CDTF">2025-10-02T11:05:40Z</dcterms:created>
  <dcterms:modified xsi:type="dcterms:W3CDTF">2025-11-17T09:04:47Z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0x010100E2BEAF73CBE6FD48A0BFA43758515A82</vt:lpwstr>
  </property>
  <property fmtid="{D5CDD505-2E9C-101B-9397-08002B2CF9AE}" pid="3" name="MediaServiceImageTags">
    <vt:lpwstr/>
  </property>
</Properties>
</file>