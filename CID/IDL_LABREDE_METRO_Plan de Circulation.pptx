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theme/theme4.xml" ContentType="application/vnd.openxmlformats-officedocument.theme+xml"/>
  <Override PartName="/ppt/slideLayouts/slideLayout7.xml" ContentType="application/vnd.openxmlformats-officedocument.presentationml.slideLayout+xml"/>
  <Override PartName="/ppt/theme/theme5.xml" ContentType="application/vnd.openxmlformats-officedocument.theme+xml"/>
  <Override PartName="/ppt/slideLayouts/slideLayout8.xml" ContentType="application/vnd.openxmlformats-officedocument.presentationml.slideLayout+xml"/>
  <Override PartName="/ppt/theme/theme6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7.xml" ContentType="application/vnd.openxmlformats-officedocument.theme+xml"/>
  <Override PartName="/ppt/tags/tag4.xml" ContentType="application/vnd.openxmlformats-officedocument.presentationml.tags+xml"/>
  <Override PartName="/ppt/slideLayouts/slideLayout12.xml" ContentType="application/vnd.openxmlformats-officedocument.presentationml.slideLayout+xml"/>
  <Override PartName="/ppt/theme/theme8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9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10.xml" ContentType="application/vnd.openxmlformats-officedocument.them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11.xml" ContentType="application/vnd.openxmlformats-officedocument.them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1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13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14.xml" ContentType="application/vnd.openxmlformats-officedocument.them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slideLayouts/slideLayout65.xml" ContentType="application/vnd.openxmlformats-officedocument.presentationml.slideLayout+xml"/>
  <Override PartName="/ppt/theme/theme15.xml" ContentType="application/vnd.openxmlformats-officedocument.theme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16.xml" ContentType="application/vnd.openxmlformats-officedocument.theme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theme/theme17.xml" ContentType="application/vnd.openxmlformats-officedocument.theme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theme/theme18.xml" ContentType="application/vnd.openxmlformats-officedocument.theme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heme/theme19.xml" ContentType="application/vnd.openxmlformats-officedocument.theme+xml"/>
  <Override PartName="/ppt/theme/theme20.xml" ContentType="application/vnd.openxmlformats-officedocument.theme+xml"/>
  <Override PartName="/ppt/tags/tag102.xml" ContentType="application/vnd.openxmlformats-officedocument.presentationml.tags+xml"/>
  <Override PartName="/ppt/notesSlides/notesSlide1.xml" ContentType="application/vnd.openxmlformats-officedocument.presentationml.notesSlide+xml"/>
  <Override PartName="/ppt/tags/tag103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0" r:id="rId1"/>
    <p:sldMasterId id="2147483657" r:id="rId2"/>
    <p:sldMasterId id="2147483654" r:id="rId3"/>
    <p:sldMasterId id="2147483660" r:id="rId4"/>
    <p:sldMasterId id="2147483688" r:id="rId5"/>
    <p:sldMasterId id="2147483690" r:id="rId6"/>
    <p:sldMasterId id="2147483692" r:id="rId7"/>
    <p:sldMasterId id="2147483701" r:id="rId8"/>
    <p:sldMasterId id="2147483723" r:id="rId9"/>
    <p:sldMasterId id="2147483732" r:id="rId10"/>
    <p:sldMasterId id="2147483737" r:id="rId11"/>
    <p:sldMasterId id="2147483743" r:id="rId12"/>
    <p:sldMasterId id="2147483748" r:id="rId13"/>
    <p:sldMasterId id="2147483754" r:id="rId14"/>
    <p:sldMasterId id="2147483789" r:id="rId15"/>
    <p:sldMasterId id="2147483791" r:id="rId16"/>
    <p:sldMasterId id="2147483796" r:id="rId17"/>
    <p:sldMasterId id="2147483801" r:id="rId18"/>
  </p:sldMasterIdLst>
  <p:notesMasterIdLst>
    <p:notesMasterId r:id="rId21"/>
  </p:notesMasterIdLst>
  <p:handoutMasterIdLst>
    <p:handoutMasterId r:id="rId22"/>
  </p:handoutMasterIdLst>
  <p:sldIdLst>
    <p:sldId id="2147308817" r:id="rId19"/>
    <p:sldId id="2147308818" r:id="rId20"/>
  </p:sldIdLst>
  <p:sldSz cx="9906000" cy="6858000" type="A4"/>
  <p:notesSz cx="6792913" cy="9925050"/>
  <p:custDataLst>
    <p:tags r:id="rId23"/>
  </p:custDataLst>
  <p:defaultTextStyle>
    <a:defPPr>
      <a:defRPr lang="fr-FR"/>
    </a:defPPr>
    <a:lvl1pPr marL="0" algn="l" defTabSz="95783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78919" algn="l" defTabSz="95783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57838" algn="l" defTabSz="95783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436757" algn="l" defTabSz="95783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915677" algn="l" defTabSz="95783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394596" algn="l" defTabSz="95783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873515" algn="l" defTabSz="95783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352434" algn="l" defTabSz="95783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831353" algn="l" defTabSz="957838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 userDrawn="1">
          <p15:clr>
            <a:srgbClr val="A4A3A4"/>
          </p15:clr>
        </p15:guide>
        <p15:guide id="2" pos="214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9646"/>
    <a:srgbClr val="32689E"/>
    <a:srgbClr val="12507F"/>
    <a:srgbClr val="643078"/>
    <a:srgbClr val="7F7F7F"/>
    <a:srgbClr val="F9B233"/>
    <a:srgbClr val="346DA6"/>
    <a:srgbClr val="346BA2"/>
    <a:srgbClr val="D618BB"/>
    <a:srgbClr val="103E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74" autoAdjust="0"/>
    <p:restoredTop sz="94243" autoAdjust="0"/>
  </p:normalViewPr>
  <p:slideViewPr>
    <p:cSldViewPr>
      <p:cViewPr varScale="1">
        <p:scale>
          <a:sx n="99" d="100"/>
          <a:sy n="99" d="100"/>
        </p:scale>
        <p:origin x="1644" y="0"/>
      </p:cViewPr>
      <p:guideLst>
        <p:guide orient="horz" pos="2160"/>
        <p:guide pos="312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70" d="100"/>
        <a:sy n="170" d="100"/>
      </p:scale>
      <p:origin x="0" y="-1096"/>
    </p:cViewPr>
  </p:sorterViewPr>
  <p:notesViewPr>
    <p:cSldViewPr>
      <p:cViewPr varScale="1">
        <p:scale>
          <a:sx n="80" d="100"/>
          <a:sy n="80" d="100"/>
        </p:scale>
        <p:origin x="-2022" y="-96"/>
      </p:cViewPr>
      <p:guideLst>
        <p:guide orient="horz" pos="3126"/>
        <p:guide pos="214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0" Type="http://schemas.openxmlformats.org/officeDocument/2006/relationships/slide" Target="slides/slide2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tags" Target="tags/tag1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3595" cy="496253"/>
          </a:xfrm>
          <a:prstGeom prst="rect">
            <a:avLst/>
          </a:prstGeom>
        </p:spPr>
        <p:txBody>
          <a:bodyPr vert="horz" lIns="91403" tIns="45702" rIns="91403" bIns="45702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47746" y="0"/>
            <a:ext cx="2943595" cy="496253"/>
          </a:xfrm>
          <a:prstGeom prst="rect">
            <a:avLst/>
          </a:prstGeom>
        </p:spPr>
        <p:txBody>
          <a:bodyPr vert="horz" lIns="91403" tIns="45702" rIns="91403" bIns="45702" rtlCol="0"/>
          <a:lstStyle>
            <a:lvl1pPr algn="r">
              <a:defRPr sz="1200"/>
            </a:lvl1pPr>
          </a:lstStyle>
          <a:p>
            <a:fld id="{0D4FEE96-DA9B-43F1-9A71-F9DBAC050A74}" type="datetimeFigureOut">
              <a:rPr lang="fr-FR" smtClean="0"/>
              <a:pPr/>
              <a:t>14/11/2025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1" y="9427074"/>
            <a:ext cx="2943595" cy="496253"/>
          </a:xfrm>
          <a:prstGeom prst="rect">
            <a:avLst/>
          </a:prstGeom>
        </p:spPr>
        <p:txBody>
          <a:bodyPr vert="horz" lIns="91403" tIns="45702" rIns="91403" bIns="45702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47746" y="9427074"/>
            <a:ext cx="2943595" cy="496253"/>
          </a:xfrm>
          <a:prstGeom prst="rect">
            <a:avLst/>
          </a:prstGeom>
        </p:spPr>
        <p:txBody>
          <a:bodyPr vert="horz" lIns="91403" tIns="45702" rIns="91403" bIns="45702" rtlCol="0" anchor="b"/>
          <a:lstStyle>
            <a:lvl1pPr algn="r">
              <a:defRPr sz="1200"/>
            </a:lvl1pPr>
          </a:lstStyle>
          <a:p>
            <a:fld id="{1687A5B0-5CB6-45F1-B32E-8AFECF2CD4E1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990359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3595" cy="496253"/>
          </a:xfrm>
          <a:prstGeom prst="rect">
            <a:avLst/>
          </a:prstGeom>
        </p:spPr>
        <p:txBody>
          <a:bodyPr vert="horz" lIns="91403" tIns="45702" rIns="91403" bIns="45702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47746" y="0"/>
            <a:ext cx="2943595" cy="496253"/>
          </a:xfrm>
          <a:prstGeom prst="rect">
            <a:avLst/>
          </a:prstGeom>
        </p:spPr>
        <p:txBody>
          <a:bodyPr vert="horz" lIns="91403" tIns="45702" rIns="91403" bIns="45702" rtlCol="0"/>
          <a:lstStyle>
            <a:lvl1pPr algn="r">
              <a:defRPr sz="1200"/>
            </a:lvl1pPr>
          </a:lstStyle>
          <a:p>
            <a:fld id="{4BAD7918-5941-45C2-A29B-F57640C34D34}" type="datetimeFigureOut">
              <a:rPr lang="fr-FR" smtClean="0"/>
              <a:pPr/>
              <a:t>14/11/2025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708025" y="744538"/>
            <a:ext cx="5376863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03" tIns="45702" rIns="91403" bIns="45702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79292" y="4714399"/>
            <a:ext cx="5434330" cy="4466272"/>
          </a:xfrm>
          <a:prstGeom prst="rect">
            <a:avLst/>
          </a:prstGeom>
        </p:spPr>
        <p:txBody>
          <a:bodyPr vert="horz" lIns="91403" tIns="45702" rIns="91403" bIns="45702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1" y="9427074"/>
            <a:ext cx="2943595" cy="496253"/>
          </a:xfrm>
          <a:prstGeom prst="rect">
            <a:avLst/>
          </a:prstGeom>
        </p:spPr>
        <p:txBody>
          <a:bodyPr vert="horz" lIns="91403" tIns="45702" rIns="91403" bIns="45702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47746" y="9427074"/>
            <a:ext cx="2943595" cy="496253"/>
          </a:xfrm>
          <a:prstGeom prst="rect">
            <a:avLst/>
          </a:prstGeom>
        </p:spPr>
        <p:txBody>
          <a:bodyPr vert="horz" lIns="91403" tIns="45702" rIns="91403" bIns="45702" rtlCol="0" anchor="b"/>
          <a:lstStyle>
            <a:lvl1pPr algn="r">
              <a:defRPr sz="1200"/>
            </a:lvl1pPr>
          </a:lstStyle>
          <a:p>
            <a:fld id="{8A626BA8-EB0F-45BD-9BDC-A71B926BD821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90300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57838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1pPr>
    <a:lvl2pPr marL="478919" algn="l" defTabSz="957838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2pPr>
    <a:lvl3pPr marL="957838" algn="l" defTabSz="957838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3pPr>
    <a:lvl4pPr marL="1436757" algn="l" defTabSz="957838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4pPr>
    <a:lvl5pPr marL="1915677" algn="l" defTabSz="957838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5pPr>
    <a:lvl6pPr marL="2394596" algn="l" defTabSz="957838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873515" algn="l" defTabSz="957838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352434" algn="l" defTabSz="957838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831353" algn="l" defTabSz="957838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F2 : 3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14034">
              <a:defRPr/>
            </a:pPr>
            <a:fld id="{21AFE15B-2C36-4421-BF83-A37BB1EE5AC8}" type="slidenum">
              <a:rPr lang="fr-FR">
                <a:solidFill>
                  <a:prstClr val="black"/>
                </a:solidFill>
                <a:latin typeface="Calibri" panose="020F0502020204030204"/>
              </a:rPr>
              <a:pPr defTabSz="914034">
                <a:defRPr/>
              </a:pPr>
              <a:t>1</a:t>
            </a:fld>
            <a:endParaRPr lang="fr-FR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3200565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F2 : 3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14034">
              <a:defRPr/>
            </a:pPr>
            <a:fld id="{21AFE15B-2C36-4421-BF83-A37BB1EE5AC8}" type="slidenum">
              <a:rPr lang="fr-FR">
                <a:solidFill>
                  <a:prstClr val="black"/>
                </a:solidFill>
                <a:latin typeface="Calibri" panose="020F0502020204030204"/>
              </a:rPr>
              <a:pPr defTabSz="914034">
                <a:defRPr/>
              </a:pPr>
              <a:t>2</a:t>
            </a:fld>
            <a:endParaRPr lang="fr-FR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9915048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2.emf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0.xml"/><Relationship Id="rId1" Type="http://schemas.openxmlformats.org/officeDocument/2006/relationships/tags" Target="../tags/tag6.xml"/><Relationship Id="rId4" Type="http://schemas.openxmlformats.org/officeDocument/2006/relationships/image" Target="../media/image11.emf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1.xml"/><Relationship Id="rId1" Type="http://schemas.openxmlformats.org/officeDocument/2006/relationships/tags" Target="../tags/tag8.xml"/><Relationship Id="rId4" Type="http://schemas.openxmlformats.org/officeDocument/2006/relationships/image" Target="../media/image2.emf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4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4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4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4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4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4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6.xml"/><Relationship Id="rId1" Type="http://schemas.openxmlformats.org/officeDocument/2006/relationships/tags" Target="../tags/tag80.xml"/><Relationship Id="rId4" Type="http://schemas.openxmlformats.org/officeDocument/2006/relationships/image" Target="../media/image2.emf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slideMaster" Target="../slideMasters/slideMaster18.xml"/><Relationship Id="rId1" Type="http://schemas.openxmlformats.org/officeDocument/2006/relationships/tags" Target="../tags/tag82.xml"/><Relationship Id="rId5" Type="http://schemas.openxmlformats.org/officeDocument/2006/relationships/image" Target="../media/image31.svg"/><Relationship Id="rId4" Type="http://schemas.openxmlformats.org/officeDocument/2006/relationships/image" Target="../media/image30.png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slideMaster" Target="../slideMasters/slideMaster18.xml"/><Relationship Id="rId1" Type="http://schemas.openxmlformats.org/officeDocument/2006/relationships/tags" Target="../tags/tag83.xml"/><Relationship Id="rId4" Type="http://schemas.openxmlformats.org/officeDocument/2006/relationships/image" Target="../media/image33.svg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slideMaster" Target="../slideMasters/slideMaster18.xml"/><Relationship Id="rId1" Type="http://schemas.openxmlformats.org/officeDocument/2006/relationships/tags" Target="../tags/tag84.xml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slideMaster" Target="../slideMasters/slideMaster18.xml"/><Relationship Id="rId1" Type="http://schemas.openxmlformats.org/officeDocument/2006/relationships/tags" Target="../tags/tag85.xml"/><Relationship Id="rId4" Type="http://schemas.openxmlformats.org/officeDocument/2006/relationships/image" Target="../media/image33.svg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slideMaster" Target="../slideMasters/slideMaster18.xml"/><Relationship Id="rId1" Type="http://schemas.openxmlformats.org/officeDocument/2006/relationships/tags" Target="../tags/tag86.xml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7.svg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slideMaster" Target="../slideMasters/slideMaster18.xml"/><Relationship Id="rId1" Type="http://schemas.openxmlformats.org/officeDocument/2006/relationships/tags" Target="../tags/tag87.xml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7.svg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0.png"/><Relationship Id="rId2" Type="http://schemas.openxmlformats.org/officeDocument/2006/relationships/slideMaster" Target="../slideMasters/slideMaster18.xml"/><Relationship Id="rId1" Type="http://schemas.openxmlformats.org/officeDocument/2006/relationships/tags" Target="../tags/tag88.xml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9.svg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0.png"/><Relationship Id="rId2" Type="http://schemas.openxmlformats.org/officeDocument/2006/relationships/slideMaster" Target="../slideMasters/slideMaster18.xml"/><Relationship Id="rId1" Type="http://schemas.openxmlformats.org/officeDocument/2006/relationships/tags" Target="../tags/tag89.xml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9.svg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slideMaster" Target="../slideMasters/slideMaster18.xml"/><Relationship Id="rId1" Type="http://schemas.openxmlformats.org/officeDocument/2006/relationships/tags" Target="../tags/tag90.xml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7.svg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slideMaster" Target="../slideMasters/slideMaster18.xml"/><Relationship Id="rId1" Type="http://schemas.openxmlformats.org/officeDocument/2006/relationships/tags" Target="../tags/tag91.xml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7.svg"/></Relationships>
</file>

<file path=ppt/slideLayouts/_rels/slideLayout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slideMaster" Target="../slideMasters/slideMaster18.xml"/><Relationship Id="rId1" Type="http://schemas.openxmlformats.org/officeDocument/2006/relationships/tags" Target="../tags/tag92.xml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7.svg"/><Relationship Id="rId9" Type="http://schemas.openxmlformats.org/officeDocument/2006/relationships/image" Target="../media/image35.svg"/></Relationships>
</file>

<file path=ppt/slideLayouts/_rels/slideLayout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slideMaster" Target="../slideMasters/slideMaster18.xml"/><Relationship Id="rId1" Type="http://schemas.openxmlformats.org/officeDocument/2006/relationships/tags" Target="../tags/tag93.xml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7.svg"/><Relationship Id="rId9" Type="http://schemas.openxmlformats.org/officeDocument/2006/relationships/image" Target="../media/image35.svg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slideMaster" Target="../slideMasters/slideMaster18.xml"/><Relationship Id="rId1" Type="http://schemas.openxmlformats.org/officeDocument/2006/relationships/tags" Target="../tags/tag94.xml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slideMaster" Target="../slideMasters/slideMaster18.xml"/><Relationship Id="rId1" Type="http://schemas.openxmlformats.org/officeDocument/2006/relationships/tags" Target="../tags/tag95.xml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7" Type="http://schemas.openxmlformats.org/officeDocument/2006/relationships/image" Target="../media/image39.svg"/><Relationship Id="rId2" Type="http://schemas.openxmlformats.org/officeDocument/2006/relationships/slideMaster" Target="../slideMasters/slideMaster18.xml"/><Relationship Id="rId1" Type="http://schemas.openxmlformats.org/officeDocument/2006/relationships/tags" Target="../tags/tag96.xml"/><Relationship Id="rId6" Type="http://schemas.openxmlformats.org/officeDocument/2006/relationships/image" Target="../media/image38.png"/><Relationship Id="rId5" Type="http://schemas.openxmlformats.org/officeDocument/2006/relationships/image" Target="../media/image37.svg"/><Relationship Id="rId4" Type="http://schemas.openxmlformats.org/officeDocument/2006/relationships/image" Target="../media/image36.png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slideMaster" Target="../slideMasters/slideMaster18.xml"/><Relationship Id="rId1" Type="http://schemas.openxmlformats.org/officeDocument/2006/relationships/tags" Target="../tags/tag97.xml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slideMaster" Target="../slideMasters/slideMaster18.xml"/><Relationship Id="rId1" Type="http://schemas.openxmlformats.org/officeDocument/2006/relationships/tags" Target="../tags/tag98.xml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slideMaster" Target="../slideMasters/slideMaster18.xml"/><Relationship Id="rId1" Type="http://schemas.openxmlformats.org/officeDocument/2006/relationships/tags" Target="../tags/tag99.xml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slideMaster" Target="../slideMasters/slideMaster18.xml"/><Relationship Id="rId1" Type="http://schemas.openxmlformats.org/officeDocument/2006/relationships/tags" Target="../tags/tag100.xml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7.svg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slideMaster" Target="../slideMasters/slideMaster18.xml"/><Relationship Id="rId1" Type="http://schemas.openxmlformats.org/officeDocument/2006/relationships/tags" Target="../tags/tag101.xml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ty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27713154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93328" y="6448251"/>
            <a:ext cx="2311400" cy="365125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DA462C19-8C46-40F5-897B-4327D6C153A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8" name="Titre 1"/>
          <p:cNvSpPr>
            <a:spLocks noGrp="1"/>
          </p:cNvSpPr>
          <p:nvPr>
            <p:ph type="title" hasCustomPrompt="1"/>
          </p:nvPr>
        </p:nvSpPr>
        <p:spPr>
          <a:xfrm>
            <a:off x="200472" y="418655"/>
            <a:ext cx="8208912" cy="418057"/>
          </a:xfrm>
        </p:spPr>
        <p:txBody>
          <a:bodyPr>
            <a:normAutofit/>
          </a:bodyPr>
          <a:lstStyle>
            <a:lvl1pPr algn="l">
              <a:defRPr sz="1800" b="1">
                <a:solidFill>
                  <a:schemeClr val="bg1"/>
                </a:solidFill>
                <a:latin typeface="Calibri" pitchFamily="34" charset="0"/>
              </a:defRPr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4"/>
          </p:nvPr>
        </p:nvSpPr>
        <p:spPr>
          <a:xfrm>
            <a:off x="273050" y="1196975"/>
            <a:ext cx="9217025" cy="4032250"/>
          </a:xfrm>
        </p:spPr>
        <p:txBody>
          <a:bodyPr/>
          <a:lstStyle/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6"/>
          </p:nvPr>
        </p:nvSpPr>
        <p:spPr>
          <a:xfrm>
            <a:off x="200472" y="116632"/>
            <a:ext cx="4752975" cy="333103"/>
          </a:xfrm>
        </p:spPr>
        <p:txBody>
          <a:bodyPr>
            <a:noAutofit/>
          </a:bodyPr>
          <a:lstStyle>
            <a:lvl1pPr>
              <a:defRPr sz="1400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fr-FR" dirty="0"/>
              <a:t>Modifiez les styles du texte du masque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e ty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93328" y="6448251"/>
            <a:ext cx="2311400" cy="365125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DA462C19-8C46-40F5-897B-4327D6C153A3}" type="slidenum">
              <a:rPr lang="fr-FR" smtClean="0">
                <a:solidFill>
                  <a:prstClr val="white">
                    <a:lumMod val="75000"/>
                  </a:prstClr>
                </a:solidFill>
              </a:rPr>
              <a:pPr/>
              <a:t>‹N°›</a:t>
            </a:fld>
            <a:endParaRPr lang="fr-FR" dirty="0">
              <a:solidFill>
                <a:prstClr val="white">
                  <a:lumMod val="75000"/>
                </a:prstClr>
              </a:solidFill>
            </a:endParaRPr>
          </a:p>
        </p:txBody>
      </p:sp>
      <p:sp>
        <p:nvSpPr>
          <p:cNvPr id="8" name="Titre 1"/>
          <p:cNvSpPr>
            <a:spLocks noGrp="1"/>
          </p:cNvSpPr>
          <p:nvPr>
            <p:ph type="title" hasCustomPrompt="1"/>
          </p:nvPr>
        </p:nvSpPr>
        <p:spPr>
          <a:xfrm>
            <a:off x="200472" y="418655"/>
            <a:ext cx="8208912" cy="418057"/>
          </a:xfrm>
        </p:spPr>
        <p:txBody>
          <a:bodyPr>
            <a:normAutofit/>
          </a:bodyPr>
          <a:lstStyle>
            <a:lvl1pPr algn="l">
              <a:defRPr sz="1800" b="1">
                <a:solidFill>
                  <a:schemeClr val="bg1"/>
                </a:solidFill>
                <a:latin typeface="Calibri" pitchFamily="34" charset="0"/>
              </a:defRPr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4"/>
          </p:nvPr>
        </p:nvSpPr>
        <p:spPr>
          <a:xfrm>
            <a:off x="273050" y="1196975"/>
            <a:ext cx="9217025" cy="4032250"/>
          </a:xfrm>
        </p:spPr>
        <p:txBody>
          <a:bodyPr/>
          <a:lstStyle/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12" name="Espace réservé du texte 11"/>
          <p:cNvSpPr>
            <a:spLocks noGrp="1"/>
          </p:cNvSpPr>
          <p:nvPr>
            <p:ph type="body" sz="quarter" idx="15"/>
          </p:nvPr>
        </p:nvSpPr>
        <p:spPr>
          <a:xfrm>
            <a:off x="8481392" y="404664"/>
            <a:ext cx="1424608" cy="432048"/>
          </a:xfrm>
        </p:spPr>
        <p:txBody>
          <a:bodyPr anchor="b">
            <a:noAutofit/>
          </a:bodyPr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060807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200472" y="418655"/>
            <a:ext cx="8915400" cy="418057"/>
          </a:xfrm>
        </p:spPr>
        <p:txBody>
          <a:bodyPr>
            <a:normAutofit/>
          </a:bodyPr>
          <a:lstStyle>
            <a:lvl1pPr algn="l">
              <a:defRPr sz="1800" b="1">
                <a:solidFill>
                  <a:schemeClr val="bg1"/>
                </a:solidFill>
                <a:latin typeface="Calibri" pitchFamily="34" charset="0"/>
              </a:defRPr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7" name="Espace réservé du numéro de diapositive 5"/>
          <p:cNvSpPr txBox="1">
            <a:spLocks/>
          </p:cNvSpPr>
          <p:nvPr userDrawn="1"/>
        </p:nvSpPr>
        <p:spPr>
          <a:xfrm>
            <a:off x="193328" y="6448251"/>
            <a:ext cx="2311400" cy="365125"/>
          </a:xfrm>
          <a:prstGeom prst="rect">
            <a:avLst/>
          </a:prstGeom>
        </p:spPr>
        <p:txBody>
          <a:bodyPr vert="horz" lIns="95784" tIns="47892" rIns="95784" bIns="47892" rtlCol="0" anchor="ctr"/>
          <a:lstStyle>
            <a:lvl1pPr algn="l"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DA462C19-8C46-40F5-897B-4327D6C153A3}" type="slidenum">
              <a:rPr lang="fr-FR" smtClean="0">
                <a:solidFill>
                  <a:prstClr val="white">
                    <a:lumMod val="75000"/>
                  </a:prstClr>
                </a:solidFill>
              </a:rPr>
              <a:pPr>
                <a:defRPr/>
              </a:pPr>
              <a:t>‹N°›</a:t>
            </a:fld>
            <a:endParaRPr lang="fr-FR" dirty="0">
              <a:solidFill>
                <a:prstClr val="white">
                  <a:lumMod val="75000"/>
                </a:prstClr>
              </a:solidFill>
            </a:endParaRPr>
          </a:p>
        </p:txBody>
      </p:sp>
      <p:sp>
        <p:nvSpPr>
          <p:cNvPr id="6" name="Espace réservé pour une image  5"/>
          <p:cNvSpPr>
            <a:spLocks noGrp="1"/>
          </p:cNvSpPr>
          <p:nvPr>
            <p:ph type="pic" sz="quarter" idx="10"/>
          </p:nvPr>
        </p:nvSpPr>
        <p:spPr>
          <a:xfrm>
            <a:off x="631825" y="6309320"/>
            <a:ext cx="1296988" cy="476250"/>
          </a:xfrm>
        </p:spPr>
        <p:txBody>
          <a:bodyPr/>
          <a:lstStyle/>
          <a:p>
            <a:r>
              <a:rPr lang="fr-FR" dirty="0"/>
              <a:t>Cliquez sur l'icône pour ajouter une image</a:t>
            </a:r>
          </a:p>
        </p:txBody>
      </p:sp>
    </p:spTree>
    <p:extLst>
      <p:ext uri="{BB962C8B-B14F-4D97-AF65-F5344CB8AC3E}">
        <p14:creationId xmlns:p14="http://schemas.microsoft.com/office/powerpoint/2010/main" val="2816130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93328" y="6448251"/>
            <a:ext cx="2311400" cy="365125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DA462C19-8C46-40F5-897B-4327D6C153A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8" name="Titre 1"/>
          <p:cNvSpPr>
            <a:spLocks noGrp="1"/>
          </p:cNvSpPr>
          <p:nvPr>
            <p:ph type="title" hasCustomPrompt="1"/>
          </p:nvPr>
        </p:nvSpPr>
        <p:spPr>
          <a:xfrm>
            <a:off x="776536" y="1628800"/>
            <a:ext cx="2304256" cy="1008112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="1">
                <a:solidFill>
                  <a:schemeClr val="bg1"/>
                </a:solidFill>
                <a:latin typeface="Calibri" pitchFamily="34" charset="0"/>
              </a:defRPr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2" name="ZoneTexte 1"/>
          <p:cNvSpPr txBox="1"/>
          <p:nvPr userDrawn="1"/>
        </p:nvSpPr>
        <p:spPr>
          <a:xfrm>
            <a:off x="704528" y="1196752"/>
            <a:ext cx="10599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>
                <a:solidFill>
                  <a:schemeClr val="bg1"/>
                </a:solidFill>
              </a:rPr>
              <a:t>DG France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r de 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93328" y="6448251"/>
            <a:ext cx="2311400" cy="365125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DA462C19-8C46-40F5-897B-4327D6C153A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4" name="Espace réservé du titre 27"/>
          <p:cNvSpPr>
            <a:spLocks noGrp="1"/>
          </p:cNvSpPr>
          <p:nvPr>
            <p:ph type="title"/>
          </p:nvPr>
        </p:nvSpPr>
        <p:spPr>
          <a:xfrm>
            <a:off x="776536" y="1565920"/>
            <a:ext cx="6120680" cy="99898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dirty="0"/>
              <a:t>CLIQUEZ POUR MODIFIER LE STYLE DU TITRE</a:t>
            </a:r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4"/>
          </p:nvPr>
        </p:nvSpPr>
        <p:spPr>
          <a:xfrm>
            <a:off x="776536" y="2780928"/>
            <a:ext cx="6048672" cy="1944216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trée de chapitr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1"/>
          <p:cNvSpPr>
            <a:spLocks noGrp="1"/>
          </p:cNvSpPr>
          <p:nvPr>
            <p:ph type="title" hasCustomPrompt="1"/>
          </p:nvPr>
        </p:nvSpPr>
        <p:spPr>
          <a:xfrm>
            <a:off x="776536" y="1628800"/>
            <a:ext cx="2304256" cy="1296144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400" b="1">
                <a:solidFill>
                  <a:schemeClr val="bg1"/>
                </a:solidFill>
                <a:latin typeface="Calibri" pitchFamily="34" charset="0"/>
              </a:defRPr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14" hasCustomPrompt="1"/>
          </p:nvPr>
        </p:nvSpPr>
        <p:spPr>
          <a:xfrm rot="16200000">
            <a:off x="8041754" y="3292574"/>
            <a:ext cx="2879948" cy="848544"/>
          </a:xfrm>
          <a:prstGeom prst="rect">
            <a:avLst/>
          </a:prstGeom>
        </p:spPr>
        <p:txBody>
          <a:bodyPr anchor="ctr"/>
          <a:lstStyle>
            <a:lvl1pPr algn="ctr">
              <a:buFontTx/>
              <a:buNone/>
              <a:defRPr sz="1800" b="1">
                <a:solidFill>
                  <a:schemeClr val="bg1"/>
                </a:solidFill>
                <a:latin typeface="Calibri" pitchFamily="34" charset="0"/>
              </a:defRPr>
            </a:lvl1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12" name="Espace réservé du texte 11"/>
          <p:cNvSpPr>
            <a:spLocks noGrp="1"/>
          </p:cNvSpPr>
          <p:nvPr>
            <p:ph type="body" sz="quarter" idx="15"/>
          </p:nvPr>
        </p:nvSpPr>
        <p:spPr>
          <a:xfrm>
            <a:off x="9057456" y="1556792"/>
            <a:ext cx="848544" cy="576064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800" b="1" baseline="0">
                <a:solidFill>
                  <a:schemeClr val="bg1"/>
                </a:solidFill>
                <a:latin typeface="Calibri" pitchFamily="34" charset="0"/>
              </a:defRPr>
            </a:lvl1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93328" y="6448251"/>
            <a:ext cx="2311400" cy="365125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DA462C19-8C46-40F5-897B-4327D6C153A3}" type="slidenum">
              <a:rPr lang="fr-FR" smtClean="0">
                <a:solidFill>
                  <a:prstClr val="white">
                    <a:lumMod val="75000"/>
                  </a:prstClr>
                </a:solidFill>
              </a:rPr>
              <a:pPr/>
              <a:t>‹N°›</a:t>
            </a:fld>
            <a:endParaRPr lang="fr-FR" dirty="0">
              <a:solidFill>
                <a:prstClr val="white">
                  <a:lumMod val="75000"/>
                </a:prstClr>
              </a:solidFill>
            </a:endParaRPr>
          </a:p>
        </p:txBody>
      </p:sp>
      <p:sp>
        <p:nvSpPr>
          <p:cNvPr id="8" name="Titre 1"/>
          <p:cNvSpPr>
            <a:spLocks noGrp="1"/>
          </p:cNvSpPr>
          <p:nvPr>
            <p:ph type="title" hasCustomPrompt="1"/>
          </p:nvPr>
        </p:nvSpPr>
        <p:spPr>
          <a:xfrm>
            <a:off x="776536" y="1628800"/>
            <a:ext cx="2304256" cy="1008112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="1">
                <a:solidFill>
                  <a:schemeClr val="bg1"/>
                </a:solidFill>
                <a:latin typeface="Calibri" pitchFamily="34" charset="0"/>
              </a:defRPr>
            </a:lvl1pPr>
          </a:lstStyle>
          <a:p>
            <a:r>
              <a:rPr lang="fr-FR" dirty="0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826783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trée de chapitr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1"/>
          <p:cNvSpPr>
            <a:spLocks noGrp="1"/>
          </p:cNvSpPr>
          <p:nvPr>
            <p:ph type="title" hasCustomPrompt="1"/>
          </p:nvPr>
        </p:nvSpPr>
        <p:spPr>
          <a:xfrm>
            <a:off x="776536" y="1628800"/>
            <a:ext cx="2304256" cy="1296144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400" b="1">
                <a:solidFill>
                  <a:schemeClr val="bg1"/>
                </a:solidFill>
                <a:latin typeface="Calibri" pitchFamily="34" charset="0"/>
              </a:defRPr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14" hasCustomPrompt="1"/>
          </p:nvPr>
        </p:nvSpPr>
        <p:spPr>
          <a:xfrm rot="16200000">
            <a:off x="8041754" y="3292574"/>
            <a:ext cx="2879948" cy="848544"/>
          </a:xfrm>
          <a:prstGeom prst="rect">
            <a:avLst/>
          </a:prstGeom>
        </p:spPr>
        <p:txBody>
          <a:bodyPr anchor="ctr"/>
          <a:lstStyle>
            <a:lvl1pPr algn="ctr">
              <a:buFontTx/>
              <a:buNone/>
              <a:defRPr sz="1800" b="1">
                <a:solidFill>
                  <a:schemeClr val="bg1"/>
                </a:solidFill>
                <a:latin typeface="Calibri" pitchFamily="34" charset="0"/>
              </a:defRPr>
            </a:lvl1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12" name="Espace réservé du texte 11"/>
          <p:cNvSpPr>
            <a:spLocks noGrp="1"/>
          </p:cNvSpPr>
          <p:nvPr>
            <p:ph type="body" sz="quarter" idx="15"/>
          </p:nvPr>
        </p:nvSpPr>
        <p:spPr>
          <a:xfrm>
            <a:off x="9057456" y="1556792"/>
            <a:ext cx="848544" cy="576064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800" b="1" baseline="0">
                <a:solidFill>
                  <a:schemeClr val="bg1"/>
                </a:solidFill>
                <a:latin typeface="Calibri" pitchFamily="34" charset="0"/>
              </a:defRPr>
            </a:lvl1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500481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ty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93328" y="6448251"/>
            <a:ext cx="2311400" cy="365125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DA462C19-8C46-40F5-897B-4327D6C153A3}" type="slidenum">
              <a:rPr lang="fr-FR" smtClean="0">
                <a:solidFill>
                  <a:prstClr val="white">
                    <a:lumMod val="75000"/>
                  </a:prstClr>
                </a:solidFill>
              </a:rPr>
              <a:pPr/>
              <a:t>‹N°›</a:t>
            </a:fld>
            <a:endParaRPr lang="fr-FR" dirty="0">
              <a:solidFill>
                <a:prstClr val="white">
                  <a:lumMod val="75000"/>
                </a:prstClr>
              </a:solidFill>
            </a:endParaRPr>
          </a:p>
        </p:txBody>
      </p:sp>
      <p:sp>
        <p:nvSpPr>
          <p:cNvPr id="8" name="Titre 1"/>
          <p:cNvSpPr>
            <a:spLocks noGrp="1"/>
          </p:cNvSpPr>
          <p:nvPr>
            <p:ph type="title" hasCustomPrompt="1"/>
          </p:nvPr>
        </p:nvSpPr>
        <p:spPr>
          <a:xfrm>
            <a:off x="200472" y="418655"/>
            <a:ext cx="8208912" cy="418057"/>
          </a:xfrm>
        </p:spPr>
        <p:txBody>
          <a:bodyPr>
            <a:normAutofit/>
          </a:bodyPr>
          <a:lstStyle>
            <a:lvl1pPr algn="l">
              <a:defRPr sz="1800" b="1">
                <a:solidFill>
                  <a:schemeClr val="bg1"/>
                </a:solidFill>
                <a:latin typeface="Calibri" pitchFamily="34" charset="0"/>
              </a:defRPr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4"/>
          </p:nvPr>
        </p:nvSpPr>
        <p:spPr>
          <a:xfrm>
            <a:off x="273050" y="1196975"/>
            <a:ext cx="9217025" cy="4032250"/>
          </a:xfrm>
        </p:spPr>
        <p:txBody>
          <a:bodyPr/>
          <a:lstStyle>
            <a:lvl3pPr>
              <a:defRPr sz="1600"/>
            </a:lvl3pPr>
            <a:lvl4pPr>
              <a:defRPr sz="1600" i="1"/>
            </a:lvl4pPr>
            <a:lvl5pPr>
              <a:defRPr sz="14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6"/>
          </p:nvPr>
        </p:nvSpPr>
        <p:spPr>
          <a:xfrm>
            <a:off x="200472" y="116632"/>
            <a:ext cx="4752975" cy="333103"/>
          </a:xfrm>
        </p:spPr>
        <p:txBody>
          <a:bodyPr>
            <a:noAutofit/>
          </a:bodyPr>
          <a:lstStyle>
            <a:lvl1pPr>
              <a:defRPr sz="1400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fr-FR" dirty="0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318794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e ty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93328" y="6448251"/>
            <a:ext cx="2311400" cy="365125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DA462C19-8C46-40F5-897B-4327D6C153A3}" type="slidenum">
              <a:rPr lang="fr-FR" smtClean="0">
                <a:solidFill>
                  <a:prstClr val="white">
                    <a:lumMod val="75000"/>
                  </a:prstClr>
                </a:solidFill>
              </a:rPr>
              <a:pPr/>
              <a:t>‹N°›</a:t>
            </a:fld>
            <a:endParaRPr lang="fr-FR" dirty="0">
              <a:solidFill>
                <a:prstClr val="white">
                  <a:lumMod val="75000"/>
                </a:prstClr>
              </a:solidFill>
            </a:endParaRPr>
          </a:p>
        </p:txBody>
      </p:sp>
      <p:sp>
        <p:nvSpPr>
          <p:cNvPr id="8" name="Titre 1"/>
          <p:cNvSpPr>
            <a:spLocks noGrp="1"/>
          </p:cNvSpPr>
          <p:nvPr>
            <p:ph type="title" hasCustomPrompt="1"/>
          </p:nvPr>
        </p:nvSpPr>
        <p:spPr>
          <a:xfrm>
            <a:off x="200472" y="418655"/>
            <a:ext cx="8208912" cy="418057"/>
          </a:xfrm>
        </p:spPr>
        <p:txBody>
          <a:bodyPr>
            <a:normAutofit/>
          </a:bodyPr>
          <a:lstStyle>
            <a:lvl1pPr algn="l">
              <a:defRPr sz="1800" b="1">
                <a:solidFill>
                  <a:schemeClr val="bg1"/>
                </a:solidFill>
                <a:latin typeface="Calibri" pitchFamily="34" charset="0"/>
              </a:defRPr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4"/>
          </p:nvPr>
        </p:nvSpPr>
        <p:spPr>
          <a:xfrm>
            <a:off x="273050" y="1196975"/>
            <a:ext cx="9217025" cy="4032250"/>
          </a:xfrm>
        </p:spPr>
        <p:txBody>
          <a:bodyPr/>
          <a:lstStyle/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12" name="Espace réservé du texte 11"/>
          <p:cNvSpPr>
            <a:spLocks noGrp="1"/>
          </p:cNvSpPr>
          <p:nvPr>
            <p:ph type="body" sz="quarter" idx="15"/>
          </p:nvPr>
        </p:nvSpPr>
        <p:spPr>
          <a:xfrm>
            <a:off x="8481392" y="404664"/>
            <a:ext cx="1424608" cy="432048"/>
          </a:xfrm>
        </p:spPr>
        <p:txBody>
          <a:bodyPr anchor="b">
            <a:noAutofit/>
          </a:bodyPr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508194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200472" y="418655"/>
            <a:ext cx="8915400" cy="418057"/>
          </a:xfrm>
        </p:spPr>
        <p:txBody>
          <a:bodyPr>
            <a:normAutofit/>
          </a:bodyPr>
          <a:lstStyle>
            <a:lvl1pPr algn="l">
              <a:defRPr sz="1800" b="1">
                <a:solidFill>
                  <a:schemeClr val="bg1"/>
                </a:solidFill>
                <a:latin typeface="Calibri" pitchFamily="34" charset="0"/>
              </a:defRPr>
            </a:lvl1pPr>
          </a:lstStyle>
          <a:p>
            <a:r>
              <a:rPr lang="fr-FR" dirty="0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3745238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r de 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93328" y="6448251"/>
            <a:ext cx="2311400" cy="365125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DA462C19-8C46-40F5-897B-4327D6C153A3}" type="slidenum">
              <a:rPr lang="fr-FR" smtClean="0">
                <a:solidFill>
                  <a:prstClr val="white">
                    <a:lumMod val="75000"/>
                  </a:prstClr>
                </a:solidFill>
              </a:rPr>
              <a:pPr/>
              <a:t>‹N°›</a:t>
            </a:fld>
            <a:endParaRPr lang="fr-FR" dirty="0">
              <a:solidFill>
                <a:prstClr val="white">
                  <a:lumMod val="75000"/>
                </a:prstClr>
              </a:solidFill>
            </a:endParaRPr>
          </a:p>
        </p:txBody>
      </p:sp>
      <p:sp>
        <p:nvSpPr>
          <p:cNvPr id="4" name="Espace réservé du titre 27"/>
          <p:cNvSpPr>
            <a:spLocks noGrp="1"/>
          </p:cNvSpPr>
          <p:nvPr>
            <p:ph type="title"/>
          </p:nvPr>
        </p:nvSpPr>
        <p:spPr>
          <a:xfrm>
            <a:off x="776536" y="1565920"/>
            <a:ext cx="6120680" cy="99898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dirty="0"/>
              <a:t>CLIQUEZ POUR MODIFIER LE STYLE DU TITRE</a:t>
            </a:r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4"/>
          </p:nvPr>
        </p:nvSpPr>
        <p:spPr>
          <a:xfrm>
            <a:off x="776536" y="2780928"/>
            <a:ext cx="6048672" cy="1944216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5062438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ty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93328" y="6448253"/>
            <a:ext cx="2311400" cy="365125"/>
          </a:xfrm>
          <a:prstGeom prst="rect">
            <a:avLst/>
          </a:prstGeom>
        </p:spPr>
        <p:txBody>
          <a:bodyPr/>
          <a:lstStyle>
            <a:lvl1pPr algn="l">
              <a:defRPr sz="975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DA462C19-8C46-40F5-897B-4327D6C153A3}" type="slidenum">
              <a:rPr lang="fr-FR" smtClean="0">
                <a:solidFill>
                  <a:prstClr val="white">
                    <a:lumMod val="75000"/>
                  </a:prstClr>
                </a:solidFill>
              </a:rPr>
              <a:pPr/>
              <a:t>‹N°›</a:t>
            </a:fld>
            <a:endParaRPr lang="fr-FR" dirty="0">
              <a:solidFill>
                <a:prstClr val="white">
                  <a:lumMod val="75000"/>
                </a:prstClr>
              </a:solidFill>
            </a:endParaRPr>
          </a:p>
        </p:txBody>
      </p:sp>
      <p:sp>
        <p:nvSpPr>
          <p:cNvPr id="8" name="Titre 1"/>
          <p:cNvSpPr>
            <a:spLocks noGrp="1"/>
          </p:cNvSpPr>
          <p:nvPr>
            <p:ph type="title" hasCustomPrompt="1"/>
          </p:nvPr>
        </p:nvSpPr>
        <p:spPr>
          <a:xfrm>
            <a:off x="200472" y="418657"/>
            <a:ext cx="8208912" cy="418057"/>
          </a:xfrm>
        </p:spPr>
        <p:txBody>
          <a:bodyPr>
            <a:normAutofit/>
          </a:bodyPr>
          <a:lstStyle>
            <a:lvl1pPr algn="l">
              <a:defRPr sz="1463" b="1">
                <a:solidFill>
                  <a:schemeClr val="bg1"/>
                </a:solidFill>
                <a:latin typeface="Calibri" pitchFamily="34" charset="0"/>
              </a:defRPr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4"/>
          </p:nvPr>
        </p:nvSpPr>
        <p:spPr>
          <a:xfrm>
            <a:off x="273051" y="1196975"/>
            <a:ext cx="9217025" cy="4032250"/>
          </a:xfrm>
        </p:spPr>
        <p:txBody>
          <a:bodyPr/>
          <a:lstStyle>
            <a:lvl3pPr>
              <a:defRPr sz="1300"/>
            </a:lvl3pPr>
            <a:lvl4pPr>
              <a:defRPr sz="1300" i="1"/>
            </a:lvl4pPr>
            <a:lvl5pPr>
              <a:defRPr sz="1138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6"/>
          </p:nvPr>
        </p:nvSpPr>
        <p:spPr>
          <a:xfrm>
            <a:off x="200473" y="116634"/>
            <a:ext cx="4752975" cy="333103"/>
          </a:xfrm>
        </p:spPr>
        <p:txBody>
          <a:bodyPr>
            <a:noAutofit/>
          </a:bodyPr>
          <a:lstStyle>
            <a:lvl1pPr>
              <a:defRPr sz="1138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fr-FR" dirty="0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5495033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e ty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93328" y="6448253"/>
            <a:ext cx="2311400" cy="365125"/>
          </a:xfrm>
          <a:prstGeom prst="rect">
            <a:avLst/>
          </a:prstGeom>
        </p:spPr>
        <p:txBody>
          <a:bodyPr/>
          <a:lstStyle>
            <a:lvl1pPr algn="l">
              <a:defRPr sz="975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DA462C19-8C46-40F5-897B-4327D6C153A3}" type="slidenum">
              <a:rPr lang="fr-FR" smtClean="0">
                <a:solidFill>
                  <a:prstClr val="white">
                    <a:lumMod val="75000"/>
                  </a:prstClr>
                </a:solidFill>
              </a:rPr>
              <a:pPr/>
              <a:t>‹N°›</a:t>
            </a:fld>
            <a:endParaRPr lang="fr-FR" dirty="0">
              <a:solidFill>
                <a:prstClr val="white">
                  <a:lumMod val="75000"/>
                </a:prstClr>
              </a:solidFill>
            </a:endParaRPr>
          </a:p>
        </p:txBody>
      </p:sp>
      <p:sp>
        <p:nvSpPr>
          <p:cNvPr id="8" name="Titre 1"/>
          <p:cNvSpPr>
            <a:spLocks noGrp="1"/>
          </p:cNvSpPr>
          <p:nvPr>
            <p:ph type="title" hasCustomPrompt="1"/>
          </p:nvPr>
        </p:nvSpPr>
        <p:spPr>
          <a:xfrm>
            <a:off x="200472" y="418657"/>
            <a:ext cx="8208912" cy="418057"/>
          </a:xfrm>
        </p:spPr>
        <p:txBody>
          <a:bodyPr>
            <a:normAutofit/>
          </a:bodyPr>
          <a:lstStyle>
            <a:lvl1pPr algn="l">
              <a:defRPr sz="1463" b="1">
                <a:solidFill>
                  <a:schemeClr val="bg1"/>
                </a:solidFill>
                <a:latin typeface="Calibri" pitchFamily="34" charset="0"/>
              </a:defRPr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4"/>
          </p:nvPr>
        </p:nvSpPr>
        <p:spPr>
          <a:xfrm>
            <a:off x="273051" y="1196975"/>
            <a:ext cx="9217025" cy="4032250"/>
          </a:xfrm>
        </p:spPr>
        <p:txBody>
          <a:bodyPr/>
          <a:lstStyle/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12" name="Espace réservé du texte 11"/>
          <p:cNvSpPr>
            <a:spLocks noGrp="1"/>
          </p:cNvSpPr>
          <p:nvPr>
            <p:ph type="body" sz="quarter" idx="15"/>
          </p:nvPr>
        </p:nvSpPr>
        <p:spPr>
          <a:xfrm>
            <a:off x="8481392" y="404664"/>
            <a:ext cx="1424608" cy="432048"/>
          </a:xfrm>
        </p:spPr>
        <p:txBody>
          <a:bodyPr anchor="b">
            <a:noAutofit/>
          </a:bodyPr>
          <a:lstStyle>
            <a:lvl1pPr algn="r">
              <a:defRPr sz="813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0042774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200472" y="418657"/>
            <a:ext cx="8915400" cy="418057"/>
          </a:xfrm>
        </p:spPr>
        <p:txBody>
          <a:bodyPr>
            <a:normAutofit/>
          </a:bodyPr>
          <a:lstStyle>
            <a:lvl1pPr algn="l">
              <a:defRPr sz="1463" b="1">
                <a:solidFill>
                  <a:schemeClr val="bg1"/>
                </a:solidFill>
                <a:latin typeface="Calibri" pitchFamily="34" charset="0"/>
              </a:defRPr>
            </a:lvl1pPr>
          </a:lstStyle>
          <a:p>
            <a:r>
              <a:rPr lang="fr-FR" dirty="0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1591572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200472" y="418657"/>
            <a:ext cx="8915400" cy="418057"/>
          </a:xfrm>
        </p:spPr>
        <p:txBody>
          <a:bodyPr>
            <a:normAutofit/>
          </a:bodyPr>
          <a:lstStyle>
            <a:lvl1pPr algn="l">
              <a:defRPr sz="1463" b="1">
                <a:solidFill>
                  <a:schemeClr val="bg1"/>
                </a:solidFill>
                <a:latin typeface="Calibri" pitchFamily="34" charset="0"/>
              </a:defRPr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7" name="Espace réservé du numéro de diapositive 5"/>
          <p:cNvSpPr txBox="1">
            <a:spLocks/>
          </p:cNvSpPr>
          <p:nvPr userDrawn="1"/>
        </p:nvSpPr>
        <p:spPr>
          <a:xfrm>
            <a:off x="193328" y="6448253"/>
            <a:ext cx="2311400" cy="365125"/>
          </a:xfrm>
          <a:prstGeom prst="rect">
            <a:avLst/>
          </a:prstGeom>
        </p:spPr>
        <p:txBody>
          <a:bodyPr vert="horz" lIns="77825" tIns="38912" rIns="77825" bIns="38912" rtlCol="0" anchor="ctr"/>
          <a:lstStyle>
            <a:lvl1pPr algn="l"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endParaRPr lang="fr-FR" sz="975" dirty="0">
              <a:solidFill>
                <a:prstClr val="white">
                  <a:lumMod val="75000"/>
                </a:prstClr>
              </a:solidFill>
            </a:endParaRPr>
          </a:p>
        </p:txBody>
      </p:sp>
      <p:sp>
        <p:nvSpPr>
          <p:cNvPr id="6" name="Espace réservé pour une image  5"/>
          <p:cNvSpPr>
            <a:spLocks noGrp="1"/>
          </p:cNvSpPr>
          <p:nvPr>
            <p:ph type="pic" sz="quarter" idx="10"/>
          </p:nvPr>
        </p:nvSpPr>
        <p:spPr>
          <a:xfrm>
            <a:off x="631826" y="6309320"/>
            <a:ext cx="1296988" cy="476250"/>
          </a:xfrm>
        </p:spPr>
        <p:txBody>
          <a:bodyPr/>
          <a:lstStyle/>
          <a:p>
            <a:r>
              <a:rPr lang="fr-FR" dirty="0"/>
              <a:t>Cliquez sur l'icône pour ajouter une image</a:t>
            </a:r>
          </a:p>
        </p:txBody>
      </p:sp>
    </p:spTree>
    <p:extLst>
      <p:ext uri="{BB962C8B-B14F-4D97-AF65-F5344CB8AC3E}">
        <p14:creationId xmlns:p14="http://schemas.microsoft.com/office/powerpoint/2010/main" val="41820310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ty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24728731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2" imgH="481" progId="TCLayout.ActiveDocument.1">
                  <p:embed/>
                </p:oleObj>
              </mc:Choice>
              <mc:Fallback>
                <p:oleObj name="think-cell Slide" r:id="rId3" imgW="482" imgH="48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93328" y="6448251"/>
            <a:ext cx="2311400" cy="365125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DA462C19-8C46-40F5-897B-4327D6C153A3}" type="slidenum">
              <a:rPr lang="fr-FR" smtClean="0">
                <a:solidFill>
                  <a:prstClr val="white">
                    <a:lumMod val="75000"/>
                  </a:prstClr>
                </a:solidFill>
              </a:rPr>
              <a:pPr/>
              <a:t>‹N°›</a:t>
            </a:fld>
            <a:endParaRPr lang="fr-FR" dirty="0">
              <a:solidFill>
                <a:prstClr val="white">
                  <a:lumMod val="75000"/>
                </a:prstClr>
              </a:solidFill>
            </a:endParaRPr>
          </a:p>
        </p:txBody>
      </p:sp>
      <p:sp>
        <p:nvSpPr>
          <p:cNvPr id="8" name="Titre 1"/>
          <p:cNvSpPr>
            <a:spLocks noGrp="1"/>
          </p:cNvSpPr>
          <p:nvPr>
            <p:ph type="title" hasCustomPrompt="1"/>
          </p:nvPr>
        </p:nvSpPr>
        <p:spPr>
          <a:xfrm>
            <a:off x="200472" y="418655"/>
            <a:ext cx="8208912" cy="418057"/>
          </a:xfrm>
        </p:spPr>
        <p:txBody>
          <a:bodyPr>
            <a:normAutofit/>
          </a:bodyPr>
          <a:lstStyle>
            <a:lvl1pPr algn="l">
              <a:defRPr sz="1800" b="1">
                <a:solidFill>
                  <a:schemeClr val="bg1"/>
                </a:solidFill>
                <a:latin typeface="Calibri" pitchFamily="34" charset="0"/>
              </a:defRPr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4"/>
          </p:nvPr>
        </p:nvSpPr>
        <p:spPr>
          <a:xfrm>
            <a:off x="273050" y="1196975"/>
            <a:ext cx="9217025" cy="4032250"/>
          </a:xfrm>
        </p:spPr>
        <p:txBody>
          <a:bodyPr/>
          <a:lstStyle>
            <a:lvl3pPr>
              <a:defRPr sz="1600"/>
            </a:lvl3pPr>
            <a:lvl4pPr>
              <a:defRPr sz="1600" i="1"/>
            </a:lvl4pPr>
            <a:lvl5pPr>
              <a:defRPr sz="14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6"/>
          </p:nvPr>
        </p:nvSpPr>
        <p:spPr>
          <a:xfrm>
            <a:off x="200472" y="116632"/>
            <a:ext cx="4752975" cy="333103"/>
          </a:xfrm>
        </p:spPr>
        <p:txBody>
          <a:bodyPr>
            <a:noAutofit/>
          </a:bodyPr>
          <a:lstStyle>
            <a:lvl1pPr>
              <a:defRPr sz="1400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fr-FR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58538017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e ty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93328" y="6448251"/>
            <a:ext cx="2311400" cy="365125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DA462C19-8C46-40F5-897B-4327D6C153A3}" type="slidenum">
              <a:rPr lang="fr-FR" smtClean="0">
                <a:solidFill>
                  <a:prstClr val="white">
                    <a:lumMod val="75000"/>
                  </a:prstClr>
                </a:solidFill>
              </a:rPr>
              <a:pPr/>
              <a:t>‹N°›</a:t>
            </a:fld>
            <a:endParaRPr lang="fr-FR" dirty="0">
              <a:solidFill>
                <a:prstClr val="white">
                  <a:lumMod val="75000"/>
                </a:prstClr>
              </a:solidFill>
            </a:endParaRPr>
          </a:p>
        </p:txBody>
      </p:sp>
      <p:sp>
        <p:nvSpPr>
          <p:cNvPr id="8" name="Titre 1"/>
          <p:cNvSpPr>
            <a:spLocks noGrp="1"/>
          </p:cNvSpPr>
          <p:nvPr>
            <p:ph type="title" hasCustomPrompt="1"/>
          </p:nvPr>
        </p:nvSpPr>
        <p:spPr>
          <a:xfrm>
            <a:off x="200472" y="418655"/>
            <a:ext cx="8208912" cy="418057"/>
          </a:xfrm>
        </p:spPr>
        <p:txBody>
          <a:bodyPr>
            <a:normAutofit/>
          </a:bodyPr>
          <a:lstStyle>
            <a:lvl1pPr algn="l">
              <a:defRPr sz="1800" b="1">
                <a:solidFill>
                  <a:schemeClr val="bg1"/>
                </a:solidFill>
                <a:latin typeface="Calibri" pitchFamily="34" charset="0"/>
              </a:defRPr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4"/>
          </p:nvPr>
        </p:nvSpPr>
        <p:spPr>
          <a:xfrm>
            <a:off x="273050" y="1196975"/>
            <a:ext cx="9217025" cy="403225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12" name="Espace réservé du texte 11"/>
          <p:cNvSpPr>
            <a:spLocks noGrp="1"/>
          </p:cNvSpPr>
          <p:nvPr>
            <p:ph type="body" sz="quarter" idx="15"/>
          </p:nvPr>
        </p:nvSpPr>
        <p:spPr>
          <a:xfrm>
            <a:off x="8481392" y="404664"/>
            <a:ext cx="1424608" cy="432048"/>
          </a:xfrm>
        </p:spPr>
        <p:txBody>
          <a:bodyPr anchor="b">
            <a:noAutofit/>
          </a:bodyPr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601308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200472" y="418655"/>
            <a:ext cx="8915400" cy="418057"/>
          </a:xfrm>
        </p:spPr>
        <p:txBody>
          <a:bodyPr>
            <a:normAutofit/>
          </a:bodyPr>
          <a:lstStyle>
            <a:lvl1pPr algn="l">
              <a:defRPr sz="1800" b="1">
                <a:solidFill>
                  <a:schemeClr val="bg1"/>
                </a:solidFill>
                <a:latin typeface="Calibri" pitchFamily="34" charset="0"/>
              </a:defRPr>
            </a:lvl1pPr>
          </a:lstStyle>
          <a:p>
            <a:r>
              <a:rPr lang="fr-FR" dirty="0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407170200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ty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93328" y="6448251"/>
            <a:ext cx="2311400" cy="365125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DA462C19-8C46-40F5-897B-4327D6C153A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8" name="Titre 1"/>
          <p:cNvSpPr>
            <a:spLocks noGrp="1"/>
          </p:cNvSpPr>
          <p:nvPr>
            <p:ph type="title" hasCustomPrompt="1"/>
          </p:nvPr>
        </p:nvSpPr>
        <p:spPr>
          <a:xfrm>
            <a:off x="200472" y="418655"/>
            <a:ext cx="8208912" cy="418057"/>
          </a:xfrm>
        </p:spPr>
        <p:txBody>
          <a:bodyPr>
            <a:normAutofit/>
          </a:bodyPr>
          <a:lstStyle>
            <a:lvl1pPr algn="l">
              <a:defRPr sz="1800" b="1">
                <a:solidFill>
                  <a:schemeClr val="bg1"/>
                </a:solidFill>
                <a:latin typeface="Calibri" pitchFamily="34" charset="0"/>
              </a:defRPr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4"/>
          </p:nvPr>
        </p:nvSpPr>
        <p:spPr>
          <a:xfrm>
            <a:off x="273050" y="1196975"/>
            <a:ext cx="9217025" cy="4032250"/>
          </a:xfrm>
        </p:spPr>
        <p:txBody>
          <a:bodyPr/>
          <a:lstStyle/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6"/>
          </p:nvPr>
        </p:nvSpPr>
        <p:spPr>
          <a:xfrm>
            <a:off x="200472" y="116632"/>
            <a:ext cx="4752975" cy="333103"/>
          </a:xfrm>
        </p:spPr>
        <p:txBody>
          <a:bodyPr>
            <a:noAutofit/>
          </a:bodyPr>
          <a:lstStyle>
            <a:lvl1pPr>
              <a:defRPr sz="1400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fr-FR" dirty="0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21865618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e ty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93328" y="6448251"/>
            <a:ext cx="2311400" cy="365125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DA462C19-8C46-40F5-897B-4327D6C153A3}" type="slidenum">
              <a:rPr lang="fr-FR" smtClean="0">
                <a:solidFill>
                  <a:prstClr val="white">
                    <a:lumMod val="75000"/>
                  </a:prstClr>
                </a:solidFill>
              </a:rPr>
              <a:pPr/>
              <a:t>‹N°›</a:t>
            </a:fld>
            <a:endParaRPr lang="fr-FR" dirty="0">
              <a:solidFill>
                <a:prstClr val="white">
                  <a:lumMod val="75000"/>
                </a:prstClr>
              </a:solidFill>
            </a:endParaRPr>
          </a:p>
        </p:txBody>
      </p:sp>
      <p:sp>
        <p:nvSpPr>
          <p:cNvPr id="8" name="Titre 1"/>
          <p:cNvSpPr>
            <a:spLocks noGrp="1"/>
          </p:cNvSpPr>
          <p:nvPr>
            <p:ph type="title" hasCustomPrompt="1"/>
          </p:nvPr>
        </p:nvSpPr>
        <p:spPr>
          <a:xfrm>
            <a:off x="200472" y="418655"/>
            <a:ext cx="8208912" cy="418057"/>
          </a:xfrm>
        </p:spPr>
        <p:txBody>
          <a:bodyPr>
            <a:normAutofit/>
          </a:bodyPr>
          <a:lstStyle>
            <a:lvl1pPr algn="l">
              <a:defRPr sz="1800" b="1">
                <a:solidFill>
                  <a:schemeClr val="bg1"/>
                </a:solidFill>
                <a:latin typeface="Calibri" pitchFamily="34" charset="0"/>
              </a:defRPr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4"/>
          </p:nvPr>
        </p:nvSpPr>
        <p:spPr>
          <a:xfrm>
            <a:off x="273050" y="1196975"/>
            <a:ext cx="9217025" cy="4032250"/>
          </a:xfrm>
        </p:spPr>
        <p:txBody>
          <a:bodyPr/>
          <a:lstStyle/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12" name="Espace réservé du texte 11"/>
          <p:cNvSpPr>
            <a:spLocks noGrp="1"/>
          </p:cNvSpPr>
          <p:nvPr>
            <p:ph type="body" sz="quarter" idx="15"/>
          </p:nvPr>
        </p:nvSpPr>
        <p:spPr>
          <a:xfrm>
            <a:off x="8481392" y="404664"/>
            <a:ext cx="1424608" cy="432048"/>
          </a:xfrm>
        </p:spPr>
        <p:txBody>
          <a:bodyPr anchor="b">
            <a:noAutofit/>
          </a:bodyPr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99782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200472" y="418655"/>
            <a:ext cx="8915400" cy="418057"/>
          </a:xfrm>
        </p:spPr>
        <p:txBody>
          <a:bodyPr>
            <a:normAutofit/>
          </a:bodyPr>
          <a:lstStyle>
            <a:lvl1pPr algn="l">
              <a:defRPr sz="1800" b="1">
                <a:solidFill>
                  <a:schemeClr val="bg1"/>
                </a:solidFill>
                <a:latin typeface="Calibri" pitchFamily="34" charset="0"/>
              </a:defRPr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7" name="Espace réservé du numéro de diapositive 5"/>
          <p:cNvSpPr txBox="1">
            <a:spLocks/>
          </p:cNvSpPr>
          <p:nvPr userDrawn="1"/>
        </p:nvSpPr>
        <p:spPr>
          <a:xfrm>
            <a:off x="193328" y="6448251"/>
            <a:ext cx="2311400" cy="365125"/>
          </a:xfrm>
          <a:prstGeom prst="rect">
            <a:avLst/>
          </a:prstGeom>
        </p:spPr>
        <p:txBody>
          <a:bodyPr vert="horz" lIns="95784" tIns="47892" rIns="95784" bIns="47892" rtlCol="0" anchor="ctr"/>
          <a:lstStyle>
            <a:lvl1pPr algn="l"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DA462C19-8C46-40F5-897B-4327D6C153A3}" type="slidenum">
              <a:rPr lang="fr-FR" smtClean="0">
                <a:solidFill>
                  <a:prstClr val="white">
                    <a:lumMod val="75000"/>
                  </a:prstClr>
                </a:solidFill>
              </a:rPr>
              <a:pPr>
                <a:defRPr/>
              </a:pPr>
              <a:t>‹N°›</a:t>
            </a:fld>
            <a:endParaRPr lang="fr-FR" dirty="0">
              <a:solidFill>
                <a:prstClr val="white">
                  <a:lumMod val="75000"/>
                </a:prstClr>
              </a:solidFill>
            </a:endParaRPr>
          </a:p>
        </p:txBody>
      </p:sp>
      <p:sp>
        <p:nvSpPr>
          <p:cNvPr id="6" name="Espace réservé pour une image  5"/>
          <p:cNvSpPr>
            <a:spLocks noGrp="1"/>
          </p:cNvSpPr>
          <p:nvPr>
            <p:ph type="pic" sz="quarter" idx="10"/>
          </p:nvPr>
        </p:nvSpPr>
        <p:spPr>
          <a:xfrm>
            <a:off x="631825" y="6309320"/>
            <a:ext cx="1296988" cy="476250"/>
          </a:xfrm>
        </p:spPr>
        <p:txBody>
          <a:bodyPr/>
          <a:lstStyle/>
          <a:p>
            <a:r>
              <a:rPr lang="fr-FR" dirty="0"/>
              <a:t>Cliquez sur l'icône pour ajouter une image</a:t>
            </a:r>
          </a:p>
        </p:txBody>
      </p:sp>
    </p:spTree>
    <p:extLst>
      <p:ext uri="{BB962C8B-B14F-4D97-AF65-F5344CB8AC3E}">
        <p14:creationId xmlns:p14="http://schemas.microsoft.com/office/powerpoint/2010/main" val="32545985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e ty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1"/>
          <p:cNvSpPr>
            <a:spLocks noGrp="1"/>
          </p:cNvSpPr>
          <p:nvPr>
            <p:ph type="title" hasCustomPrompt="1"/>
          </p:nvPr>
        </p:nvSpPr>
        <p:spPr>
          <a:xfrm>
            <a:off x="200472" y="418655"/>
            <a:ext cx="8208912" cy="418057"/>
          </a:xfrm>
        </p:spPr>
        <p:txBody>
          <a:bodyPr>
            <a:normAutofit/>
          </a:bodyPr>
          <a:lstStyle>
            <a:lvl1pPr algn="l">
              <a:defRPr sz="1800" b="1">
                <a:solidFill>
                  <a:schemeClr val="bg1"/>
                </a:solidFill>
                <a:latin typeface="Calibri" pitchFamily="34" charset="0"/>
              </a:defRPr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4"/>
          </p:nvPr>
        </p:nvSpPr>
        <p:spPr>
          <a:xfrm>
            <a:off x="273050" y="1196975"/>
            <a:ext cx="9217025" cy="403225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6"/>
          </p:nvPr>
        </p:nvSpPr>
        <p:spPr>
          <a:xfrm>
            <a:off x="200472" y="116632"/>
            <a:ext cx="4752975" cy="333103"/>
          </a:xfrm>
        </p:spPr>
        <p:txBody>
          <a:bodyPr>
            <a:noAutofit/>
          </a:bodyPr>
          <a:lstStyle>
            <a:lvl1pPr>
              <a:defRPr sz="1400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fr-FR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10986140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e ty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1"/>
          <p:cNvSpPr>
            <a:spLocks noGrp="1"/>
          </p:cNvSpPr>
          <p:nvPr>
            <p:ph type="title" hasCustomPrompt="1"/>
          </p:nvPr>
        </p:nvSpPr>
        <p:spPr>
          <a:xfrm>
            <a:off x="200472" y="418655"/>
            <a:ext cx="8208912" cy="418057"/>
          </a:xfrm>
        </p:spPr>
        <p:txBody>
          <a:bodyPr>
            <a:normAutofit/>
          </a:bodyPr>
          <a:lstStyle>
            <a:lvl1pPr algn="l">
              <a:defRPr sz="1800" b="1">
                <a:solidFill>
                  <a:schemeClr val="bg1"/>
                </a:solidFill>
                <a:latin typeface="Calibri" pitchFamily="34" charset="0"/>
              </a:defRPr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4"/>
          </p:nvPr>
        </p:nvSpPr>
        <p:spPr>
          <a:xfrm>
            <a:off x="273050" y="1196975"/>
            <a:ext cx="9217025" cy="403225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12" name="Espace réservé du texte 11"/>
          <p:cNvSpPr>
            <a:spLocks noGrp="1"/>
          </p:cNvSpPr>
          <p:nvPr>
            <p:ph type="body" sz="quarter" idx="15"/>
          </p:nvPr>
        </p:nvSpPr>
        <p:spPr>
          <a:xfrm>
            <a:off x="8481392" y="404664"/>
            <a:ext cx="1424608" cy="432048"/>
          </a:xfrm>
        </p:spPr>
        <p:txBody>
          <a:bodyPr anchor="b">
            <a:noAutofit/>
          </a:bodyPr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78119377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200472" y="418655"/>
            <a:ext cx="8915400" cy="418057"/>
          </a:xfrm>
        </p:spPr>
        <p:txBody>
          <a:bodyPr>
            <a:normAutofit/>
          </a:bodyPr>
          <a:lstStyle>
            <a:lvl1pPr algn="l">
              <a:defRPr sz="1800" b="1">
                <a:solidFill>
                  <a:schemeClr val="bg1"/>
                </a:solidFill>
                <a:latin typeface="Calibri" pitchFamily="34" charset="0"/>
              </a:defRPr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7" name="Espace réservé du numéro de diapositive 5"/>
          <p:cNvSpPr txBox="1">
            <a:spLocks/>
          </p:cNvSpPr>
          <p:nvPr userDrawn="1"/>
        </p:nvSpPr>
        <p:spPr>
          <a:xfrm>
            <a:off x="193328" y="6448251"/>
            <a:ext cx="2311400" cy="365125"/>
          </a:xfrm>
          <a:prstGeom prst="rect">
            <a:avLst/>
          </a:prstGeom>
        </p:spPr>
        <p:txBody>
          <a:bodyPr vert="horz" lIns="95784" tIns="47892" rIns="95784" bIns="47892" rtlCol="0" anchor="ctr"/>
          <a:lstStyle>
            <a:lvl1pPr algn="l"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DA462C19-8C46-40F5-897B-4327D6C153A3}" type="slidenum">
              <a:rPr lang="fr-FR" smtClean="0">
                <a:solidFill>
                  <a:prstClr val="white">
                    <a:lumMod val="75000"/>
                  </a:prstClr>
                </a:solidFill>
              </a:rPr>
              <a:pPr>
                <a:defRPr/>
              </a:pPr>
              <a:t>‹N°›</a:t>
            </a:fld>
            <a:endParaRPr lang="fr-FR" dirty="0">
              <a:solidFill>
                <a:prstClr val="white">
                  <a:lumMod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93784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93328" y="6448251"/>
            <a:ext cx="2311400" cy="365125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DA462C19-8C46-40F5-897B-4327D6C153A3}" type="slidenum">
              <a:rPr lang="fr-FR" smtClean="0">
                <a:solidFill>
                  <a:prstClr val="white">
                    <a:lumMod val="75000"/>
                  </a:prstClr>
                </a:solidFill>
              </a:rPr>
              <a:pPr/>
              <a:t>‹N°›</a:t>
            </a:fld>
            <a:endParaRPr lang="fr-FR" dirty="0">
              <a:solidFill>
                <a:prstClr val="white">
                  <a:lumMod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850666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ty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93328" y="6448251"/>
            <a:ext cx="2311400" cy="365125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DA462C19-8C46-40F5-897B-4327D6C153A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8" name="Titre 1"/>
          <p:cNvSpPr>
            <a:spLocks noGrp="1"/>
          </p:cNvSpPr>
          <p:nvPr>
            <p:ph type="title" hasCustomPrompt="1"/>
          </p:nvPr>
        </p:nvSpPr>
        <p:spPr>
          <a:xfrm>
            <a:off x="200472" y="418655"/>
            <a:ext cx="8208912" cy="418057"/>
          </a:xfrm>
        </p:spPr>
        <p:txBody>
          <a:bodyPr>
            <a:normAutofit/>
          </a:bodyPr>
          <a:lstStyle>
            <a:lvl1pPr algn="l">
              <a:defRPr sz="1800" b="1">
                <a:solidFill>
                  <a:schemeClr val="bg1"/>
                </a:solidFill>
                <a:latin typeface="Calibri" pitchFamily="34" charset="0"/>
              </a:defRPr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4"/>
          </p:nvPr>
        </p:nvSpPr>
        <p:spPr>
          <a:xfrm>
            <a:off x="273050" y="1196975"/>
            <a:ext cx="9217025" cy="403225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6"/>
          </p:nvPr>
        </p:nvSpPr>
        <p:spPr>
          <a:xfrm>
            <a:off x="200472" y="116632"/>
            <a:ext cx="4752975" cy="333103"/>
          </a:xfrm>
        </p:spPr>
        <p:txBody>
          <a:bodyPr>
            <a:noAutofit/>
          </a:bodyPr>
          <a:lstStyle>
            <a:lvl1pPr>
              <a:defRPr sz="1400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fr-FR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45480634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e ty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93328" y="6448251"/>
            <a:ext cx="2311400" cy="365125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DA462C19-8C46-40F5-897B-4327D6C153A3}" type="slidenum">
              <a:rPr lang="fr-FR" smtClean="0">
                <a:solidFill>
                  <a:prstClr val="white">
                    <a:lumMod val="75000"/>
                  </a:prstClr>
                </a:solidFill>
              </a:rPr>
              <a:pPr/>
              <a:t>‹N°›</a:t>
            </a:fld>
            <a:endParaRPr lang="fr-FR" dirty="0">
              <a:solidFill>
                <a:prstClr val="white">
                  <a:lumMod val="75000"/>
                </a:prstClr>
              </a:solidFill>
            </a:endParaRPr>
          </a:p>
        </p:txBody>
      </p:sp>
      <p:sp>
        <p:nvSpPr>
          <p:cNvPr id="8" name="Titre 1"/>
          <p:cNvSpPr>
            <a:spLocks noGrp="1"/>
          </p:cNvSpPr>
          <p:nvPr>
            <p:ph type="title" hasCustomPrompt="1"/>
          </p:nvPr>
        </p:nvSpPr>
        <p:spPr>
          <a:xfrm>
            <a:off x="200472" y="418655"/>
            <a:ext cx="8208912" cy="418057"/>
          </a:xfrm>
        </p:spPr>
        <p:txBody>
          <a:bodyPr>
            <a:normAutofit/>
          </a:bodyPr>
          <a:lstStyle>
            <a:lvl1pPr algn="l">
              <a:defRPr sz="1800" b="1">
                <a:solidFill>
                  <a:schemeClr val="bg1"/>
                </a:solidFill>
                <a:latin typeface="Calibri" pitchFamily="34" charset="0"/>
              </a:defRPr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4"/>
          </p:nvPr>
        </p:nvSpPr>
        <p:spPr>
          <a:xfrm>
            <a:off x="273050" y="1196975"/>
            <a:ext cx="9217025" cy="403225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12" name="Espace réservé du texte 11"/>
          <p:cNvSpPr>
            <a:spLocks noGrp="1"/>
          </p:cNvSpPr>
          <p:nvPr>
            <p:ph type="body" sz="quarter" idx="15"/>
          </p:nvPr>
        </p:nvSpPr>
        <p:spPr>
          <a:xfrm>
            <a:off x="8481392" y="404664"/>
            <a:ext cx="1424608" cy="432048"/>
          </a:xfrm>
        </p:spPr>
        <p:txBody>
          <a:bodyPr anchor="b">
            <a:noAutofit/>
          </a:bodyPr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12313050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200472" y="418655"/>
            <a:ext cx="8915400" cy="418057"/>
          </a:xfrm>
        </p:spPr>
        <p:txBody>
          <a:bodyPr>
            <a:normAutofit/>
          </a:bodyPr>
          <a:lstStyle>
            <a:lvl1pPr algn="l">
              <a:defRPr sz="1800" b="1">
                <a:solidFill>
                  <a:schemeClr val="bg1"/>
                </a:solidFill>
                <a:latin typeface="Calibri" pitchFamily="34" charset="0"/>
              </a:defRPr>
            </a:lvl1pPr>
          </a:lstStyle>
          <a:p>
            <a:r>
              <a:rPr lang="fr-FR" dirty="0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06848669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93328" y="6448251"/>
            <a:ext cx="2311400" cy="365125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DA462C19-8C46-40F5-897B-4327D6C153A3}" type="slidenum">
              <a:rPr lang="fr-FR" smtClean="0">
                <a:solidFill>
                  <a:prstClr val="white">
                    <a:lumMod val="75000"/>
                  </a:prstClr>
                </a:solidFill>
              </a:rPr>
              <a:pPr/>
              <a:t>‹N°›</a:t>
            </a:fld>
            <a:endParaRPr lang="fr-FR" dirty="0">
              <a:solidFill>
                <a:prstClr val="white">
                  <a:lumMod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19580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Whit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Espace réservé pour une image  35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1"/>
            <a:ext cx="6109200" cy="6621613"/>
          </a:xfrm>
          <a:custGeom>
            <a:avLst/>
            <a:gdLst>
              <a:gd name="connsiteX0" fmla="*/ 0 w 6097588"/>
              <a:gd name="connsiteY0" fmla="*/ 0 h 4795838"/>
              <a:gd name="connsiteX1" fmla="*/ 6097588 w 6097588"/>
              <a:gd name="connsiteY1" fmla="*/ 0 h 4795838"/>
              <a:gd name="connsiteX2" fmla="*/ 6097588 w 6097588"/>
              <a:gd name="connsiteY2" fmla="*/ 4795838 h 4795838"/>
              <a:gd name="connsiteX3" fmla="*/ 0 w 6097588"/>
              <a:gd name="connsiteY3" fmla="*/ 4795838 h 4795838"/>
              <a:gd name="connsiteX4" fmla="*/ 0 w 6097588"/>
              <a:gd name="connsiteY4" fmla="*/ 0 h 4795838"/>
              <a:gd name="connsiteX0" fmla="*/ 0 w 6097588"/>
              <a:gd name="connsiteY0" fmla="*/ 0 h 6635927"/>
              <a:gd name="connsiteX1" fmla="*/ 6097588 w 6097588"/>
              <a:gd name="connsiteY1" fmla="*/ 0 h 6635927"/>
              <a:gd name="connsiteX2" fmla="*/ 1051455 w 6097588"/>
              <a:gd name="connsiteY2" fmla="*/ 6635927 h 6635927"/>
              <a:gd name="connsiteX3" fmla="*/ 0 w 6097588"/>
              <a:gd name="connsiteY3" fmla="*/ 4795838 h 6635927"/>
              <a:gd name="connsiteX4" fmla="*/ 0 w 6097588"/>
              <a:gd name="connsiteY4" fmla="*/ 0 h 6635927"/>
              <a:gd name="connsiteX0" fmla="*/ 0 w 6097588"/>
              <a:gd name="connsiteY0" fmla="*/ 0 h 6502879"/>
              <a:gd name="connsiteX1" fmla="*/ 6097588 w 6097588"/>
              <a:gd name="connsiteY1" fmla="*/ 0 h 6502879"/>
              <a:gd name="connsiteX2" fmla="*/ 1027264 w 6097588"/>
              <a:gd name="connsiteY2" fmla="*/ 6502879 h 6502879"/>
              <a:gd name="connsiteX3" fmla="*/ 0 w 6097588"/>
              <a:gd name="connsiteY3" fmla="*/ 4795838 h 6502879"/>
              <a:gd name="connsiteX4" fmla="*/ 0 w 6097588"/>
              <a:gd name="connsiteY4" fmla="*/ 0 h 6502879"/>
              <a:gd name="connsiteX0" fmla="*/ 0 w 6097588"/>
              <a:gd name="connsiteY0" fmla="*/ 0 h 6616574"/>
              <a:gd name="connsiteX1" fmla="*/ 6097588 w 6097588"/>
              <a:gd name="connsiteY1" fmla="*/ 0 h 6616574"/>
              <a:gd name="connsiteX2" fmla="*/ 1044198 w 6097588"/>
              <a:gd name="connsiteY2" fmla="*/ 6616574 h 6616574"/>
              <a:gd name="connsiteX3" fmla="*/ 0 w 6097588"/>
              <a:gd name="connsiteY3" fmla="*/ 4795838 h 6616574"/>
              <a:gd name="connsiteX4" fmla="*/ 0 w 6097588"/>
              <a:gd name="connsiteY4" fmla="*/ 0 h 6616574"/>
              <a:gd name="connsiteX0" fmla="*/ 0 w 6097588"/>
              <a:gd name="connsiteY0" fmla="*/ 0 h 6575450"/>
              <a:gd name="connsiteX1" fmla="*/ 6097588 w 6097588"/>
              <a:gd name="connsiteY1" fmla="*/ 0 h 6575450"/>
              <a:gd name="connsiteX2" fmla="*/ 1078065 w 6097588"/>
              <a:gd name="connsiteY2" fmla="*/ 6575450 h 6575450"/>
              <a:gd name="connsiteX3" fmla="*/ 0 w 6097588"/>
              <a:gd name="connsiteY3" fmla="*/ 4795838 h 6575450"/>
              <a:gd name="connsiteX4" fmla="*/ 0 w 6097588"/>
              <a:gd name="connsiteY4" fmla="*/ 0 h 6575450"/>
              <a:gd name="connsiteX0" fmla="*/ 0 w 6097588"/>
              <a:gd name="connsiteY0" fmla="*/ 0 h 6616574"/>
              <a:gd name="connsiteX1" fmla="*/ 6097588 w 6097588"/>
              <a:gd name="connsiteY1" fmla="*/ 0 h 6616574"/>
              <a:gd name="connsiteX2" fmla="*/ 1046618 w 6097588"/>
              <a:gd name="connsiteY2" fmla="*/ 6616574 h 6616574"/>
              <a:gd name="connsiteX3" fmla="*/ 0 w 6097588"/>
              <a:gd name="connsiteY3" fmla="*/ 4795838 h 6616574"/>
              <a:gd name="connsiteX4" fmla="*/ 0 w 6097588"/>
              <a:gd name="connsiteY4" fmla="*/ 0 h 6616574"/>
              <a:gd name="connsiteX0" fmla="*/ 0 w 6097588"/>
              <a:gd name="connsiteY0" fmla="*/ 0 h 6529489"/>
              <a:gd name="connsiteX1" fmla="*/ 6097588 w 6097588"/>
              <a:gd name="connsiteY1" fmla="*/ 0 h 6529489"/>
              <a:gd name="connsiteX2" fmla="*/ 1116770 w 6097588"/>
              <a:gd name="connsiteY2" fmla="*/ 6529489 h 6529489"/>
              <a:gd name="connsiteX3" fmla="*/ 0 w 6097588"/>
              <a:gd name="connsiteY3" fmla="*/ 4795838 h 6529489"/>
              <a:gd name="connsiteX4" fmla="*/ 0 w 6097588"/>
              <a:gd name="connsiteY4" fmla="*/ 0 h 6529489"/>
              <a:gd name="connsiteX0" fmla="*/ 0 w 6097588"/>
              <a:gd name="connsiteY0" fmla="*/ 0 h 6611736"/>
              <a:gd name="connsiteX1" fmla="*/ 6097588 w 6097588"/>
              <a:gd name="connsiteY1" fmla="*/ 0 h 6611736"/>
              <a:gd name="connsiteX2" fmla="*/ 1041780 w 6097588"/>
              <a:gd name="connsiteY2" fmla="*/ 6611736 h 6611736"/>
              <a:gd name="connsiteX3" fmla="*/ 0 w 6097588"/>
              <a:gd name="connsiteY3" fmla="*/ 4795838 h 6611736"/>
              <a:gd name="connsiteX4" fmla="*/ 0 w 6097588"/>
              <a:gd name="connsiteY4" fmla="*/ 0 h 6611736"/>
              <a:gd name="connsiteX0" fmla="*/ 0 w 6097588"/>
              <a:gd name="connsiteY0" fmla="*/ 0 h 6611736"/>
              <a:gd name="connsiteX1" fmla="*/ 6097588 w 6097588"/>
              <a:gd name="connsiteY1" fmla="*/ 0 h 6611736"/>
              <a:gd name="connsiteX2" fmla="*/ 1041780 w 6097588"/>
              <a:gd name="connsiteY2" fmla="*/ 6611736 h 6611736"/>
              <a:gd name="connsiteX3" fmla="*/ 0 w 6097588"/>
              <a:gd name="connsiteY3" fmla="*/ 4795838 h 6611736"/>
              <a:gd name="connsiteX4" fmla="*/ 0 w 6097588"/>
              <a:gd name="connsiteY4" fmla="*/ 0 h 6611736"/>
              <a:gd name="connsiteX0" fmla="*/ 0 w 6097588"/>
              <a:gd name="connsiteY0" fmla="*/ 0 h 6577675"/>
              <a:gd name="connsiteX1" fmla="*/ 6097588 w 6097588"/>
              <a:gd name="connsiteY1" fmla="*/ 0 h 6577675"/>
              <a:gd name="connsiteX2" fmla="*/ 1062740 w 6097588"/>
              <a:gd name="connsiteY2" fmla="*/ 6577675 h 6577675"/>
              <a:gd name="connsiteX3" fmla="*/ 0 w 6097588"/>
              <a:gd name="connsiteY3" fmla="*/ 4795838 h 6577675"/>
              <a:gd name="connsiteX4" fmla="*/ 0 w 6097588"/>
              <a:gd name="connsiteY4" fmla="*/ 0 h 6577675"/>
              <a:gd name="connsiteX0" fmla="*/ 0 w 6097588"/>
              <a:gd name="connsiteY0" fmla="*/ 0 h 6614356"/>
              <a:gd name="connsiteX1" fmla="*/ 6097588 w 6097588"/>
              <a:gd name="connsiteY1" fmla="*/ 0 h 6614356"/>
              <a:gd name="connsiteX2" fmla="*/ 1047020 w 6097588"/>
              <a:gd name="connsiteY2" fmla="*/ 6614356 h 6614356"/>
              <a:gd name="connsiteX3" fmla="*/ 0 w 6097588"/>
              <a:gd name="connsiteY3" fmla="*/ 4795838 h 6614356"/>
              <a:gd name="connsiteX4" fmla="*/ 0 w 6097588"/>
              <a:gd name="connsiteY4" fmla="*/ 0 h 6614356"/>
              <a:gd name="connsiteX0" fmla="*/ 0 w 6097588"/>
              <a:gd name="connsiteY0" fmla="*/ 0 h 6614356"/>
              <a:gd name="connsiteX1" fmla="*/ 6097588 w 6097588"/>
              <a:gd name="connsiteY1" fmla="*/ 0 h 6614356"/>
              <a:gd name="connsiteX2" fmla="*/ 1047020 w 6097588"/>
              <a:gd name="connsiteY2" fmla="*/ 6614356 h 6614356"/>
              <a:gd name="connsiteX3" fmla="*/ 0 w 6097588"/>
              <a:gd name="connsiteY3" fmla="*/ 4795838 h 6614356"/>
              <a:gd name="connsiteX4" fmla="*/ 0 w 6097588"/>
              <a:gd name="connsiteY4" fmla="*/ 0 h 6614356"/>
              <a:gd name="connsiteX0" fmla="*/ 0 w 6097588"/>
              <a:gd name="connsiteY0" fmla="*/ 0 h 6614356"/>
              <a:gd name="connsiteX1" fmla="*/ 6097588 w 6097588"/>
              <a:gd name="connsiteY1" fmla="*/ 0 h 6614356"/>
              <a:gd name="connsiteX2" fmla="*/ 1047020 w 6097588"/>
              <a:gd name="connsiteY2" fmla="*/ 6614356 h 6614356"/>
              <a:gd name="connsiteX3" fmla="*/ 0 w 6097588"/>
              <a:gd name="connsiteY3" fmla="*/ 4795838 h 6614356"/>
              <a:gd name="connsiteX4" fmla="*/ 0 w 6097588"/>
              <a:gd name="connsiteY4" fmla="*/ 0 h 6614356"/>
              <a:gd name="connsiteX0" fmla="*/ 0 w 6097588"/>
              <a:gd name="connsiteY0" fmla="*/ 0 h 6614356"/>
              <a:gd name="connsiteX1" fmla="*/ 6097588 w 6097588"/>
              <a:gd name="connsiteY1" fmla="*/ 0 h 6614356"/>
              <a:gd name="connsiteX2" fmla="*/ 1047020 w 6097588"/>
              <a:gd name="connsiteY2" fmla="*/ 6614356 h 6614356"/>
              <a:gd name="connsiteX3" fmla="*/ 0 w 6097588"/>
              <a:gd name="connsiteY3" fmla="*/ 4795838 h 6614356"/>
              <a:gd name="connsiteX4" fmla="*/ 0 w 6097588"/>
              <a:gd name="connsiteY4" fmla="*/ 0 h 6614356"/>
              <a:gd name="connsiteX0" fmla="*/ 0 w 6097588"/>
              <a:gd name="connsiteY0" fmla="*/ 0 h 6614356"/>
              <a:gd name="connsiteX1" fmla="*/ 6097588 w 6097588"/>
              <a:gd name="connsiteY1" fmla="*/ 0 h 6614356"/>
              <a:gd name="connsiteX2" fmla="*/ 1047020 w 6097588"/>
              <a:gd name="connsiteY2" fmla="*/ 6614356 h 6614356"/>
              <a:gd name="connsiteX3" fmla="*/ 0 w 6097588"/>
              <a:gd name="connsiteY3" fmla="*/ 4795838 h 6614356"/>
              <a:gd name="connsiteX4" fmla="*/ 0 w 6097588"/>
              <a:gd name="connsiteY4" fmla="*/ 0 h 6614356"/>
              <a:gd name="connsiteX0" fmla="*/ 0 w 6097588"/>
              <a:gd name="connsiteY0" fmla="*/ 0 h 6614356"/>
              <a:gd name="connsiteX1" fmla="*/ 6097588 w 6097588"/>
              <a:gd name="connsiteY1" fmla="*/ 0 h 6614356"/>
              <a:gd name="connsiteX2" fmla="*/ 1047020 w 6097588"/>
              <a:gd name="connsiteY2" fmla="*/ 6614356 h 6614356"/>
              <a:gd name="connsiteX3" fmla="*/ 0 w 6097588"/>
              <a:gd name="connsiteY3" fmla="*/ 4795838 h 6614356"/>
              <a:gd name="connsiteX4" fmla="*/ 0 w 6097588"/>
              <a:gd name="connsiteY4" fmla="*/ 0 h 6614356"/>
              <a:gd name="connsiteX0" fmla="*/ 0 w 6097588"/>
              <a:gd name="connsiteY0" fmla="*/ 0 h 6614356"/>
              <a:gd name="connsiteX1" fmla="*/ 6097588 w 6097588"/>
              <a:gd name="connsiteY1" fmla="*/ 0 h 6614356"/>
              <a:gd name="connsiteX2" fmla="*/ 1047020 w 6097588"/>
              <a:gd name="connsiteY2" fmla="*/ 6614356 h 6614356"/>
              <a:gd name="connsiteX3" fmla="*/ 0 w 6097588"/>
              <a:gd name="connsiteY3" fmla="*/ 4795838 h 6614356"/>
              <a:gd name="connsiteX4" fmla="*/ 0 w 6097588"/>
              <a:gd name="connsiteY4" fmla="*/ 0 h 6614356"/>
              <a:gd name="connsiteX0" fmla="*/ 0 w 6097588"/>
              <a:gd name="connsiteY0" fmla="*/ 0 h 6614356"/>
              <a:gd name="connsiteX1" fmla="*/ 6097588 w 6097588"/>
              <a:gd name="connsiteY1" fmla="*/ 0 h 6614356"/>
              <a:gd name="connsiteX2" fmla="*/ 1047020 w 6097588"/>
              <a:gd name="connsiteY2" fmla="*/ 6614356 h 6614356"/>
              <a:gd name="connsiteX3" fmla="*/ 0 w 6097588"/>
              <a:gd name="connsiteY3" fmla="*/ 4795838 h 6614356"/>
              <a:gd name="connsiteX4" fmla="*/ 0 w 6097588"/>
              <a:gd name="connsiteY4" fmla="*/ 0 h 6614356"/>
              <a:gd name="connsiteX0" fmla="*/ 0 w 6097588"/>
              <a:gd name="connsiteY0" fmla="*/ 0 h 6614356"/>
              <a:gd name="connsiteX1" fmla="*/ 6097588 w 6097588"/>
              <a:gd name="connsiteY1" fmla="*/ 0 h 6614356"/>
              <a:gd name="connsiteX2" fmla="*/ 1047020 w 6097588"/>
              <a:gd name="connsiteY2" fmla="*/ 6614356 h 6614356"/>
              <a:gd name="connsiteX3" fmla="*/ 0 w 6097588"/>
              <a:gd name="connsiteY3" fmla="*/ 4795838 h 6614356"/>
              <a:gd name="connsiteX4" fmla="*/ 0 w 6097588"/>
              <a:gd name="connsiteY4" fmla="*/ 0 h 6614356"/>
              <a:gd name="connsiteX0" fmla="*/ 0 w 6097588"/>
              <a:gd name="connsiteY0" fmla="*/ 0 h 6614356"/>
              <a:gd name="connsiteX1" fmla="*/ 6097588 w 6097588"/>
              <a:gd name="connsiteY1" fmla="*/ 0 h 6614356"/>
              <a:gd name="connsiteX2" fmla="*/ 1047020 w 6097588"/>
              <a:gd name="connsiteY2" fmla="*/ 6614356 h 6614356"/>
              <a:gd name="connsiteX3" fmla="*/ 0 w 6097588"/>
              <a:gd name="connsiteY3" fmla="*/ 4795838 h 6614356"/>
              <a:gd name="connsiteX4" fmla="*/ 0 w 6097588"/>
              <a:gd name="connsiteY4" fmla="*/ 0 h 6614356"/>
              <a:gd name="connsiteX0" fmla="*/ 0 w 6097588"/>
              <a:gd name="connsiteY0" fmla="*/ 0 h 6614356"/>
              <a:gd name="connsiteX1" fmla="*/ 6097588 w 6097588"/>
              <a:gd name="connsiteY1" fmla="*/ 0 h 6614356"/>
              <a:gd name="connsiteX2" fmla="*/ 1047020 w 6097588"/>
              <a:gd name="connsiteY2" fmla="*/ 6614356 h 6614356"/>
              <a:gd name="connsiteX3" fmla="*/ 0 w 6097588"/>
              <a:gd name="connsiteY3" fmla="*/ 4795838 h 6614356"/>
              <a:gd name="connsiteX4" fmla="*/ 0 w 6097588"/>
              <a:gd name="connsiteY4" fmla="*/ 0 h 6614356"/>
              <a:gd name="connsiteX0" fmla="*/ 0 w 6097588"/>
              <a:gd name="connsiteY0" fmla="*/ 0 h 6621613"/>
              <a:gd name="connsiteX1" fmla="*/ 6097588 w 6097588"/>
              <a:gd name="connsiteY1" fmla="*/ 0 h 6621613"/>
              <a:gd name="connsiteX2" fmla="*/ 1050649 w 6097588"/>
              <a:gd name="connsiteY2" fmla="*/ 6621613 h 6621613"/>
              <a:gd name="connsiteX3" fmla="*/ 0 w 6097588"/>
              <a:gd name="connsiteY3" fmla="*/ 4795838 h 6621613"/>
              <a:gd name="connsiteX4" fmla="*/ 0 w 6097588"/>
              <a:gd name="connsiteY4" fmla="*/ 0 h 6621613"/>
              <a:gd name="connsiteX0" fmla="*/ 0 w 6097588"/>
              <a:gd name="connsiteY0" fmla="*/ 0 h 6621613"/>
              <a:gd name="connsiteX1" fmla="*/ 6097588 w 6097588"/>
              <a:gd name="connsiteY1" fmla="*/ 0 h 6621613"/>
              <a:gd name="connsiteX2" fmla="*/ 1050649 w 6097588"/>
              <a:gd name="connsiteY2" fmla="*/ 6621613 h 6621613"/>
              <a:gd name="connsiteX3" fmla="*/ 0 w 6097588"/>
              <a:gd name="connsiteY3" fmla="*/ 4795838 h 6621613"/>
              <a:gd name="connsiteX4" fmla="*/ 0 w 6097588"/>
              <a:gd name="connsiteY4" fmla="*/ 0 h 6621613"/>
              <a:gd name="connsiteX0" fmla="*/ 0 w 6097588"/>
              <a:gd name="connsiteY0" fmla="*/ 0 h 6621613"/>
              <a:gd name="connsiteX1" fmla="*/ 6097588 w 6097588"/>
              <a:gd name="connsiteY1" fmla="*/ 0 h 6621613"/>
              <a:gd name="connsiteX2" fmla="*/ 1050649 w 6097588"/>
              <a:gd name="connsiteY2" fmla="*/ 6621613 h 6621613"/>
              <a:gd name="connsiteX3" fmla="*/ 0 w 6097588"/>
              <a:gd name="connsiteY3" fmla="*/ 4795838 h 6621613"/>
              <a:gd name="connsiteX4" fmla="*/ 0 w 6097588"/>
              <a:gd name="connsiteY4" fmla="*/ 0 h 6621613"/>
              <a:gd name="connsiteX0" fmla="*/ 0 w 6097588"/>
              <a:gd name="connsiteY0" fmla="*/ 0 h 6621613"/>
              <a:gd name="connsiteX1" fmla="*/ 6097588 w 6097588"/>
              <a:gd name="connsiteY1" fmla="*/ 0 h 6621613"/>
              <a:gd name="connsiteX2" fmla="*/ 1050649 w 6097588"/>
              <a:gd name="connsiteY2" fmla="*/ 6621613 h 6621613"/>
              <a:gd name="connsiteX3" fmla="*/ 0 w 6097588"/>
              <a:gd name="connsiteY3" fmla="*/ 4795838 h 6621613"/>
              <a:gd name="connsiteX4" fmla="*/ 0 w 6097588"/>
              <a:gd name="connsiteY4" fmla="*/ 0 h 6621613"/>
              <a:gd name="connsiteX0" fmla="*/ 0 w 6097588"/>
              <a:gd name="connsiteY0" fmla="*/ 0 h 6621613"/>
              <a:gd name="connsiteX1" fmla="*/ 6097588 w 6097588"/>
              <a:gd name="connsiteY1" fmla="*/ 0 h 6621613"/>
              <a:gd name="connsiteX2" fmla="*/ 1050649 w 6097588"/>
              <a:gd name="connsiteY2" fmla="*/ 6621613 h 6621613"/>
              <a:gd name="connsiteX3" fmla="*/ 0 w 6097588"/>
              <a:gd name="connsiteY3" fmla="*/ 4795838 h 6621613"/>
              <a:gd name="connsiteX4" fmla="*/ 0 w 6097588"/>
              <a:gd name="connsiteY4" fmla="*/ 0 h 6621613"/>
              <a:gd name="connsiteX0" fmla="*/ 0 w 6097588"/>
              <a:gd name="connsiteY0" fmla="*/ 0 h 6621613"/>
              <a:gd name="connsiteX1" fmla="*/ 6097588 w 6097588"/>
              <a:gd name="connsiteY1" fmla="*/ 0 h 6621613"/>
              <a:gd name="connsiteX2" fmla="*/ 1050649 w 6097588"/>
              <a:gd name="connsiteY2" fmla="*/ 6621613 h 6621613"/>
              <a:gd name="connsiteX3" fmla="*/ 0 w 6097588"/>
              <a:gd name="connsiteY3" fmla="*/ 4795838 h 6621613"/>
              <a:gd name="connsiteX4" fmla="*/ 0 w 6097588"/>
              <a:gd name="connsiteY4" fmla="*/ 0 h 6621613"/>
              <a:gd name="connsiteX0" fmla="*/ 0 w 6097588"/>
              <a:gd name="connsiteY0" fmla="*/ 0 h 6621613"/>
              <a:gd name="connsiteX1" fmla="*/ 6097588 w 6097588"/>
              <a:gd name="connsiteY1" fmla="*/ 0 h 6621613"/>
              <a:gd name="connsiteX2" fmla="*/ 1050649 w 6097588"/>
              <a:gd name="connsiteY2" fmla="*/ 6621613 h 6621613"/>
              <a:gd name="connsiteX3" fmla="*/ 0 w 6097588"/>
              <a:gd name="connsiteY3" fmla="*/ 4795838 h 6621613"/>
              <a:gd name="connsiteX4" fmla="*/ 0 w 6097588"/>
              <a:gd name="connsiteY4" fmla="*/ 0 h 6621613"/>
              <a:gd name="connsiteX0" fmla="*/ 0 w 6097588"/>
              <a:gd name="connsiteY0" fmla="*/ 0 h 6621613"/>
              <a:gd name="connsiteX1" fmla="*/ 6097588 w 6097588"/>
              <a:gd name="connsiteY1" fmla="*/ 0 h 6621613"/>
              <a:gd name="connsiteX2" fmla="*/ 1050649 w 6097588"/>
              <a:gd name="connsiteY2" fmla="*/ 6621613 h 6621613"/>
              <a:gd name="connsiteX3" fmla="*/ 0 w 6097588"/>
              <a:gd name="connsiteY3" fmla="*/ 4795838 h 6621613"/>
              <a:gd name="connsiteX4" fmla="*/ 0 w 6097588"/>
              <a:gd name="connsiteY4" fmla="*/ 0 h 6621613"/>
              <a:gd name="connsiteX0" fmla="*/ 0 w 6097588"/>
              <a:gd name="connsiteY0" fmla="*/ 0 h 6621613"/>
              <a:gd name="connsiteX1" fmla="*/ 6097588 w 6097588"/>
              <a:gd name="connsiteY1" fmla="*/ 0 h 6621613"/>
              <a:gd name="connsiteX2" fmla="*/ 1050649 w 6097588"/>
              <a:gd name="connsiteY2" fmla="*/ 6621613 h 6621613"/>
              <a:gd name="connsiteX3" fmla="*/ 0 w 6097588"/>
              <a:gd name="connsiteY3" fmla="*/ 4795838 h 6621613"/>
              <a:gd name="connsiteX4" fmla="*/ 0 w 6097588"/>
              <a:gd name="connsiteY4" fmla="*/ 0 h 6621613"/>
              <a:gd name="connsiteX0" fmla="*/ 0 w 6097588"/>
              <a:gd name="connsiteY0" fmla="*/ 0 h 6621613"/>
              <a:gd name="connsiteX1" fmla="*/ 6097588 w 6097588"/>
              <a:gd name="connsiteY1" fmla="*/ 0 h 6621613"/>
              <a:gd name="connsiteX2" fmla="*/ 1050649 w 6097588"/>
              <a:gd name="connsiteY2" fmla="*/ 6621613 h 6621613"/>
              <a:gd name="connsiteX3" fmla="*/ 0 w 6097588"/>
              <a:gd name="connsiteY3" fmla="*/ 4795838 h 6621613"/>
              <a:gd name="connsiteX4" fmla="*/ 0 w 6097588"/>
              <a:gd name="connsiteY4" fmla="*/ 0 h 6621613"/>
              <a:gd name="connsiteX0" fmla="*/ 0 w 6108739"/>
              <a:gd name="connsiteY0" fmla="*/ 0 h 6621613"/>
              <a:gd name="connsiteX1" fmla="*/ 6108739 w 6108739"/>
              <a:gd name="connsiteY1" fmla="*/ 0 h 6621613"/>
              <a:gd name="connsiteX2" fmla="*/ 1050649 w 6108739"/>
              <a:gd name="connsiteY2" fmla="*/ 6621613 h 6621613"/>
              <a:gd name="connsiteX3" fmla="*/ 0 w 6108739"/>
              <a:gd name="connsiteY3" fmla="*/ 4795838 h 6621613"/>
              <a:gd name="connsiteX4" fmla="*/ 0 w 6108739"/>
              <a:gd name="connsiteY4" fmla="*/ 0 h 6621613"/>
              <a:gd name="connsiteX0" fmla="*/ 0 w 6099214"/>
              <a:gd name="connsiteY0" fmla="*/ 0 h 6621613"/>
              <a:gd name="connsiteX1" fmla="*/ 6099214 w 6099214"/>
              <a:gd name="connsiteY1" fmla="*/ 0 h 6621613"/>
              <a:gd name="connsiteX2" fmla="*/ 1050649 w 6099214"/>
              <a:gd name="connsiteY2" fmla="*/ 6621613 h 6621613"/>
              <a:gd name="connsiteX3" fmla="*/ 0 w 6099214"/>
              <a:gd name="connsiteY3" fmla="*/ 4795838 h 6621613"/>
              <a:gd name="connsiteX4" fmla="*/ 0 w 6099214"/>
              <a:gd name="connsiteY4" fmla="*/ 0 h 6621613"/>
              <a:gd name="connsiteX0" fmla="*/ 0 w 6099214"/>
              <a:gd name="connsiteY0" fmla="*/ 0 h 6621613"/>
              <a:gd name="connsiteX1" fmla="*/ 6099214 w 6099214"/>
              <a:gd name="connsiteY1" fmla="*/ 0 h 6621613"/>
              <a:gd name="connsiteX2" fmla="*/ 1050649 w 6099214"/>
              <a:gd name="connsiteY2" fmla="*/ 6621613 h 6621613"/>
              <a:gd name="connsiteX3" fmla="*/ 0 w 6099214"/>
              <a:gd name="connsiteY3" fmla="*/ 4795838 h 6621613"/>
              <a:gd name="connsiteX4" fmla="*/ 0 w 6099214"/>
              <a:gd name="connsiteY4" fmla="*/ 0 h 6621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9214" h="6621613">
                <a:moveTo>
                  <a:pt x="0" y="0"/>
                </a:moveTo>
                <a:lnTo>
                  <a:pt x="6099214" y="0"/>
                </a:lnTo>
                <a:cubicBezTo>
                  <a:pt x="3490483" y="2165821"/>
                  <a:pt x="1902596" y="4985807"/>
                  <a:pt x="1050649" y="6621613"/>
                </a:cubicBezTo>
                <a:lnTo>
                  <a:pt x="0" y="4795838"/>
                </a:lnTo>
                <a:lnTo>
                  <a:pt x="0" y="0"/>
                </a:lnTo>
                <a:close/>
              </a:path>
            </a:pathLst>
          </a:custGeom>
        </p:spPr>
        <p:txBody>
          <a:bodyPr anchor="ctr"/>
          <a:lstStyle>
            <a:lvl1pPr marL="0" indent="0" algn="l">
              <a:buNone/>
              <a:defRPr sz="1800" b="0" i="1" baseline="0">
                <a:solidFill>
                  <a:schemeClr val="accent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 noProof="0" dirty="0"/>
              <a:t>Click here	&gt;&gt;</a:t>
            </a:r>
          </a:p>
          <a:p>
            <a:r>
              <a:rPr lang="en-US" noProof="0" dirty="0"/>
              <a:t>to insert a picture</a:t>
            </a:r>
          </a:p>
        </p:txBody>
      </p:sp>
      <p:sp>
        <p:nvSpPr>
          <p:cNvPr id="8" name="Bildplatzhalt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7509050" y="5520421"/>
            <a:ext cx="1908000" cy="720000"/>
          </a:xfrm>
          <a:prstGeom prst="rect">
            <a:avLst/>
          </a:prstGeom>
          <a:noFill/>
          <a:ln w="952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0" bIns="0" rtlCol="0" anchor="ctr" anchorCtr="0"/>
          <a:lstStyle>
            <a:lvl1pPr algn="r">
              <a:defRPr lang="en-GB" sz="1200" baseline="0" dirty="0">
                <a:solidFill>
                  <a:schemeClr val="bg2"/>
                </a:solidFill>
                <a:latin typeface="+mn-lt"/>
                <a:cs typeface="+mn-cs"/>
              </a:defRPr>
            </a:lvl1pPr>
          </a:lstStyle>
          <a:p>
            <a:pPr lvl="0"/>
            <a:r>
              <a:rPr lang="en-US" noProof="0" dirty="0"/>
              <a:t>Insert client logo</a:t>
            </a:r>
          </a:p>
        </p:txBody>
      </p:sp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3117051" y="3334423"/>
            <a:ext cx="6300000" cy="964800"/>
          </a:xfrm>
        </p:spPr>
        <p:txBody>
          <a:bodyPr lIns="0" rIns="0" anchor="b">
            <a:noAutofit/>
          </a:bodyPr>
          <a:lstStyle>
            <a:lvl1pPr algn="r">
              <a:defRPr sz="2800" cap="none" baseline="0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 noProof="0" dirty="0"/>
              <a:t>Placeholder for your title</a:t>
            </a:r>
          </a:p>
        </p:txBody>
      </p:sp>
      <p:sp>
        <p:nvSpPr>
          <p:cNvPr id="14" name="Textplatzhalter 25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3117051" y="4425489"/>
            <a:ext cx="6300000" cy="482400"/>
          </a:xfrm>
          <a:prstGeom prst="rect">
            <a:avLst/>
          </a:prstGeom>
        </p:spPr>
        <p:txBody>
          <a:bodyPr lIns="0" tIns="72000" rIns="0" bIns="72000" anchor="ctr">
            <a:no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i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Placeholder for your sub headline</a:t>
            </a:r>
          </a:p>
        </p:txBody>
      </p:sp>
      <p:sp>
        <p:nvSpPr>
          <p:cNvPr id="15" name="Textplatzhalter 25"/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3117051" y="5034155"/>
            <a:ext cx="6300000" cy="360000"/>
          </a:xfrm>
          <a:prstGeom prst="rect">
            <a:avLst/>
          </a:prstGeom>
        </p:spPr>
        <p:txBody>
          <a:bodyPr lIns="0" tIns="72000" rIns="0" bIns="72000" anchor="ctr">
            <a:no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i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Date | Author | distribution</a:t>
            </a:r>
          </a:p>
        </p:txBody>
      </p:sp>
      <p:pic>
        <p:nvPicPr>
          <p:cNvPr id="11" name="Image 10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"/>
            <a:ext cx="6061005" cy="6496334"/>
          </a:xfrm>
          <a:prstGeom prst="rect">
            <a:avLst/>
          </a:prstGeom>
        </p:spPr>
      </p:pic>
      <p:pic>
        <p:nvPicPr>
          <p:cNvPr id="13" name="Picture 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624000" y="1152000"/>
            <a:ext cx="2827312" cy="3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45467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Purple + Ima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" r="-63997" b="-5943"/>
          <a:stretch/>
        </p:blipFill>
        <p:spPr bwMode="auto">
          <a:xfrm>
            <a:off x="0" y="0"/>
            <a:ext cx="9906000" cy="68564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</p:pic>
      <p:sp>
        <p:nvSpPr>
          <p:cNvPr id="9" name="Espace réservé pour une image  35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0" y="1"/>
            <a:ext cx="6109200" cy="6621613"/>
          </a:xfrm>
          <a:custGeom>
            <a:avLst/>
            <a:gdLst>
              <a:gd name="connsiteX0" fmla="*/ 0 w 6097588"/>
              <a:gd name="connsiteY0" fmla="*/ 0 h 4795838"/>
              <a:gd name="connsiteX1" fmla="*/ 6097588 w 6097588"/>
              <a:gd name="connsiteY1" fmla="*/ 0 h 4795838"/>
              <a:gd name="connsiteX2" fmla="*/ 6097588 w 6097588"/>
              <a:gd name="connsiteY2" fmla="*/ 4795838 h 4795838"/>
              <a:gd name="connsiteX3" fmla="*/ 0 w 6097588"/>
              <a:gd name="connsiteY3" fmla="*/ 4795838 h 4795838"/>
              <a:gd name="connsiteX4" fmla="*/ 0 w 6097588"/>
              <a:gd name="connsiteY4" fmla="*/ 0 h 4795838"/>
              <a:gd name="connsiteX0" fmla="*/ 0 w 6097588"/>
              <a:gd name="connsiteY0" fmla="*/ 0 h 6635927"/>
              <a:gd name="connsiteX1" fmla="*/ 6097588 w 6097588"/>
              <a:gd name="connsiteY1" fmla="*/ 0 h 6635927"/>
              <a:gd name="connsiteX2" fmla="*/ 1051455 w 6097588"/>
              <a:gd name="connsiteY2" fmla="*/ 6635927 h 6635927"/>
              <a:gd name="connsiteX3" fmla="*/ 0 w 6097588"/>
              <a:gd name="connsiteY3" fmla="*/ 4795838 h 6635927"/>
              <a:gd name="connsiteX4" fmla="*/ 0 w 6097588"/>
              <a:gd name="connsiteY4" fmla="*/ 0 h 6635927"/>
              <a:gd name="connsiteX0" fmla="*/ 0 w 6097588"/>
              <a:gd name="connsiteY0" fmla="*/ 0 h 6502879"/>
              <a:gd name="connsiteX1" fmla="*/ 6097588 w 6097588"/>
              <a:gd name="connsiteY1" fmla="*/ 0 h 6502879"/>
              <a:gd name="connsiteX2" fmla="*/ 1027264 w 6097588"/>
              <a:gd name="connsiteY2" fmla="*/ 6502879 h 6502879"/>
              <a:gd name="connsiteX3" fmla="*/ 0 w 6097588"/>
              <a:gd name="connsiteY3" fmla="*/ 4795838 h 6502879"/>
              <a:gd name="connsiteX4" fmla="*/ 0 w 6097588"/>
              <a:gd name="connsiteY4" fmla="*/ 0 h 6502879"/>
              <a:gd name="connsiteX0" fmla="*/ 0 w 6097588"/>
              <a:gd name="connsiteY0" fmla="*/ 0 h 6616574"/>
              <a:gd name="connsiteX1" fmla="*/ 6097588 w 6097588"/>
              <a:gd name="connsiteY1" fmla="*/ 0 h 6616574"/>
              <a:gd name="connsiteX2" fmla="*/ 1044198 w 6097588"/>
              <a:gd name="connsiteY2" fmla="*/ 6616574 h 6616574"/>
              <a:gd name="connsiteX3" fmla="*/ 0 w 6097588"/>
              <a:gd name="connsiteY3" fmla="*/ 4795838 h 6616574"/>
              <a:gd name="connsiteX4" fmla="*/ 0 w 6097588"/>
              <a:gd name="connsiteY4" fmla="*/ 0 h 6616574"/>
              <a:gd name="connsiteX0" fmla="*/ 0 w 6097588"/>
              <a:gd name="connsiteY0" fmla="*/ 0 h 6575450"/>
              <a:gd name="connsiteX1" fmla="*/ 6097588 w 6097588"/>
              <a:gd name="connsiteY1" fmla="*/ 0 h 6575450"/>
              <a:gd name="connsiteX2" fmla="*/ 1078065 w 6097588"/>
              <a:gd name="connsiteY2" fmla="*/ 6575450 h 6575450"/>
              <a:gd name="connsiteX3" fmla="*/ 0 w 6097588"/>
              <a:gd name="connsiteY3" fmla="*/ 4795838 h 6575450"/>
              <a:gd name="connsiteX4" fmla="*/ 0 w 6097588"/>
              <a:gd name="connsiteY4" fmla="*/ 0 h 6575450"/>
              <a:gd name="connsiteX0" fmla="*/ 0 w 6097588"/>
              <a:gd name="connsiteY0" fmla="*/ 0 h 6616574"/>
              <a:gd name="connsiteX1" fmla="*/ 6097588 w 6097588"/>
              <a:gd name="connsiteY1" fmla="*/ 0 h 6616574"/>
              <a:gd name="connsiteX2" fmla="*/ 1046618 w 6097588"/>
              <a:gd name="connsiteY2" fmla="*/ 6616574 h 6616574"/>
              <a:gd name="connsiteX3" fmla="*/ 0 w 6097588"/>
              <a:gd name="connsiteY3" fmla="*/ 4795838 h 6616574"/>
              <a:gd name="connsiteX4" fmla="*/ 0 w 6097588"/>
              <a:gd name="connsiteY4" fmla="*/ 0 h 6616574"/>
              <a:gd name="connsiteX0" fmla="*/ 0 w 6097588"/>
              <a:gd name="connsiteY0" fmla="*/ 0 h 6529489"/>
              <a:gd name="connsiteX1" fmla="*/ 6097588 w 6097588"/>
              <a:gd name="connsiteY1" fmla="*/ 0 h 6529489"/>
              <a:gd name="connsiteX2" fmla="*/ 1116770 w 6097588"/>
              <a:gd name="connsiteY2" fmla="*/ 6529489 h 6529489"/>
              <a:gd name="connsiteX3" fmla="*/ 0 w 6097588"/>
              <a:gd name="connsiteY3" fmla="*/ 4795838 h 6529489"/>
              <a:gd name="connsiteX4" fmla="*/ 0 w 6097588"/>
              <a:gd name="connsiteY4" fmla="*/ 0 h 6529489"/>
              <a:gd name="connsiteX0" fmla="*/ 0 w 6097588"/>
              <a:gd name="connsiteY0" fmla="*/ 0 h 6611736"/>
              <a:gd name="connsiteX1" fmla="*/ 6097588 w 6097588"/>
              <a:gd name="connsiteY1" fmla="*/ 0 h 6611736"/>
              <a:gd name="connsiteX2" fmla="*/ 1041780 w 6097588"/>
              <a:gd name="connsiteY2" fmla="*/ 6611736 h 6611736"/>
              <a:gd name="connsiteX3" fmla="*/ 0 w 6097588"/>
              <a:gd name="connsiteY3" fmla="*/ 4795838 h 6611736"/>
              <a:gd name="connsiteX4" fmla="*/ 0 w 6097588"/>
              <a:gd name="connsiteY4" fmla="*/ 0 h 6611736"/>
              <a:gd name="connsiteX0" fmla="*/ 0 w 6097588"/>
              <a:gd name="connsiteY0" fmla="*/ 0 h 6611736"/>
              <a:gd name="connsiteX1" fmla="*/ 6097588 w 6097588"/>
              <a:gd name="connsiteY1" fmla="*/ 0 h 6611736"/>
              <a:gd name="connsiteX2" fmla="*/ 1041780 w 6097588"/>
              <a:gd name="connsiteY2" fmla="*/ 6611736 h 6611736"/>
              <a:gd name="connsiteX3" fmla="*/ 0 w 6097588"/>
              <a:gd name="connsiteY3" fmla="*/ 4795838 h 6611736"/>
              <a:gd name="connsiteX4" fmla="*/ 0 w 6097588"/>
              <a:gd name="connsiteY4" fmla="*/ 0 h 6611736"/>
              <a:gd name="connsiteX0" fmla="*/ 0 w 6097588"/>
              <a:gd name="connsiteY0" fmla="*/ 0 h 6577675"/>
              <a:gd name="connsiteX1" fmla="*/ 6097588 w 6097588"/>
              <a:gd name="connsiteY1" fmla="*/ 0 h 6577675"/>
              <a:gd name="connsiteX2" fmla="*/ 1062740 w 6097588"/>
              <a:gd name="connsiteY2" fmla="*/ 6577675 h 6577675"/>
              <a:gd name="connsiteX3" fmla="*/ 0 w 6097588"/>
              <a:gd name="connsiteY3" fmla="*/ 4795838 h 6577675"/>
              <a:gd name="connsiteX4" fmla="*/ 0 w 6097588"/>
              <a:gd name="connsiteY4" fmla="*/ 0 h 6577675"/>
              <a:gd name="connsiteX0" fmla="*/ 0 w 6097588"/>
              <a:gd name="connsiteY0" fmla="*/ 0 h 6614356"/>
              <a:gd name="connsiteX1" fmla="*/ 6097588 w 6097588"/>
              <a:gd name="connsiteY1" fmla="*/ 0 h 6614356"/>
              <a:gd name="connsiteX2" fmla="*/ 1047020 w 6097588"/>
              <a:gd name="connsiteY2" fmla="*/ 6614356 h 6614356"/>
              <a:gd name="connsiteX3" fmla="*/ 0 w 6097588"/>
              <a:gd name="connsiteY3" fmla="*/ 4795838 h 6614356"/>
              <a:gd name="connsiteX4" fmla="*/ 0 w 6097588"/>
              <a:gd name="connsiteY4" fmla="*/ 0 h 6614356"/>
              <a:gd name="connsiteX0" fmla="*/ 0 w 6097588"/>
              <a:gd name="connsiteY0" fmla="*/ 0 h 6614356"/>
              <a:gd name="connsiteX1" fmla="*/ 6097588 w 6097588"/>
              <a:gd name="connsiteY1" fmla="*/ 0 h 6614356"/>
              <a:gd name="connsiteX2" fmla="*/ 1047020 w 6097588"/>
              <a:gd name="connsiteY2" fmla="*/ 6614356 h 6614356"/>
              <a:gd name="connsiteX3" fmla="*/ 0 w 6097588"/>
              <a:gd name="connsiteY3" fmla="*/ 4795838 h 6614356"/>
              <a:gd name="connsiteX4" fmla="*/ 0 w 6097588"/>
              <a:gd name="connsiteY4" fmla="*/ 0 h 6614356"/>
              <a:gd name="connsiteX0" fmla="*/ 0 w 6097588"/>
              <a:gd name="connsiteY0" fmla="*/ 0 h 6614356"/>
              <a:gd name="connsiteX1" fmla="*/ 6097588 w 6097588"/>
              <a:gd name="connsiteY1" fmla="*/ 0 h 6614356"/>
              <a:gd name="connsiteX2" fmla="*/ 1047020 w 6097588"/>
              <a:gd name="connsiteY2" fmla="*/ 6614356 h 6614356"/>
              <a:gd name="connsiteX3" fmla="*/ 0 w 6097588"/>
              <a:gd name="connsiteY3" fmla="*/ 4795838 h 6614356"/>
              <a:gd name="connsiteX4" fmla="*/ 0 w 6097588"/>
              <a:gd name="connsiteY4" fmla="*/ 0 h 6614356"/>
              <a:gd name="connsiteX0" fmla="*/ 0 w 6097588"/>
              <a:gd name="connsiteY0" fmla="*/ 0 h 6614356"/>
              <a:gd name="connsiteX1" fmla="*/ 6097588 w 6097588"/>
              <a:gd name="connsiteY1" fmla="*/ 0 h 6614356"/>
              <a:gd name="connsiteX2" fmla="*/ 1047020 w 6097588"/>
              <a:gd name="connsiteY2" fmla="*/ 6614356 h 6614356"/>
              <a:gd name="connsiteX3" fmla="*/ 0 w 6097588"/>
              <a:gd name="connsiteY3" fmla="*/ 4795838 h 6614356"/>
              <a:gd name="connsiteX4" fmla="*/ 0 w 6097588"/>
              <a:gd name="connsiteY4" fmla="*/ 0 h 6614356"/>
              <a:gd name="connsiteX0" fmla="*/ 0 w 6097588"/>
              <a:gd name="connsiteY0" fmla="*/ 0 h 6614356"/>
              <a:gd name="connsiteX1" fmla="*/ 6097588 w 6097588"/>
              <a:gd name="connsiteY1" fmla="*/ 0 h 6614356"/>
              <a:gd name="connsiteX2" fmla="*/ 1047020 w 6097588"/>
              <a:gd name="connsiteY2" fmla="*/ 6614356 h 6614356"/>
              <a:gd name="connsiteX3" fmla="*/ 0 w 6097588"/>
              <a:gd name="connsiteY3" fmla="*/ 4795838 h 6614356"/>
              <a:gd name="connsiteX4" fmla="*/ 0 w 6097588"/>
              <a:gd name="connsiteY4" fmla="*/ 0 h 6614356"/>
              <a:gd name="connsiteX0" fmla="*/ 0 w 6097588"/>
              <a:gd name="connsiteY0" fmla="*/ 0 h 6614356"/>
              <a:gd name="connsiteX1" fmla="*/ 6097588 w 6097588"/>
              <a:gd name="connsiteY1" fmla="*/ 0 h 6614356"/>
              <a:gd name="connsiteX2" fmla="*/ 1047020 w 6097588"/>
              <a:gd name="connsiteY2" fmla="*/ 6614356 h 6614356"/>
              <a:gd name="connsiteX3" fmla="*/ 0 w 6097588"/>
              <a:gd name="connsiteY3" fmla="*/ 4795838 h 6614356"/>
              <a:gd name="connsiteX4" fmla="*/ 0 w 6097588"/>
              <a:gd name="connsiteY4" fmla="*/ 0 h 6614356"/>
              <a:gd name="connsiteX0" fmla="*/ 0 w 6097588"/>
              <a:gd name="connsiteY0" fmla="*/ 0 h 6614356"/>
              <a:gd name="connsiteX1" fmla="*/ 6097588 w 6097588"/>
              <a:gd name="connsiteY1" fmla="*/ 0 h 6614356"/>
              <a:gd name="connsiteX2" fmla="*/ 1047020 w 6097588"/>
              <a:gd name="connsiteY2" fmla="*/ 6614356 h 6614356"/>
              <a:gd name="connsiteX3" fmla="*/ 0 w 6097588"/>
              <a:gd name="connsiteY3" fmla="*/ 4795838 h 6614356"/>
              <a:gd name="connsiteX4" fmla="*/ 0 w 6097588"/>
              <a:gd name="connsiteY4" fmla="*/ 0 h 6614356"/>
              <a:gd name="connsiteX0" fmla="*/ 0 w 6097588"/>
              <a:gd name="connsiteY0" fmla="*/ 0 h 6614356"/>
              <a:gd name="connsiteX1" fmla="*/ 6097588 w 6097588"/>
              <a:gd name="connsiteY1" fmla="*/ 0 h 6614356"/>
              <a:gd name="connsiteX2" fmla="*/ 1047020 w 6097588"/>
              <a:gd name="connsiteY2" fmla="*/ 6614356 h 6614356"/>
              <a:gd name="connsiteX3" fmla="*/ 0 w 6097588"/>
              <a:gd name="connsiteY3" fmla="*/ 4795838 h 6614356"/>
              <a:gd name="connsiteX4" fmla="*/ 0 w 6097588"/>
              <a:gd name="connsiteY4" fmla="*/ 0 h 6614356"/>
              <a:gd name="connsiteX0" fmla="*/ 0 w 6097588"/>
              <a:gd name="connsiteY0" fmla="*/ 0 h 6614356"/>
              <a:gd name="connsiteX1" fmla="*/ 6097588 w 6097588"/>
              <a:gd name="connsiteY1" fmla="*/ 0 h 6614356"/>
              <a:gd name="connsiteX2" fmla="*/ 1047020 w 6097588"/>
              <a:gd name="connsiteY2" fmla="*/ 6614356 h 6614356"/>
              <a:gd name="connsiteX3" fmla="*/ 0 w 6097588"/>
              <a:gd name="connsiteY3" fmla="*/ 4795838 h 6614356"/>
              <a:gd name="connsiteX4" fmla="*/ 0 w 6097588"/>
              <a:gd name="connsiteY4" fmla="*/ 0 h 6614356"/>
              <a:gd name="connsiteX0" fmla="*/ 0 w 6097588"/>
              <a:gd name="connsiteY0" fmla="*/ 0 h 6614356"/>
              <a:gd name="connsiteX1" fmla="*/ 6097588 w 6097588"/>
              <a:gd name="connsiteY1" fmla="*/ 0 h 6614356"/>
              <a:gd name="connsiteX2" fmla="*/ 1047020 w 6097588"/>
              <a:gd name="connsiteY2" fmla="*/ 6614356 h 6614356"/>
              <a:gd name="connsiteX3" fmla="*/ 0 w 6097588"/>
              <a:gd name="connsiteY3" fmla="*/ 4795838 h 6614356"/>
              <a:gd name="connsiteX4" fmla="*/ 0 w 6097588"/>
              <a:gd name="connsiteY4" fmla="*/ 0 h 6614356"/>
              <a:gd name="connsiteX0" fmla="*/ 0 w 6097588"/>
              <a:gd name="connsiteY0" fmla="*/ 0 h 6614356"/>
              <a:gd name="connsiteX1" fmla="*/ 6097588 w 6097588"/>
              <a:gd name="connsiteY1" fmla="*/ 0 h 6614356"/>
              <a:gd name="connsiteX2" fmla="*/ 1047020 w 6097588"/>
              <a:gd name="connsiteY2" fmla="*/ 6614356 h 6614356"/>
              <a:gd name="connsiteX3" fmla="*/ 0 w 6097588"/>
              <a:gd name="connsiteY3" fmla="*/ 4795838 h 6614356"/>
              <a:gd name="connsiteX4" fmla="*/ 0 w 6097588"/>
              <a:gd name="connsiteY4" fmla="*/ 0 h 6614356"/>
              <a:gd name="connsiteX0" fmla="*/ 0 w 6097588"/>
              <a:gd name="connsiteY0" fmla="*/ 0 h 6621613"/>
              <a:gd name="connsiteX1" fmla="*/ 6097588 w 6097588"/>
              <a:gd name="connsiteY1" fmla="*/ 0 h 6621613"/>
              <a:gd name="connsiteX2" fmla="*/ 1050649 w 6097588"/>
              <a:gd name="connsiteY2" fmla="*/ 6621613 h 6621613"/>
              <a:gd name="connsiteX3" fmla="*/ 0 w 6097588"/>
              <a:gd name="connsiteY3" fmla="*/ 4795838 h 6621613"/>
              <a:gd name="connsiteX4" fmla="*/ 0 w 6097588"/>
              <a:gd name="connsiteY4" fmla="*/ 0 h 6621613"/>
              <a:gd name="connsiteX0" fmla="*/ 0 w 6097588"/>
              <a:gd name="connsiteY0" fmla="*/ 0 h 6621613"/>
              <a:gd name="connsiteX1" fmla="*/ 6097588 w 6097588"/>
              <a:gd name="connsiteY1" fmla="*/ 0 h 6621613"/>
              <a:gd name="connsiteX2" fmla="*/ 1050649 w 6097588"/>
              <a:gd name="connsiteY2" fmla="*/ 6621613 h 6621613"/>
              <a:gd name="connsiteX3" fmla="*/ 0 w 6097588"/>
              <a:gd name="connsiteY3" fmla="*/ 4795838 h 6621613"/>
              <a:gd name="connsiteX4" fmla="*/ 0 w 6097588"/>
              <a:gd name="connsiteY4" fmla="*/ 0 h 6621613"/>
              <a:gd name="connsiteX0" fmla="*/ 0 w 6097588"/>
              <a:gd name="connsiteY0" fmla="*/ 0 h 6621613"/>
              <a:gd name="connsiteX1" fmla="*/ 6097588 w 6097588"/>
              <a:gd name="connsiteY1" fmla="*/ 0 h 6621613"/>
              <a:gd name="connsiteX2" fmla="*/ 1050649 w 6097588"/>
              <a:gd name="connsiteY2" fmla="*/ 6621613 h 6621613"/>
              <a:gd name="connsiteX3" fmla="*/ 0 w 6097588"/>
              <a:gd name="connsiteY3" fmla="*/ 4795838 h 6621613"/>
              <a:gd name="connsiteX4" fmla="*/ 0 w 6097588"/>
              <a:gd name="connsiteY4" fmla="*/ 0 h 6621613"/>
              <a:gd name="connsiteX0" fmla="*/ 0 w 6097588"/>
              <a:gd name="connsiteY0" fmla="*/ 0 h 6621613"/>
              <a:gd name="connsiteX1" fmla="*/ 6097588 w 6097588"/>
              <a:gd name="connsiteY1" fmla="*/ 0 h 6621613"/>
              <a:gd name="connsiteX2" fmla="*/ 1050649 w 6097588"/>
              <a:gd name="connsiteY2" fmla="*/ 6621613 h 6621613"/>
              <a:gd name="connsiteX3" fmla="*/ 0 w 6097588"/>
              <a:gd name="connsiteY3" fmla="*/ 4795838 h 6621613"/>
              <a:gd name="connsiteX4" fmla="*/ 0 w 6097588"/>
              <a:gd name="connsiteY4" fmla="*/ 0 h 6621613"/>
              <a:gd name="connsiteX0" fmla="*/ 0 w 6097588"/>
              <a:gd name="connsiteY0" fmla="*/ 0 h 6621613"/>
              <a:gd name="connsiteX1" fmla="*/ 6097588 w 6097588"/>
              <a:gd name="connsiteY1" fmla="*/ 0 h 6621613"/>
              <a:gd name="connsiteX2" fmla="*/ 1050649 w 6097588"/>
              <a:gd name="connsiteY2" fmla="*/ 6621613 h 6621613"/>
              <a:gd name="connsiteX3" fmla="*/ 0 w 6097588"/>
              <a:gd name="connsiteY3" fmla="*/ 4795838 h 6621613"/>
              <a:gd name="connsiteX4" fmla="*/ 0 w 6097588"/>
              <a:gd name="connsiteY4" fmla="*/ 0 h 6621613"/>
              <a:gd name="connsiteX0" fmla="*/ 0 w 6097588"/>
              <a:gd name="connsiteY0" fmla="*/ 0 h 6621613"/>
              <a:gd name="connsiteX1" fmla="*/ 6097588 w 6097588"/>
              <a:gd name="connsiteY1" fmla="*/ 0 h 6621613"/>
              <a:gd name="connsiteX2" fmla="*/ 1050649 w 6097588"/>
              <a:gd name="connsiteY2" fmla="*/ 6621613 h 6621613"/>
              <a:gd name="connsiteX3" fmla="*/ 0 w 6097588"/>
              <a:gd name="connsiteY3" fmla="*/ 4795838 h 6621613"/>
              <a:gd name="connsiteX4" fmla="*/ 0 w 6097588"/>
              <a:gd name="connsiteY4" fmla="*/ 0 h 6621613"/>
              <a:gd name="connsiteX0" fmla="*/ 0 w 6097588"/>
              <a:gd name="connsiteY0" fmla="*/ 0 h 6621613"/>
              <a:gd name="connsiteX1" fmla="*/ 6097588 w 6097588"/>
              <a:gd name="connsiteY1" fmla="*/ 0 h 6621613"/>
              <a:gd name="connsiteX2" fmla="*/ 1050649 w 6097588"/>
              <a:gd name="connsiteY2" fmla="*/ 6621613 h 6621613"/>
              <a:gd name="connsiteX3" fmla="*/ 0 w 6097588"/>
              <a:gd name="connsiteY3" fmla="*/ 4795838 h 6621613"/>
              <a:gd name="connsiteX4" fmla="*/ 0 w 6097588"/>
              <a:gd name="connsiteY4" fmla="*/ 0 h 6621613"/>
              <a:gd name="connsiteX0" fmla="*/ 0 w 6097588"/>
              <a:gd name="connsiteY0" fmla="*/ 0 h 6621613"/>
              <a:gd name="connsiteX1" fmla="*/ 6097588 w 6097588"/>
              <a:gd name="connsiteY1" fmla="*/ 0 h 6621613"/>
              <a:gd name="connsiteX2" fmla="*/ 1050649 w 6097588"/>
              <a:gd name="connsiteY2" fmla="*/ 6621613 h 6621613"/>
              <a:gd name="connsiteX3" fmla="*/ 0 w 6097588"/>
              <a:gd name="connsiteY3" fmla="*/ 4795838 h 6621613"/>
              <a:gd name="connsiteX4" fmla="*/ 0 w 6097588"/>
              <a:gd name="connsiteY4" fmla="*/ 0 h 6621613"/>
              <a:gd name="connsiteX0" fmla="*/ 0 w 6097588"/>
              <a:gd name="connsiteY0" fmla="*/ 0 h 6621613"/>
              <a:gd name="connsiteX1" fmla="*/ 6097588 w 6097588"/>
              <a:gd name="connsiteY1" fmla="*/ 0 h 6621613"/>
              <a:gd name="connsiteX2" fmla="*/ 1050649 w 6097588"/>
              <a:gd name="connsiteY2" fmla="*/ 6621613 h 6621613"/>
              <a:gd name="connsiteX3" fmla="*/ 0 w 6097588"/>
              <a:gd name="connsiteY3" fmla="*/ 4795838 h 6621613"/>
              <a:gd name="connsiteX4" fmla="*/ 0 w 6097588"/>
              <a:gd name="connsiteY4" fmla="*/ 0 h 6621613"/>
              <a:gd name="connsiteX0" fmla="*/ 0 w 6097588"/>
              <a:gd name="connsiteY0" fmla="*/ 0 h 6621613"/>
              <a:gd name="connsiteX1" fmla="*/ 6097588 w 6097588"/>
              <a:gd name="connsiteY1" fmla="*/ 0 h 6621613"/>
              <a:gd name="connsiteX2" fmla="*/ 1050649 w 6097588"/>
              <a:gd name="connsiteY2" fmla="*/ 6621613 h 6621613"/>
              <a:gd name="connsiteX3" fmla="*/ 0 w 6097588"/>
              <a:gd name="connsiteY3" fmla="*/ 4795838 h 6621613"/>
              <a:gd name="connsiteX4" fmla="*/ 0 w 6097588"/>
              <a:gd name="connsiteY4" fmla="*/ 0 h 6621613"/>
              <a:gd name="connsiteX0" fmla="*/ 0 w 6108739"/>
              <a:gd name="connsiteY0" fmla="*/ 0 h 6621613"/>
              <a:gd name="connsiteX1" fmla="*/ 6108739 w 6108739"/>
              <a:gd name="connsiteY1" fmla="*/ 0 h 6621613"/>
              <a:gd name="connsiteX2" fmla="*/ 1050649 w 6108739"/>
              <a:gd name="connsiteY2" fmla="*/ 6621613 h 6621613"/>
              <a:gd name="connsiteX3" fmla="*/ 0 w 6108739"/>
              <a:gd name="connsiteY3" fmla="*/ 4795838 h 6621613"/>
              <a:gd name="connsiteX4" fmla="*/ 0 w 6108739"/>
              <a:gd name="connsiteY4" fmla="*/ 0 h 6621613"/>
              <a:gd name="connsiteX0" fmla="*/ 0 w 6099214"/>
              <a:gd name="connsiteY0" fmla="*/ 0 h 6621613"/>
              <a:gd name="connsiteX1" fmla="*/ 6099214 w 6099214"/>
              <a:gd name="connsiteY1" fmla="*/ 0 h 6621613"/>
              <a:gd name="connsiteX2" fmla="*/ 1050649 w 6099214"/>
              <a:gd name="connsiteY2" fmla="*/ 6621613 h 6621613"/>
              <a:gd name="connsiteX3" fmla="*/ 0 w 6099214"/>
              <a:gd name="connsiteY3" fmla="*/ 4795838 h 6621613"/>
              <a:gd name="connsiteX4" fmla="*/ 0 w 6099214"/>
              <a:gd name="connsiteY4" fmla="*/ 0 h 6621613"/>
              <a:gd name="connsiteX0" fmla="*/ 0 w 6099214"/>
              <a:gd name="connsiteY0" fmla="*/ 0 h 6621613"/>
              <a:gd name="connsiteX1" fmla="*/ 6099214 w 6099214"/>
              <a:gd name="connsiteY1" fmla="*/ 0 h 6621613"/>
              <a:gd name="connsiteX2" fmla="*/ 1050649 w 6099214"/>
              <a:gd name="connsiteY2" fmla="*/ 6621613 h 6621613"/>
              <a:gd name="connsiteX3" fmla="*/ 0 w 6099214"/>
              <a:gd name="connsiteY3" fmla="*/ 4795838 h 6621613"/>
              <a:gd name="connsiteX4" fmla="*/ 0 w 6099214"/>
              <a:gd name="connsiteY4" fmla="*/ 0 h 6621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9214" h="6621613">
                <a:moveTo>
                  <a:pt x="0" y="0"/>
                </a:moveTo>
                <a:lnTo>
                  <a:pt x="6099214" y="0"/>
                </a:lnTo>
                <a:cubicBezTo>
                  <a:pt x="3490483" y="2165821"/>
                  <a:pt x="1902596" y="4985807"/>
                  <a:pt x="1050649" y="6621613"/>
                </a:cubicBezTo>
                <a:lnTo>
                  <a:pt x="0" y="4795838"/>
                </a:lnTo>
                <a:lnTo>
                  <a:pt x="0" y="0"/>
                </a:lnTo>
                <a:close/>
              </a:path>
            </a:pathLst>
          </a:custGeom>
        </p:spPr>
        <p:txBody>
          <a:bodyPr anchor="ctr"/>
          <a:lstStyle>
            <a:lvl1pPr marL="0" indent="0" algn="l">
              <a:buNone/>
              <a:defRPr sz="1800" b="0" i="1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 noProof="0" dirty="0"/>
              <a:t>Click here 	&gt;&gt;</a:t>
            </a:r>
          </a:p>
          <a:p>
            <a:r>
              <a:rPr lang="en-US" noProof="0" dirty="0"/>
              <a:t>to insert a picture</a:t>
            </a:r>
          </a:p>
        </p:txBody>
      </p:sp>
      <p:sp>
        <p:nvSpPr>
          <p:cNvPr id="10" name="Bildplatzhalt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7509051" y="5520421"/>
            <a:ext cx="1908000" cy="720000"/>
          </a:xfrm>
          <a:prstGeom prst="rect">
            <a:avLst/>
          </a:prstGeom>
          <a:noFill/>
          <a:ln w="952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0" bIns="0" rtlCol="0" anchor="ctr" anchorCtr="0"/>
          <a:lstStyle>
            <a:lvl1pPr algn="r">
              <a:defRPr lang="en-GB" sz="1200" dirty="0">
                <a:solidFill>
                  <a:schemeClr val="bg1"/>
                </a:solidFill>
                <a:latin typeface="+mn-lt"/>
                <a:cs typeface="+mn-cs"/>
              </a:defRPr>
            </a:lvl1pPr>
          </a:lstStyle>
          <a:p>
            <a:pPr lvl="0"/>
            <a:r>
              <a:rPr lang="en-US" noProof="0" dirty="0"/>
              <a:t>Insert client logo</a:t>
            </a:r>
          </a:p>
        </p:txBody>
      </p:sp>
      <p:sp>
        <p:nvSpPr>
          <p:cNvPr id="11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3117051" y="3334423"/>
            <a:ext cx="6300000" cy="964800"/>
          </a:xfrm>
        </p:spPr>
        <p:txBody>
          <a:bodyPr lIns="0" rIns="0" anchor="b">
            <a:noAutofit/>
          </a:bodyPr>
          <a:lstStyle>
            <a:lvl1pPr algn="r">
              <a:defRPr sz="280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noProof="0" dirty="0"/>
              <a:t>Placeholder for your title</a:t>
            </a:r>
          </a:p>
        </p:txBody>
      </p:sp>
      <p:sp>
        <p:nvSpPr>
          <p:cNvPr id="15" name="Textplatzhalter 25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3117051" y="4425489"/>
            <a:ext cx="6300000" cy="482400"/>
          </a:xfrm>
          <a:prstGeom prst="rect">
            <a:avLst/>
          </a:prstGeom>
        </p:spPr>
        <p:txBody>
          <a:bodyPr lIns="0" tIns="72000" rIns="0" bIns="72000" anchor="ctr">
            <a:no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Placeholder for your sub headline</a:t>
            </a:r>
          </a:p>
        </p:txBody>
      </p:sp>
      <p:sp>
        <p:nvSpPr>
          <p:cNvPr id="16" name="Textplatzhalter 25"/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3117051" y="5034155"/>
            <a:ext cx="6300000" cy="360000"/>
          </a:xfrm>
          <a:prstGeom prst="rect">
            <a:avLst/>
          </a:prstGeom>
        </p:spPr>
        <p:txBody>
          <a:bodyPr lIns="0" tIns="72000" rIns="0" bIns="72000" anchor="ctr">
            <a:no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Date | Author | distribution</a:t>
            </a:r>
          </a:p>
        </p:txBody>
      </p:sp>
      <p:pic>
        <p:nvPicPr>
          <p:cNvPr id="8" name="Picture 7"/>
          <p:cNvPicPr>
            <a:picLocks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624000" y="1152000"/>
            <a:ext cx="2826000" cy="3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97000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7" y="144314"/>
            <a:ext cx="9216000" cy="260350"/>
          </a:xfrm>
          <a:prstGeom prst="rect">
            <a:avLst/>
          </a:prstGeom>
        </p:spPr>
        <p:txBody>
          <a:bodyPr lIns="108000" tIns="0" rIns="108000" bIns="0" anchor="b"/>
          <a:lstStyle>
            <a:lvl1pPr>
              <a:spcBef>
                <a:spcPts val="0"/>
              </a:spcBef>
              <a:defRPr sz="1000" i="0" cap="all" baseline="0">
                <a:solidFill>
                  <a:schemeClr val="accent4"/>
                </a:solidFill>
                <a:latin typeface="+mj-lt"/>
              </a:defRPr>
            </a:lvl1pPr>
            <a:lvl2pPr>
              <a:defRPr sz="1000"/>
            </a:lvl2pPr>
          </a:lstStyle>
          <a:p>
            <a:pPr lvl="0"/>
            <a:r>
              <a:rPr lang="en-US" noProof="0" dirty="0"/>
              <a:t>Insert a top title here - must not exceed 1 line</a:t>
            </a: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344487" y="404664"/>
            <a:ext cx="9216000" cy="863749"/>
          </a:xfrm>
          <a:prstGeom prst="rect">
            <a:avLst/>
          </a:prstGeom>
          <a:noFill/>
        </p:spPr>
        <p:txBody>
          <a:bodyPr vert="horz" lIns="108000" tIns="0" rIns="108000" bIns="0" rtlCol="0" anchor="t">
            <a:noAutofit/>
          </a:bodyPr>
          <a:lstStyle/>
          <a:p>
            <a:r>
              <a:rPr lang="en-US" dirty="0"/>
              <a:t>Complete with a title here that carries your message on two lines at most for more </a:t>
            </a:r>
            <a:r>
              <a:rPr lang="en-US" noProof="0" dirty="0"/>
              <a:t>readability</a:t>
            </a:r>
          </a:p>
        </p:txBody>
      </p:sp>
    </p:spTree>
    <p:extLst>
      <p:ext uri="{BB962C8B-B14F-4D97-AF65-F5344CB8AC3E}">
        <p14:creationId xmlns:p14="http://schemas.microsoft.com/office/powerpoint/2010/main" val="130209721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5600" y="404665"/>
            <a:ext cx="9216000" cy="863748"/>
          </a:xfrm>
        </p:spPr>
        <p:txBody>
          <a:bodyPr lIns="108000" tIns="0" rIns="108000" bIns="0"/>
          <a:lstStyle>
            <a:lvl1pPr>
              <a:defRPr sz="2200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Complete with a title here that carries your message on two lines at most for more </a:t>
            </a:r>
            <a:r>
              <a:rPr lang="en-US" noProof="0" dirty="0"/>
              <a:t>readability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45600" y="144314"/>
            <a:ext cx="9216000" cy="260350"/>
          </a:xfrm>
          <a:prstGeom prst="rect">
            <a:avLst/>
          </a:prstGeom>
        </p:spPr>
        <p:txBody>
          <a:bodyPr lIns="108000" tIns="0" rIns="108000" bIns="0" anchor="b"/>
          <a:lstStyle>
            <a:lvl1pPr>
              <a:spcBef>
                <a:spcPts val="0"/>
              </a:spcBef>
              <a:defRPr sz="1000" i="0" cap="all" baseline="0">
                <a:solidFill>
                  <a:schemeClr val="accent4"/>
                </a:solidFill>
                <a:latin typeface="+mj-lt"/>
              </a:defRPr>
            </a:lvl1pPr>
            <a:lvl2pPr>
              <a:defRPr sz="1000"/>
            </a:lvl2pPr>
          </a:lstStyle>
          <a:p>
            <a:pPr lvl="0"/>
            <a:r>
              <a:rPr lang="en-US" noProof="0" dirty="0"/>
              <a:t>Insert a top title here - must not exceed 1 line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4" hasCustomPrompt="1"/>
          </p:nvPr>
        </p:nvSpPr>
        <p:spPr>
          <a:xfrm>
            <a:off x="345600" y="1268413"/>
            <a:ext cx="9216000" cy="4968875"/>
          </a:xfrm>
          <a:prstGeom prst="rect">
            <a:avLst/>
          </a:prstGeom>
        </p:spPr>
        <p:txBody>
          <a:bodyPr lIns="108000" tIns="108000" rIns="108000" bIns="108000"/>
          <a:lstStyle>
            <a:lvl1pPr marL="0" marR="0" indent="0" algn="just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  <a:lvl2pPr marL="358775" marR="0" indent="-358775" algn="just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503078"/>
              </a:buClr>
              <a:buSzTx/>
              <a:buFont typeface="Tempus Sans ITC" panose="04020404030D07020202" pitchFamily="82" charset="0"/>
              <a:buChar char="/"/>
              <a:tabLst/>
              <a:defRPr>
                <a:solidFill>
                  <a:schemeClr val="tx1"/>
                </a:solidFill>
              </a:defRPr>
            </a:lvl2pPr>
            <a:lvl3pPr marL="360000" marR="0" indent="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baseline="0">
                <a:solidFill>
                  <a:schemeClr val="tx1"/>
                </a:solidFill>
              </a:defRPr>
            </a:lvl3pPr>
            <a:lvl4pPr marL="648000" marR="0" indent="-28800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›"/>
              <a:tabLst/>
              <a:defRPr>
                <a:solidFill>
                  <a:schemeClr val="tx1"/>
                </a:solidFill>
              </a:defRPr>
            </a:lvl4pPr>
            <a:lvl5pPr marL="900000" marR="0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>
                <a:solidFill>
                  <a:schemeClr val="tx1"/>
                </a:solidFill>
              </a:defRPr>
            </a:lvl5pPr>
            <a:lvl6pPr marL="900000" marR="0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>
                <a:solidFill>
                  <a:schemeClr val="tx1"/>
                </a:solidFill>
              </a:defRPr>
            </a:lvl6pPr>
            <a:lvl7pPr marL="900000" marR="0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>
                <a:solidFill>
                  <a:schemeClr val="tx1"/>
                </a:solidFill>
              </a:defRPr>
            </a:lvl7pPr>
            <a:lvl8pPr marL="900000" marR="0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>
                <a:solidFill>
                  <a:schemeClr val="tx1"/>
                </a:solidFill>
              </a:defRPr>
            </a:lvl8pPr>
            <a:lvl9pPr marL="900000" marR="0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>
                <a:solidFill>
                  <a:schemeClr val="tx1"/>
                </a:solidFill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03078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Level 1 - To move to the next level, Alt + Shift + right arrow</a:t>
            </a:r>
          </a:p>
          <a:p>
            <a:pPr marL="358775" marR="0" lvl="1" indent="-358775" algn="just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503078"/>
              </a:buClr>
              <a:buSzTx/>
              <a:buFont typeface="Tempus Sans ITC" panose="04020404030D07020202" pitchFamily="82" charset="0"/>
              <a:buChar char="/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Level 2</a:t>
            </a:r>
          </a:p>
          <a:p>
            <a:pPr marL="360000" marR="0" lvl="2" indent="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Level 3</a:t>
            </a:r>
          </a:p>
          <a:p>
            <a:pPr marL="648000" marR="0" lvl="3" indent="-28800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›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Level 4</a:t>
            </a:r>
          </a:p>
          <a:p>
            <a:pPr marL="900000" marR="0" lvl="4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Level 5</a:t>
            </a:r>
          </a:p>
          <a:p>
            <a:pPr marL="900000" marR="0" lvl="5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Level 6</a:t>
            </a:r>
          </a:p>
          <a:p>
            <a:pPr marL="900000" marR="0" lvl="6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Level 7</a:t>
            </a:r>
          </a:p>
          <a:p>
            <a:pPr marL="900000" marR="0" lvl="7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Level 8</a:t>
            </a:r>
          </a:p>
          <a:p>
            <a:pPr marL="900000" marR="0" lvl="8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Level 9</a:t>
            </a:r>
          </a:p>
        </p:txBody>
      </p:sp>
    </p:spTree>
    <p:extLst>
      <p:ext uri="{BB962C8B-B14F-4D97-AF65-F5344CB8AC3E}">
        <p14:creationId xmlns:p14="http://schemas.microsoft.com/office/powerpoint/2010/main" val="27712834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lat Text left + Tex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4"/>
          <p:cNvSpPr>
            <a:spLocks noGrp="1"/>
          </p:cNvSpPr>
          <p:nvPr>
            <p:ph sz="quarter" idx="14" hasCustomPrompt="1"/>
          </p:nvPr>
        </p:nvSpPr>
        <p:spPr>
          <a:xfrm>
            <a:off x="345600" y="1268413"/>
            <a:ext cx="4470545" cy="4968000"/>
          </a:xfrm>
          <a:prstGeom prst="rect">
            <a:avLst/>
          </a:prstGeom>
          <a:solidFill>
            <a:srgbClr val="F4F3F0"/>
          </a:solidFill>
        </p:spPr>
        <p:txBody>
          <a:bodyPr lIns="108000" tIns="108000" rIns="108000" bIns="108000"/>
          <a:lstStyle>
            <a:lvl1pPr marL="0" marR="0" indent="0" algn="just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bg2"/>
                </a:solidFill>
              </a:defRPr>
            </a:lvl1pPr>
            <a:lvl2pPr marL="358775" marR="0" indent="-358775" algn="just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503078"/>
              </a:buClr>
              <a:buSzTx/>
              <a:buFont typeface="Tempus Sans ITC" panose="04020404030D07020202" pitchFamily="82" charset="0"/>
              <a:buChar char="/"/>
              <a:tabLst/>
              <a:defRPr>
                <a:solidFill>
                  <a:schemeClr val="tx1"/>
                </a:solidFill>
              </a:defRPr>
            </a:lvl2pPr>
            <a:lvl3pPr marL="360000" marR="0" indent="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tx1"/>
                </a:solidFill>
              </a:defRPr>
            </a:lvl3pPr>
            <a:lvl4pPr marL="648000" marR="0" indent="-28800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›"/>
              <a:tabLst/>
              <a:defRPr>
                <a:solidFill>
                  <a:schemeClr val="tx1"/>
                </a:solidFill>
              </a:defRPr>
            </a:lvl4pPr>
            <a:lvl5pPr marL="900000" marR="0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>
                <a:solidFill>
                  <a:schemeClr val="tx1"/>
                </a:solidFill>
              </a:defRPr>
            </a:lvl5pPr>
            <a:lvl6pPr marL="900000" marR="0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>
                <a:solidFill>
                  <a:schemeClr val="tx1"/>
                </a:solidFill>
              </a:defRPr>
            </a:lvl6pPr>
            <a:lvl7pPr marL="900000" marR="0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>
                <a:solidFill>
                  <a:schemeClr val="tx1"/>
                </a:solidFill>
              </a:defRPr>
            </a:lvl7pPr>
            <a:lvl8pPr marL="900000" marR="0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>
                <a:solidFill>
                  <a:schemeClr val="tx1"/>
                </a:solidFill>
              </a:defRPr>
            </a:lvl8pPr>
            <a:lvl9pPr marL="900000" marR="0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>
                <a:solidFill>
                  <a:schemeClr val="tx1"/>
                </a:solidFill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03078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Level 1 - To move to the next level, Alt + Shift + right arrow</a:t>
            </a:r>
          </a:p>
          <a:p>
            <a:pPr marL="358775" marR="0" lvl="1" indent="-358775" algn="just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503078"/>
              </a:buClr>
              <a:buSzTx/>
              <a:buFont typeface="Tempus Sans ITC" panose="04020404030D07020202" pitchFamily="82" charset="0"/>
              <a:buChar char="/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Level 2</a:t>
            </a:r>
          </a:p>
          <a:p>
            <a:pPr marL="360000" marR="0" lvl="2" indent="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Level 3</a:t>
            </a:r>
          </a:p>
          <a:p>
            <a:pPr marL="648000" marR="0" lvl="3" indent="-28800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›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Level 4</a:t>
            </a:r>
          </a:p>
          <a:p>
            <a:pPr marL="900000" marR="0" lvl="4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Level 5</a:t>
            </a:r>
          </a:p>
          <a:p>
            <a:pPr marL="900000" marR="0" lvl="5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Level 6</a:t>
            </a:r>
          </a:p>
          <a:p>
            <a:pPr marL="900000" marR="0" lvl="6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Level 7</a:t>
            </a:r>
          </a:p>
          <a:p>
            <a:pPr marL="900000" marR="0" lvl="7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Level 8</a:t>
            </a:r>
          </a:p>
          <a:p>
            <a:pPr marL="900000" marR="0" lvl="8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Level 9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quarter" idx="15" hasCustomPrompt="1"/>
          </p:nvPr>
        </p:nvSpPr>
        <p:spPr>
          <a:xfrm>
            <a:off x="5090968" y="1268413"/>
            <a:ext cx="4470545" cy="4968000"/>
          </a:xfrm>
          <a:prstGeom prst="rect">
            <a:avLst/>
          </a:prstGeom>
        </p:spPr>
        <p:txBody>
          <a:bodyPr lIns="108000" tIns="108000" rIns="108000" bIns="108000"/>
          <a:lstStyle>
            <a:lvl1pPr marL="0" marR="0" indent="0" algn="just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bg2"/>
                </a:solidFill>
              </a:defRPr>
            </a:lvl1pPr>
            <a:lvl2pPr marL="358775" marR="0" indent="-358775" algn="just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503078"/>
              </a:buClr>
              <a:buSzTx/>
              <a:buFont typeface="Tempus Sans ITC" panose="04020404030D07020202" pitchFamily="82" charset="0"/>
              <a:buChar char="/"/>
              <a:tabLst/>
              <a:defRPr>
                <a:solidFill>
                  <a:schemeClr val="tx1"/>
                </a:solidFill>
              </a:defRPr>
            </a:lvl2pPr>
            <a:lvl3pPr marL="360000" marR="0" indent="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tx1"/>
                </a:solidFill>
              </a:defRPr>
            </a:lvl3pPr>
            <a:lvl4pPr marL="648000" marR="0" indent="-28800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›"/>
              <a:tabLst/>
              <a:defRPr>
                <a:solidFill>
                  <a:schemeClr val="tx1"/>
                </a:solidFill>
              </a:defRPr>
            </a:lvl4pPr>
            <a:lvl5pPr marL="900000" marR="0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>
                <a:solidFill>
                  <a:schemeClr val="tx1"/>
                </a:solidFill>
              </a:defRPr>
            </a:lvl5pPr>
            <a:lvl6pPr marL="900000" marR="0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>
                <a:solidFill>
                  <a:schemeClr val="tx1"/>
                </a:solidFill>
              </a:defRPr>
            </a:lvl6pPr>
            <a:lvl7pPr marL="900000" marR="0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>
                <a:solidFill>
                  <a:schemeClr val="tx1"/>
                </a:solidFill>
              </a:defRPr>
            </a:lvl7pPr>
            <a:lvl8pPr marL="900000" marR="0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>
                <a:solidFill>
                  <a:schemeClr val="tx1"/>
                </a:solidFill>
              </a:defRPr>
            </a:lvl8pPr>
            <a:lvl9pPr marL="900000" marR="0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>
                <a:solidFill>
                  <a:schemeClr val="tx1"/>
                </a:solidFill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03078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Level 1 - To move to the next level, Alt + Shift + right arrow</a:t>
            </a:r>
          </a:p>
          <a:p>
            <a:pPr marL="358775" marR="0" lvl="1" indent="-358775" algn="just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503078"/>
              </a:buClr>
              <a:buSzTx/>
              <a:buFont typeface="Tempus Sans ITC" panose="04020404030D07020202" pitchFamily="82" charset="0"/>
              <a:buChar char="/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Level 2</a:t>
            </a:r>
          </a:p>
          <a:p>
            <a:pPr marL="360000" marR="0" lvl="2" indent="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Level 3</a:t>
            </a:r>
          </a:p>
          <a:p>
            <a:pPr marL="648000" marR="0" lvl="3" indent="-28800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›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Level 4</a:t>
            </a:r>
          </a:p>
          <a:p>
            <a:pPr marL="900000" marR="0" lvl="4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Level 5</a:t>
            </a:r>
          </a:p>
          <a:p>
            <a:pPr marL="900000" marR="0" lvl="5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Level 6</a:t>
            </a:r>
          </a:p>
          <a:p>
            <a:pPr marL="900000" marR="0" lvl="6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Level 7</a:t>
            </a:r>
          </a:p>
          <a:p>
            <a:pPr marL="900000" marR="0" lvl="7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Level 8</a:t>
            </a:r>
          </a:p>
          <a:p>
            <a:pPr marL="900000" marR="0" lvl="8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Level 9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345600" y="404665"/>
            <a:ext cx="9216000" cy="863748"/>
          </a:xfrm>
        </p:spPr>
        <p:txBody>
          <a:bodyPr lIns="108000" tIns="0" rIns="108000" bIns="0"/>
          <a:lstStyle>
            <a:lvl1pPr>
              <a:defRPr sz="2200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Complete with a title here that carries your message on two lines at most for more </a:t>
            </a:r>
            <a:r>
              <a:rPr lang="en-US" noProof="0" dirty="0"/>
              <a:t>readability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45600" y="144314"/>
            <a:ext cx="9216000" cy="260350"/>
          </a:xfrm>
          <a:prstGeom prst="rect">
            <a:avLst/>
          </a:prstGeom>
        </p:spPr>
        <p:txBody>
          <a:bodyPr lIns="108000" tIns="0" rIns="108000" bIns="0" anchor="b"/>
          <a:lstStyle>
            <a:lvl1pPr>
              <a:spcBef>
                <a:spcPts val="0"/>
              </a:spcBef>
              <a:defRPr sz="1000" i="0" cap="all" baseline="0">
                <a:solidFill>
                  <a:schemeClr val="accent4"/>
                </a:solidFill>
                <a:latin typeface="+mj-lt"/>
              </a:defRPr>
            </a:lvl1pPr>
            <a:lvl2pPr>
              <a:defRPr sz="1000"/>
            </a:lvl2pPr>
          </a:lstStyle>
          <a:p>
            <a:pPr lvl="0"/>
            <a:r>
              <a:rPr lang="en-US" noProof="0" dirty="0"/>
              <a:t>Insert a top title here - must not exceed 1 line</a:t>
            </a:r>
          </a:p>
        </p:txBody>
      </p:sp>
    </p:spTree>
    <p:extLst>
      <p:ext uri="{BB962C8B-B14F-4D97-AF65-F5344CB8AC3E}">
        <p14:creationId xmlns:p14="http://schemas.microsoft.com/office/powerpoint/2010/main" val="346193300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- 1 à 6 chapit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/>
          <p:cNvSpPr txBox="1">
            <a:spLocks/>
          </p:cNvSpPr>
          <p:nvPr userDrawn="1"/>
        </p:nvSpPr>
        <p:spPr>
          <a:xfrm>
            <a:off x="338439" y="404665"/>
            <a:ext cx="9216000" cy="863748"/>
          </a:xfrm>
          <a:prstGeom prst="rect">
            <a:avLst/>
          </a:prstGeom>
          <a:noFill/>
        </p:spPr>
        <p:txBody>
          <a:bodyPr vert="horz" lIns="108000" tIns="36000" rIns="10800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kern="1200" baseline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503078"/>
                </a:solidFill>
              </a:rPr>
              <a:t>AGENDA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1640632" y="1249572"/>
            <a:ext cx="6191926" cy="684000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l">
              <a:buClr>
                <a:schemeClr val="bg2"/>
              </a:buClr>
              <a:buFontTx/>
              <a:buNone/>
              <a:defRPr sz="2200" i="0" cap="none" baseline="0">
                <a:solidFill>
                  <a:schemeClr val="bg2"/>
                </a:solidFill>
              </a:defRPr>
            </a:lvl1pPr>
            <a:lvl2pPr>
              <a:defRPr sz="1000"/>
            </a:lvl2pPr>
          </a:lstStyle>
          <a:p>
            <a:pPr lvl="0"/>
            <a:r>
              <a:rPr lang="en-US" noProof="0" dirty="0"/>
              <a:t>Chapter 1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7" hasCustomPrompt="1"/>
          </p:nvPr>
        </p:nvSpPr>
        <p:spPr>
          <a:xfrm>
            <a:off x="1640632" y="2052195"/>
            <a:ext cx="6191926" cy="684000"/>
          </a:xfrm>
          <a:prstGeom prst="rect">
            <a:avLst/>
          </a:prstGeom>
        </p:spPr>
        <p:txBody>
          <a:bodyPr vert="horz" wrap="square" lIns="108000" tIns="108000" rIns="108000" bIns="108000" rtlCol="0" anchor="ctr">
            <a:noAutofit/>
          </a:bodyPr>
          <a:lstStyle>
            <a:lvl1pPr algn="l">
              <a:defRPr lang="fr-FR" sz="2200" i="0" cap="none" noProof="0" dirty="0">
                <a:solidFill>
                  <a:schemeClr val="bg2"/>
                </a:solidFill>
              </a:defRPr>
            </a:lvl1pPr>
          </a:lstStyle>
          <a:p>
            <a:pPr lvl="0">
              <a:buClr>
                <a:schemeClr val="bg2"/>
              </a:buClr>
            </a:pPr>
            <a:r>
              <a:rPr lang="en-US" noProof="0" dirty="0"/>
              <a:t>Chapter 2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9" hasCustomPrompt="1"/>
          </p:nvPr>
        </p:nvSpPr>
        <p:spPr>
          <a:xfrm>
            <a:off x="1640632" y="2854818"/>
            <a:ext cx="6191926" cy="684000"/>
          </a:xfrm>
          <a:prstGeom prst="rect">
            <a:avLst/>
          </a:prstGeom>
        </p:spPr>
        <p:txBody>
          <a:bodyPr vert="horz" wrap="square" lIns="108000" tIns="108000" rIns="108000" bIns="108000" rtlCol="0" anchor="ctr">
            <a:noAutofit/>
          </a:bodyPr>
          <a:lstStyle>
            <a:lvl1pPr algn="l">
              <a:defRPr lang="fr-FR" sz="2200" i="0" cap="none" noProof="0" dirty="0">
                <a:solidFill>
                  <a:schemeClr val="bg2"/>
                </a:solidFill>
              </a:defRPr>
            </a:lvl1pPr>
          </a:lstStyle>
          <a:p>
            <a:pPr lvl="0">
              <a:buClr>
                <a:schemeClr val="bg2"/>
              </a:buClr>
            </a:pPr>
            <a:r>
              <a:rPr lang="en-US" noProof="0" dirty="0"/>
              <a:t>Chapter 3</a:t>
            </a:r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21" hasCustomPrompt="1"/>
          </p:nvPr>
        </p:nvSpPr>
        <p:spPr>
          <a:xfrm>
            <a:off x="1640632" y="3657441"/>
            <a:ext cx="6191926" cy="684000"/>
          </a:xfrm>
          <a:prstGeom prst="rect">
            <a:avLst/>
          </a:prstGeom>
        </p:spPr>
        <p:txBody>
          <a:bodyPr vert="horz" wrap="square" lIns="108000" tIns="108000" rIns="108000" bIns="108000" rtlCol="0" anchor="ctr">
            <a:noAutofit/>
          </a:bodyPr>
          <a:lstStyle>
            <a:lvl1pPr algn="l">
              <a:defRPr lang="fr-FR" sz="2200" i="0" cap="none" noProof="0" dirty="0">
                <a:solidFill>
                  <a:schemeClr val="bg2"/>
                </a:solidFill>
              </a:defRPr>
            </a:lvl1pPr>
          </a:lstStyle>
          <a:p>
            <a:pPr lvl="0">
              <a:buClr>
                <a:schemeClr val="bg2"/>
              </a:buClr>
            </a:pPr>
            <a:r>
              <a:rPr lang="en-US" noProof="0" dirty="0"/>
              <a:t>Chapter 4</a:t>
            </a:r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23" hasCustomPrompt="1"/>
          </p:nvPr>
        </p:nvSpPr>
        <p:spPr>
          <a:xfrm>
            <a:off x="1640632" y="4460064"/>
            <a:ext cx="6191926" cy="684000"/>
          </a:xfrm>
          <a:prstGeom prst="rect">
            <a:avLst/>
          </a:prstGeom>
        </p:spPr>
        <p:txBody>
          <a:bodyPr vert="horz" wrap="square" lIns="108000" tIns="108000" rIns="108000" bIns="108000" rtlCol="0" anchor="ctr">
            <a:noAutofit/>
          </a:bodyPr>
          <a:lstStyle>
            <a:lvl1pPr algn="l">
              <a:defRPr lang="fr-FR" sz="2200" i="0" cap="none" noProof="0" dirty="0">
                <a:solidFill>
                  <a:schemeClr val="bg2"/>
                </a:solidFill>
              </a:defRPr>
            </a:lvl1pPr>
          </a:lstStyle>
          <a:p>
            <a:pPr lvl="0">
              <a:buClr>
                <a:schemeClr val="bg2"/>
              </a:buClr>
            </a:pPr>
            <a:r>
              <a:rPr lang="en-US" noProof="0" dirty="0"/>
              <a:t>Chapter 5</a:t>
            </a:r>
          </a:p>
        </p:txBody>
      </p:sp>
      <p:sp>
        <p:nvSpPr>
          <p:cNvPr id="30" name="Text Placeholder 8"/>
          <p:cNvSpPr>
            <a:spLocks noGrp="1"/>
          </p:cNvSpPr>
          <p:nvPr>
            <p:ph type="body" sz="quarter" idx="25" hasCustomPrompt="1"/>
          </p:nvPr>
        </p:nvSpPr>
        <p:spPr>
          <a:xfrm>
            <a:off x="8023693" y="1249572"/>
            <a:ext cx="1381928" cy="684000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algn="l">
              <a:defRPr sz="1000" b="0" i="0" cap="none" baseline="0">
                <a:solidFill>
                  <a:schemeClr val="bg2"/>
                </a:solidFill>
              </a:defRPr>
            </a:lvl1pPr>
            <a:lvl2pPr>
              <a:defRPr sz="1000"/>
            </a:lvl2pPr>
          </a:lstStyle>
          <a:p>
            <a:pPr lvl="0"/>
            <a:r>
              <a:rPr lang="en-US" noProof="0" dirty="0"/>
              <a:t>Page x</a:t>
            </a:r>
          </a:p>
        </p:txBody>
      </p:sp>
      <p:sp>
        <p:nvSpPr>
          <p:cNvPr id="32" name="Text Placeholder 8"/>
          <p:cNvSpPr>
            <a:spLocks noGrp="1"/>
          </p:cNvSpPr>
          <p:nvPr>
            <p:ph type="body" sz="quarter" idx="26" hasCustomPrompt="1"/>
          </p:nvPr>
        </p:nvSpPr>
        <p:spPr>
          <a:xfrm>
            <a:off x="8023693" y="4460064"/>
            <a:ext cx="1381928" cy="684000"/>
          </a:xfrm>
          <a:prstGeom prst="rect">
            <a:avLst/>
          </a:prstGeom>
        </p:spPr>
        <p:txBody>
          <a:bodyPr vert="horz" wrap="square" lIns="108000" tIns="108000" rIns="108000" bIns="108000" rtlCol="0" anchor="ctr">
            <a:noAutofit/>
          </a:bodyPr>
          <a:lstStyle>
            <a:lvl1pPr algn="l">
              <a:defRPr lang="fr-FR" sz="1000" b="0" i="0" cap="none" noProof="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 dirty="0"/>
              <a:t>Page x</a:t>
            </a:r>
          </a:p>
        </p:txBody>
      </p:sp>
      <p:sp>
        <p:nvSpPr>
          <p:cNvPr id="33" name="Text Placeholder 8"/>
          <p:cNvSpPr>
            <a:spLocks noGrp="1"/>
          </p:cNvSpPr>
          <p:nvPr>
            <p:ph type="body" sz="quarter" idx="27" hasCustomPrompt="1"/>
          </p:nvPr>
        </p:nvSpPr>
        <p:spPr>
          <a:xfrm>
            <a:off x="8023693" y="3657441"/>
            <a:ext cx="1381928" cy="684000"/>
          </a:xfrm>
          <a:prstGeom prst="rect">
            <a:avLst/>
          </a:prstGeom>
        </p:spPr>
        <p:txBody>
          <a:bodyPr vert="horz" wrap="square" lIns="108000" tIns="108000" rIns="108000" bIns="108000" rtlCol="0" anchor="ctr">
            <a:noAutofit/>
          </a:bodyPr>
          <a:lstStyle>
            <a:lvl1pPr algn="l">
              <a:defRPr lang="fr-FR" sz="1000" b="0" i="0" cap="none" noProof="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 dirty="0"/>
              <a:t>Page x</a:t>
            </a:r>
          </a:p>
        </p:txBody>
      </p:sp>
      <p:sp>
        <p:nvSpPr>
          <p:cNvPr id="34" name="Text Placeholder 8"/>
          <p:cNvSpPr>
            <a:spLocks noGrp="1"/>
          </p:cNvSpPr>
          <p:nvPr>
            <p:ph type="body" sz="quarter" idx="28" hasCustomPrompt="1"/>
          </p:nvPr>
        </p:nvSpPr>
        <p:spPr>
          <a:xfrm>
            <a:off x="8023693" y="2854818"/>
            <a:ext cx="1381928" cy="684000"/>
          </a:xfrm>
          <a:prstGeom prst="rect">
            <a:avLst/>
          </a:prstGeom>
        </p:spPr>
        <p:txBody>
          <a:bodyPr vert="horz" wrap="square" lIns="108000" tIns="108000" rIns="108000" bIns="108000" rtlCol="0" anchor="ctr">
            <a:noAutofit/>
          </a:bodyPr>
          <a:lstStyle>
            <a:lvl1pPr algn="l">
              <a:defRPr lang="fr-FR" sz="1000" b="0" i="0" cap="none" noProof="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 dirty="0"/>
              <a:t>Page x</a:t>
            </a:r>
          </a:p>
        </p:txBody>
      </p:sp>
      <p:sp>
        <p:nvSpPr>
          <p:cNvPr id="35" name="Text Placeholder 8"/>
          <p:cNvSpPr>
            <a:spLocks noGrp="1"/>
          </p:cNvSpPr>
          <p:nvPr>
            <p:ph type="body" sz="quarter" idx="29" hasCustomPrompt="1"/>
          </p:nvPr>
        </p:nvSpPr>
        <p:spPr>
          <a:xfrm>
            <a:off x="8023693" y="2052195"/>
            <a:ext cx="1381928" cy="684000"/>
          </a:xfrm>
          <a:prstGeom prst="rect">
            <a:avLst/>
          </a:prstGeom>
        </p:spPr>
        <p:txBody>
          <a:bodyPr vert="horz" wrap="square" lIns="108000" tIns="108000" rIns="108000" bIns="108000" rtlCol="0" anchor="ctr">
            <a:noAutofit/>
          </a:bodyPr>
          <a:lstStyle>
            <a:lvl1pPr algn="l">
              <a:defRPr lang="fr-FR" sz="1000" b="0" i="0" cap="none" noProof="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 dirty="0"/>
              <a:t>Page x</a:t>
            </a:r>
          </a:p>
        </p:txBody>
      </p:sp>
      <p:sp>
        <p:nvSpPr>
          <p:cNvPr id="24" name="Text Placeholder 8"/>
          <p:cNvSpPr>
            <a:spLocks noGrp="1"/>
          </p:cNvSpPr>
          <p:nvPr>
            <p:ph type="body" sz="quarter" idx="30" hasCustomPrompt="1"/>
          </p:nvPr>
        </p:nvSpPr>
        <p:spPr>
          <a:xfrm>
            <a:off x="1640632" y="5262689"/>
            <a:ext cx="6191926" cy="684000"/>
          </a:xfrm>
          <a:prstGeom prst="rect">
            <a:avLst/>
          </a:prstGeom>
        </p:spPr>
        <p:txBody>
          <a:bodyPr vert="horz" wrap="square" lIns="108000" tIns="108000" rIns="108000" bIns="108000" rtlCol="0" anchor="ctr">
            <a:noAutofit/>
          </a:bodyPr>
          <a:lstStyle>
            <a:lvl1pPr algn="l">
              <a:defRPr lang="fr-FR" sz="2200" i="0" cap="none" noProof="0" dirty="0">
                <a:solidFill>
                  <a:schemeClr val="bg2"/>
                </a:solidFill>
              </a:defRPr>
            </a:lvl1pPr>
          </a:lstStyle>
          <a:p>
            <a:pPr lvl="0">
              <a:buClr>
                <a:schemeClr val="bg2"/>
              </a:buClr>
            </a:pPr>
            <a:r>
              <a:rPr lang="en-US" noProof="0" dirty="0"/>
              <a:t>Chapter 6</a:t>
            </a:r>
          </a:p>
        </p:txBody>
      </p:sp>
      <p:sp>
        <p:nvSpPr>
          <p:cNvPr id="26" name="Text Placeholder 8"/>
          <p:cNvSpPr>
            <a:spLocks noGrp="1"/>
          </p:cNvSpPr>
          <p:nvPr>
            <p:ph type="body" sz="quarter" idx="32" hasCustomPrompt="1"/>
          </p:nvPr>
        </p:nvSpPr>
        <p:spPr>
          <a:xfrm>
            <a:off x="8023693" y="5262689"/>
            <a:ext cx="1381928" cy="684000"/>
          </a:xfrm>
          <a:prstGeom prst="rect">
            <a:avLst/>
          </a:prstGeom>
        </p:spPr>
        <p:txBody>
          <a:bodyPr vert="horz" wrap="square" lIns="108000" tIns="108000" rIns="108000" bIns="108000" rtlCol="0" anchor="ctr">
            <a:noAutofit/>
          </a:bodyPr>
          <a:lstStyle>
            <a:lvl1pPr algn="l">
              <a:defRPr lang="fr-FR" sz="1000" b="0" i="0" cap="none" noProof="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 dirty="0"/>
              <a:t>Page x</a:t>
            </a:r>
          </a:p>
        </p:txBody>
      </p:sp>
      <p:sp>
        <p:nvSpPr>
          <p:cNvPr id="44" name="Text Placeholder 4"/>
          <p:cNvSpPr>
            <a:spLocks noGrp="1"/>
          </p:cNvSpPr>
          <p:nvPr>
            <p:ph type="body" sz="quarter" idx="38" hasCustomPrompt="1"/>
          </p:nvPr>
        </p:nvSpPr>
        <p:spPr>
          <a:xfrm>
            <a:off x="338439" y="1249572"/>
            <a:ext cx="1080000" cy="684000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bg2"/>
              </a:buClr>
              <a:buFont typeface="Tempus Sans ITC" panose="04020404030D07020202" pitchFamily="82" charset="0"/>
              <a:buChar char="/"/>
              <a:defRPr sz="2200" b="1" i="0">
                <a:solidFill>
                  <a:schemeClr val="accent1"/>
                </a:solidFill>
              </a:defRPr>
            </a:lvl1pPr>
            <a:lvl2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2pPr>
            <a:lvl3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3pPr>
            <a:lvl4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cap="none" baseline="0">
                <a:solidFill>
                  <a:schemeClr val="bg2"/>
                </a:solidFill>
              </a:defRPr>
            </a:lvl4pPr>
            <a:lvl5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5pPr>
            <a:lvl6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6pPr>
            <a:lvl7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7pPr>
            <a:lvl8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8pPr>
            <a:lvl9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9pPr>
          </a:lstStyle>
          <a:p>
            <a:pPr lvl="0"/>
            <a:r>
              <a:rPr lang="en-US" noProof="0" dirty="0"/>
              <a:t>01</a:t>
            </a:r>
          </a:p>
        </p:txBody>
      </p:sp>
      <p:sp>
        <p:nvSpPr>
          <p:cNvPr id="45" name="Text Placeholder 4"/>
          <p:cNvSpPr>
            <a:spLocks noGrp="1"/>
          </p:cNvSpPr>
          <p:nvPr>
            <p:ph type="body" sz="quarter" idx="39" hasCustomPrompt="1"/>
          </p:nvPr>
        </p:nvSpPr>
        <p:spPr>
          <a:xfrm>
            <a:off x="338439" y="2052195"/>
            <a:ext cx="1080000" cy="684000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bg2"/>
              </a:buClr>
              <a:buFont typeface="Tempus Sans ITC" panose="04020404030D07020202" pitchFamily="82" charset="0"/>
              <a:buChar char="/"/>
              <a:defRPr sz="2200" b="1" i="0">
                <a:solidFill>
                  <a:schemeClr val="accent1"/>
                </a:solidFill>
              </a:defRPr>
            </a:lvl1pPr>
            <a:lvl2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2pPr>
            <a:lvl3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3pPr>
            <a:lvl4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cap="none" baseline="0">
                <a:solidFill>
                  <a:schemeClr val="bg2"/>
                </a:solidFill>
              </a:defRPr>
            </a:lvl4pPr>
            <a:lvl5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5pPr>
            <a:lvl6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6pPr>
            <a:lvl7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7pPr>
            <a:lvl8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8pPr>
            <a:lvl9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9pPr>
          </a:lstStyle>
          <a:p>
            <a:pPr lvl="0"/>
            <a:r>
              <a:rPr lang="en-US" noProof="0" dirty="0"/>
              <a:t>02</a:t>
            </a:r>
          </a:p>
        </p:txBody>
      </p:sp>
      <p:sp>
        <p:nvSpPr>
          <p:cNvPr id="46" name="Text Placeholder 4"/>
          <p:cNvSpPr>
            <a:spLocks noGrp="1"/>
          </p:cNvSpPr>
          <p:nvPr>
            <p:ph type="body" sz="quarter" idx="40" hasCustomPrompt="1"/>
          </p:nvPr>
        </p:nvSpPr>
        <p:spPr>
          <a:xfrm>
            <a:off x="338439" y="2854818"/>
            <a:ext cx="1080000" cy="684000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bg2"/>
              </a:buClr>
              <a:buFont typeface="Tempus Sans ITC" panose="04020404030D07020202" pitchFamily="82" charset="0"/>
              <a:buChar char="/"/>
              <a:defRPr sz="2200" b="1" i="0">
                <a:solidFill>
                  <a:schemeClr val="accent1"/>
                </a:solidFill>
              </a:defRPr>
            </a:lvl1pPr>
            <a:lvl2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2pPr>
            <a:lvl3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3pPr>
            <a:lvl4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cap="none" baseline="0">
                <a:solidFill>
                  <a:schemeClr val="bg2"/>
                </a:solidFill>
              </a:defRPr>
            </a:lvl4pPr>
            <a:lvl5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5pPr>
            <a:lvl6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6pPr>
            <a:lvl7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7pPr>
            <a:lvl8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8pPr>
            <a:lvl9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9pPr>
          </a:lstStyle>
          <a:p>
            <a:pPr lvl="0"/>
            <a:r>
              <a:rPr lang="en-US" noProof="0" dirty="0"/>
              <a:t>03</a:t>
            </a:r>
          </a:p>
        </p:txBody>
      </p:sp>
      <p:sp>
        <p:nvSpPr>
          <p:cNvPr id="47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338439" y="3657441"/>
            <a:ext cx="1080000" cy="684000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bg2"/>
              </a:buClr>
              <a:buFont typeface="Tempus Sans ITC" panose="04020404030D07020202" pitchFamily="82" charset="0"/>
              <a:buChar char="/"/>
              <a:defRPr sz="2200" b="1" i="0">
                <a:solidFill>
                  <a:schemeClr val="accent1"/>
                </a:solidFill>
              </a:defRPr>
            </a:lvl1pPr>
            <a:lvl2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2pPr>
            <a:lvl3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3pPr>
            <a:lvl4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cap="none" baseline="0">
                <a:solidFill>
                  <a:schemeClr val="bg2"/>
                </a:solidFill>
              </a:defRPr>
            </a:lvl4pPr>
            <a:lvl5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5pPr>
            <a:lvl6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6pPr>
            <a:lvl7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7pPr>
            <a:lvl8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8pPr>
            <a:lvl9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9pPr>
          </a:lstStyle>
          <a:p>
            <a:pPr lvl="0"/>
            <a:r>
              <a:rPr lang="en-US" noProof="0" dirty="0"/>
              <a:t>04</a:t>
            </a:r>
          </a:p>
        </p:txBody>
      </p:sp>
      <p:sp>
        <p:nvSpPr>
          <p:cNvPr id="48" name="Text Placeholder 4"/>
          <p:cNvSpPr>
            <a:spLocks noGrp="1"/>
          </p:cNvSpPr>
          <p:nvPr>
            <p:ph type="body" sz="quarter" idx="42" hasCustomPrompt="1"/>
          </p:nvPr>
        </p:nvSpPr>
        <p:spPr>
          <a:xfrm>
            <a:off x="338439" y="4460064"/>
            <a:ext cx="1080000" cy="684000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marL="342900" indent="-342900" algn="just">
              <a:lnSpc>
                <a:spcPct val="100000"/>
              </a:lnSpc>
              <a:spcBef>
                <a:spcPts val="400"/>
              </a:spcBef>
              <a:buClr>
                <a:schemeClr val="bg2"/>
              </a:buClr>
              <a:buFont typeface="Tempus Sans ITC" panose="04020404030D07020202" pitchFamily="82" charset="0"/>
              <a:buChar char="/"/>
              <a:defRPr sz="2200" b="1" i="0">
                <a:solidFill>
                  <a:schemeClr val="accent1"/>
                </a:solidFill>
              </a:defRPr>
            </a:lvl1pPr>
            <a:lvl2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2pPr>
            <a:lvl3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3pPr>
            <a:lvl4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cap="none" baseline="0">
                <a:solidFill>
                  <a:schemeClr val="bg2"/>
                </a:solidFill>
              </a:defRPr>
            </a:lvl4pPr>
            <a:lvl5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5pPr>
            <a:lvl6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6pPr>
            <a:lvl7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7pPr>
            <a:lvl8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8pPr>
            <a:lvl9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9pPr>
          </a:lstStyle>
          <a:p>
            <a:pPr lvl="0"/>
            <a:r>
              <a:rPr lang="en-US" noProof="0" dirty="0"/>
              <a:t>05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43" hasCustomPrompt="1"/>
          </p:nvPr>
        </p:nvSpPr>
        <p:spPr>
          <a:xfrm>
            <a:off x="338439" y="5262689"/>
            <a:ext cx="1080000" cy="684000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bg2"/>
              </a:buClr>
              <a:buFont typeface="Tempus Sans ITC" panose="04020404030D07020202" pitchFamily="82" charset="0"/>
              <a:buChar char="/"/>
              <a:defRPr sz="2200" b="1" i="0">
                <a:solidFill>
                  <a:schemeClr val="accent1"/>
                </a:solidFill>
              </a:defRPr>
            </a:lvl1pPr>
            <a:lvl2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2pPr>
            <a:lvl3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3pPr>
            <a:lvl4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cap="none" baseline="0">
                <a:solidFill>
                  <a:schemeClr val="bg2"/>
                </a:solidFill>
              </a:defRPr>
            </a:lvl4pPr>
            <a:lvl5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5pPr>
            <a:lvl6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6pPr>
            <a:lvl7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7pPr>
            <a:lvl8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8pPr>
            <a:lvl9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9pPr>
          </a:lstStyle>
          <a:p>
            <a:pPr lvl="0"/>
            <a:r>
              <a:rPr lang="en-US" noProof="0" dirty="0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86965374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- 1 à 10 chapit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1640632" y="1268760"/>
            <a:ext cx="6060908" cy="414000"/>
          </a:xfrm>
          <a:prstGeom prst="rect">
            <a:avLst/>
          </a:prstGeom>
        </p:spPr>
        <p:txBody>
          <a:bodyPr wrap="square" tIns="0" bIns="0" anchor="ctr">
            <a:noAutofit/>
          </a:bodyPr>
          <a:lstStyle>
            <a:lvl1pPr marL="0" indent="0" algn="l">
              <a:buClr>
                <a:schemeClr val="bg2"/>
              </a:buClr>
              <a:buFontTx/>
              <a:buNone/>
              <a:defRPr sz="2000" i="0" cap="none" baseline="0">
                <a:solidFill>
                  <a:schemeClr val="bg2"/>
                </a:solidFill>
              </a:defRPr>
            </a:lvl1pPr>
            <a:lvl2pPr>
              <a:defRPr sz="1000"/>
            </a:lvl2pPr>
          </a:lstStyle>
          <a:p>
            <a:pPr lvl="0"/>
            <a:r>
              <a:rPr lang="en-US" noProof="0" dirty="0"/>
              <a:t>Chapter 1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7" hasCustomPrompt="1"/>
          </p:nvPr>
        </p:nvSpPr>
        <p:spPr>
          <a:xfrm>
            <a:off x="1640632" y="1744301"/>
            <a:ext cx="6060908" cy="414000"/>
          </a:xfrm>
          <a:prstGeom prst="rect">
            <a:avLst/>
          </a:prstGeom>
        </p:spPr>
        <p:txBody>
          <a:bodyPr vert="horz" wrap="square" lIns="108000" tIns="0" rIns="108000" bIns="0" rtlCol="0" anchor="ctr">
            <a:noAutofit/>
          </a:bodyPr>
          <a:lstStyle>
            <a:lvl1pPr algn="l">
              <a:defRPr lang="fr-FR" sz="2000" i="0" cap="none" noProof="0" dirty="0">
                <a:solidFill>
                  <a:schemeClr val="bg2"/>
                </a:solidFill>
              </a:defRPr>
            </a:lvl1pPr>
          </a:lstStyle>
          <a:p>
            <a:pPr lvl="0">
              <a:buClr>
                <a:schemeClr val="bg2"/>
              </a:buClr>
            </a:pPr>
            <a:r>
              <a:rPr lang="en-US" noProof="0" dirty="0"/>
              <a:t>Chapter 2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9" hasCustomPrompt="1"/>
          </p:nvPr>
        </p:nvSpPr>
        <p:spPr>
          <a:xfrm>
            <a:off x="1640632" y="2219842"/>
            <a:ext cx="6060908" cy="414000"/>
          </a:xfrm>
          <a:prstGeom prst="rect">
            <a:avLst/>
          </a:prstGeom>
        </p:spPr>
        <p:txBody>
          <a:bodyPr vert="horz" wrap="square" lIns="108000" tIns="0" rIns="108000" bIns="0" rtlCol="0" anchor="ctr">
            <a:noAutofit/>
          </a:bodyPr>
          <a:lstStyle>
            <a:lvl1pPr algn="l">
              <a:defRPr lang="fr-FR" sz="2000" i="0" cap="none" noProof="0" dirty="0">
                <a:solidFill>
                  <a:schemeClr val="bg2"/>
                </a:solidFill>
              </a:defRPr>
            </a:lvl1pPr>
          </a:lstStyle>
          <a:p>
            <a:pPr lvl="0">
              <a:buClr>
                <a:schemeClr val="bg2"/>
              </a:buClr>
            </a:pPr>
            <a:r>
              <a:rPr lang="en-US" noProof="0" dirty="0"/>
              <a:t>Chapter 3</a:t>
            </a:r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21" hasCustomPrompt="1"/>
          </p:nvPr>
        </p:nvSpPr>
        <p:spPr>
          <a:xfrm>
            <a:off x="1640632" y="2695383"/>
            <a:ext cx="6060908" cy="414000"/>
          </a:xfrm>
          <a:prstGeom prst="rect">
            <a:avLst/>
          </a:prstGeom>
        </p:spPr>
        <p:txBody>
          <a:bodyPr vert="horz" wrap="square" lIns="108000" tIns="0" rIns="108000" bIns="0" rtlCol="0" anchor="ctr">
            <a:noAutofit/>
          </a:bodyPr>
          <a:lstStyle>
            <a:lvl1pPr algn="l">
              <a:defRPr lang="fr-FR" sz="2000" i="0" cap="none" noProof="0" dirty="0">
                <a:solidFill>
                  <a:schemeClr val="bg2"/>
                </a:solidFill>
              </a:defRPr>
            </a:lvl1pPr>
          </a:lstStyle>
          <a:p>
            <a:pPr lvl="0">
              <a:buClr>
                <a:schemeClr val="bg2"/>
              </a:buClr>
            </a:pPr>
            <a:r>
              <a:rPr lang="en-US" noProof="0" dirty="0"/>
              <a:t>Chapter 4</a:t>
            </a:r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23" hasCustomPrompt="1"/>
          </p:nvPr>
        </p:nvSpPr>
        <p:spPr>
          <a:xfrm>
            <a:off x="1640632" y="5548631"/>
            <a:ext cx="6060908" cy="414000"/>
          </a:xfrm>
          <a:prstGeom prst="rect">
            <a:avLst/>
          </a:prstGeom>
        </p:spPr>
        <p:txBody>
          <a:bodyPr vert="horz" wrap="square" lIns="108000" tIns="0" rIns="108000" bIns="0" rtlCol="0" anchor="ctr">
            <a:noAutofit/>
          </a:bodyPr>
          <a:lstStyle>
            <a:lvl1pPr algn="l">
              <a:defRPr lang="fr-FR" sz="2000" i="0" cap="none" noProof="0" dirty="0">
                <a:solidFill>
                  <a:schemeClr val="bg2"/>
                </a:solidFill>
              </a:defRPr>
            </a:lvl1pPr>
          </a:lstStyle>
          <a:p>
            <a:pPr lvl="0">
              <a:buClr>
                <a:schemeClr val="bg2"/>
              </a:buClr>
            </a:pPr>
            <a:r>
              <a:rPr lang="en-US" noProof="0" dirty="0"/>
              <a:t>Chapter 10</a:t>
            </a:r>
          </a:p>
        </p:txBody>
      </p:sp>
      <p:sp>
        <p:nvSpPr>
          <p:cNvPr id="30" name="Text Placeholder 8"/>
          <p:cNvSpPr>
            <a:spLocks noGrp="1"/>
          </p:cNvSpPr>
          <p:nvPr>
            <p:ph type="body" sz="quarter" idx="25" hasCustomPrompt="1"/>
          </p:nvPr>
        </p:nvSpPr>
        <p:spPr>
          <a:xfrm>
            <a:off x="8025063" y="1268760"/>
            <a:ext cx="1256298" cy="414000"/>
          </a:xfrm>
          <a:prstGeom prst="rect">
            <a:avLst/>
          </a:prstGeom>
        </p:spPr>
        <p:txBody>
          <a:bodyPr wrap="square" tIns="0" bIns="0" anchor="ctr">
            <a:noAutofit/>
          </a:bodyPr>
          <a:lstStyle>
            <a:lvl1pPr algn="l">
              <a:defRPr sz="1000" b="0" i="0" cap="none" baseline="0">
                <a:solidFill>
                  <a:schemeClr val="bg2"/>
                </a:solidFill>
              </a:defRPr>
            </a:lvl1pPr>
            <a:lvl2pPr>
              <a:defRPr sz="1000"/>
            </a:lvl2pPr>
          </a:lstStyle>
          <a:p>
            <a:pPr lvl="0"/>
            <a:r>
              <a:rPr lang="en-US" noProof="0" dirty="0"/>
              <a:t>Page x</a:t>
            </a:r>
          </a:p>
        </p:txBody>
      </p:sp>
      <p:sp>
        <p:nvSpPr>
          <p:cNvPr id="32" name="Text Placeholder 8"/>
          <p:cNvSpPr>
            <a:spLocks noGrp="1"/>
          </p:cNvSpPr>
          <p:nvPr>
            <p:ph type="body" sz="quarter" idx="26" hasCustomPrompt="1"/>
          </p:nvPr>
        </p:nvSpPr>
        <p:spPr>
          <a:xfrm>
            <a:off x="8025063" y="5548631"/>
            <a:ext cx="1256298" cy="414000"/>
          </a:xfrm>
          <a:prstGeom prst="rect">
            <a:avLst/>
          </a:prstGeom>
        </p:spPr>
        <p:txBody>
          <a:bodyPr vert="horz" wrap="square" lIns="108000" tIns="0" rIns="108000" bIns="0" rtlCol="0" anchor="ctr">
            <a:noAutofit/>
          </a:bodyPr>
          <a:lstStyle>
            <a:lvl1pPr algn="l">
              <a:defRPr lang="fr-FR" sz="1000" b="0" i="0" cap="none" noProof="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 dirty="0"/>
              <a:t>Page x</a:t>
            </a:r>
          </a:p>
        </p:txBody>
      </p:sp>
      <p:sp>
        <p:nvSpPr>
          <p:cNvPr id="33" name="Text Placeholder 8"/>
          <p:cNvSpPr>
            <a:spLocks noGrp="1"/>
          </p:cNvSpPr>
          <p:nvPr>
            <p:ph type="body" sz="quarter" idx="27" hasCustomPrompt="1"/>
          </p:nvPr>
        </p:nvSpPr>
        <p:spPr>
          <a:xfrm>
            <a:off x="8025063" y="2695383"/>
            <a:ext cx="1256298" cy="414000"/>
          </a:xfrm>
          <a:prstGeom prst="rect">
            <a:avLst/>
          </a:prstGeom>
        </p:spPr>
        <p:txBody>
          <a:bodyPr vert="horz" wrap="square" lIns="108000" tIns="0" rIns="108000" bIns="0" rtlCol="0" anchor="ctr">
            <a:noAutofit/>
          </a:bodyPr>
          <a:lstStyle>
            <a:lvl1pPr algn="l">
              <a:defRPr lang="fr-FR" sz="1000" b="0" i="0" cap="none" noProof="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 dirty="0"/>
              <a:t>Page x</a:t>
            </a:r>
          </a:p>
        </p:txBody>
      </p:sp>
      <p:sp>
        <p:nvSpPr>
          <p:cNvPr id="34" name="Text Placeholder 8"/>
          <p:cNvSpPr>
            <a:spLocks noGrp="1"/>
          </p:cNvSpPr>
          <p:nvPr>
            <p:ph type="body" sz="quarter" idx="28" hasCustomPrompt="1"/>
          </p:nvPr>
        </p:nvSpPr>
        <p:spPr>
          <a:xfrm>
            <a:off x="8025063" y="2219842"/>
            <a:ext cx="1256298" cy="414000"/>
          </a:xfrm>
          <a:prstGeom prst="rect">
            <a:avLst/>
          </a:prstGeom>
        </p:spPr>
        <p:txBody>
          <a:bodyPr vert="horz" wrap="square" lIns="108000" tIns="0" rIns="108000" bIns="0" rtlCol="0" anchor="ctr">
            <a:noAutofit/>
          </a:bodyPr>
          <a:lstStyle>
            <a:lvl1pPr algn="l">
              <a:defRPr lang="fr-FR" sz="1000" b="0" i="0" cap="none" noProof="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 dirty="0"/>
              <a:t>Page x</a:t>
            </a:r>
          </a:p>
        </p:txBody>
      </p:sp>
      <p:sp>
        <p:nvSpPr>
          <p:cNvPr id="35" name="Text Placeholder 8"/>
          <p:cNvSpPr>
            <a:spLocks noGrp="1"/>
          </p:cNvSpPr>
          <p:nvPr>
            <p:ph type="body" sz="quarter" idx="29" hasCustomPrompt="1"/>
          </p:nvPr>
        </p:nvSpPr>
        <p:spPr>
          <a:xfrm>
            <a:off x="8025063" y="1744301"/>
            <a:ext cx="1256298" cy="414000"/>
          </a:xfrm>
          <a:prstGeom prst="rect">
            <a:avLst/>
          </a:prstGeom>
        </p:spPr>
        <p:txBody>
          <a:bodyPr vert="horz" wrap="square" lIns="108000" tIns="0" rIns="108000" bIns="0" rtlCol="0" anchor="ctr">
            <a:noAutofit/>
          </a:bodyPr>
          <a:lstStyle>
            <a:lvl1pPr algn="l">
              <a:defRPr lang="fr-FR" sz="1000" b="0" i="0" cap="none" noProof="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 dirty="0"/>
              <a:t>Page x</a:t>
            </a:r>
          </a:p>
        </p:txBody>
      </p:sp>
      <p:sp>
        <p:nvSpPr>
          <p:cNvPr id="22" name="Text Placeholder 8"/>
          <p:cNvSpPr>
            <a:spLocks noGrp="1"/>
          </p:cNvSpPr>
          <p:nvPr>
            <p:ph type="body" sz="quarter" idx="30" hasCustomPrompt="1"/>
          </p:nvPr>
        </p:nvSpPr>
        <p:spPr>
          <a:xfrm>
            <a:off x="1640632" y="3170924"/>
            <a:ext cx="6060908" cy="414000"/>
          </a:xfrm>
          <a:prstGeom prst="rect">
            <a:avLst/>
          </a:prstGeom>
        </p:spPr>
        <p:txBody>
          <a:bodyPr vert="horz" wrap="square" lIns="108000" tIns="0" rIns="108000" bIns="0" rtlCol="0" anchor="ctr">
            <a:noAutofit/>
          </a:bodyPr>
          <a:lstStyle>
            <a:lvl1pPr algn="l">
              <a:defRPr lang="fr-FR" sz="2000" i="0" cap="none" noProof="0" dirty="0">
                <a:solidFill>
                  <a:schemeClr val="bg2"/>
                </a:solidFill>
              </a:defRPr>
            </a:lvl1pPr>
          </a:lstStyle>
          <a:p>
            <a:pPr lvl="0">
              <a:buClr>
                <a:schemeClr val="bg2"/>
              </a:buClr>
            </a:pPr>
            <a:r>
              <a:rPr lang="en-US" noProof="0" dirty="0"/>
              <a:t>Chapter 5</a:t>
            </a:r>
          </a:p>
        </p:txBody>
      </p:sp>
      <p:sp>
        <p:nvSpPr>
          <p:cNvPr id="24" name="Text Placeholder 8"/>
          <p:cNvSpPr>
            <a:spLocks noGrp="1"/>
          </p:cNvSpPr>
          <p:nvPr>
            <p:ph type="body" sz="quarter" idx="32" hasCustomPrompt="1"/>
          </p:nvPr>
        </p:nvSpPr>
        <p:spPr>
          <a:xfrm>
            <a:off x="8025063" y="3170924"/>
            <a:ext cx="1256298" cy="414000"/>
          </a:xfrm>
          <a:prstGeom prst="rect">
            <a:avLst/>
          </a:prstGeom>
        </p:spPr>
        <p:txBody>
          <a:bodyPr vert="horz" wrap="square" lIns="108000" tIns="0" rIns="108000" bIns="0" rtlCol="0" anchor="ctr">
            <a:noAutofit/>
          </a:bodyPr>
          <a:lstStyle>
            <a:lvl1pPr algn="l">
              <a:defRPr lang="fr-FR" sz="1000" b="0" i="0" cap="none" noProof="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 dirty="0"/>
              <a:t>Page x</a:t>
            </a:r>
          </a:p>
        </p:txBody>
      </p:sp>
      <p:sp>
        <p:nvSpPr>
          <p:cNvPr id="25" name="Text Placeholder 8"/>
          <p:cNvSpPr>
            <a:spLocks noGrp="1"/>
          </p:cNvSpPr>
          <p:nvPr>
            <p:ph type="body" sz="quarter" idx="33" hasCustomPrompt="1"/>
          </p:nvPr>
        </p:nvSpPr>
        <p:spPr>
          <a:xfrm>
            <a:off x="1640632" y="3646465"/>
            <a:ext cx="6060908" cy="414000"/>
          </a:xfrm>
          <a:prstGeom prst="rect">
            <a:avLst/>
          </a:prstGeom>
        </p:spPr>
        <p:txBody>
          <a:bodyPr vert="horz" wrap="square" lIns="108000" tIns="0" rIns="108000" bIns="0" rtlCol="0" anchor="ctr">
            <a:noAutofit/>
          </a:bodyPr>
          <a:lstStyle>
            <a:lvl1pPr algn="l">
              <a:defRPr lang="fr-FR" sz="2000" i="0" cap="none" noProof="0" dirty="0">
                <a:solidFill>
                  <a:schemeClr val="bg2"/>
                </a:solidFill>
              </a:defRPr>
            </a:lvl1pPr>
          </a:lstStyle>
          <a:p>
            <a:pPr lvl="0">
              <a:buClr>
                <a:schemeClr val="bg2"/>
              </a:buClr>
            </a:pPr>
            <a:r>
              <a:rPr lang="en-US" noProof="0" dirty="0"/>
              <a:t>Chapter 6</a:t>
            </a:r>
          </a:p>
        </p:txBody>
      </p:sp>
      <p:sp>
        <p:nvSpPr>
          <p:cNvPr id="27" name="Text Placeholder 8"/>
          <p:cNvSpPr>
            <a:spLocks noGrp="1"/>
          </p:cNvSpPr>
          <p:nvPr>
            <p:ph type="body" sz="quarter" idx="35" hasCustomPrompt="1"/>
          </p:nvPr>
        </p:nvSpPr>
        <p:spPr>
          <a:xfrm>
            <a:off x="1640632" y="4122006"/>
            <a:ext cx="6060908" cy="414000"/>
          </a:xfrm>
          <a:prstGeom prst="rect">
            <a:avLst/>
          </a:prstGeom>
        </p:spPr>
        <p:txBody>
          <a:bodyPr vert="horz" wrap="square" lIns="108000" tIns="0" rIns="108000" bIns="0" rtlCol="0" anchor="ctr">
            <a:noAutofit/>
          </a:bodyPr>
          <a:lstStyle>
            <a:lvl1pPr algn="l">
              <a:defRPr lang="fr-FR" sz="2000" i="0" cap="none" noProof="0" dirty="0">
                <a:solidFill>
                  <a:schemeClr val="bg2"/>
                </a:solidFill>
              </a:defRPr>
            </a:lvl1pPr>
          </a:lstStyle>
          <a:p>
            <a:pPr lvl="0">
              <a:buClr>
                <a:schemeClr val="bg2"/>
              </a:buClr>
            </a:pPr>
            <a:r>
              <a:rPr lang="en-US" noProof="0" dirty="0"/>
              <a:t>Chapter 7</a:t>
            </a:r>
          </a:p>
        </p:txBody>
      </p:sp>
      <p:sp>
        <p:nvSpPr>
          <p:cNvPr id="29" name="Text Placeholder 8"/>
          <p:cNvSpPr>
            <a:spLocks noGrp="1"/>
          </p:cNvSpPr>
          <p:nvPr>
            <p:ph type="body" sz="quarter" idx="37" hasCustomPrompt="1"/>
          </p:nvPr>
        </p:nvSpPr>
        <p:spPr>
          <a:xfrm>
            <a:off x="8025063" y="4122006"/>
            <a:ext cx="1256298" cy="414000"/>
          </a:xfrm>
          <a:prstGeom prst="rect">
            <a:avLst/>
          </a:prstGeom>
        </p:spPr>
        <p:txBody>
          <a:bodyPr vert="horz" wrap="square" lIns="108000" tIns="0" rIns="108000" bIns="0" rtlCol="0" anchor="ctr">
            <a:noAutofit/>
          </a:bodyPr>
          <a:lstStyle>
            <a:lvl1pPr algn="l">
              <a:defRPr lang="fr-FR" sz="1000" b="0" i="0" cap="none" noProof="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 dirty="0"/>
              <a:t>Page x</a:t>
            </a:r>
          </a:p>
        </p:txBody>
      </p:sp>
      <p:sp>
        <p:nvSpPr>
          <p:cNvPr id="31" name="Text Placeholder 8"/>
          <p:cNvSpPr>
            <a:spLocks noGrp="1"/>
          </p:cNvSpPr>
          <p:nvPr>
            <p:ph type="body" sz="quarter" idx="38" hasCustomPrompt="1"/>
          </p:nvPr>
        </p:nvSpPr>
        <p:spPr>
          <a:xfrm>
            <a:off x="8025063" y="3646465"/>
            <a:ext cx="1256298" cy="414000"/>
          </a:xfrm>
          <a:prstGeom prst="rect">
            <a:avLst/>
          </a:prstGeom>
        </p:spPr>
        <p:txBody>
          <a:bodyPr vert="horz" wrap="square" lIns="108000" tIns="0" rIns="108000" bIns="0" rtlCol="0" anchor="ctr">
            <a:noAutofit/>
          </a:bodyPr>
          <a:lstStyle>
            <a:lvl1pPr algn="l">
              <a:defRPr lang="fr-FR" sz="1000" b="0" i="0" cap="none" noProof="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 dirty="0"/>
              <a:t>Page x</a:t>
            </a:r>
          </a:p>
        </p:txBody>
      </p:sp>
      <p:sp>
        <p:nvSpPr>
          <p:cNvPr id="39" name="Text Placeholder 8"/>
          <p:cNvSpPr>
            <a:spLocks noGrp="1"/>
          </p:cNvSpPr>
          <p:nvPr>
            <p:ph type="body" sz="quarter" idx="39" hasCustomPrompt="1"/>
          </p:nvPr>
        </p:nvSpPr>
        <p:spPr>
          <a:xfrm>
            <a:off x="1640632" y="4597547"/>
            <a:ext cx="6060908" cy="414000"/>
          </a:xfrm>
          <a:prstGeom prst="rect">
            <a:avLst/>
          </a:prstGeom>
        </p:spPr>
        <p:txBody>
          <a:bodyPr vert="horz" wrap="square" lIns="108000" tIns="0" rIns="108000" bIns="0" rtlCol="0" anchor="ctr">
            <a:noAutofit/>
          </a:bodyPr>
          <a:lstStyle>
            <a:lvl1pPr algn="l">
              <a:defRPr lang="fr-FR" sz="2000" i="0" cap="none" noProof="0" dirty="0">
                <a:solidFill>
                  <a:schemeClr val="bg2"/>
                </a:solidFill>
              </a:defRPr>
            </a:lvl1pPr>
          </a:lstStyle>
          <a:p>
            <a:pPr lvl="0">
              <a:buClr>
                <a:schemeClr val="bg2"/>
              </a:buClr>
            </a:pPr>
            <a:r>
              <a:rPr lang="en-US" noProof="0" dirty="0"/>
              <a:t>Chapter 8</a:t>
            </a:r>
          </a:p>
        </p:txBody>
      </p:sp>
      <p:sp>
        <p:nvSpPr>
          <p:cNvPr id="41" name="Text Placeholder 8"/>
          <p:cNvSpPr>
            <a:spLocks noGrp="1"/>
          </p:cNvSpPr>
          <p:nvPr>
            <p:ph type="body" sz="quarter" idx="41" hasCustomPrompt="1"/>
          </p:nvPr>
        </p:nvSpPr>
        <p:spPr>
          <a:xfrm>
            <a:off x="8025063" y="4597547"/>
            <a:ext cx="1256298" cy="414000"/>
          </a:xfrm>
          <a:prstGeom prst="rect">
            <a:avLst/>
          </a:prstGeom>
        </p:spPr>
        <p:txBody>
          <a:bodyPr vert="horz" wrap="square" lIns="108000" tIns="0" rIns="108000" bIns="0" rtlCol="0" anchor="ctr">
            <a:noAutofit/>
          </a:bodyPr>
          <a:lstStyle>
            <a:lvl1pPr algn="l">
              <a:defRPr lang="fr-FR" sz="1000" b="0" i="0" cap="none" noProof="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 dirty="0"/>
              <a:t>Page x</a:t>
            </a:r>
          </a:p>
        </p:txBody>
      </p:sp>
      <p:sp>
        <p:nvSpPr>
          <p:cNvPr id="42" name="Text Placeholder 8"/>
          <p:cNvSpPr>
            <a:spLocks noGrp="1"/>
          </p:cNvSpPr>
          <p:nvPr>
            <p:ph type="body" sz="quarter" idx="42" hasCustomPrompt="1"/>
          </p:nvPr>
        </p:nvSpPr>
        <p:spPr>
          <a:xfrm>
            <a:off x="1640632" y="5073088"/>
            <a:ext cx="6060908" cy="414000"/>
          </a:xfrm>
          <a:prstGeom prst="rect">
            <a:avLst/>
          </a:prstGeom>
        </p:spPr>
        <p:txBody>
          <a:bodyPr vert="horz" wrap="square" lIns="108000" tIns="0" rIns="108000" bIns="0" rtlCol="0" anchor="ctr">
            <a:noAutofit/>
          </a:bodyPr>
          <a:lstStyle>
            <a:lvl1pPr algn="l">
              <a:defRPr lang="fr-FR" sz="2000" i="0" cap="none" noProof="0" dirty="0">
                <a:solidFill>
                  <a:schemeClr val="bg2"/>
                </a:solidFill>
              </a:defRPr>
            </a:lvl1pPr>
          </a:lstStyle>
          <a:p>
            <a:pPr lvl="0">
              <a:buClr>
                <a:schemeClr val="bg2"/>
              </a:buClr>
            </a:pPr>
            <a:r>
              <a:rPr lang="en-US" noProof="0" dirty="0"/>
              <a:t>Chapter 9</a:t>
            </a:r>
          </a:p>
        </p:txBody>
      </p:sp>
      <p:sp>
        <p:nvSpPr>
          <p:cNvPr id="44" name="Text Placeholder 8"/>
          <p:cNvSpPr>
            <a:spLocks noGrp="1"/>
          </p:cNvSpPr>
          <p:nvPr>
            <p:ph type="body" sz="quarter" idx="44" hasCustomPrompt="1"/>
          </p:nvPr>
        </p:nvSpPr>
        <p:spPr>
          <a:xfrm>
            <a:off x="8025063" y="5073088"/>
            <a:ext cx="1256298" cy="414000"/>
          </a:xfrm>
          <a:prstGeom prst="rect">
            <a:avLst/>
          </a:prstGeom>
        </p:spPr>
        <p:txBody>
          <a:bodyPr vert="horz" wrap="square" lIns="108000" tIns="0" rIns="108000" bIns="0" rtlCol="0" anchor="ctr">
            <a:noAutofit/>
          </a:bodyPr>
          <a:lstStyle>
            <a:lvl1pPr algn="l">
              <a:defRPr lang="fr-FR" sz="1000" b="0" i="0" cap="none" noProof="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 dirty="0"/>
              <a:t>Page x</a:t>
            </a:r>
          </a:p>
        </p:txBody>
      </p:sp>
      <p:sp>
        <p:nvSpPr>
          <p:cNvPr id="40" name="Text Placeholder 4"/>
          <p:cNvSpPr>
            <a:spLocks noGrp="1"/>
          </p:cNvSpPr>
          <p:nvPr>
            <p:ph type="body" sz="quarter" idx="56" hasCustomPrompt="1"/>
          </p:nvPr>
        </p:nvSpPr>
        <p:spPr>
          <a:xfrm>
            <a:off x="344488" y="1268760"/>
            <a:ext cx="1080000" cy="414000"/>
          </a:xfrm>
          <a:prstGeom prst="rect">
            <a:avLst/>
          </a:prstGeom>
          <a:noFill/>
        </p:spPr>
        <p:txBody>
          <a:bodyPr tIns="0" bIns="0" anchor="ctr">
            <a:noAutofit/>
          </a:bodyPr>
          <a:lstStyle>
            <a:lvl1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bg2"/>
              </a:buClr>
              <a:buFont typeface="Tempus Sans ITC" panose="04020404030D07020202" pitchFamily="82" charset="0"/>
              <a:buChar char="/"/>
              <a:defRPr sz="2000" b="1" i="0">
                <a:solidFill>
                  <a:schemeClr val="accent1"/>
                </a:solidFill>
              </a:defRPr>
            </a:lvl1pPr>
            <a:lvl2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2pPr>
            <a:lvl3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3pPr>
            <a:lvl4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cap="none" baseline="0">
                <a:solidFill>
                  <a:schemeClr val="bg2"/>
                </a:solidFill>
              </a:defRPr>
            </a:lvl4pPr>
            <a:lvl5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5pPr>
            <a:lvl6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6pPr>
            <a:lvl7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7pPr>
            <a:lvl8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8pPr>
            <a:lvl9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9pPr>
          </a:lstStyle>
          <a:p>
            <a:pPr lvl="0"/>
            <a:r>
              <a:rPr lang="en-US" noProof="0" dirty="0"/>
              <a:t>01</a:t>
            </a:r>
          </a:p>
        </p:txBody>
      </p:sp>
      <p:sp>
        <p:nvSpPr>
          <p:cNvPr id="43" name="Text Placeholder 4"/>
          <p:cNvSpPr>
            <a:spLocks noGrp="1"/>
          </p:cNvSpPr>
          <p:nvPr>
            <p:ph type="body" sz="quarter" idx="57" hasCustomPrompt="1"/>
          </p:nvPr>
        </p:nvSpPr>
        <p:spPr>
          <a:xfrm>
            <a:off x="344488" y="1744301"/>
            <a:ext cx="1080000" cy="414000"/>
          </a:xfrm>
          <a:prstGeom prst="rect">
            <a:avLst/>
          </a:prstGeom>
          <a:noFill/>
        </p:spPr>
        <p:txBody>
          <a:bodyPr tIns="0" bIns="0" anchor="ctr">
            <a:noAutofit/>
          </a:bodyPr>
          <a:lstStyle>
            <a:lvl1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bg2"/>
              </a:buClr>
              <a:buFont typeface="Tempus Sans ITC" panose="04020404030D07020202" pitchFamily="82" charset="0"/>
              <a:buChar char="/"/>
              <a:defRPr sz="2000" b="1" i="0">
                <a:solidFill>
                  <a:schemeClr val="accent1"/>
                </a:solidFill>
              </a:defRPr>
            </a:lvl1pPr>
            <a:lvl2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2pPr>
            <a:lvl3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3pPr>
            <a:lvl4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cap="none" baseline="0">
                <a:solidFill>
                  <a:schemeClr val="bg2"/>
                </a:solidFill>
              </a:defRPr>
            </a:lvl4pPr>
            <a:lvl5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5pPr>
            <a:lvl6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6pPr>
            <a:lvl7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7pPr>
            <a:lvl8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8pPr>
            <a:lvl9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9pPr>
          </a:lstStyle>
          <a:p>
            <a:pPr lvl="0"/>
            <a:r>
              <a:rPr lang="en-US" noProof="0" dirty="0"/>
              <a:t>02</a:t>
            </a:r>
          </a:p>
        </p:txBody>
      </p:sp>
      <p:sp>
        <p:nvSpPr>
          <p:cNvPr id="48" name="Text Placeholder 4"/>
          <p:cNvSpPr>
            <a:spLocks noGrp="1"/>
          </p:cNvSpPr>
          <p:nvPr>
            <p:ph type="body" sz="quarter" idx="58" hasCustomPrompt="1"/>
          </p:nvPr>
        </p:nvSpPr>
        <p:spPr>
          <a:xfrm>
            <a:off x="344488" y="2219842"/>
            <a:ext cx="1080000" cy="414000"/>
          </a:xfrm>
          <a:prstGeom prst="rect">
            <a:avLst/>
          </a:prstGeom>
          <a:noFill/>
        </p:spPr>
        <p:txBody>
          <a:bodyPr tIns="0" bIns="0" anchor="ctr">
            <a:noAutofit/>
          </a:bodyPr>
          <a:lstStyle>
            <a:lvl1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bg2"/>
              </a:buClr>
              <a:buFont typeface="Tempus Sans ITC" panose="04020404030D07020202" pitchFamily="82" charset="0"/>
              <a:buChar char="/"/>
              <a:defRPr sz="2000" b="1" i="0">
                <a:solidFill>
                  <a:schemeClr val="accent1"/>
                </a:solidFill>
              </a:defRPr>
            </a:lvl1pPr>
            <a:lvl2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2pPr>
            <a:lvl3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3pPr>
            <a:lvl4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cap="none" baseline="0">
                <a:solidFill>
                  <a:schemeClr val="bg2"/>
                </a:solidFill>
              </a:defRPr>
            </a:lvl4pPr>
            <a:lvl5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5pPr>
            <a:lvl6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6pPr>
            <a:lvl7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7pPr>
            <a:lvl8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8pPr>
            <a:lvl9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9pPr>
          </a:lstStyle>
          <a:p>
            <a:pPr lvl="0"/>
            <a:r>
              <a:rPr lang="en-US" noProof="0" dirty="0"/>
              <a:t>03</a:t>
            </a:r>
          </a:p>
        </p:txBody>
      </p:sp>
      <p:sp>
        <p:nvSpPr>
          <p:cNvPr id="59" name="Text Placeholder 4"/>
          <p:cNvSpPr>
            <a:spLocks noGrp="1"/>
          </p:cNvSpPr>
          <p:nvPr>
            <p:ph type="body" sz="quarter" idx="59" hasCustomPrompt="1"/>
          </p:nvPr>
        </p:nvSpPr>
        <p:spPr>
          <a:xfrm>
            <a:off x="344488" y="2695383"/>
            <a:ext cx="1080000" cy="414000"/>
          </a:xfrm>
          <a:prstGeom prst="rect">
            <a:avLst/>
          </a:prstGeom>
          <a:noFill/>
        </p:spPr>
        <p:txBody>
          <a:bodyPr tIns="0" bIns="0" anchor="ctr">
            <a:noAutofit/>
          </a:bodyPr>
          <a:lstStyle>
            <a:lvl1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bg2"/>
              </a:buClr>
              <a:buFont typeface="Tempus Sans ITC" panose="04020404030D07020202" pitchFamily="82" charset="0"/>
              <a:buChar char="/"/>
              <a:defRPr sz="2000" b="1" i="0">
                <a:solidFill>
                  <a:schemeClr val="accent1"/>
                </a:solidFill>
              </a:defRPr>
            </a:lvl1pPr>
            <a:lvl2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2pPr>
            <a:lvl3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3pPr>
            <a:lvl4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cap="none" baseline="0">
                <a:solidFill>
                  <a:schemeClr val="bg2"/>
                </a:solidFill>
              </a:defRPr>
            </a:lvl4pPr>
            <a:lvl5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5pPr>
            <a:lvl6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6pPr>
            <a:lvl7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7pPr>
            <a:lvl8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8pPr>
            <a:lvl9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9pPr>
          </a:lstStyle>
          <a:p>
            <a:pPr lvl="0"/>
            <a:r>
              <a:rPr lang="en-US" noProof="0" dirty="0"/>
              <a:t>04</a:t>
            </a:r>
          </a:p>
        </p:txBody>
      </p:sp>
      <p:sp>
        <p:nvSpPr>
          <p:cNvPr id="60" name="Text Placeholder 4"/>
          <p:cNvSpPr>
            <a:spLocks noGrp="1"/>
          </p:cNvSpPr>
          <p:nvPr>
            <p:ph type="body" sz="quarter" idx="60" hasCustomPrompt="1"/>
          </p:nvPr>
        </p:nvSpPr>
        <p:spPr>
          <a:xfrm>
            <a:off x="344488" y="3170924"/>
            <a:ext cx="1080000" cy="414000"/>
          </a:xfrm>
          <a:prstGeom prst="rect">
            <a:avLst/>
          </a:prstGeom>
          <a:noFill/>
        </p:spPr>
        <p:txBody>
          <a:bodyPr tIns="0" bIns="0" anchor="ctr">
            <a:noAutofit/>
          </a:bodyPr>
          <a:lstStyle>
            <a:lvl1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bg2"/>
              </a:buClr>
              <a:buFont typeface="Tempus Sans ITC" panose="04020404030D07020202" pitchFamily="82" charset="0"/>
              <a:buChar char="/"/>
              <a:defRPr sz="2000" b="1" i="0">
                <a:solidFill>
                  <a:schemeClr val="accent1"/>
                </a:solidFill>
              </a:defRPr>
            </a:lvl1pPr>
            <a:lvl2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2pPr>
            <a:lvl3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3pPr>
            <a:lvl4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cap="none" baseline="0">
                <a:solidFill>
                  <a:schemeClr val="bg2"/>
                </a:solidFill>
              </a:defRPr>
            </a:lvl4pPr>
            <a:lvl5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5pPr>
            <a:lvl6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6pPr>
            <a:lvl7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7pPr>
            <a:lvl8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8pPr>
            <a:lvl9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9pPr>
          </a:lstStyle>
          <a:p>
            <a:pPr lvl="0"/>
            <a:r>
              <a:rPr lang="en-US" noProof="0" dirty="0"/>
              <a:t>05</a:t>
            </a:r>
          </a:p>
        </p:txBody>
      </p:sp>
      <p:sp>
        <p:nvSpPr>
          <p:cNvPr id="61" name="Text Placeholder 4"/>
          <p:cNvSpPr>
            <a:spLocks noGrp="1"/>
          </p:cNvSpPr>
          <p:nvPr>
            <p:ph type="body" sz="quarter" idx="61" hasCustomPrompt="1"/>
          </p:nvPr>
        </p:nvSpPr>
        <p:spPr>
          <a:xfrm>
            <a:off x="344488" y="3646465"/>
            <a:ext cx="1080000" cy="414000"/>
          </a:xfrm>
          <a:prstGeom prst="rect">
            <a:avLst/>
          </a:prstGeom>
          <a:noFill/>
        </p:spPr>
        <p:txBody>
          <a:bodyPr tIns="0" bIns="0" anchor="ctr">
            <a:noAutofit/>
          </a:bodyPr>
          <a:lstStyle>
            <a:lvl1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bg2"/>
              </a:buClr>
              <a:buFont typeface="Tempus Sans ITC" panose="04020404030D07020202" pitchFamily="82" charset="0"/>
              <a:buChar char="/"/>
              <a:defRPr sz="2000" b="1" i="0">
                <a:solidFill>
                  <a:schemeClr val="accent1"/>
                </a:solidFill>
              </a:defRPr>
            </a:lvl1pPr>
            <a:lvl2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2pPr>
            <a:lvl3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3pPr>
            <a:lvl4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cap="none" baseline="0">
                <a:solidFill>
                  <a:schemeClr val="bg2"/>
                </a:solidFill>
              </a:defRPr>
            </a:lvl4pPr>
            <a:lvl5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5pPr>
            <a:lvl6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6pPr>
            <a:lvl7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7pPr>
            <a:lvl8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8pPr>
            <a:lvl9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9pPr>
          </a:lstStyle>
          <a:p>
            <a:pPr lvl="0"/>
            <a:r>
              <a:rPr lang="en-US" noProof="0" dirty="0"/>
              <a:t>06</a:t>
            </a:r>
          </a:p>
        </p:txBody>
      </p:sp>
      <p:sp>
        <p:nvSpPr>
          <p:cNvPr id="62" name="Text Placeholder 4"/>
          <p:cNvSpPr>
            <a:spLocks noGrp="1"/>
          </p:cNvSpPr>
          <p:nvPr>
            <p:ph type="body" sz="quarter" idx="62" hasCustomPrompt="1"/>
          </p:nvPr>
        </p:nvSpPr>
        <p:spPr>
          <a:xfrm>
            <a:off x="344488" y="4122006"/>
            <a:ext cx="1080000" cy="414000"/>
          </a:xfrm>
          <a:prstGeom prst="rect">
            <a:avLst/>
          </a:prstGeom>
          <a:noFill/>
        </p:spPr>
        <p:txBody>
          <a:bodyPr tIns="0" bIns="0" anchor="ctr">
            <a:noAutofit/>
          </a:bodyPr>
          <a:lstStyle>
            <a:lvl1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bg2"/>
              </a:buClr>
              <a:buFont typeface="Tempus Sans ITC" panose="04020404030D07020202" pitchFamily="82" charset="0"/>
              <a:buChar char="/"/>
              <a:defRPr sz="2000" b="1" i="0">
                <a:solidFill>
                  <a:schemeClr val="accent1"/>
                </a:solidFill>
              </a:defRPr>
            </a:lvl1pPr>
            <a:lvl2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2pPr>
            <a:lvl3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3pPr>
            <a:lvl4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cap="none" baseline="0">
                <a:solidFill>
                  <a:schemeClr val="bg2"/>
                </a:solidFill>
              </a:defRPr>
            </a:lvl4pPr>
            <a:lvl5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5pPr>
            <a:lvl6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6pPr>
            <a:lvl7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7pPr>
            <a:lvl8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8pPr>
            <a:lvl9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9pPr>
          </a:lstStyle>
          <a:p>
            <a:pPr lvl="0"/>
            <a:r>
              <a:rPr lang="en-US" noProof="0" dirty="0"/>
              <a:t>07</a:t>
            </a:r>
          </a:p>
        </p:txBody>
      </p:sp>
      <p:sp>
        <p:nvSpPr>
          <p:cNvPr id="63" name="Text Placeholder 4"/>
          <p:cNvSpPr>
            <a:spLocks noGrp="1"/>
          </p:cNvSpPr>
          <p:nvPr>
            <p:ph type="body" sz="quarter" idx="63" hasCustomPrompt="1"/>
          </p:nvPr>
        </p:nvSpPr>
        <p:spPr>
          <a:xfrm>
            <a:off x="344488" y="4597547"/>
            <a:ext cx="1080000" cy="414000"/>
          </a:xfrm>
          <a:prstGeom prst="rect">
            <a:avLst/>
          </a:prstGeom>
          <a:noFill/>
        </p:spPr>
        <p:txBody>
          <a:bodyPr tIns="0" bIns="0" anchor="ctr">
            <a:noAutofit/>
          </a:bodyPr>
          <a:lstStyle>
            <a:lvl1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bg2"/>
              </a:buClr>
              <a:buFont typeface="Tempus Sans ITC" panose="04020404030D07020202" pitchFamily="82" charset="0"/>
              <a:buChar char="/"/>
              <a:defRPr sz="2000" b="1" i="0">
                <a:solidFill>
                  <a:schemeClr val="accent1"/>
                </a:solidFill>
              </a:defRPr>
            </a:lvl1pPr>
            <a:lvl2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2pPr>
            <a:lvl3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3pPr>
            <a:lvl4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cap="none" baseline="0">
                <a:solidFill>
                  <a:schemeClr val="bg2"/>
                </a:solidFill>
              </a:defRPr>
            </a:lvl4pPr>
            <a:lvl5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5pPr>
            <a:lvl6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6pPr>
            <a:lvl7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7pPr>
            <a:lvl8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8pPr>
            <a:lvl9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9pPr>
          </a:lstStyle>
          <a:p>
            <a:pPr lvl="0"/>
            <a:r>
              <a:rPr lang="en-US" noProof="0" dirty="0"/>
              <a:t>08</a:t>
            </a:r>
          </a:p>
        </p:txBody>
      </p:sp>
      <p:sp>
        <p:nvSpPr>
          <p:cNvPr id="64" name="Text Placeholder 4"/>
          <p:cNvSpPr>
            <a:spLocks noGrp="1"/>
          </p:cNvSpPr>
          <p:nvPr>
            <p:ph type="body" sz="quarter" idx="64" hasCustomPrompt="1"/>
          </p:nvPr>
        </p:nvSpPr>
        <p:spPr>
          <a:xfrm>
            <a:off x="344488" y="5073088"/>
            <a:ext cx="1080000" cy="414000"/>
          </a:xfrm>
          <a:prstGeom prst="rect">
            <a:avLst/>
          </a:prstGeom>
          <a:noFill/>
        </p:spPr>
        <p:txBody>
          <a:bodyPr tIns="0" bIns="0" anchor="ctr">
            <a:noAutofit/>
          </a:bodyPr>
          <a:lstStyle>
            <a:lvl1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bg2"/>
              </a:buClr>
              <a:buFont typeface="Tempus Sans ITC" panose="04020404030D07020202" pitchFamily="82" charset="0"/>
              <a:buChar char="/"/>
              <a:defRPr sz="2000" b="1" i="0">
                <a:solidFill>
                  <a:schemeClr val="accent1"/>
                </a:solidFill>
              </a:defRPr>
            </a:lvl1pPr>
            <a:lvl2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2pPr>
            <a:lvl3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3pPr>
            <a:lvl4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cap="none" baseline="0">
                <a:solidFill>
                  <a:schemeClr val="bg2"/>
                </a:solidFill>
              </a:defRPr>
            </a:lvl4pPr>
            <a:lvl5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5pPr>
            <a:lvl6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6pPr>
            <a:lvl7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7pPr>
            <a:lvl8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8pPr>
            <a:lvl9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9pPr>
          </a:lstStyle>
          <a:p>
            <a:pPr lvl="0"/>
            <a:r>
              <a:rPr lang="en-US" noProof="0" dirty="0"/>
              <a:t>09</a:t>
            </a:r>
          </a:p>
        </p:txBody>
      </p:sp>
      <p:sp>
        <p:nvSpPr>
          <p:cNvPr id="65" name="Text Placeholder 4"/>
          <p:cNvSpPr>
            <a:spLocks noGrp="1"/>
          </p:cNvSpPr>
          <p:nvPr>
            <p:ph type="body" sz="quarter" idx="65" hasCustomPrompt="1"/>
          </p:nvPr>
        </p:nvSpPr>
        <p:spPr>
          <a:xfrm>
            <a:off x="344488" y="5548631"/>
            <a:ext cx="1080000" cy="414000"/>
          </a:xfrm>
          <a:prstGeom prst="rect">
            <a:avLst/>
          </a:prstGeom>
          <a:noFill/>
        </p:spPr>
        <p:txBody>
          <a:bodyPr tIns="0" bIns="0" anchor="ctr">
            <a:noAutofit/>
          </a:bodyPr>
          <a:lstStyle>
            <a:lvl1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bg2"/>
              </a:buClr>
              <a:buFont typeface="Tempus Sans ITC" panose="04020404030D07020202" pitchFamily="82" charset="0"/>
              <a:buChar char="/"/>
              <a:defRPr sz="2000" b="1" i="0">
                <a:solidFill>
                  <a:schemeClr val="accent1"/>
                </a:solidFill>
              </a:defRPr>
            </a:lvl1pPr>
            <a:lvl2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2pPr>
            <a:lvl3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3pPr>
            <a:lvl4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cap="none" baseline="0">
                <a:solidFill>
                  <a:schemeClr val="bg2"/>
                </a:solidFill>
              </a:defRPr>
            </a:lvl4pPr>
            <a:lvl5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5pPr>
            <a:lvl6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6pPr>
            <a:lvl7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7pPr>
            <a:lvl8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8pPr>
            <a:lvl9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9pPr>
          </a:lstStyle>
          <a:p>
            <a:pPr lvl="0"/>
            <a:r>
              <a:rPr lang="en-US" noProof="0" dirty="0"/>
              <a:t>10</a:t>
            </a:r>
          </a:p>
        </p:txBody>
      </p:sp>
      <p:sp>
        <p:nvSpPr>
          <p:cNvPr id="36" name="Title 1"/>
          <p:cNvSpPr txBox="1">
            <a:spLocks/>
          </p:cNvSpPr>
          <p:nvPr userDrawn="1"/>
        </p:nvSpPr>
        <p:spPr>
          <a:xfrm>
            <a:off x="338439" y="404665"/>
            <a:ext cx="9216000" cy="863748"/>
          </a:xfrm>
          <a:prstGeom prst="rect">
            <a:avLst/>
          </a:prstGeom>
          <a:noFill/>
        </p:spPr>
        <p:txBody>
          <a:bodyPr vert="horz" lIns="108000" tIns="36000" rIns="10800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kern="1200" baseline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503078"/>
                </a:solidFill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116880665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11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3484871" cy="4725900"/>
          </a:xfrm>
          <a:prstGeom prst="rect">
            <a:avLst/>
          </a:prstGeom>
        </p:spPr>
      </p:pic>
      <p:sp>
        <p:nvSpPr>
          <p:cNvPr id="8" name="Espace réservé pour une image  35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2"/>
            <a:ext cx="5157702" cy="5590308"/>
          </a:xfrm>
          <a:custGeom>
            <a:avLst/>
            <a:gdLst>
              <a:gd name="connsiteX0" fmla="*/ 0 w 6097588"/>
              <a:gd name="connsiteY0" fmla="*/ 0 h 4795838"/>
              <a:gd name="connsiteX1" fmla="*/ 6097588 w 6097588"/>
              <a:gd name="connsiteY1" fmla="*/ 0 h 4795838"/>
              <a:gd name="connsiteX2" fmla="*/ 6097588 w 6097588"/>
              <a:gd name="connsiteY2" fmla="*/ 4795838 h 4795838"/>
              <a:gd name="connsiteX3" fmla="*/ 0 w 6097588"/>
              <a:gd name="connsiteY3" fmla="*/ 4795838 h 4795838"/>
              <a:gd name="connsiteX4" fmla="*/ 0 w 6097588"/>
              <a:gd name="connsiteY4" fmla="*/ 0 h 4795838"/>
              <a:gd name="connsiteX0" fmla="*/ 0 w 6097588"/>
              <a:gd name="connsiteY0" fmla="*/ 0 h 6635927"/>
              <a:gd name="connsiteX1" fmla="*/ 6097588 w 6097588"/>
              <a:gd name="connsiteY1" fmla="*/ 0 h 6635927"/>
              <a:gd name="connsiteX2" fmla="*/ 1051455 w 6097588"/>
              <a:gd name="connsiteY2" fmla="*/ 6635927 h 6635927"/>
              <a:gd name="connsiteX3" fmla="*/ 0 w 6097588"/>
              <a:gd name="connsiteY3" fmla="*/ 4795838 h 6635927"/>
              <a:gd name="connsiteX4" fmla="*/ 0 w 6097588"/>
              <a:gd name="connsiteY4" fmla="*/ 0 h 6635927"/>
              <a:gd name="connsiteX0" fmla="*/ 0 w 6097588"/>
              <a:gd name="connsiteY0" fmla="*/ 0 h 6502879"/>
              <a:gd name="connsiteX1" fmla="*/ 6097588 w 6097588"/>
              <a:gd name="connsiteY1" fmla="*/ 0 h 6502879"/>
              <a:gd name="connsiteX2" fmla="*/ 1027264 w 6097588"/>
              <a:gd name="connsiteY2" fmla="*/ 6502879 h 6502879"/>
              <a:gd name="connsiteX3" fmla="*/ 0 w 6097588"/>
              <a:gd name="connsiteY3" fmla="*/ 4795838 h 6502879"/>
              <a:gd name="connsiteX4" fmla="*/ 0 w 6097588"/>
              <a:gd name="connsiteY4" fmla="*/ 0 h 6502879"/>
              <a:gd name="connsiteX0" fmla="*/ 0 w 6097588"/>
              <a:gd name="connsiteY0" fmla="*/ 0 h 6616574"/>
              <a:gd name="connsiteX1" fmla="*/ 6097588 w 6097588"/>
              <a:gd name="connsiteY1" fmla="*/ 0 h 6616574"/>
              <a:gd name="connsiteX2" fmla="*/ 1044198 w 6097588"/>
              <a:gd name="connsiteY2" fmla="*/ 6616574 h 6616574"/>
              <a:gd name="connsiteX3" fmla="*/ 0 w 6097588"/>
              <a:gd name="connsiteY3" fmla="*/ 4795838 h 6616574"/>
              <a:gd name="connsiteX4" fmla="*/ 0 w 6097588"/>
              <a:gd name="connsiteY4" fmla="*/ 0 h 6616574"/>
              <a:gd name="connsiteX0" fmla="*/ 0 w 6097588"/>
              <a:gd name="connsiteY0" fmla="*/ 0 h 6575450"/>
              <a:gd name="connsiteX1" fmla="*/ 6097588 w 6097588"/>
              <a:gd name="connsiteY1" fmla="*/ 0 h 6575450"/>
              <a:gd name="connsiteX2" fmla="*/ 1078065 w 6097588"/>
              <a:gd name="connsiteY2" fmla="*/ 6575450 h 6575450"/>
              <a:gd name="connsiteX3" fmla="*/ 0 w 6097588"/>
              <a:gd name="connsiteY3" fmla="*/ 4795838 h 6575450"/>
              <a:gd name="connsiteX4" fmla="*/ 0 w 6097588"/>
              <a:gd name="connsiteY4" fmla="*/ 0 h 6575450"/>
              <a:gd name="connsiteX0" fmla="*/ 0 w 6097588"/>
              <a:gd name="connsiteY0" fmla="*/ 0 h 6616574"/>
              <a:gd name="connsiteX1" fmla="*/ 6097588 w 6097588"/>
              <a:gd name="connsiteY1" fmla="*/ 0 h 6616574"/>
              <a:gd name="connsiteX2" fmla="*/ 1046618 w 6097588"/>
              <a:gd name="connsiteY2" fmla="*/ 6616574 h 6616574"/>
              <a:gd name="connsiteX3" fmla="*/ 0 w 6097588"/>
              <a:gd name="connsiteY3" fmla="*/ 4795838 h 6616574"/>
              <a:gd name="connsiteX4" fmla="*/ 0 w 6097588"/>
              <a:gd name="connsiteY4" fmla="*/ 0 h 6616574"/>
              <a:gd name="connsiteX0" fmla="*/ 0 w 6097588"/>
              <a:gd name="connsiteY0" fmla="*/ 0 h 6529489"/>
              <a:gd name="connsiteX1" fmla="*/ 6097588 w 6097588"/>
              <a:gd name="connsiteY1" fmla="*/ 0 h 6529489"/>
              <a:gd name="connsiteX2" fmla="*/ 1116770 w 6097588"/>
              <a:gd name="connsiteY2" fmla="*/ 6529489 h 6529489"/>
              <a:gd name="connsiteX3" fmla="*/ 0 w 6097588"/>
              <a:gd name="connsiteY3" fmla="*/ 4795838 h 6529489"/>
              <a:gd name="connsiteX4" fmla="*/ 0 w 6097588"/>
              <a:gd name="connsiteY4" fmla="*/ 0 h 6529489"/>
              <a:gd name="connsiteX0" fmla="*/ 0 w 6097588"/>
              <a:gd name="connsiteY0" fmla="*/ 0 h 6611736"/>
              <a:gd name="connsiteX1" fmla="*/ 6097588 w 6097588"/>
              <a:gd name="connsiteY1" fmla="*/ 0 h 6611736"/>
              <a:gd name="connsiteX2" fmla="*/ 1041780 w 6097588"/>
              <a:gd name="connsiteY2" fmla="*/ 6611736 h 6611736"/>
              <a:gd name="connsiteX3" fmla="*/ 0 w 6097588"/>
              <a:gd name="connsiteY3" fmla="*/ 4795838 h 6611736"/>
              <a:gd name="connsiteX4" fmla="*/ 0 w 6097588"/>
              <a:gd name="connsiteY4" fmla="*/ 0 h 6611736"/>
              <a:gd name="connsiteX0" fmla="*/ 0 w 6097588"/>
              <a:gd name="connsiteY0" fmla="*/ 0 h 6611736"/>
              <a:gd name="connsiteX1" fmla="*/ 6097588 w 6097588"/>
              <a:gd name="connsiteY1" fmla="*/ 0 h 6611736"/>
              <a:gd name="connsiteX2" fmla="*/ 1041780 w 6097588"/>
              <a:gd name="connsiteY2" fmla="*/ 6611736 h 6611736"/>
              <a:gd name="connsiteX3" fmla="*/ 0 w 6097588"/>
              <a:gd name="connsiteY3" fmla="*/ 4795838 h 6611736"/>
              <a:gd name="connsiteX4" fmla="*/ 0 w 6097588"/>
              <a:gd name="connsiteY4" fmla="*/ 0 h 6611736"/>
              <a:gd name="connsiteX0" fmla="*/ 0 w 6097588"/>
              <a:gd name="connsiteY0" fmla="*/ 0 h 6577675"/>
              <a:gd name="connsiteX1" fmla="*/ 6097588 w 6097588"/>
              <a:gd name="connsiteY1" fmla="*/ 0 h 6577675"/>
              <a:gd name="connsiteX2" fmla="*/ 1062740 w 6097588"/>
              <a:gd name="connsiteY2" fmla="*/ 6577675 h 6577675"/>
              <a:gd name="connsiteX3" fmla="*/ 0 w 6097588"/>
              <a:gd name="connsiteY3" fmla="*/ 4795838 h 6577675"/>
              <a:gd name="connsiteX4" fmla="*/ 0 w 6097588"/>
              <a:gd name="connsiteY4" fmla="*/ 0 h 6577675"/>
              <a:gd name="connsiteX0" fmla="*/ 0 w 6097588"/>
              <a:gd name="connsiteY0" fmla="*/ 0 h 6614356"/>
              <a:gd name="connsiteX1" fmla="*/ 6097588 w 6097588"/>
              <a:gd name="connsiteY1" fmla="*/ 0 h 6614356"/>
              <a:gd name="connsiteX2" fmla="*/ 1047020 w 6097588"/>
              <a:gd name="connsiteY2" fmla="*/ 6614356 h 6614356"/>
              <a:gd name="connsiteX3" fmla="*/ 0 w 6097588"/>
              <a:gd name="connsiteY3" fmla="*/ 4795838 h 6614356"/>
              <a:gd name="connsiteX4" fmla="*/ 0 w 6097588"/>
              <a:gd name="connsiteY4" fmla="*/ 0 h 6614356"/>
              <a:gd name="connsiteX0" fmla="*/ 0 w 6097588"/>
              <a:gd name="connsiteY0" fmla="*/ 0 h 6614356"/>
              <a:gd name="connsiteX1" fmla="*/ 6097588 w 6097588"/>
              <a:gd name="connsiteY1" fmla="*/ 0 h 6614356"/>
              <a:gd name="connsiteX2" fmla="*/ 1047020 w 6097588"/>
              <a:gd name="connsiteY2" fmla="*/ 6614356 h 6614356"/>
              <a:gd name="connsiteX3" fmla="*/ 0 w 6097588"/>
              <a:gd name="connsiteY3" fmla="*/ 4795838 h 6614356"/>
              <a:gd name="connsiteX4" fmla="*/ 0 w 6097588"/>
              <a:gd name="connsiteY4" fmla="*/ 0 h 6614356"/>
              <a:gd name="connsiteX0" fmla="*/ 0 w 6097588"/>
              <a:gd name="connsiteY0" fmla="*/ 0 h 6614356"/>
              <a:gd name="connsiteX1" fmla="*/ 6097588 w 6097588"/>
              <a:gd name="connsiteY1" fmla="*/ 0 h 6614356"/>
              <a:gd name="connsiteX2" fmla="*/ 1047020 w 6097588"/>
              <a:gd name="connsiteY2" fmla="*/ 6614356 h 6614356"/>
              <a:gd name="connsiteX3" fmla="*/ 0 w 6097588"/>
              <a:gd name="connsiteY3" fmla="*/ 4795838 h 6614356"/>
              <a:gd name="connsiteX4" fmla="*/ 0 w 6097588"/>
              <a:gd name="connsiteY4" fmla="*/ 0 h 6614356"/>
              <a:gd name="connsiteX0" fmla="*/ 0 w 6097588"/>
              <a:gd name="connsiteY0" fmla="*/ 0 h 6614356"/>
              <a:gd name="connsiteX1" fmla="*/ 6097588 w 6097588"/>
              <a:gd name="connsiteY1" fmla="*/ 0 h 6614356"/>
              <a:gd name="connsiteX2" fmla="*/ 1047020 w 6097588"/>
              <a:gd name="connsiteY2" fmla="*/ 6614356 h 6614356"/>
              <a:gd name="connsiteX3" fmla="*/ 0 w 6097588"/>
              <a:gd name="connsiteY3" fmla="*/ 4795838 h 6614356"/>
              <a:gd name="connsiteX4" fmla="*/ 0 w 6097588"/>
              <a:gd name="connsiteY4" fmla="*/ 0 h 6614356"/>
              <a:gd name="connsiteX0" fmla="*/ 0 w 6097588"/>
              <a:gd name="connsiteY0" fmla="*/ 0 h 6614356"/>
              <a:gd name="connsiteX1" fmla="*/ 6097588 w 6097588"/>
              <a:gd name="connsiteY1" fmla="*/ 0 h 6614356"/>
              <a:gd name="connsiteX2" fmla="*/ 1047020 w 6097588"/>
              <a:gd name="connsiteY2" fmla="*/ 6614356 h 6614356"/>
              <a:gd name="connsiteX3" fmla="*/ 0 w 6097588"/>
              <a:gd name="connsiteY3" fmla="*/ 4795838 h 6614356"/>
              <a:gd name="connsiteX4" fmla="*/ 0 w 6097588"/>
              <a:gd name="connsiteY4" fmla="*/ 0 h 6614356"/>
              <a:gd name="connsiteX0" fmla="*/ 0 w 6097588"/>
              <a:gd name="connsiteY0" fmla="*/ 0 h 6614356"/>
              <a:gd name="connsiteX1" fmla="*/ 6097588 w 6097588"/>
              <a:gd name="connsiteY1" fmla="*/ 0 h 6614356"/>
              <a:gd name="connsiteX2" fmla="*/ 1047020 w 6097588"/>
              <a:gd name="connsiteY2" fmla="*/ 6614356 h 6614356"/>
              <a:gd name="connsiteX3" fmla="*/ 0 w 6097588"/>
              <a:gd name="connsiteY3" fmla="*/ 4795838 h 6614356"/>
              <a:gd name="connsiteX4" fmla="*/ 0 w 6097588"/>
              <a:gd name="connsiteY4" fmla="*/ 0 h 6614356"/>
              <a:gd name="connsiteX0" fmla="*/ 0 w 6097588"/>
              <a:gd name="connsiteY0" fmla="*/ 0 h 6614356"/>
              <a:gd name="connsiteX1" fmla="*/ 6097588 w 6097588"/>
              <a:gd name="connsiteY1" fmla="*/ 0 h 6614356"/>
              <a:gd name="connsiteX2" fmla="*/ 1047020 w 6097588"/>
              <a:gd name="connsiteY2" fmla="*/ 6614356 h 6614356"/>
              <a:gd name="connsiteX3" fmla="*/ 0 w 6097588"/>
              <a:gd name="connsiteY3" fmla="*/ 4795838 h 6614356"/>
              <a:gd name="connsiteX4" fmla="*/ 0 w 6097588"/>
              <a:gd name="connsiteY4" fmla="*/ 0 h 6614356"/>
              <a:gd name="connsiteX0" fmla="*/ 0 w 6097588"/>
              <a:gd name="connsiteY0" fmla="*/ 0 h 6614356"/>
              <a:gd name="connsiteX1" fmla="*/ 6097588 w 6097588"/>
              <a:gd name="connsiteY1" fmla="*/ 0 h 6614356"/>
              <a:gd name="connsiteX2" fmla="*/ 1047020 w 6097588"/>
              <a:gd name="connsiteY2" fmla="*/ 6614356 h 6614356"/>
              <a:gd name="connsiteX3" fmla="*/ 0 w 6097588"/>
              <a:gd name="connsiteY3" fmla="*/ 4795838 h 6614356"/>
              <a:gd name="connsiteX4" fmla="*/ 0 w 6097588"/>
              <a:gd name="connsiteY4" fmla="*/ 0 h 6614356"/>
              <a:gd name="connsiteX0" fmla="*/ 0 w 6097588"/>
              <a:gd name="connsiteY0" fmla="*/ 0 h 6614356"/>
              <a:gd name="connsiteX1" fmla="*/ 6097588 w 6097588"/>
              <a:gd name="connsiteY1" fmla="*/ 0 h 6614356"/>
              <a:gd name="connsiteX2" fmla="*/ 1047020 w 6097588"/>
              <a:gd name="connsiteY2" fmla="*/ 6614356 h 6614356"/>
              <a:gd name="connsiteX3" fmla="*/ 0 w 6097588"/>
              <a:gd name="connsiteY3" fmla="*/ 4795838 h 6614356"/>
              <a:gd name="connsiteX4" fmla="*/ 0 w 6097588"/>
              <a:gd name="connsiteY4" fmla="*/ 0 h 6614356"/>
              <a:gd name="connsiteX0" fmla="*/ 0 w 6097588"/>
              <a:gd name="connsiteY0" fmla="*/ 0 h 6614356"/>
              <a:gd name="connsiteX1" fmla="*/ 6097588 w 6097588"/>
              <a:gd name="connsiteY1" fmla="*/ 0 h 6614356"/>
              <a:gd name="connsiteX2" fmla="*/ 1047020 w 6097588"/>
              <a:gd name="connsiteY2" fmla="*/ 6614356 h 6614356"/>
              <a:gd name="connsiteX3" fmla="*/ 0 w 6097588"/>
              <a:gd name="connsiteY3" fmla="*/ 4795838 h 6614356"/>
              <a:gd name="connsiteX4" fmla="*/ 0 w 6097588"/>
              <a:gd name="connsiteY4" fmla="*/ 0 h 6614356"/>
              <a:gd name="connsiteX0" fmla="*/ 0 w 6097588"/>
              <a:gd name="connsiteY0" fmla="*/ 0 h 6614356"/>
              <a:gd name="connsiteX1" fmla="*/ 6097588 w 6097588"/>
              <a:gd name="connsiteY1" fmla="*/ 0 h 6614356"/>
              <a:gd name="connsiteX2" fmla="*/ 1047020 w 6097588"/>
              <a:gd name="connsiteY2" fmla="*/ 6614356 h 6614356"/>
              <a:gd name="connsiteX3" fmla="*/ 0 w 6097588"/>
              <a:gd name="connsiteY3" fmla="*/ 4795838 h 6614356"/>
              <a:gd name="connsiteX4" fmla="*/ 0 w 6097588"/>
              <a:gd name="connsiteY4" fmla="*/ 0 h 6614356"/>
              <a:gd name="connsiteX0" fmla="*/ 0 w 6097588"/>
              <a:gd name="connsiteY0" fmla="*/ 0 h 6621613"/>
              <a:gd name="connsiteX1" fmla="*/ 6097588 w 6097588"/>
              <a:gd name="connsiteY1" fmla="*/ 0 h 6621613"/>
              <a:gd name="connsiteX2" fmla="*/ 1050649 w 6097588"/>
              <a:gd name="connsiteY2" fmla="*/ 6621613 h 6621613"/>
              <a:gd name="connsiteX3" fmla="*/ 0 w 6097588"/>
              <a:gd name="connsiteY3" fmla="*/ 4795838 h 6621613"/>
              <a:gd name="connsiteX4" fmla="*/ 0 w 6097588"/>
              <a:gd name="connsiteY4" fmla="*/ 0 h 6621613"/>
              <a:gd name="connsiteX0" fmla="*/ 0 w 6097588"/>
              <a:gd name="connsiteY0" fmla="*/ 0 h 6621613"/>
              <a:gd name="connsiteX1" fmla="*/ 6097588 w 6097588"/>
              <a:gd name="connsiteY1" fmla="*/ 0 h 6621613"/>
              <a:gd name="connsiteX2" fmla="*/ 1050649 w 6097588"/>
              <a:gd name="connsiteY2" fmla="*/ 6621613 h 6621613"/>
              <a:gd name="connsiteX3" fmla="*/ 0 w 6097588"/>
              <a:gd name="connsiteY3" fmla="*/ 4795838 h 6621613"/>
              <a:gd name="connsiteX4" fmla="*/ 0 w 6097588"/>
              <a:gd name="connsiteY4" fmla="*/ 0 h 6621613"/>
              <a:gd name="connsiteX0" fmla="*/ 0 w 6097588"/>
              <a:gd name="connsiteY0" fmla="*/ 0 h 6621613"/>
              <a:gd name="connsiteX1" fmla="*/ 6097588 w 6097588"/>
              <a:gd name="connsiteY1" fmla="*/ 0 h 6621613"/>
              <a:gd name="connsiteX2" fmla="*/ 1050649 w 6097588"/>
              <a:gd name="connsiteY2" fmla="*/ 6621613 h 6621613"/>
              <a:gd name="connsiteX3" fmla="*/ 0 w 6097588"/>
              <a:gd name="connsiteY3" fmla="*/ 4795838 h 6621613"/>
              <a:gd name="connsiteX4" fmla="*/ 0 w 6097588"/>
              <a:gd name="connsiteY4" fmla="*/ 0 h 6621613"/>
              <a:gd name="connsiteX0" fmla="*/ 0 w 6097588"/>
              <a:gd name="connsiteY0" fmla="*/ 0 h 6621613"/>
              <a:gd name="connsiteX1" fmla="*/ 6097588 w 6097588"/>
              <a:gd name="connsiteY1" fmla="*/ 0 h 6621613"/>
              <a:gd name="connsiteX2" fmla="*/ 1050649 w 6097588"/>
              <a:gd name="connsiteY2" fmla="*/ 6621613 h 6621613"/>
              <a:gd name="connsiteX3" fmla="*/ 0 w 6097588"/>
              <a:gd name="connsiteY3" fmla="*/ 4795838 h 6621613"/>
              <a:gd name="connsiteX4" fmla="*/ 0 w 6097588"/>
              <a:gd name="connsiteY4" fmla="*/ 0 h 6621613"/>
              <a:gd name="connsiteX0" fmla="*/ 0 w 6097588"/>
              <a:gd name="connsiteY0" fmla="*/ 0 h 6621613"/>
              <a:gd name="connsiteX1" fmla="*/ 6097588 w 6097588"/>
              <a:gd name="connsiteY1" fmla="*/ 0 h 6621613"/>
              <a:gd name="connsiteX2" fmla="*/ 1050649 w 6097588"/>
              <a:gd name="connsiteY2" fmla="*/ 6621613 h 6621613"/>
              <a:gd name="connsiteX3" fmla="*/ 0 w 6097588"/>
              <a:gd name="connsiteY3" fmla="*/ 4795838 h 6621613"/>
              <a:gd name="connsiteX4" fmla="*/ 0 w 6097588"/>
              <a:gd name="connsiteY4" fmla="*/ 0 h 6621613"/>
              <a:gd name="connsiteX0" fmla="*/ 0 w 6097588"/>
              <a:gd name="connsiteY0" fmla="*/ 0 h 6621613"/>
              <a:gd name="connsiteX1" fmla="*/ 6097588 w 6097588"/>
              <a:gd name="connsiteY1" fmla="*/ 0 h 6621613"/>
              <a:gd name="connsiteX2" fmla="*/ 1050649 w 6097588"/>
              <a:gd name="connsiteY2" fmla="*/ 6621613 h 6621613"/>
              <a:gd name="connsiteX3" fmla="*/ 0 w 6097588"/>
              <a:gd name="connsiteY3" fmla="*/ 4795838 h 6621613"/>
              <a:gd name="connsiteX4" fmla="*/ 0 w 6097588"/>
              <a:gd name="connsiteY4" fmla="*/ 0 h 6621613"/>
              <a:gd name="connsiteX0" fmla="*/ 0 w 6097588"/>
              <a:gd name="connsiteY0" fmla="*/ 0 h 6621613"/>
              <a:gd name="connsiteX1" fmla="*/ 6097588 w 6097588"/>
              <a:gd name="connsiteY1" fmla="*/ 0 h 6621613"/>
              <a:gd name="connsiteX2" fmla="*/ 1050649 w 6097588"/>
              <a:gd name="connsiteY2" fmla="*/ 6621613 h 6621613"/>
              <a:gd name="connsiteX3" fmla="*/ 0 w 6097588"/>
              <a:gd name="connsiteY3" fmla="*/ 4795838 h 6621613"/>
              <a:gd name="connsiteX4" fmla="*/ 0 w 6097588"/>
              <a:gd name="connsiteY4" fmla="*/ 0 h 6621613"/>
              <a:gd name="connsiteX0" fmla="*/ 0 w 6097588"/>
              <a:gd name="connsiteY0" fmla="*/ 0 h 6621613"/>
              <a:gd name="connsiteX1" fmla="*/ 6097588 w 6097588"/>
              <a:gd name="connsiteY1" fmla="*/ 0 h 6621613"/>
              <a:gd name="connsiteX2" fmla="*/ 1050649 w 6097588"/>
              <a:gd name="connsiteY2" fmla="*/ 6621613 h 6621613"/>
              <a:gd name="connsiteX3" fmla="*/ 0 w 6097588"/>
              <a:gd name="connsiteY3" fmla="*/ 4795838 h 6621613"/>
              <a:gd name="connsiteX4" fmla="*/ 0 w 6097588"/>
              <a:gd name="connsiteY4" fmla="*/ 0 h 6621613"/>
              <a:gd name="connsiteX0" fmla="*/ 0 w 6097588"/>
              <a:gd name="connsiteY0" fmla="*/ 0 h 6621613"/>
              <a:gd name="connsiteX1" fmla="*/ 6097588 w 6097588"/>
              <a:gd name="connsiteY1" fmla="*/ 0 h 6621613"/>
              <a:gd name="connsiteX2" fmla="*/ 1050649 w 6097588"/>
              <a:gd name="connsiteY2" fmla="*/ 6621613 h 6621613"/>
              <a:gd name="connsiteX3" fmla="*/ 0 w 6097588"/>
              <a:gd name="connsiteY3" fmla="*/ 4795838 h 6621613"/>
              <a:gd name="connsiteX4" fmla="*/ 0 w 6097588"/>
              <a:gd name="connsiteY4" fmla="*/ 0 h 6621613"/>
              <a:gd name="connsiteX0" fmla="*/ 0 w 6097588"/>
              <a:gd name="connsiteY0" fmla="*/ 0 h 6621613"/>
              <a:gd name="connsiteX1" fmla="*/ 6097588 w 6097588"/>
              <a:gd name="connsiteY1" fmla="*/ 0 h 6621613"/>
              <a:gd name="connsiteX2" fmla="*/ 1050649 w 6097588"/>
              <a:gd name="connsiteY2" fmla="*/ 6621613 h 6621613"/>
              <a:gd name="connsiteX3" fmla="*/ 0 w 6097588"/>
              <a:gd name="connsiteY3" fmla="*/ 4795838 h 6621613"/>
              <a:gd name="connsiteX4" fmla="*/ 0 w 6097588"/>
              <a:gd name="connsiteY4" fmla="*/ 0 h 6621613"/>
              <a:gd name="connsiteX0" fmla="*/ 0 w 6108739"/>
              <a:gd name="connsiteY0" fmla="*/ 0 h 6621613"/>
              <a:gd name="connsiteX1" fmla="*/ 6108739 w 6108739"/>
              <a:gd name="connsiteY1" fmla="*/ 0 h 6621613"/>
              <a:gd name="connsiteX2" fmla="*/ 1050649 w 6108739"/>
              <a:gd name="connsiteY2" fmla="*/ 6621613 h 6621613"/>
              <a:gd name="connsiteX3" fmla="*/ 0 w 6108739"/>
              <a:gd name="connsiteY3" fmla="*/ 4795838 h 6621613"/>
              <a:gd name="connsiteX4" fmla="*/ 0 w 6108739"/>
              <a:gd name="connsiteY4" fmla="*/ 0 h 6621613"/>
              <a:gd name="connsiteX0" fmla="*/ 0 w 6099214"/>
              <a:gd name="connsiteY0" fmla="*/ 0 h 6621613"/>
              <a:gd name="connsiteX1" fmla="*/ 6099214 w 6099214"/>
              <a:gd name="connsiteY1" fmla="*/ 0 h 6621613"/>
              <a:gd name="connsiteX2" fmla="*/ 1050649 w 6099214"/>
              <a:gd name="connsiteY2" fmla="*/ 6621613 h 6621613"/>
              <a:gd name="connsiteX3" fmla="*/ 0 w 6099214"/>
              <a:gd name="connsiteY3" fmla="*/ 4795838 h 6621613"/>
              <a:gd name="connsiteX4" fmla="*/ 0 w 6099214"/>
              <a:gd name="connsiteY4" fmla="*/ 0 h 6621613"/>
              <a:gd name="connsiteX0" fmla="*/ 0 w 6099214"/>
              <a:gd name="connsiteY0" fmla="*/ 0 h 6621613"/>
              <a:gd name="connsiteX1" fmla="*/ 6099214 w 6099214"/>
              <a:gd name="connsiteY1" fmla="*/ 0 h 6621613"/>
              <a:gd name="connsiteX2" fmla="*/ 1050649 w 6099214"/>
              <a:gd name="connsiteY2" fmla="*/ 6621613 h 6621613"/>
              <a:gd name="connsiteX3" fmla="*/ 0 w 6099214"/>
              <a:gd name="connsiteY3" fmla="*/ 4795838 h 6621613"/>
              <a:gd name="connsiteX4" fmla="*/ 0 w 6099214"/>
              <a:gd name="connsiteY4" fmla="*/ 0 h 6621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9214" h="6621613">
                <a:moveTo>
                  <a:pt x="0" y="0"/>
                </a:moveTo>
                <a:lnTo>
                  <a:pt x="6099214" y="0"/>
                </a:lnTo>
                <a:cubicBezTo>
                  <a:pt x="3490483" y="2165821"/>
                  <a:pt x="1902596" y="4985807"/>
                  <a:pt x="1050649" y="6621613"/>
                </a:cubicBezTo>
                <a:lnTo>
                  <a:pt x="0" y="4795838"/>
                </a:lnTo>
                <a:lnTo>
                  <a:pt x="0" y="0"/>
                </a:lnTo>
                <a:close/>
              </a:path>
            </a:pathLst>
          </a:custGeom>
        </p:spPr>
        <p:txBody>
          <a:bodyPr anchor="ctr"/>
          <a:lstStyle>
            <a:lvl1pPr marL="0" indent="0" algn="l">
              <a:buNone/>
              <a:defRPr sz="1800" b="0" i="1" baseline="0">
                <a:solidFill>
                  <a:schemeClr val="accent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 noProof="0" dirty="0"/>
              <a:t>Click here &gt;&gt; </a:t>
            </a:r>
            <a:br>
              <a:rPr lang="en-US" noProof="0" dirty="0"/>
            </a:br>
            <a:r>
              <a:rPr lang="en-US" noProof="0" dirty="0"/>
              <a:t>to insert a picture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3117051" y="3342167"/>
            <a:ext cx="6299999" cy="964800"/>
          </a:xfrm>
          <a:noFill/>
        </p:spPr>
        <p:txBody>
          <a:bodyPr tIns="108000" rIns="0" anchor="t"/>
          <a:lstStyle>
            <a:lvl1pPr algn="r">
              <a:buClr>
                <a:schemeClr val="bg2"/>
              </a:buClr>
              <a:defRPr sz="2400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 noProof="0" dirty="0"/>
              <a:t>Chapter slide headline </a:t>
            </a:r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38" hasCustomPrompt="1"/>
          </p:nvPr>
        </p:nvSpPr>
        <p:spPr bwMode="gray">
          <a:xfrm>
            <a:off x="2264751" y="3342167"/>
            <a:ext cx="853200" cy="964800"/>
          </a:xfrm>
          <a:prstGeom prst="rect">
            <a:avLst/>
          </a:prstGeom>
          <a:noFill/>
        </p:spPr>
        <p:txBody>
          <a:bodyPr lIns="0" rIns="0" anchor="t">
            <a:noAutofit/>
          </a:bodyPr>
          <a:lstStyle>
            <a:lvl1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bg2"/>
              </a:buClr>
              <a:buFont typeface="Tempus Sans ITC" panose="04020404030D07020202" pitchFamily="82" charset="0"/>
              <a:buChar char="/"/>
              <a:defRPr sz="2400" b="1" i="0">
                <a:solidFill>
                  <a:schemeClr val="bg2"/>
                </a:solidFill>
                <a:latin typeface="+mj-lt"/>
              </a:defRPr>
            </a:lvl1pPr>
            <a:lvl2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2pPr>
            <a:lvl3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3pPr>
            <a:lvl4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cap="none" baseline="0">
                <a:solidFill>
                  <a:schemeClr val="bg2"/>
                </a:solidFill>
              </a:defRPr>
            </a:lvl4pPr>
            <a:lvl5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5pPr>
            <a:lvl6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6pPr>
            <a:lvl7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7pPr>
            <a:lvl8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8pPr>
            <a:lvl9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9pPr>
          </a:lstStyle>
          <a:p>
            <a:pPr lvl="0"/>
            <a:r>
              <a:rPr lang="en-US" noProof="0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01953963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Silver Grey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11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" t="1" r="-184259" b="-45082"/>
          <a:stretch/>
        </p:blipFill>
        <p:spPr>
          <a:xfrm>
            <a:off x="0" y="-1"/>
            <a:ext cx="9906000" cy="6856413"/>
          </a:xfrm>
          <a:prstGeom prst="rect">
            <a:avLst/>
          </a:prstGeom>
          <a:solidFill>
            <a:schemeClr val="tx2"/>
          </a:solidFill>
        </p:spPr>
      </p:pic>
      <p:sp>
        <p:nvSpPr>
          <p:cNvPr id="5" name="Text Placeholder 4"/>
          <p:cNvSpPr>
            <a:spLocks noGrp="1"/>
          </p:cNvSpPr>
          <p:nvPr>
            <p:ph type="body" sz="quarter" idx="38" hasCustomPrompt="1"/>
          </p:nvPr>
        </p:nvSpPr>
        <p:spPr bwMode="gray">
          <a:xfrm>
            <a:off x="2264751" y="3342167"/>
            <a:ext cx="853200" cy="964800"/>
          </a:xfrm>
          <a:prstGeom prst="rect">
            <a:avLst/>
          </a:prstGeom>
          <a:noFill/>
        </p:spPr>
        <p:txBody>
          <a:bodyPr lIns="0" rIns="0" anchor="t">
            <a:noAutofit/>
          </a:bodyPr>
          <a:lstStyle>
            <a:lvl1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bg2"/>
              </a:buClr>
              <a:buFont typeface="Tempus Sans ITC" panose="04020404030D07020202" pitchFamily="82" charset="0"/>
              <a:buChar char="/"/>
              <a:defRPr sz="2400" b="1" i="0">
                <a:solidFill>
                  <a:schemeClr val="bg2"/>
                </a:solidFill>
                <a:latin typeface="+mj-lt"/>
              </a:defRPr>
            </a:lvl1pPr>
            <a:lvl2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2pPr>
            <a:lvl3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3pPr>
            <a:lvl4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cap="none" baseline="0">
                <a:solidFill>
                  <a:schemeClr val="bg2"/>
                </a:solidFill>
              </a:defRPr>
            </a:lvl4pPr>
            <a:lvl5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5pPr>
            <a:lvl6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6pPr>
            <a:lvl7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7pPr>
            <a:lvl8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8pPr>
            <a:lvl9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9pPr>
          </a:lstStyle>
          <a:p>
            <a:pPr lvl="0"/>
            <a:r>
              <a:rPr lang="en-US" noProof="0" dirty="0"/>
              <a:t>01</a:t>
            </a:r>
          </a:p>
        </p:txBody>
      </p:sp>
      <p:sp>
        <p:nvSpPr>
          <p:cNvPr id="8" name="Espace réservé pour une image  35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0" y="2"/>
            <a:ext cx="5157702" cy="5590308"/>
          </a:xfrm>
          <a:custGeom>
            <a:avLst/>
            <a:gdLst>
              <a:gd name="connsiteX0" fmla="*/ 0 w 6097588"/>
              <a:gd name="connsiteY0" fmla="*/ 0 h 4795838"/>
              <a:gd name="connsiteX1" fmla="*/ 6097588 w 6097588"/>
              <a:gd name="connsiteY1" fmla="*/ 0 h 4795838"/>
              <a:gd name="connsiteX2" fmla="*/ 6097588 w 6097588"/>
              <a:gd name="connsiteY2" fmla="*/ 4795838 h 4795838"/>
              <a:gd name="connsiteX3" fmla="*/ 0 w 6097588"/>
              <a:gd name="connsiteY3" fmla="*/ 4795838 h 4795838"/>
              <a:gd name="connsiteX4" fmla="*/ 0 w 6097588"/>
              <a:gd name="connsiteY4" fmla="*/ 0 h 4795838"/>
              <a:gd name="connsiteX0" fmla="*/ 0 w 6097588"/>
              <a:gd name="connsiteY0" fmla="*/ 0 h 6635927"/>
              <a:gd name="connsiteX1" fmla="*/ 6097588 w 6097588"/>
              <a:gd name="connsiteY1" fmla="*/ 0 h 6635927"/>
              <a:gd name="connsiteX2" fmla="*/ 1051455 w 6097588"/>
              <a:gd name="connsiteY2" fmla="*/ 6635927 h 6635927"/>
              <a:gd name="connsiteX3" fmla="*/ 0 w 6097588"/>
              <a:gd name="connsiteY3" fmla="*/ 4795838 h 6635927"/>
              <a:gd name="connsiteX4" fmla="*/ 0 w 6097588"/>
              <a:gd name="connsiteY4" fmla="*/ 0 h 6635927"/>
              <a:gd name="connsiteX0" fmla="*/ 0 w 6097588"/>
              <a:gd name="connsiteY0" fmla="*/ 0 h 6502879"/>
              <a:gd name="connsiteX1" fmla="*/ 6097588 w 6097588"/>
              <a:gd name="connsiteY1" fmla="*/ 0 h 6502879"/>
              <a:gd name="connsiteX2" fmla="*/ 1027264 w 6097588"/>
              <a:gd name="connsiteY2" fmla="*/ 6502879 h 6502879"/>
              <a:gd name="connsiteX3" fmla="*/ 0 w 6097588"/>
              <a:gd name="connsiteY3" fmla="*/ 4795838 h 6502879"/>
              <a:gd name="connsiteX4" fmla="*/ 0 w 6097588"/>
              <a:gd name="connsiteY4" fmla="*/ 0 h 6502879"/>
              <a:gd name="connsiteX0" fmla="*/ 0 w 6097588"/>
              <a:gd name="connsiteY0" fmla="*/ 0 h 6616574"/>
              <a:gd name="connsiteX1" fmla="*/ 6097588 w 6097588"/>
              <a:gd name="connsiteY1" fmla="*/ 0 h 6616574"/>
              <a:gd name="connsiteX2" fmla="*/ 1044198 w 6097588"/>
              <a:gd name="connsiteY2" fmla="*/ 6616574 h 6616574"/>
              <a:gd name="connsiteX3" fmla="*/ 0 w 6097588"/>
              <a:gd name="connsiteY3" fmla="*/ 4795838 h 6616574"/>
              <a:gd name="connsiteX4" fmla="*/ 0 w 6097588"/>
              <a:gd name="connsiteY4" fmla="*/ 0 h 6616574"/>
              <a:gd name="connsiteX0" fmla="*/ 0 w 6097588"/>
              <a:gd name="connsiteY0" fmla="*/ 0 h 6575450"/>
              <a:gd name="connsiteX1" fmla="*/ 6097588 w 6097588"/>
              <a:gd name="connsiteY1" fmla="*/ 0 h 6575450"/>
              <a:gd name="connsiteX2" fmla="*/ 1078065 w 6097588"/>
              <a:gd name="connsiteY2" fmla="*/ 6575450 h 6575450"/>
              <a:gd name="connsiteX3" fmla="*/ 0 w 6097588"/>
              <a:gd name="connsiteY3" fmla="*/ 4795838 h 6575450"/>
              <a:gd name="connsiteX4" fmla="*/ 0 w 6097588"/>
              <a:gd name="connsiteY4" fmla="*/ 0 h 6575450"/>
              <a:gd name="connsiteX0" fmla="*/ 0 w 6097588"/>
              <a:gd name="connsiteY0" fmla="*/ 0 h 6616574"/>
              <a:gd name="connsiteX1" fmla="*/ 6097588 w 6097588"/>
              <a:gd name="connsiteY1" fmla="*/ 0 h 6616574"/>
              <a:gd name="connsiteX2" fmla="*/ 1046618 w 6097588"/>
              <a:gd name="connsiteY2" fmla="*/ 6616574 h 6616574"/>
              <a:gd name="connsiteX3" fmla="*/ 0 w 6097588"/>
              <a:gd name="connsiteY3" fmla="*/ 4795838 h 6616574"/>
              <a:gd name="connsiteX4" fmla="*/ 0 w 6097588"/>
              <a:gd name="connsiteY4" fmla="*/ 0 h 6616574"/>
              <a:gd name="connsiteX0" fmla="*/ 0 w 6097588"/>
              <a:gd name="connsiteY0" fmla="*/ 0 h 6529489"/>
              <a:gd name="connsiteX1" fmla="*/ 6097588 w 6097588"/>
              <a:gd name="connsiteY1" fmla="*/ 0 h 6529489"/>
              <a:gd name="connsiteX2" fmla="*/ 1116770 w 6097588"/>
              <a:gd name="connsiteY2" fmla="*/ 6529489 h 6529489"/>
              <a:gd name="connsiteX3" fmla="*/ 0 w 6097588"/>
              <a:gd name="connsiteY3" fmla="*/ 4795838 h 6529489"/>
              <a:gd name="connsiteX4" fmla="*/ 0 w 6097588"/>
              <a:gd name="connsiteY4" fmla="*/ 0 h 6529489"/>
              <a:gd name="connsiteX0" fmla="*/ 0 w 6097588"/>
              <a:gd name="connsiteY0" fmla="*/ 0 h 6611736"/>
              <a:gd name="connsiteX1" fmla="*/ 6097588 w 6097588"/>
              <a:gd name="connsiteY1" fmla="*/ 0 h 6611736"/>
              <a:gd name="connsiteX2" fmla="*/ 1041780 w 6097588"/>
              <a:gd name="connsiteY2" fmla="*/ 6611736 h 6611736"/>
              <a:gd name="connsiteX3" fmla="*/ 0 w 6097588"/>
              <a:gd name="connsiteY3" fmla="*/ 4795838 h 6611736"/>
              <a:gd name="connsiteX4" fmla="*/ 0 w 6097588"/>
              <a:gd name="connsiteY4" fmla="*/ 0 h 6611736"/>
              <a:gd name="connsiteX0" fmla="*/ 0 w 6097588"/>
              <a:gd name="connsiteY0" fmla="*/ 0 h 6611736"/>
              <a:gd name="connsiteX1" fmla="*/ 6097588 w 6097588"/>
              <a:gd name="connsiteY1" fmla="*/ 0 h 6611736"/>
              <a:gd name="connsiteX2" fmla="*/ 1041780 w 6097588"/>
              <a:gd name="connsiteY2" fmla="*/ 6611736 h 6611736"/>
              <a:gd name="connsiteX3" fmla="*/ 0 w 6097588"/>
              <a:gd name="connsiteY3" fmla="*/ 4795838 h 6611736"/>
              <a:gd name="connsiteX4" fmla="*/ 0 w 6097588"/>
              <a:gd name="connsiteY4" fmla="*/ 0 h 6611736"/>
              <a:gd name="connsiteX0" fmla="*/ 0 w 6097588"/>
              <a:gd name="connsiteY0" fmla="*/ 0 h 6577675"/>
              <a:gd name="connsiteX1" fmla="*/ 6097588 w 6097588"/>
              <a:gd name="connsiteY1" fmla="*/ 0 h 6577675"/>
              <a:gd name="connsiteX2" fmla="*/ 1062740 w 6097588"/>
              <a:gd name="connsiteY2" fmla="*/ 6577675 h 6577675"/>
              <a:gd name="connsiteX3" fmla="*/ 0 w 6097588"/>
              <a:gd name="connsiteY3" fmla="*/ 4795838 h 6577675"/>
              <a:gd name="connsiteX4" fmla="*/ 0 w 6097588"/>
              <a:gd name="connsiteY4" fmla="*/ 0 h 6577675"/>
              <a:gd name="connsiteX0" fmla="*/ 0 w 6097588"/>
              <a:gd name="connsiteY0" fmla="*/ 0 h 6614356"/>
              <a:gd name="connsiteX1" fmla="*/ 6097588 w 6097588"/>
              <a:gd name="connsiteY1" fmla="*/ 0 h 6614356"/>
              <a:gd name="connsiteX2" fmla="*/ 1047020 w 6097588"/>
              <a:gd name="connsiteY2" fmla="*/ 6614356 h 6614356"/>
              <a:gd name="connsiteX3" fmla="*/ 0 w 6097588"/>
              <a:gd name="connsiteY3" fmla="*/ 4795838 h 6614356"/>
              <a:gd name="connsiteX4" fmla="*/ 0 w 6097588"/>
              <a:gd name="connsiteY4" fmla="*/ 0 h 6614356"/>
              <a:gd name="connsiteX0" fmla="*/ 0 w 6097588"/>
              <a:gd name="connsiteY0" fmla="*/ 0 h 6614356"/>
              <a:gd name="connsiteX1" fmla="*/ 6097588 w 6097588"/>
              <a:gd name="connsiteY1" fmla="*/ 0 h 6614356"/>
              <a:gd name="connsiteX2" fmla="*/ 1047020 w 6097588"/>
              <a:gd name="connsiteY2" fmla="*/ 6614356 h 6614356"/>
              <a:gd name="connsiteX3" fmla="*/ 0 w 6097588"/>
              <a:gd name="connsiteY3" fmla="*/ 4795838 h 6614356"/>
              <a:gd name="connsiteX4" fmla="*/ 0 w 6097588"/>
              <a:gd name="connsiteY4" fmla="*/ 0 h 6614356"/>
              <a:gd name="connsiteX0" fmla="*/ 0 w 6097588"/>
              <a:gd name="connsiteY0" fmla="*/ 0 h 6614356"/>
              <a:gd name="connsiteX1" fmla="*/ 6097588 w 6097588"/>
              <a:gd name="connsiteY1" fmla="*/ 0 h 6614356"/>
              <a:gd name="connsiteX2" fmla="*/ 1047020 w 6097588"/>
              <a:gd name="connsiteY2" fmla="*/ 6614356 h 6614356"/>
              <a:gd name="connsiteX3" fmla="*/ 0 w 6097588"/>
              <a:gd name="connsiteY3" fmla="*/ 4795838 h 6614356"/>
              <a:gd name="connsiteX4" fmla="*/ 0 w 6097588"/>
              <a:gd name="connsiteY4" fmla="*/ 0 h 6614356"/>
              <a:gd name="connsiteX0" fmla="*/ 0 w 6097588"/>
              <a:gd name="connsiteY0" fmla="*/ 0 h 6614356"/>
              <a:gd name="connsiteX1" fmla="*/ 6097588 w 6097588"/>
              <a:gd name="connsiteY1" fmla="*/ 0 h 6614356"/>
              <a:gd name="connsiteX2" fmla="*/ 1047020 w 6097588"/>
              <a:gd name="connsiteY2" fmla="*/ 6614356 h 6614356"/>
              <a:gd name="connsiteX3" fmla="*/ 0 w 6097588"/>
              <a:gd name="connsiteY3" fmla="*/ 4795838 h 6614356"/>
              <a:gd name="connsiteX4" fmla="*/ 0 w 6097588"/>
              <a:gd name="connsiteY4" fmla="*/ 0 h 6614356"/>
              <a:gd name="connsiteX0" fmla="*/ 0 w 6097588"/>
              <a:gd name="connsiteY0" fmla="*/ 0 h 6614356"/>
              <a:gd name="connsiteX1" fmla="*/ 6097588 w 6097588"/>
              <a:gd name="connsiteY1" fmla="*/ 0 h 6614356"/>
              <a:gd name="connsiteX2" fmla="*/ 1047020 w 6097588"/>
              <a:gd name="connsiteY2" fmla="*/ 6614356 h 6614356"/>
              <a:gd name="connsiteX3" fmla="*/ 0 w 6097588"/>
              <a:gd name="connsiteY3" fmla="*/ 4795838 h 6614356"/>
              <a:gd name="connsiteX4" fmla="*/ 0 w 6097588"/>
              <a:gd name="connsiteY4" fmla="*/ 0 h 6614356"/>
              <a:gd name="connsiteX0" fmla="*/ 0 w 6097588"/>
              <a:gd name="connsiteY0" fmla="*/ 0 h 6614356"/>
              <a:gd name="connsiteX1" fmla="*/ 6097588 w 6097588"/>
              <a:gd name="connsiteY1" fmla="*/ 0 h 6614356"/>
              <a:gd name="connsiteX2" fmla="*/ 1047020 w 6097588"/>
              <a:gd name="connsiteY2" fmla="*/ 6614356 h 6614356"/>
              <a:gd name="connsiteX3" fmla="*/ 0 w 6097588"/>
              <a:gd name="connsiteY3" fmla="*/ 4795838 h 6614356"/>
              <a:gd name="connsiteX4" fmla="*/ 0 w 6097588"/>
              <a:gd name="connsiteY4" fmla="*/ 0 h 6614356"/>
              <a:gd name="connsiteX0" fmla="*/ 0 w 6097588"/>
              <a:gd name="connsiteY0" fmla="*/ 0 h 6614356"/>
              <a:gd name="connsiteX1" fmla="*/ 6097588 w 6097588"/>
              <a:gd name="connsiteY1" fmla="*/ 0 h 6614356"/>
              <a:gd name="connsiteX2" fmla="*/ 1047020 w 6097588"/>
              <a:gd name="connsiteY2" fmla="*/ 6614356 h 6614356"/>
              <a:gd name="connsiteX3" fmla="*/ 0 w 6097588"/>
              <a:gd name="connsiteY3" fmla="*/ 4795838 h 6614356"/>
              <a:gd name="connsiteX4" fmla="*/ 0 w 6097588"/>
              <a:gd name="connsiteY4" fmla="*/ 0 h 6614356"/>
              <a:gd name="connsiteX0" fmla="*/ 0 w 6097588"/>
              <a:gd name="connsiteY0" fmla="*/ 0 h 6614356"/>
              <a:gd name="connsiteX1" fmla="*/ 6097588 w 6097588"/>
              <a:gd name="connsiteY1" fmla="*/ 0 h 6614356"/>
              <a:gd name="connsiteX2" fmla="*/ 1047020 w 6097588"/>
              <a:gd name="connsiteY2" fmla="*/ 6614356 h 6614356"/>
              <a:gd name="connsiteX3" fmla="*/ 0 w 6097588"/>
              <a:gd name="connsiteY3" fmla="*/ 4795838 h 6614356"/>
              <a:gd name="connsiteX4" fmla="*/ 0 w 6097588"/>
              <a:gd name="connsiteY4" fmla="*/ 0 h 6614356"/>
              <a:gd name="connsiteX0" fmla="*/ 0 w 6097588"/>
              <a:gd name="connsiteY0" fmla="*/ 0 h 6614356"/>
              <a:gd name="connsiteX1" fmla="*/ 6097588 w 6097588"/>
              <a:gd name="connsiteY1" fmla="*/ 0 h 6614356"/>
              <a:gd name="connsiteX2" fmla="*/ 1047020 w 6097588"/>
              <a:gd name="connsiteY2" fmla="*/ 6614356 h 6614356"/>
              <a:gd name="connsiteX3" fmla="*/ 0 w 6097588"/>
              <a:gd name="connsiteY3" fmla="*/ 4795838 h 6614356"/>
              <a:gd name="connsiteX4" fmla="*/ 0 w 6097588"/>
              <a:gd name="connsiteY4" fmla="*/ 0 h 6614356"/>
              <a:gd name="connsiteX0" fmla="*/ 0 w 6097588"/>
              <a:gd name="connsiteY0" fmla="*/ 0 h 6614356"/>
              <a:gd name="connsiteX1" fmla="*/ 6097588 w 6097588"/>
              <a:gd name="connsiteY1" fmla="*/ 0 h 6614356"/>
              <a:gd name="connsiteX2" fmla="*/ 1047020 w 6097588"/>
              <a:gd name="connsiteY2" fmla="*/ 6614356 h 6614356"/>
              <a:gd name="connsiteX3" fmla="*/ 0 w 6097588"/>
              <a:gd name="connsiteY3" fmla="*/ 4795838 h 6614356"/>
              <a:gd name="connsiteX4" fmla="*/ 0 w 6097588"/>
              <a:gd name="connsiteY4" fmla="*/ 0 h 6614356"/>
              <a:gd name="connsiteX0" fmla="*/ 0 w 6097588"/>
              <a:gd name="connsiteY0" fmla="*/ 0 h 6614356"/>
              <a:gd name="connsiteX1" fmla="*/ 6097588 w 6097588"/>
              <a:gd name="connsiteY1" fmla="*/ 0 h 6614356"/>
              <a:gd name="connsiteX2" fmla="*/ 1047020 w 6097588"/>
              <a:gd name="connsiteY2" fmla="*/ 6614356 h 6614356"/>
              <a:gd name="connsiteX3" fmla="*/ 0 w 6097588"/>
              <a:gd name="connsiteY3" fmla="*/ 4795838 h 6614356"/>
              <a:gd name="connsiteX4" fmla="*/ 0 w 6097588"/>
              <a:gd name="connsiteY4" fmla="*/ 0 h 6614356"/>
              <a:gd name="connsiteX0" fmla="*/ 0 w 6097588"/>
              <a:gd name="connsiteY0" fmla="*/ 0 h 6621613"/>
              <a:gd name="connsiteX1" fmla="*/ 6097588 w 6097588"/>
              <a:gd name="connsiteY1" fmla="*/ 0 h 6621613"/>
              <a:gd name="connsiteX2" fmla="*/ 1050649 w 6097588"/>
              <a:gd name="connsiteY2" fmla="*/ 6621613 h 6621613"/>
              <a:gd name="connsiteX3" fmla="*/ 0 w 6097588"/>
              <a:gd name="connsiteY3" fmla="*/ 4795838 h 6621613"/>
              <a:gd name="connsiteX4" fmla="*/ 0 w 6097588"/>
              <a:gd name="connsiteY4" fmla="*/ 0 h 6621613"/>
              <a:gd name="connsiteX0" fmla="*/ 0 w 6097588"/>
              <a:gd name="connsiteY0" fmla="*/ 0 h 6621613"/>
              <a:gd name="connsiteX1" fmla="*/ 6097588 w 6097588"/>
              <a:gd name="connsiteY1" fmla="*/ 0 h 6621613"/>
              <a:gd name="connsiteX2" fmla="*/ 1050649 w 6097588"/>
              <a:gd name="connsiteY2" fmla="*/ 6621613 h 6621613"/>
              <a:gd name="connsiteX3" fmla="*/ 0 w 6097588"/>
              <a:gd name="connsiteY3" fmla="*/ 4795838 h 6621613"/>
              <a:gd name="connsiteX4" fmla="*/ 0 w 6097588"/>
              <a:gd name="connsiteY4" fmla="*/ 0 h 6621613"/>
              <a:gd name="connsiteX0" fmla="*/ 0 w 6097588"/>
              <a:gd name="connsiteY0" fmla="*/ 0 h 6621613"/>
              <a:gd name="connsiteX1" fmla="*/ 6097588 w 6097588"/>
              <a:gd name="connsiteY1" fmla="*/ 0 h 6621613"/>
              <a:gd name="connsiteX2" fmla="*/ 1050649 w 6097588"/>
              <a:gd name="connsiteY2" fmla="*/ 6621613 h 6621613"/>
              <a:gd name="connsiteX3" fmla="*/ 0 w 6097588"/>
              <a:gd name="connsiteY3" fmla="*/ 4795838 h 6621613"/>
              <a:gd name="connsiteX4" fmla="*/ 0 w 6097588"/>
              <a:gd name="connsiteY4" fmla="*/ 0 h 6621613"/>
              <a:gd name="connsiteX0" fmla="*/ 0 w 6097588"/>
              <a:gd name="connsiteY0" fmla="*/ 0 h 6621613"/>
              <a:gd name="connsiteX1" fmla="*/ 6097588 w 6097588"/>
              <a:gd name="connsiteY1" fmla="*/ 0 h 6621613"/>
              <a:gd name="connsiteX2" fmla="*/ 1050649 w 6097588"/>
              <a:gd name="connsiteY2" fmla="*/ 6621613 h 6621613"/>
              <a:gd name="connsiteX3" fmla="*/ 0 w 6097588"/>
              <a:gd name="connsiteY3" fmla="*/ 4795838 h 6621613"/>
              <a:gd name="connsiteX4" fmla="*/ 0 w 6097588"/>
              <a:gd name="connsiteY4" fmla="*/ 0 h 6621613"/>
              <a:gd name="connsiteX0" fmla="*/ 0 w 6097588"/>
              <a:gd name="connsiteY0" fmla="*/ 0 h 6621613"/>
              <a:gd name="connsiteX1" fmla="*/ 6097588 w 6097588"/>
              <a:gd name="connsiteY1" fmla="*/ 0 h 6621613"/>
              <a:gd name="connsiteX2" fmla="*/ 1050649 w 6097588"/>
              <a:gd name="connsiteY2" fmla="*/ 6621613 h 6621613"/>
              <a:gd name="connsiteX3" fmla="*/ 0 w 6097588"/>
              <a:gd name="connsiteY3" fmla="*/ 4795838 h 6621613"/>
              <a:gd name="connsiteX4" fmla="*/ 0 w 6097588"/>
              <a:gd name="connsiteY4" fmla="*/ 0 h 6621613"/>
              <a:gd name="connsiteX0" fmla="*/ 0 w 6097588"/>
              <a:gd name="connsiteY0" fmla="*/ 0 h 6621613"/>
              <a:gd name="connsiteX1" fmla="*/ 6097588 w 6097588"/>
              <a:gd name="connsiteY1" fmla="*/ 0 h 6621613"/>
              <a:gd name="connsiteX2" fmla="*/ 1050649 w 6097588"/>
              <a:gd name="connsiteY2" fmla="*/ 6621613 h 6621613"/>
              <a:gd name="connsiteX3" fmla="*/ 0 w 6097588"/>
              <a:gd name="connsiteY3" fmla="*/ 4795838 h 6621613"/>
              <a:gd name="connsiteX4" fmla="*/ 0 w 6097588"/>
              <a:gd name="connsiteY4" fmla="*/ 0 h 6621613"/>
              <a:gd name="connsiteX0" fmla="*/ 0 w 6097588"/>
              <a:gd name="connsiteY0" fmla="*/ 0 h 6621613"/>
              <a:gd name="connsiteX1" fmla="*/ 6097588 w 6097588"/>
              <a:gd name="connsiteY1" fmla="*/ 0 h 6621613"/>
              <a:gd name="connsiteX2" fmla="*/ 1050649 w 6097588"/>
              <a:gd name="connsiteY2" fmla="*/ 6621613 h 6621613"/>
              <a:gd name="connsiteX3" fmla="*/ 0 w 6097588"/>
              <a:gd name="connsiteY3" fmla="*/ 4795838 h 6621613"/>
              <a:gd name="connsiteX4" fmla="*/ 0 w 6097588"/>
              <a:gd name="connsiteY4" fmla="*/ 0 h 6621613"/>
              <a:gd name="connsiteX0" fmla="*/ 0 w 6097588"/>
              <a:gd name="connsiteY0" fmla="*/ 0 h 6621613"/>
              <a:gd name="connsiteX1" fmla="*/ 6097588 w 6097588"/>
              <a:gd name="connsiteY1" fmla="*/ 0 h 6621613"/>
              <a:gd name="connsiteX2" fmla="*/ 1050649 w 6097588"/>
              <a:gd name="connsiteY2" fmla="*/ 6621613 h 6621613"/>
              <a:gd name="connsiteX3" fmla="*/ 0 w 6097588"/>
              <a:gd name="connsiteY3" fmla="*/ 4795838 h 6621613"/>
              <a:gd name="connsiteX4" fmla="*/ 0 w 6097588"/>
              <a:gd name="connsiteY4" fmla="*/ 0 h 6621613"/>
              <a:gd name="connsiteX0" fmla="*/ 0 w 6097588"/>
              <a:gd name="connsiteY0" fmla="*/ 0 h 6621613"/>
              <a:gd name="connsiteX1" fmla="*/ 6097588 w 6097588"/>
              <a:gd name="connsiteY1" fmla="*/ 0 h 6621613"/>
              <a:gd name="connsiteX2" fmla="*/ 1050649 w 6097588"/>
              <a:gd name="connsiteY2" fmla="*/ 6621613 h 6621613"/>
              <a:gd name="connsiteX3" fmla="*/ 0 w 6097588"/>
              <a:gd name="connsiteY3" fmla="*/ 4795838 h 6621613"/>
              <a:gd name="connsiteX4" fmla="*/ 0 w 6097588"/>
              <a:gd name="connsiteY4" fmla="*/ 0 h 6621613"/>
              <a:gd name="connsiteX0" fmla="*/ 0 w 6097588"/>
              <a:gd name="connsiteY0" fmla="*/ 0 h 6621613"/>
              <a:gd name="connsiteX1" fmla="*/ 6097588 w 6097588"/>
              <a:gd name="connsiteY1" fmla="*/ 0 h 6621613"/>
              <a:gd name="connsiteX2" fmla="*/ 1050649 w 6097588"/>
              <a:gd name="connsiteY2" fmla="*/ 6621613 h 6621613"/>
              <a:gd name="connsiteX3" fmla="*/ 0 w 6097588"/>
              <a:gd name="connsiteY3" fmla="*/ 4795838 h 6621613"/>
              <a:gd name="connsiteX4" fmla="*/ 0 w 6097588"/>
              <a:gd name="connsiteY4" fmla="*/ 0 h 6621613"/>
              <a:gd name="connsiteX0" fmla="*/ 0 w 6108739"/>
              <a:gd name="connsiteY0" fmla="*/ 0 h 6621613"/>
              <a:gd name="connsiteX1" fmla="*/ 6108739 w 6108739"/>
              <a:gd name="connsiteY1" fmla="*/ 0 h 6621613"/>
              <a:gd name="connsiteX2" fmla="*/ 1050649 w 6108739"/>
              <a:gd name="connsiteY2" fmla="*/ 6621613 h 6621613"/>
              <a:gd name="connsiteX3" fmla="*/ 0 w 6108739"/>
              <a:gd name="connsiteY3" fmla="*/ 4795838 h 6621613"/>
              <a:gd name="connsiteX4" fmla="*/ 0 w 6108739"/>
              <a:gd name="connsiteY4" fmla="*/ 0 h 6621613"/>
              <a:gd name="connsiteX0" fmla="*/ 0 w 6099214"/>
              <a:gd name="connsiteY0" fmla="*/ 0 h 6621613"/>
              <a:gd name="connsiteX1" fmla="*/ 6099214 w 6099214"/>
              <a:gd name="connsiteY1" fmla="*/ 0 h 6621613"/>
              <a:gd name="connsiteX2" fmla="*/ 1050649 w 6099214"/>
              <a:gd name="connsiteY2" fmla="*/ 6621613 h 6621613"/>
              <a:gd name="connsiteX3" fmla="*/ 0 w 6099214"/>
              <a:gd name="connsiteY3" fmla="*/ 4795838 h 6621613"/>
              <a:gd name="connsiteX4" fmla="*/ 0 w 6099214"/>
              <a:gd name="connsiteY4" fmla="*/ 0 h 6621613"/>
              <a:gd name="connsiteX0" fmla="*/ 0 w 6099214"/>
              <a:gd name="connsiteY0" fmla="*/ 0 h 6621613"/>
              <a:gd name="connsiteX1" fmla="*/ 6099214 w 6099214"/>
              <a:gd name="connsiteY1" fmla="*/ 0 h 6621613"/>
              <a:gd name="connsiteX2" fmla="*/ 1050649 w 6099214"/>
              <a:gd name="connsiteY2" fmla="*/ 6621613 h 6621613"/>
              <a:gd name="connsiteX3" fmla="*/ 0 w 6099214"/>
              <a:gd name="connsiteY3" fmla="*/ 4795838 h 6621613"/>
              <a:gd name="connsiteX4" fmla="*/ 0 w 6099214"/>
              <a:gd name="connsiteY4" fmla="*/ 0 h 6621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9214" h="6621613">
                <a:moveTo>
                  <a:pt x="0" y="0"/>
                </a:moveTo>
                <a:lnTo>
                  <a:pt x="6099214" y="0"/>
                </a:lnTo>
                <a:cubicBezTo>
                  <a:pt x="3490483" y="2165821"/>
                  <a:pt x="1902596" y="4985807"/>
                  <a:pt x="1050649" y="6621613"/>
                </a:cubicBezTo>
                <a:lnTo>
                  <a:pt x="0" y="4795838"/>
                </a:lnTo>
                <a:lnTo>
                  <a:pt x="0" y="0"/>
                </a:lnTo>
                <a:close/>
              </a:path>
            </a:pathLst>
          </a:custGeom>
        </p:spPr>
        <p:txBody>
          <a:bodyPr anchor="ctr"/>
          <a:lstStyle>
            <a:lvl1pPr marL="0" indent="0" algn="l">
              <a:buNone/>
              <a:defRPr sz="1800" b="0" i="1" baseline="0">
                <a:solidFill>
                  <a:schemeClr val="accent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 noProof="0" dirty="0"/>
              <a:t>Click here &gt;&gt; </a:t>
            </a:r>
            <a:br>
              <a:rPr lang="en-US" noProof="0" dirty="0"/>
            </a:br>
            <a:r>
              <a:rPr lang="en-US" noProof="0" dirty="0"/>
              <a:t>to insert a picture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3117051" y="3342167"/>
            <a:ext cx="6299999" cy="964800"/>
          </a:xfrm>
          <a:noFill/>
        </p:spPr>
        <p:txBody>
          <a:bodyPr tIns="108000" rIns="0" anchor="t"/>
          <a:lstStyle>
            <a:lvl1pPr algn="r">
              <a:buClr>
                <a:schemeClr val="bg2"/>
              </a:buClr>
              <a:defRPr sz="2400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 noProof="0" dirty="0"/>
              <a:t>Chapter slide headline </a:t>
            </a:r>
          </a:p>
        </p:txBody>
      </p:sp>
    </p:spTree>
    <p:extLst>
      <p:ext uri="{BB962C8B-B14F-4D97-AF65-F5344CB8AC3E}">
        <p14:creationId xmlns:p14="http://schemas.microsoft.com/office/powerpoint/2010/main" val="230626780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Green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11"/>
          <p:cNvPicPr>
            <a:picLocks noChangeAspect="1"/>
          </p:cNvPicPr>
          <p:nvPr userDrawn="1"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" t="1" r="-184259" b="-45082"/>
          <a:stretch/>
        </p:blipFill>
        <p:spPr>
          <a:xfrm>
            <a:off x="0" y="-1"/>
            <a:ext cx="9906000" cy="6858001"/>
          </a:xfrm>
          <a:prstGeom prst="rect">
            <a:avLst/>
          </a:prstGeom>
          <a:solidFill>
            <a:schemeClr val="accent1"/>
          </a:solidFill>
        </p:spPr>
      </p:pic>
      <p:sp>
        <p:nvSpPr>
          <p:cNvPr id="8" name="Espace réservé pour une image  35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0" y="2"/>
            <a:ext cx="5157702" cy="5590308"/>
          </a:xfrm>
          <a:custGeom>
            <a:avLst/>
            <a:gdLst>
              <a:gd name="connsiteX0" fmla="*/ 0 w 6097588"/>
              <a:gd name="connsiteY0" fmla="*/ 0 h 4795838"/>
              <a:gd name="connsiteX1" fmla="*/ 6097588 w 6097588"/>
              <a:gd name="connsiteY1" fmla="*/ 0 h 4795838"/>
              <a:gd name="connsiteX2" fmla="*/ 6097588 w 6097588"/>
              <a:gd name="connsiteY2" fmla="*/ 4795838 h 4795838"/>
              <a:gd name="connsiteX3" fmla="*/ 0 w 6097588"/>
              <a:gd name="connsiteY3" fmla="*/ 4795838 h 4795838"/>
              <a:gd name="connsiteX4" fmla="*/ 0 w 6097588"/>
              <a:gd name="connsiteY4" fmla="*/ 0 h 4795838"/>
              <a:gd name="connsiteX0" fmla="*/ 0 w 6097588"/>
              <a:gd name="connsiteY0" fmla="*/ 0 h 6635927"/>
              <a:gd name="connsiteX1" fmla="*/ 6097588 w 6097588"/>
              <a:gd name="connsiteY1" fmla="*/ 0 h 6635927"/>
              <a:gd name="connsiteX2" fmla="*/ 1051455 w 6097588"/>
              <a:gd name="connsiteY2" fmla="*/ 6635927 h 6635927"/>
              <a:gd name="connsiteX3" fmla="*/ 0 w 6097588"/>
              <a:gd name="connsiteY3" fmla="*/ 4795838 h 6635927"/>
              <a:gd name="connsiteX4" fmla="*/ 0 w 6097588"/>
              <a:gd name="connsiteY4" fmla="*/ 0 h 6635927"/>
              <a:gd name="connsiteX0" fmla="*/ 0 w 6097588"/>
              <a:gd name="connsiteY0" fmla="*/ 0 h 6502879"/>
              <a:gd name="connsiteX1" fmla="*/ 6097588 w 6097588"/>
              <a:gd name="connsiteY1" fmla="*/ 0 h 6502879"/>
              <a:gd name="connsiteX2" fmla="*/ 1027264 w 6097588"/>
              <a:gd name="connsiteY2" fmla="*/ 6502879 h 6502879"/>
              <a:gd name="connsiteX3" fmla="*/ 0 w 6097588"/>
              <a:gd name="connsiteY3" fmla="*/ 4795838 h 6502879"/>
              <a:gd name="connsiteX4" fmla="*/ 0 w 6097588"/>
              <a:gd name="connsiteY4" fmla="*/ 0 h 6502879"/>
              <a:gd name="connsiteX0" fmla="*/ 0 w 6097588"/>
              <a:gd name="connsiteY0" fmla="*/ 0 h 6616574"/>
              <a:gd name="connsiteX1" fmla="*/ 6097588 w 6097588"/>
              <a:gd name="connsiteY1" fmla="*/ 0 h 6616574"/>
              <a:gd name="connsiteX2" fmla="*/ 1044198 w 6097588"/>
              <a:gd name="connsiteY2" fmla="*/ 6616574 h 6616574"/>
              <a:gd name="connsiteX3" fmla="*/ 0 w 6097588"/>
              <a:gd name="connsiteY3" fmla="*/ 4795838 h 6616574"/>
              <a:gd name="connsiteX4" fmla="*/ 0 w 6097588"/>
              <a:gd name="connsiteY4" fmla="*/ 0 h 6616574"/>
              <a:gd name="connsiteX0" fmla="*/ 0 w 6097588"/>
              <a:gd name="connsiteY0" fmla="*/ 0 h 6575450"/>
              <a:gd name="connsiteX1" fmla="*/ 6097588 w 6097588"/>
              <a:gd name="connsiteY1" fmla="*/ 0 h 6575450"/>
              <a:gd name="connsiteX2" fmla="*/ 1078065 w 6097588"/>
              <a:gd name="connsiteY2" fmla="*/ 6575450 h 6575450"/>
              <a:gd name="connsiteX3" fmla="*/ 0 w 6097588"/>
              <a:gd name="connsiteY3" fmla="*/ 4795838 h 6575450"/>
              <a:gd name="connsiteX4" fmla="*/ 0 w 6097588"/>
              <a:gd name="connsiteY4" fmla="*/ 0 h 6575450"/>
              <a:gd name="connsiteX0" fmla="*/ 0 w 6097588"/>
              <a:gd name="connsiteY0" fmla="*/ 0 h 6616574"/>
              <a:gd name="connsiteX1" fmla="*/ 6097588 w 6097588"/>
              <a:gd name="connsiteY1" fmla="*/ 0 h 6616574"/>
              <a:gd name="connsiteX2" fmla="*/ 1046618 w 6097588"/>
              <a:gd name="connsiteY2" fmla="*/ 6616574 h 6616574"/>
              <a:gd name="connsiteX3" fmla="*/ 0 w 6097588"/>
              <a:gd name="connsiteY3" fmla="*/ 4795838 h 6616574"/>
              <a:gd name="connsiteX4" fmla="*/ 0 w 6097588"/>
              <a:gd name="connsiteY4" fmla="*/ 0 h 6616574"/>
              <a:gd name="connsiteX0" fmla="*/ 0 w 6097588"/>
              <a:gd name="connsiteY0" fmla="*/ 0 h 6529489"/>
              <a:gd name="connsiteX1" fmla="*/ 6097588 w 6097588"/>
              <a:gd name="connsiteY1" fmla="*/ 0 h 6529489"/>
              <a:gd name="connsiteX2" fmla="*/ 1116770 w 6097588"/>
              <a:gd name="connsiteY2" fmla="*/ 6529489 h 6529489"/>
              <a:gd name="connsiteX3" fmla="*/ 0 w 6097588"/>
              <a:gd name="connsiteY3" fmla="*/ 4795838 h 6529489"/>
              <a:gd name="connsiteX4" fmla="*/ 0 w 6097588"/>
              <a:gd name="connsiteY4" fmla="*/ 0 h 6529489"/>
              <a:gd name="connsiteX0" fmla="*/ 0 w 6097588"/>
              <a:gd name="connsiteY0" fmla="*/ 0 h 6611736"/>
              <a:gd name="connsiteX1" fmla="*/ 6097588 w 6097588"/>
              <a:gd name="connsiteY1" fmla="*/ 0 h 6611736"/>
              <a:gd name="connsiteX2" fmla="*/ 1041780 w 6097588"/>
              <a:gd name="connsiteY2" fmla="*/ 6611736 h 6611736"/>
              <a:gd name="connsiteX3" fmla="*/ 0 w 6097588"/>
              <a:gd name="connsiteY3" fmla="*/ 4795838 h 6611736"/>
              <a:gd name="connsiteX4" fmla="*/ 0 w 6097588"/>
              <a:gd name="connsiteY4" fmla="*/ 0 h 6611736"/>
              <a:gd name="connsiteX0" fmla="*/ 0 w 6097588"/>
              <a:gd name="connsiteY0" fmla="*/ 0 h 6611736"/>
              <a:gd name="connsiteX1" fmla="*/ 6097588 w 6097588"/>
              <a:gd name="connsiteY1" fmla="*/ 0 h 6611736"/>
              <a:gd name="connsiteX2" fmla="*/ 1041780 w 6097588"/>
              <a:gd name="connsiteY2" fmla="*/ 6611736 h 6611736"/>
              <a:gd name="connsiteX3" fmla="*/ 0 w 6097588"/>
              <a:gd name="connsiteY3" fmla="*/ 4795838 h 6611736"/>
              <a:gd name="connsiteX4" fmla="*/ 0 w 6097588"/>
              <a:gd name="connsiteY4" fmla="*/ 0 h 6611736"/>
              <a:gd name="connsiteX0" fmla="*/ 0 w 6097588"/>
              <a:gd name="connsiteY0" fmla="*/ 0 h 6577675"/>
              <a:gd name="connsiteX1" fmla="*/ 6097588 w 6097588"/>
              <a:gd name="connsiteY1" fmla="*/ 0 h 6577675"/>
              <a:gd name="connsiteX2" fmla="*/ 1062740 w 6097588"/>
              <a:gd name="connsiteY2" fmla="*/ 6577675 h 6577675"/>
              <a:gd name="connsiteX3" fmla="*/ 0 w 6097588"/>
              <a:gd name="connsiteY3" fmla="*/ 4795838 h 6577675"/>
              <a:gd name="connsiteX4" fmla="*/ 0 w 6097588"/>
              <a:gd name="connsiteY4" fmla="*/ 0 h 6577675"/>
              <a:gd name="connsiteX0" fmla="*/ 0 w 6097588"/>
              <a:gd name="connsiteY0" fmla="*/ 0 h 6614356"/>
              <a:gd name="connsiteX1" fmla="*/ 6097588 w 6097588"/>
              <a:gd name="connsiteY1" fmla="*/ 0 h 6614356"/>
              <a:gd name="connsiteX2" fmla="*/ 1047020 w 6097588"/>
              <a:gd name="connsiteY2" fmla="*/ 6614356 h 6614356"/>
              <a:gd name="connsiteX3" fmla="*/ 0 w 6097588"/>
              <a:gd name="connsiteY3" fmla="*/ 4795838 h 6614356"/>
              <a:gd name="connsiteX4" fmla="*/ 0 w 6097588"/>
              <a:gd name="connsiteY4" fmla="*/ 0 h 6614356"/>
              <a:gd name="connsiteX0" fmla="*/ 0 w 6097588"/>
              <a:gd name="connsiteY0" fmla="*/ 0 h 6614356"/>
              <a:gd name="connsiteX1" fmla="*/ 6097588 w 6097588"/>
              <a:gd name="connsiteY1" fmla="*/ 0 h 6614356"/>
              <a:gd name="connsiteX2" fmla="*/ 1047020 w 6097588"/>
              <a:gd name="connsiteY2" fmla="*/ 6614356 h 6614356"/>
              <a:gd name="connsiteX3" fmla="*/ 0 w 6097588"/>
              <a:gd name="connsiteY3" fmla="*/ 4795838 h 6614356"/>
              <a:gd name="connsiteX4" fmla="*/ 0 w 6097588"/>
              <a:gd name="connsiteY4" fmla="*/ 0 h 6614356"/>
              <a:gd name="connsiteX0" fmla="*/ 0 w 6097588"/>
              <a:gd name="connsiteY0" fmla="*/ 0 h 6614356"/>
              <a:gd name="connsiteX1" fmla="*/ 6097588 w 6097588"/>
              <a:gd name="connsiteY1" fmla="*/ 0 h 6614356"/>
              <a:gd name="connsiteX2" fmla="*/ 1047020 w 6097588"/>
              <a:gd name="connsiteY2" fmla="*/ 6614356 h 6614356"/>
              <a:gd name="connsiteX3" fmla="*/ 0 w 6097588"/>
              <a:gd name="connsiteY3" fmla="*/ 4795838 h 6614356"/>
              <a:gd name="connsiteX4" fmla="*/ 0 w 6097588"/>
              <a:gd name="connsiteY4" fmla="*/ 0 h 6614356"/>
              <a:gd name="connsiteX0" fmla="*/ 0 w 6097588"/>
              <a:gd name="connsiteY0" fmla="*/ 0 h 6614356"/>
              <a:gd name="connsiteX1" fmla="*/ 6097588 w 6097588"/>
              <a:gd name="connsiteY1" fmla="*/ 0 h 6614356"/>
              <a:gd name="connsiteX2" fmla="*/ 1047020 w 6097588"/>
              <a:gd name="connsiteY2" fmla="*/ 6614356 h 6614356"/>
              <a:gd name="connsiteX3" fmla="*/ 0 w 6097588"/>
              <a:gd name="connsiteY3" fmla="*/ 4795838 h 6614356"/>
              <a:gd name="connsiteX4" fmla="*/ 0 w 6097588"/>
              <a:gd name="connsiteY4" fmla="*/ 0 h 6614356"/>
              <a:gd name="connsiteX0" fmla="*/ 0 w 6097588"/>
              <a:gd name="connsiteY0" fmla="*/ 0 h 6614356"/>
              <a:gd name="connsiteX1" fmla="*/ 6097588 w 6097588"/>
              <a:gd name="connsiteY1" fmla="*/ 0 h 6614356"/>
              <a:gd name="connsiteX2" fmla="*/ 1047020 w 6097588"/>
              <a:gd name="connsiteY2" fmla="*/ 6614356 h 6614356"/>
              <a:gd name="connsiteX3" fmla="*/ 0 w 6097588"/>
              <a:gd name="connsiteY3" fmla="*/ 4795838 h 6614356"/>
              <a:gd name="connsiteX4" fmla="*/ 0 w 6097588"/>
              <a:gd name="connsiteY4" fmla="*/ 0 h 6614356"/>
              <a:gd name="connsiteX0" fmla="*/ 0 w 6097588"/>
              <a:gd name="connsiteY0" fmla="*/ 0 h 6614356"/>
              <a:gd name="connsiteX1" fmla="*/ 6097588 w 6097588"/>
              <a:gd name="connsiteY1" fmla="*/ 0 h 6614356"/>
              <a:gd name="connsiteX2" fmla="*/ 1047020 w 6097588"/>
              <a:gd name="connsiteY2" fmla="*/ 6614356 h 6614356"/>
              <a:gd name="connsiteX3" fmla="*/ 0 w 6097588"/>
              <a:gd name="connsiteY3" fmla="*/ 4795838 h 6614356"/>
              <a:gd name="connsiteX4" fmla="*/ 0 w 6097588"/>
              <a:gd name="connsiteY4" fmla="*/ 0 h 6614356"/>
              <a:gd name="connsiteX0" fmla="*/ 0 w 6097588"/>
              <a:gd name="connsiteY0" fmla="*/ 0 h 6614356"/>
              <a:gd name="connsiteX1" fmla="*/ 6097588 w 6097588"/>
              <a:gd name="connsiteY1" fmla="*/ 0 h 6614356"/>
              <a:gd name="connsiteX2" fmla="*/ 1047020 w 6097588"/>
              <a:gd name="connsiteY2" fmla="*/ 6614356 h 6614356"/>
              <a:gd name="connsiteX3" fmla="*/ 0 w 6097588"/>
              <a:gd name="connsiteY3" fmla="*/ 4795838 h 6614356"/>
              <a:gd name="connsiteX4" fmla="*/ 0 w 6097588"/>
              <a:gd name="connsiteY4" fmla="*/ 0 h 6614356"/>
              <a:gd name="connsiteX0" fmla="*/ 0 w 6097588"/>
              <a:gd name="connsiteY0" fmla="*/ 0 h 6614356"/>
              <a:gd name="connsiteX1" fmla="*/ 6097588 w 6097588"/>
              <a:gd name="connsiteY1" fmla="*/ 0 h 6614356"/>
              <a:gd name="connsiteX2" fmla="*/ 1047020 w 6097588"/>
              <a:gd name="connsiteY2" fmla="*/ 6614356 h 6614356"/>
              <a:gd name="connsiteX3" fmla="*/ 0 w 6097588"/>
              <a:gd name="connsiteY3" fmla="*/ 4795838 h 6614356"/>
              <a:gd name="connsiteX4" fmla="*/ 0 w 6097588"/>
              <a:gd name="connsiteY4" fmla="*/ 0 h 6614356"/>
              <a:gd name="connsiteX0" fmla="*/ 0 w 6097588"/>
              <a:gd name="connsiteY0" fmla="*/ 0 h 6614356"/>
              <a:gd name="connsiteX1" fmla="*/ 6097588 w 6097588"/>
              <a:gd name="connsiteY1" fmla="*/ 0 h 6614356"/>
              <a:gd name="connsiteX2" fmla="*/ 1047020 w 6097588"/>
              <a:gd name="connsiteY2" fmla="*/ 6614356 h 6614356"/>
              <a:gd name="connsiteX3" fmla="*/ 0 w 6097588"/>
              <a:gd name="connsiteY3" fmla="*/ 4795838 h 6614356"/>
              <a:gd name="connsiteX4" fmla="*/ 0 w 6097588"/>
              <a:gd name="connsiteY4" fmla="*/ 0 h 6614356"/>
              <a:gd name="connsiteX0" fmla="*/ 0 w 6097588"/>
              <a:gd name="connsiteY0" fmla="*/ 0 h 6614356"/>
              <a:gd name="connsiteX1" fmla="*/ 6097588 w 6097588"/>
              <a:gd name="connsiteY1" fmla="*/ 0 h 6614356"/>
              <a:gd name="connsiteX2" fmla="*/ 1047020 w 6097588"/>
              <a:gd name="connsiteY2" fmla="*/ 6614356 h 6614356"/>
              <a:gd name="connsiteX3" fmla="*/ 0 w 6097588"/>
              <a:gd name="connsiteY3" fmla="*/ 4795838 h 6614356"/>
              <a:gd name="connsiteX4" fmla="*/ 0 w 6097588"/>
              <a:gd name="connsiteY4" fmla="*/ 0 h 6614356"/>
              <a:gd name="connsiteX0" fmla="*/ 0 w 6097588"/>
              <a:gd name="connsiteY0" fmla="*/ 0 h 6614356"/>
              <a:gd name="connsiteX1" fmla="*/ 6097588 w 6097588"/>
              <a:gd name="connsiteY1" fmla="*/ 0 h 6614356"/>
              <a:gd name="connsiteX2" fmla="*/ 1047020 w 6097588"/>
              <a:gd name="connsiteY2" fmla="*/ 6614356 h 6614356"/>
              <a:gd name="connsiteX3" fmla="*/ 0 w 6097588"/>
              <a:gd name="connsiteY3" fmla="*/ 4795838 h 6614356"/>
              <a:gd name="connsiteX4" fmla="*/ 0 w 6097588"/>
              <a:gd name="connsiteY4" fmla="*/ 0 h 6614356"/>
              <a:gd name="connsiteX0" fmla="*/ 0 w 6097588"/>
              <a:gd name="connsiteY0" fmla="*/ 0 h 6621613"/>
              <a:gd name="connsiteX1" fmla="*/ 6097588 w 6097588"/>
              <a:gd name="connsiteY1" fmla="*/ 0 h 6621613"/>
              <a:gd name="connsiteX2" fmla="*/ 1050649 w 6097588"/>
              <a:gd name="connsiteY2" fmla="*/ 6621613 h 6621613"/>
              <a:gd name="connsiteX3" fmla="*/ 0 w 6097588"/>
              <a:gd name="connsiteY3" fmla="*/ 4795838 h 6621613"/>
              <a:gd name="connsiteX4" fmla="*/ 0 w 6097588"/>
              <a:gd name="connsiteY4" fmla="*/ 0 h 6621613"/>
              <a:gd name="connsiteX0" fmla="*/ 0 w 6097588"/>
              <a:gd name="connsiteY0" fmla="*/ 0 h 6621613"/>
              <a:gd name="connsiteX1" fmla="*/ 6097588 w 6097588"/>
              <a:gd name="connsiteY1" fmla="*/ 0 h 6621613"/>
              <a:gd name="connsiteX2" fmla="*/ 1050649 w 6097588"/>
              <a:gd name="connsiteY2" fmla="*/ 6621613 h 6621613"/>
              <a:gd name="connsiteX3" fmla="*/ 0 w 6097588"/>
              <a:gd name="connsiteY3" fmla="*/ 4795838 h 6621613"/>
              <a:gd name="connsiteX4" fmla="*/ 0 w 6097588"/>
              <a:gd name="connsiteY4" fmla="*/ 0 h 6621613"/>
              <a:gd name="connsiteX0" fmla="*/ 0 w 6097588"/>
              <a:gd name="connsiteY0" fmla="*/ 0 h 6621613"/>
              <a:gd name="connsiteX1" fmla="*/ 6097588 w 6097588"/>
              <a:gd name="connsiteY1" fmla="*/ 0 h 6621613"/>
              <a:gd name="connsiteX2" fmla="*/ 1050649 w 6097588"/>
              <a:gd name="connsiteY2" fmla="*/ 6621613 h 6621613"/>
              <a:gd name="connsiteX3" fmla="*/ 0 w 6097588"/>
              <a:gd name="connsiteY3" fmla="*/ 4795838 h 6621613"/>
              <a:gd name="connsiteX4" fmla="*/ 0 w 6097588"/>
              <a:gd name="connsiteY4" fmla="*/ 0 h 6621613"/>
              <a:gd name="connsiteX0" fmla="*/ 0 w 6097588"/>
              <a:gd name="connsiteY0" fmla="*/ 0 h 6621613"/>
              <a:gd name="connsiteX1" fmla="*/ 6097588 w 6097588"/>
              <a:gd name="connsiteY1" fmla="*/ 0 h 6621613"/>
              <a:gd name="connsiteX2" fmla="*/ 1050649 w 6097588"/>
              <a:gd name="connsiteY2" fmla="*/ 6621613 h 6621613"/>
              <a:gd name="connsiteX3" fmla="*/ 0 w 6097588"/>
              <a:gd name="connsiteY3" fmla="*/ 4795838 h 6621613"/>
              <a:gd name="connsiteX4" fmla="*/ 0 w 6097588"/>
              <a:gd name="connsiteY4" fmla="*/ 0 h 6621613"/>
              <a:gd name="connsiteX0" fmla="*/ 0 w 6097588"/>
              <a:gd name="connsiteY0" fmla="*/ 0 h 6621613"/>
              <a:gd name="connsiteX1" fmla="*/ 6097588 w 6097588"/>
              <a:gd name="connsiteY1" fmla="*/ 0 h 6621613"/>
              <a:gd name="connsiteX2" fmla="*/ 1050649 w 6097588"/>
              <a:gd name="connsiteY2" fmla="*/ 6621613 h 6621613"/>
              <a:gd name="connsiteX3" fmla="*/ 0 w 6097588"/>
              <a:gd name="connsiteY3" fmla="*/ 4795838 h 6621613"/>
              <a:gd name="connsiteX4" fmla="*/ 0 w 6097588"/>
              <a:gd name="connsiteY4" fmla="*/ 0 h 6621613"/>
              <a:gd name="connsiteX0" fmla="*/ 0 w 6097588"/>
              <a:gd name="connsiteY0" fmla="*/ 0 h 6621613"/>
              <a:gd name="connsiteX1" fmla="*/ 6097588 w 6097588"/>
              <a:gd name="connsiteY1" fmla="*/ 0 h 6621613"/>
              <a:gd name="connsiteX2" fmla="*/ 1050649 w 6097588"/>
              <a:gd name="connsiteY2" fmla="*/ 6621613 h 6621613"/>
              <a:gd name="connsiteX3" fmla="*/ 0 w 6097588"/>
              <a:gd name="connsiteY3" fmla="*/ 4795838 h 6621613"/>
              <a:gd name="connsiteX4" fmla="*/ 0 w 6097588"/>
              <a:gd name="connsiteY4" fmla="*/ 0 h 6621613"/>
              <a:gd name="connsiteX0" fmla="*/ 0 w 6097588"/>
              <a:gd name="connsiteY0" fmla="*/ 0 h 6621613"/>
              <a:gd name="connsiteX1" fmla="*/ 6097588 w 6097588"/>
              <a:gd name="connsiteY1" fmla="*/ 0 h 6621613"/>
              <a:gd name="connsiteX2" fmla="*/ 1050649 w 6097588"/>
              <a:gd name="connsiteY2" fmla="*/ 6621613 h 6621613"/>
              <a:gd name="connsiteX3" fmla="*/ 0 w 6097588"/>
              <a:gd name="connsiteY3" fmla="*/ 4795838 h 6621613"/>
              <a:gd name="connsiteX4" fmla="*/ 0 w 6097588"/>
              <a:gd name="connsiteY4" fmla="*/ 0 h 6621613"/>
              <a:gd name="connsiteX0" fmla="*/ 0 w 6097588"/>
              <a:gd name="connsiteY0" fmla="*/ 0 h 6621613"/>
              <a:gd name="connsiteX1" fmla="*/ 6097588 w 6097588"/>
              <a:gd name="connsiteY1" fmla="*/ 0 h 6621613"/>
              <a:gd name="connsiteX2" fmla="*/ 1050649 w 6097588"/>
              <a:gd name="connsiteY2" fmla="*/ 6621613 h 6621613"/>
              <a:gd name="connsiteX3" fmla="*/ 0 w 6097588"/>
              <a:gd name="connsiteY3" fmla="*/ 4795838 h 6621613"/>
              <a:gd name="connsiteX4" fmla="*/ 0 w 6097588"/>
              <a:gd name="connsiteY4" fmla="*/ 0 h 6621613"/>
              <a:gd name="connsiteX0" fmla="*/ 0 w 6097588"/>
              <a:gd name="connsiteY0" fmla="*/ 0 h 6621613"/>
              <a:gd name="connsiteX1" fmla="*/ 6097588 w 6097588"/>
              <a:gd name="connsiteY1" fmla="*/ 0 h 6621613"/>
              <a:gd name="connsiteX2" fmla="*/ 1050649 w 6097588"/>
              <a:gd name="connsiteY2" fmla="*/ 6621613 h 6621613"/>
              <a:gd name="connsiteX3" fmla="*/ 0 w 6097588"/>
              <a:gd name="connsiteY3" fmla="*/ 4795838 h 6621613"/>
              <a:gd name="connsiteX4" fmla="*/ 0 w 6097588"/>
              <a:gd name="connsiteY4" fmla="*/ 0 h 6621613"/>
              <a:gd name="connsiteX0" fmla="*/ 0 w 6097588"/>
              <a:gd name="connsiteY0" fmla="*/ 0 h 6621613"/>
              <a:gd name="connsiteX1" fmla="*/ 6097588 w 6097588"/>
              <a:gd name="connsiteY1" fmla="*/ 0 h 6621613"/>
              <a:gd name="connsiteX2" fmla="*/ 1050649 w 6097588"/>
              <a:gd name="connsiteY2" fmla="*/ 6621613 h 6621613"/>
              <a:gd name="connsiteX3" fmla="*/ 0 w 6097588"/>
              <a:gd name="connsiteY3" fmla="*/ 4795838 h 6621613"/>
              <a:gd name="connsiteX4" fmla="*/ 0 w 6097588"/>
              <a:gd name="connsiteY4" fmla="*/ 0 h 6621613"/>
              <a:gd name="connsiteX0" fmla="*/ 0 w 6108739"/>
              <a:gd name="connsiteY0" fmla="*/ 0 h 6621613"/>
              <a:gd name="connsiteX1" fmla="*/ 6108739 w 6108739"/>
              <a:gd name="connsiteY1" fmla="*/ 0 h 6621613"/>
              <a:gd name="connsiteX2" fmla="*/ 1050649 w 6108739"/>
              <a:gd name="connsiteY2" fmla="*/ 6621613 h 6621613"/>
              <a:gd name="connsiteX3" fmla="*/ 0 w 6108739"/>
              <a:gd name="connsiteY3" fmla="*/ 4795838 h 6621613"/>
              <a:gd name="connsiteX4" fmla="*/ 0 w 6108739"/>
              <a:gd name="connsiteY4" fmla="*/ 0 h 6621613"/>
              <a:gd name="connsiteX0" fmla="*/ 0 w 6099214"/>
              <a:gd name="connsiteY0" fmla="*/ 0 h 6621613"/>
              <a:gd name="connsiteX1" fmla="*/ 6099214 w 6099214"/>
              <a:gd name="connsiteY1" fmla="*/ 0 h 6621613"/>
              <a:gd name="connsiteX2" fmla="*/ 1050649 w 6099214"/>
              <a:gd name="connsiteY2" fmla="*/ 6621613 h 6621613"/>
              <a:gd name="connsiteX3" fmla="*/ 0 w 6099214"/>
              <a:gd name="connsiteY3" fmla="*/ 4795838 h 6621613"/>
              <a:gd name="connsiteX4" fmla="*/ 0 w 6099214"/>
              <a:gd name="connsiteY4" fmla="*/ 0 h 6621613"/>
              <a:gd name="connsiteX0" fmla="*/ 0 w 6099214"/>
              <a:gd name="connsiteY0" fmla="*/ 0 h 6621613"/>
              <a:gd name="connsiteX1" fmla="*/ 6099214 w 6099214"/>
              <a:gd name="connsiteY1" fmla="*/ 0 h 6621613"/>
              <a:gd name="connsiteX2" fmla="*/ 1050649 w 6099214"/>
              <a:gd name="connsiteY2" fmla="*/ 6621613 h 6621613"/>
              <a:gd name="connsiteX3" fmla="*/ 0 w 6099214"/>
              <a:gd name="connsiteY3" fmla="*/ 4795838 h 6621613"/>
              <a:gd name="connsiteX4" fmla="*/ 0 w 6099214"/>
              <a:gd name="connsiteY4" fmla="*/ 0 h 6621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9214" h="6621613">
                <a:moveTo>
                  <a:pt x="0" y="0"/>
                </a:moveTo>
                <a:lnTo>
                  <a:pt x="6099214" y="0"/>
                </a:lnTo>
                <a:cubicBezTo>
                  <a:pt x="3490483" y="2165821"/>
                  <a:pt x="1902596" y="4985807"/>
                  <a:pt x="1050649" y="6621613"/>
                </a:cubicBezTo>
                <a:lnTo>
                  <a:pt x="0" y="4795838"/>
                </a:lnTo>
                <a:lnTo>
                  <a:pt x="0" y="0"/>
                </a:lnTo>
                <a:close/>
              </a:path>
            </a:pathLst>
          </a:custGeom>
        </p:spPr>
        <p:txBody>
          <a:bodyPr anchor="ctr"/>
          <a:lstStyle>
            <a:lvl1pPr marL="0" indent="0" algn="l">
              <a:buNone/>
              <a:defRPr sz="1800" b="0" i="1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 noProof="0" dirty="0"/>
              <a:t>Click here &gt;&gt; </a:t>
            </a:r>
            <a:br>
              <a:rPr lang="en-US" noProof="0" dirty="0"/>
            </a:br>
            <a:r>
              <a:rPr lang="en-US" noProof="0" dirty="0"/>
              <a:t>to insert a picture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8" hasCustomPrompt="1"/>
          </p:nvPr>
        </p:nvSpPr>
        <p:spPr bwMode="gray">
          <a:xfrm>
            <a:off x="2264751" y="3342167"/>
            <a:ext cx="853200" cy="964800"/>
          </a:xfrm>
          <a:prstGeom prst="rect">
            <a:avLst/>
          </a:prstGeom>
          <a:noFill/>
        </p:spPr>
        <p:txBody>
          <a:bodyPr lIns="0" rIns="0" anchor="t">
            <a:noAutofit/>
          </a:bodyPr>
          <a:lstStyle>
            <a:lvl1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bg1"/>
              </a:buClr>
              <a:buFont typeface="Tempus Sans ITC" panose="04020404030D07020202" pitchFamily="82" charset="0"/>
              <a:buChar char="/"/>
              <a:defRPr sz="2400" b="1" i="0">
                <a:solidFill>
                  <a:schemeClr val="bg1"/>
                </a:solidFill>
                <a:latin typeface="+mj-lt"/>
              </a:defRPr>
            </a:lvl1pPr>
            <a:lvl2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2pPr>
            <a:lvl3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3pPr>
            <a:lvl4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cap="none" baseline="0">
                <a:solidFill>
                  <a:schemeClr val="bg2"/>
                </a:solidFill>
              </a:defRPr>
            </a:lvl4pPr>
            <a:lvl5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5pPr>
            <a:lvl6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6pPr>
            <a:lvl7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7pPr>
            <a:lvl8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8pPr>
            <a:lvl9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9pPr>
          </a:lstStyle>
          <a:p>
            <a:pPr lvl="0"/>
            <a:r>
              <a:rPr lang="en-US" noProof="0" dirty="0"/>
              <a:t>01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3117051" y="3342167"/>
            <a:ext cx="6299999" cy="964800"/>
          </a:xfrm>
          <a:noFill/>
        </p:spPr>
        <p:txBody>
          <a:bodyPr tIns="108000" rIns="0" anchor="t"/>
          <a:lstStyle>
            <a:lvl1pPr algn="r">
              <a:buClr>
                <a:schemeClr val="bg2"/>
              </a:buClr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noProof="0" dirty="0"/>
              <a:t>Chapter slide headline </a:t>
            </a:r>
          </a:p>
        </p:txBody>
      </p:sp>
    </p:spTree>
    <p:extLst>
      <p:ext uri="{BB962C8B-B14F-4D97-AF65-F5344CB8AC3E}">
        <p14:creationId xmlns:p14="http://schemas.microsoft.com/office/powerpoint/2010/main" val="22546823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Brown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11"/>
          <p:cNvPicPr>
            <a:picLocks noChangeAspect="1"/>
          </p:cNvPicPr>
          <p:nvPr userDrawn="1"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" t="1" r="-184259" b="-45082"/>
          <a:stretch/>
        </p:blipFill>
        <p:spPr>
          <a:xfrm>
            <a:off x="0" y="-1"/>
            <a:ext cx="9906000" cy="6856413"/>
          </a:xfrm>
          <a:prstGeom prst="rect">
            <a:avLst/>
          </a:prstGeom>
          <a:solidFill>
            <a:schemeClr val="accent2"/>
          </a:solidFill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3117051" y="3342167"/>
            <a:ext cx="6299999" cy="964800"/>
          </a:xfrm>
          <a:noFill/>
        </p:spPr>
        <p:txBody>
          <a:bodyPr tIns="108000" rIns="0" anchor="t"/>
          <a:lstStyle>
            <a:lvl1pPr algn="r"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noProof="0" dirty="0"/>
              <a:t>Chapter slide headline </a:t>
            </a:r>
          </a:p>
        </p:txBody>
      </p:sp>
      <p:sp>
        <p:nvSpPr>
          <p:cNvPr id="8" name="Espace réservé pour une image  35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0" y="2"/>
            <a:ext cx="5157702" cy="5590308"/>
          </a:xfrm>
          <a:custGeom>
            <a:avLst/>
            <a:gdLst>
              <a:gd name="connsiteX0" fmla="*/ 0 w 6097588"/>
              <a:gd name="connsiteY0" fmla="*/ 0 h 4795838"/>
              <a:gd name="connsiteX1" fmla="*/ 6097588 w 6097588"/>
              <a:gd name="connsiteY1" fmla="*/ 0 h 4795838"/>
              <a:gd name="connsiteX2" fmla="*/ 6097588 w 6097588"/>
              <a:gd name="connsiteY2" fmla="*/ 4795838 h 4795838"/>
              <a:gd name="connsiteX3" fmla="*/ 0 w 6097588"/>
              <a:gd name="connsiteY3" fmla="*/ 4795838 h 4795838"/>
              <a:gd name="connsiteX4" fmla="*/ 0 w 6097588"/>
              <a:gd name="connsiteY4" fmla="*/ 0 h 4795838"/>
              <a:gd name="connsiteX0" fmla="*/ 0 w 6097588"/>
              <a:gd name="connsiteY0" fmla="*/ 0 h 6635927"/>
              <a:gd name="connsiteX1" fmla="*/ 6097588 w 6097588"/>
              <a:gd name="connsiteY1" fmla="*/ 0 h 6635927"/>
              <a:gd name="connsiteX2" fmla="*/ 1051455 w 6097588"/>
              <a:gd name="connsiteY2" fmla="*/ 6635927 h 6635927"/>
              <a:gd name="connsiteX3" fmla="*/ 0 w 6097588"/>
              <a:gd name="connsiteY3" fmla="*/ 4795838 h 6635927"/>
              <a:gd name="connsiteX4" fmla="*/ 0 w 6097588"/>
              <a:gd name="connsiteY4" fmla="*/ 0 h 6635927"/>
              <a:gd name="connsiteX0" fmla="*/ 0 w 6097588"/>
              <a:gd name="connsiteY0" fmla="*/ 0 h 6502879"/>
              <a:gd name="connsiteX1" fmla="*/ 6097588 w 6097588"/>
              <a:gd name="connsiteY1" fmla="*/ 0 h 6502879"/>
              <a:gd name="connsiteX2" fmla="*/ 1027264 w 6097588"/>
              <a:gd name="connsiteY2" fmla="*/ 6502879 h 6502879"/>
              <a:gd name="connsiteX3" fmla="*/ 0 w 6097588"/>
              <a:gd name="connsiteY3" fmla="*/ 4795838 h 6502879"/>
              <a:gd name="connsiteX4" fmla="*/ 0 w 6097588"/>
              <a:gd name="connsiteY4" fmla="*/ 0 h 6502879"/>
              <a:gd name="connsiteX0" fmla="*/ 0 w 6097588"/>
              <a:gd name="connsiteY0" fmla="*/ 0 h 6616574"/>
              <a:gd name="connsiteX1" fmla="*/ 6097588 w 6097588"/>
              <a:gd name="connsiteY1" fmla="*/ 0 h 6616574"/>
              <a:gd name="connsiteX2" fmla="*/ 1044198 w 6097588"/>
              <a:gd name="connsiteY2" fmla="*/ 6616574 h 6616574"/>
              <a:gd name="connsiteX3" fmla="*/ 0 w 6097588"/>
              <a:gd name="connsiteY3" fmla="*/ 4795838 h 6616574"/>
              <a:gd name="connsiteX4" fmla="*/ 0 w 6097588"/>
              <a:gd name="connsiteY4" fmla="*/ 0 h 6616574"/>
              <a:gd name="connsiteX0" fmla="*/ 0 w 6097588"/>
              <a:gd name="connsiteY0" fmla="*/ 0 h 6575450"/>
              <a:gd name="connsiteX1" fmla="*/ 6097588 w 6097588"/>
              <a:gd name="connsiteY1" fmla="*/ 0 h 6575450"/>
              <a:gd name="connsiteX2" fmla="*/ 1078065 w 6097588"/>
              <a:gd name="connsiteY2" fmla="*/ 6575450 h 6575450"/>
              <a:gd name="connsiteX3" fmla="*/ 0 w 6097588"/>
              <a:gd name="connsiteY3" fmla="*/ 4795838 h 6575450"/>
              <a:gd name="connsiteX4" fmla="*/ 0 w 6097588"/>
              <a:gd name="connsiteY4" fmla="*/ 0 h 6575450"/>
              <a:gd name="connsiteX0" fmla="*/ 0 w 6097588"/>
              <a:gd name="connsiteY0" fmla="*/ 0 h 6616574"/>
              <a:gd name="connsiteX1" fmla="*/ 6097588 w 6097588"/>
              <a:gd name="connsiteY1" fmla="*/ 0 h 6616574"/>
              <a:gd name="connsiteX2" fmla="*/ 1046618 w 6097588"/>
              <a:gd name="connsiteY2" fmla="*/ 6616574 h 6616574"/>
              <a:gd name="connsiteX3" fmla="*/ 0 w 6097588"/>
              <a:gd name="connsiteY3" fmla="*/ 4795838 h 6616574"/>
              <a:gd name="connsiteX4" fmla="*/ 0 w 6097588"/>
              <a:gd name="connsiteY4" fmla="*/ 0 h 6616574"/>
              <a:gd name="connsiteX0" fmla="*/ 0 w 6097588"/>
              <a:gd name="connsiteY0" fmla="*/ 0 h 6529489"/>
              <a:gd name="connsiteX1" fmla="*/ 6097588 w 6097588"/>
              <a:gd name="connsiteY1" fmla="*/ 0 h 6529489"/>
              <a:gd name="connsiteX2" fmla="*/ 1116770 w 6097588"/>
              <a:gd name="connsiteY2" fmla="*/ 6529489 h 6529489"/>
              <a:gd name="connsiteX3" fmla="*/ 0 w 6097588"/>
              <a:gd name="connsiteY3" fmla="*/ 4795838 h 6529489"/>
              <a:gd name="connsiteX4" fmla="*/ 0 w 6097588"/>
              <a:gd name="connsiteY4" fmla="*/ 0 h 6529489"/>
              <a:gd name="connsiteX0" fmla="*/ 0 w 6097588"/>
              <a:gd name="connsiteY0" fmla="*/ 0 h 6611736"/>
              <a:gd name="connsiteX1" fmla="*/ 6097588 w 6097588"/>
              <a:gd name="connsiteY1" fmla="*/ 0 h 6611736"/>
              <a:gd name="connsiteX2" fmla="*/ 1041780 w 6097588"/>
              <a:gd name="connsiteY2" fmla="*/ 6611736 h 6611736"/>
              <a:gd name="connsiteX3" fmla="*/ 0 w 6097588"/>
              <a:gd name="connsiteY3" fmla="*/ 4795838 h 6611736"/>
              <a:gd name="connsiteX4" fmla="*/ 0 w 6097588"/>
              <a:gd name="connsiteY4" fmla="*/ 0 h 6611736"/>
              <a:gd name="connsiteX0" fmla="*/ 0 w 6097588"/>
              <a:gd name="connsiteY0" fmla="*/ 0 h 6611736"/>
              <a:gd name="connsiteX1" fmla="*/ 6097588 w 6097588"/>
              <a:gd name="connsiteY1" fmla="*/ 0 h 6611736"/>
              <a:gd name="connsiteX2" fmla="*/ 1041780 w 6097588"/>
              <a:gd name="connsiteY2" fmla="*/ 6611736 h 6611736"/>
              <a:gd name="connsiteX3" fmla="*/ 0 w 6097588"/>
              <a:gd name="connsiteY3" fmla="*/ 4795838 h 6611736"/>
              <a:gd name="connsiteX4" fmla="*/ 0 w 6097588"/>
              <a:gd name="connsiteY4" fmla="*/ 0 h 6611736"/>
              <a:gd name="connsiteX0" fmla="*/ 0 w 6097588"/>
              <a:gd name="connsiteY0" fmla="*/ 0 h 6577675"/>
              <a:gd name="connsiteX1" fmla="*/ 6097588 w 6097588"/>
              <a:gd name="connsiteY1" fmla="*/ 0 h 6577675"/>
              <a:gd name="connsiteX2" fmla="*/ 1062740 w 6097588"/>
              <a:gd name="connsiteY2" fmla="*/ 6577675 h 6577675"/>
              <a:gd name="connsiteX3" fmla="*/ 0 w 6097588"/>
              <a:gd name="connsiteY3" fmla="*/ 4795838 h 6577675"/>
              <a:gd name="connsiteX4" fmla="*/ 0 w 6097588"/>
              <a:gd name="connsiteY4" fmla="*/ 0 h 6577675"/>
              <a:gd name="connsiteX0" fmla="*/ 0 w 6097588"/>
              <a:gd name="connsiteY0" fmla="*/ 0 h 6614356"/>
              <a:gd name="connsiteX1" fmla="*/ 6097588 w 6097588"/>
              <a:gd name="connsiteY1" fmla="*/ 0 h 6614356"/>
              <a:gd name="connsiteX2" fmla="*/ 1047020 w 6097588"/>
              <a:gd name="connsiteY2" fmla="*/ 6614356 h 6614356"/>
              <a:gd name="connsiteX3" fmla="*/ 0 w 6097588"/>
              <a:gd name="connsiteY3" fmla="*/ 4795838 h 6614356"/>
              <a:gd name="connsiteX4" fmla="*/ 0 w 6097588"/>
              <a:gd name="connsiteY4" fmla="*/ 0 h 6614356"/>
              <a:gd name="connsiteX0" fmla="*/ 0 w 6097588"/>
              <a:gd name="connsiteY0" fmla="*/ 0 h 6614356"/>
              <a:gd name="connsiteX1" fmla="*/ 6097588 w 6097588"/>
              <a:gd name="connsiteY1" fmla="*/ 0 h 6614356"/>
              <a:gd name="connsiteX2" fmla="*/ 1047020 w 6097588"/>
              <a:gd name="connsiteY2" fmla="*/ 6614356 h 6614356"/>
              <a:gd name="connsiteX3" fmla="*/ 0 w 6097588"/>
              <a:gd name="connsiteY3" fmla="*/ 4795838 h 6614356"/>
              <a:gd name="connsiteX4" fmla="*/ 0 w 6097588"/>
              <a:gd name="connsiteY4" fmla="*/ 0 h 6614356"/>
              <a:gd name="connsiteX0" fmla="*/ 0 w 6097588"/>
              <a:gd name="connsiteY0" fmla="*/ 0 h 6614356"/>
              <a:gd name="connsiteX1" fmla="*/ 6097588 w 6097588"/>
              <a:gd name="connsiteY1" fmla="*/ 0 h 6614356"/>
              <a:gd name="connsiteX2" fmla="*/ 1047020 w 6097588"/>
              <a:gd name="connsiteY2" fmla="*/ 6614356 h 6614356"/>
              <a:gd name="connsiteX3" fmla="*/ 0 w 6097588"/>
              <a:gd name="connsiteY3" fmla="*/ 4795838 h 6614356"/>
              <a:gd name="connsiteX4" fmla="*/ 0 w 6097588"/>
              <a:gd name="connsiteY4" fmla="*/ 0 h 6614356"/>
              <a:gd name="connsiteX0" fmla="*/ 0 w 6097588"/>
              <a:gd name="connsiteY0" fmla="*/ 0 h 6614356"/>
              <a:gd name="connsiteX1" fmla="*/ 6097588 w 6097588"/>
              <a:gd name="connsiteY1" fmla="*/ 0 h 6614356"/>
              <a:gd name="connsiteX2" fmla="*/ 1047020 w 6097588"/>
              <a:gd name="connsiteY2" fmla="*/ 6614356 h 6614356"/>
              <a:gd name="connsiteX3" fmla="*/ 0 w 6097588"/>
              <a:gd name="connsiteY3" fmla="*/ 4795838 h 6614356"/>
              <a:gd name="connsiteX4" fmla="*/ 0 w 6097588"/>
              <a:gd name="connsiteY4" fmla="*/ 0 h 6614356"/>
              <a:gd name="connsiteX0" fmla="*/ 0 w 6097588"/>
              <a:gd name="connsiteY0" fmla="*/ 0 h 6614356"/>
              <a:gd name="connsiteX1" fmla="*/ 6097588 w 6097588"/>
              <a:gd name="connsiteY1" fmla="*/ 0 h 6614356"/>
              <a:gd name="connsiteX2" fmla="*/ 1047020 w 6097588"/>
              <a:gd name="connsiteY2" fmla="*/ 6614356 h 6614356"/>
              <a:gd name="connsiteX3" fmla="*/ 0 w 6097588"/>
              <a:gd name="connsiteY3" fmla="*/ 4795838 h 6614356"/>
              <a:gd name="connsiteX4" fmla="*/ 0 w 6097588"/>
              <a:gd name="connsiteY4" fmla="*/ 0 h 6614356"/>
              <a:gd name="connsiteX0" fmla="*/ 0 w 6097588"/>
              <a:gd name="connsiteY0" fmla="*/ 0 h 6614356"/>
              <a:gd name="connsiteX1" fmla="*/ 6097588 w 6097588"/>
              <a:gd name="connsiteY1" fmla="*/ 0 h 6614356"/>
              <a:gd name="connsiteX2" fmla="*/ 1047020 w 6097588"/>
              <a:gd name="connsiteY2" fmla="*/ 6614356 h 6614356"/>
              <a:gd name="connsiteX3" fmla="*/ 0 w 6097588"/>
              <a:gd name="connsiteY3" fmla="*/ 4795838 h 6614356"/>
              <a:gd name="connsiteX4" fmla="*/ 0 w 6097588"/>
              <a:gd name="connsiteY4" fmla="*/ 0 h 6614356"/>
              <a:gd name="connsiteX0" fmla="*/ 0 w 6097588"/>
              <a:gd name="connsiteY0" fmla="*/ 0 h 6614356"/>
              <a:gd name="connsiteX1" fmla="*/ 6097588 w 6097588"/>
              <a:gd name="connsiteY1" fmla="*/ 0 h 6614356"/>
              <a:gd name="connsiteX2" fmla="*/ 1047020 w 6097588"/>
              <a:gd name="connsiteY2" fmla="*/ 6614356 h 6614356"/>
              <a:gd name="connsiteX3" fmla="*/ 0 w 6097588"/>
              <a:gd name="connsiteY3" fmla="*/ 4795838 h 6614356"/>
              <a:gd name="connsiteX4" fmla="*/ 0 w 6097588"/>
              <a:gd name="connsiteY4" fmla="*/ 0 h 6614356"/>
              <a:gd name="connsiteX0" fmla="*/ 0 w 6097588"/>
              <a:gd name="connsiteY0" fmla="*/ 0 h 6614356"/>
              <a:gd name="connsiteX1" fmla="*/ 6097588 w 6097588"/>
              <a:gd name="connsiteY1" fmla="*/ 0 h 6614356"/>
              <a:gd name="connsiteX2" fmla="*/ 1047020 w 6097588"/>
              <a:gd name="connsiteY2" fmla="*/ 6614356 h 6614356"/>
              <a:gd name="connsiteX3" fmla="*/ 0 w 6097588"/>
              <a:gd name="connsiteY3" fmla="*/ 4795838 h 6614356"/>
              <a:gd name="connsiteX4" fmla="*/ 0 w 6097588"/>
              <a:gd name="connsiteY4" fmla="*/ 0 h 6614356"/>
              <a:gd name="connsiteX0" fmla="*/ 0 w 6097588"/>
              <a:gd name="connsiteY0" fmla="*/ 0 h 6614356"/>
              <a:gd name="connsiteX1" fmla="*/ 6097588 w 6097588"/>
              <a:gd name="connsiteY1" fmla="*/ 0 h 6614356"/>
              <a:gd name="connsiteX2" fmla="*/ 1047020 w 6097588"/>
              <a:gd name="connsiteY2" fmla="*/ 6614356 h 6614356"/>
              <a:gd name="connsiteX3" fmla="*/ 0 w 6097588"/>
              <a:gd name="connsiteY3" fmla="*/ 4795838 h 6614356"/>
              <a:gd name="connsiteX4" fmla="*/ 0 w 6097588"/>
              <a:gd name="connsiteY4" fmla="*/ 0 h 6614356"/>
              <a:gd name="connsiteX0" fmla="*/ 0 w 6097588"/>
              <a:gd name="connsiteY0" fmla="*/ 0 h 6614356"/>
              <a:gd name="connsiteX1" fmla="*/ 6097588 w 6097588"/>
              <a:gd name="connsiteY1" fmla="*/ 0 h 6614356"/>
              <a:gd name="connsiteX2" fmla="*/ 1047020 w 6097588"/>
              <a:gd name="connsiteY2" fmla="*/ 6614356 h 6614356"/>
              <a:gd name="connsiteX3" fmla="*/ 0 w 6097588"/>
              <a:gd name="connsiteY3" fmla="*/ 4795838 h 6614356"/>
              <a:gd name="connsiteX4" fmla="*/ 0 w 6097588"/>
              <a:gd name="connsiteY4" fmla="*/ 0 h 6614356"/>
              <a:gd name="connsiteX0" fmla="*/ 0 w 6097588"/>
              <a:gd name="connsiteY0" fmla="*/ 0 h 6614356"/>
              <a:gd name="connsiteX1" fmla="*/ 6097588 w 6097588"/>
              <a:gd name="connsiteY1" fmla="*/ 0 h 6614356"/>
              <a:gd name="connsiteX2" fmla="*/ 1047020 w 6097588"/>
              <a:gd name="connsiteY2" fmla="*/ 6614356 h 6614356"/>
              <a:gd name="connsiteX3" fmla="*/ 0 w 6097588"/>
              <a:gd name="connsiteY3" fmla="*/ 4795838 h 6614356"/>
              <a:gd name="connsiteX4" fmla="*/ 0 w 6097588"/>
              <a:gd name="connsiteY4" fmla="*/ 0 h 6614356"/>
              <a:gd name="connsiteX0" fmla="*/ 0 w 6097588"/>
              <a:gd name="connsiteY0" fmla="*/ 0 h 6621613"/>
              <a:gd name="connsiteX1" fmla="*/ 6097588 w 6097588"/>
              <a:gd name="connsiteY1" fmla="*/ 0 h 6621613"/>
              <a:gd name="connsiteX2" fmla="*/ 1050649 w 6097588"/>
              <a:gd name="connsiteY2" fmla="*/ 6621613 h 6621613"/>
              <a:gd name="connsiteX3" fmla="*/ 0 w 6097588"/>
              <a:gd name="connsiteY3" fmla="*/ 4795838 h 6621613"/>
              <a:gd name="connsiteX4" fmla="*/ 0 w 6097588"/>
              <a:gd name="connsiteY4" fmla="*/ 0 h 6621613"/>
              <a:gd name="connsiteX0" fmla="*/ 0 w 6097588"/>
              <a:gd name="connsiteY0" fmla="*/ 0 h 6621613"/>
              <a:gd name="connsiteX1" fmla="*/ 6097588 w 6097588"/>
              <a:gd name="connsiteY1" fmla="*/ 0 h 6621613"/>
              <a:gd name="connsiteX2" fmla="*/ 1050649 w 6097588"/>
              <a:gd name="connsiteY2" fmla="*/ 6621613 h 6621613"/>
              <a:gd name="connsiteX3" fmla="*/ 0 w 6097588"/>
              <a:gd name="connsiteY3" fmla="*/ 4795838 h 6621613"/>
              <a:gd name="connsiteX4" fmla="*/ 0 w 6097588"/>
              <a:gd name="connsiteY4" fmla="*/ 0 h 6621613"/>
              <a:gd name="connsiteX0" fmla="*/ 0 w 6097588"/>
              <a:gd name="connsiteY0" fmla="*/ 0 h 6621613"/>
              <a:gd name="connsiteX1" fmla="*/ 6097588 w 6097588"/>
              <a:gd name="connsiteY1" fmla="*/ 0 h 6621613"/>
              <a:gd name="connsiteX2" fmla="*/ 1050649 w 6097588"/>
              <a:gd name="connsiteY2" fmla="*/ 6621613 h 6621613"/>
              <a:gd name="connsiteX3" fmla="*/ 0 w 6097588"/>
              <a:gd name="connsiteY3" fmla="*/ 4795838 h 6621613"/>
              <a:gd name="connsiteX4" fmla="*/ 0 w 6097588"/>
              <a:gd name="connsiteY4" fmla="*/ 0 h 6621613"/>
              <a:gd name="connsiteX0" fmla="*/ 0 w 6097588"/>
              <a:gd name="connsiteY0" fmla="*/ 0 h 6621613"/>
              <a:gd name="connsiteX1" fmla="*/ 6097588 w 6097588"/>
              <a:gd name="connsiteY1" fmla="*/ 0 h 6621613"/>
              <a:gd name="connsiteX2" fmla="*/ 1050649 w 6097588"/>
              <a:gd name="connsiteY2" fmla="*/ 6621613 h 6621613"/>
              <a:gd name="connsiteX3" fmla="*/ 0 w 6097588"/>
              <a:gd name="connsiteY3" fmla="*/ 4795838 h 6621613"/>
              <a:gd name="connsiteX4" fmla="*/ 0 w 6097588"/>
              <a:gd name="connsiteY4" fmla="*/ 0 h 6621613"/>
              <a:gd name="connsiteX0" fmla="*/ 0 w 6097588"/>
              <a:gd name="connsiteY0" fmla="*/ 0 h 6621613"/>
              <a:gd name="connsiteX1" fmla="*/ 6097588 w 6097588"/>
              <a:gd name="connsiteY1" fmla="*/ 0 h 6621613"/>
              <a:gd name="connsiteX2" fmla="*/ 1050649 w 6097588"/>
              <a:gd name="connsiteY2" fmla="*/ 6621613 h 6621613"/>
              <a:gd name="connsiteX3" fmla="*/ 0 w 6097588"/>
              <a:gd name="connsiteY3" fmla="*/ 4795838 h 6621613"/>
              <a:gd name="connsiteX4" fmla="*/ 0 w 6097588"/>
              <a:gd name="connsiteY4" fmla="*/ 0 h 6621613"/>
              <a:gd name="connsiteX0" fmla="*/ 0 w 6097588"/>
              <a:gd name="connsiteY0" fmla="*/ 0 h 6621613"/>
              <a:gd name="connsiteX1" fmla="*/ 6097588 w 6097588"/>
              <a:gd name="connsiteY1" fmla="*/ 0 h 6621613"/>
              <a:gd name="connsiteX2" fmla="*/ 1050649 w 6097588"/>
              <a:gd name="connsiteY2" fmla="*/ 6621613 h 6621613"/>
              <a:gd name="connsiteX3" fmla="*/ 0 w 6097588"/>
              <a:gd name="connsiteY3" fmla="*/ 4795838 h 6621613"/>
              <a:gd name="connsiteX4" fmla="*/ 0 w 6097588"/>
              <a:gd name="connsiteY4" fmla="*/ 0 h 6621613"/>
              <a:gd name="connsiteX0" fmla="*/ 0 w 6097588"/>
              <a:gd name="connsiteY0" fmla="*/ 0 h 6621613"/>
              <a:gd name="connsiteX1" fmla="*/ 6097588 w 6097588"/>
              <a:gd name="connsiteY1" fmla="*/ 0 h 6621613"/>
              <a:gd name="connsiteX2" fmla="*/ 1050649 w 6097588"/>
              <a:gd name="connsiteY2" fmla="*/ 6621613 h 6621613"/>
              <a:gd name="connsiteX3" fmla="*/ 0 w 6097588"/>
              <a:gd name="connsiteY3" fmla="*/ 4795838 h 6621613"/>
              <a:gd name="connsiteX4" fmla="*/ 0 w 6097588"/>
              <a:gd name="connsiteY4" fmla="*/ 0 h 6621613"/>
              <a:gd name="connsiteX0" fmla="*/ 0 w 6097588"/>
              <a:gd name="connsiteY0" fmla="*/ 0 h 6621613"/>
              <a:gd name="connsiteX1" fmla="*/ 6097588 w 6097588"/>
              <a:gd name="connsiteY1" fmla="*/ 0 h 6621613"/>
              <a:gd name="connsiteX2" fmla="*/ 1050649 w 6097588"/>
              <a:gd name="connsiteY2" fmla="*/ 6621613 h 6621613"/>
              <a:gd name="connsiteX3" fmla="*/ 0 w 6097588"/>
              <a:gd name="connsiteY3" fmla="*/ 4795838 h 6621613"/>
              <a:gd name="connsiteX4" fmla="*/ 0 w 6097588"/>
              <a:gd name="connsiteY4" fmla="*/ 0 h 6621613"/>
              <a:gd name="connsiteX0" fmla="*/ 0 w 6097588"/>
              <a:gd name="connsiteY0" fmla="*/ 0 h 6621613"/>
              <a:gd name="connsiteX1" fmla="*/ 6097588 w 6097588"/>
              <a:gd name="connsiteY1" fmla="*/ 0 h 6621613"/>
              <a:gd name="connsiteX2" fmla="*/ 1050649 w 6097588"/>
              <a:gd name="connsiteY2" fmla="*/ 6621613 h 6621613"/>
              <a:gd name="connsiteX3" fmla="*/ 0 w 6097588"/>
              <a:gd name="connsiteY3" fmla="*/ 4795838 h 6621613"/>
              <a:gd name="connsiteX4" fmla="*/ 0 w 6097588"/>
              <a:gd name="connsiteY4" fmla="*/ 0 h 6621613"/>
              <a:gd name="connsiteX0" fmla="*/ 0 w 6097588"/>
              <a:gd name="connsiteY0" fmla="*/ 0 h 6621613"/>
              <a:gd name="connsiteX1" fmla="*/ 6097588 w 6097588"/>
              <a:gd name="connsiteY1" fmla="*/ 0 h 6621613"/>
              <a:gd name="connsiteX2" fmla="*/ 1050649 w 6097588"/>
              <a:gd name="connsiteY2" fmla="*/ 6621613 h 6621613"/>
              <a:gd name="connsiteX3" fmla="*/ 0 w 6097588"/>
              <a:gd name="connsiteY3" fmla="*/ 4795838 h 6621613"/>
              <a:gd name="connsiteX4" fmla="*/ 0 w 6097588"/>
              <a:gd name="connsiteY4" fmla="*/ 0 h 6621613"/>
              <a:gd name="connsiteX0" fmla="*/ 0 w 6108739"/>
              <a:gd name="connsiteY0" fmla="*/ 0 h 6621613"/>
              <a:gd name="connsiteX1" fmla="*/ 6108739 w 6108739"/>
              <a:gd name="connsiteY1" fmla="*/ 0 h 6621613"/>
              <a:gd name="connsiteX2" fmla="*/ 1050649 w 6108739"/>
              <a:gd name="connsiteY2" fmla="*/ 6621613 h 6621613"/>
              <a:gd name="connsiteX3" fmla="*/ 0 w 6108739"/>
              <a:gd name="connsiteY3" fmla="*/ 4795838 h 6621613"/>
              <a:gd name="connsiteX4" fmla="*/ 0 w 6108739"/>
              <a:gd name="connsiteY4" fmla="*/ 0 h 6621613"/>
              <a:gd name="connsiteX0" fmla="*/ 0 w 6099214"/>
              <a:gd name="connsiteY0" fmla="*/ 0 h 6621613"/>
              <a:gd name="connsiteX1" fmla="*/ 6099214 w 6099214"/>
              <a:gd name="connsiteY1" fmla="*/ 0 h 6621613"/>
              <a:gd name="connsiteX2" fmla="*/ 1050649 w 6099214"/>
              <a:gd name="connsiteY2" fmla="*/ 6621613 h 6621613"/>
              <a:gd name="connsiteX3" fmla="*/ 0 w 6099214"/>
              <a:gd name="connsiteY3" fmla="*/ 4795838 h 6621613"/>
              <a:gd name="connsiteX4" fmla="*/ 0 w 6099214"/>
              <a:gd name="connsiteY4" fmla="*/ 0 h 6621613"/>
              <a:gd name="connsiteX0" fmla="*/ 0 w 6099214"/>
              <a:gd name="connsiteY0" fmla="*/ 0 h 6621613"/>
              <a:gd name="connsiteX1" fmla="*/ 6099214 w 6099214"/>
              <a:gd name="connsiteY1" fmla="*/ 0 h 6621613"/>
              <a:gd name="connsiteX2" fmla="*/ 1050649 w 6099214"/>
              <a:gd name="connsiteY2" fmla="*/ 6621613 h 6621613"/>
              <a:gd name="connsiteX3" fmla="*/ 0 w 6099214"/>
              <a:gd name="connsiteY3" fmla="*/ 4795838 h 6621613"/>
              <a:gd name="connsiteX4" fmla="*/ 0 w 6099214"/>
              <a:gd name="connsiteY4" fmla="*/ 0 h 6621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9214" h="6621613">
                <a:moveTo>
                  <a:pt x="0" y="0"/>
                </a:moveTo>
                <a:lnTo>
                  <a:pt x="6099214" y="0"/>
                </a:lnTo>
                <a:cubicBezTo>
                  <a:pt x="3490483" y="2165821"/>
                  <a:pt x="1902596" y="4985807"/>
                  <a:pt x="1050649" y="6621613"/>
                </a:cubicBezTo>
                <a:lnTo>
                  <a:pt x="0" y="4795838"/>
                </a:lnTo>
                <a:lnTo>
                  <a:pt x="0" y="0"/>
                </a:lnTo>
                <a:close/>
              </a:path>
            </a:pathLst>
          </a:custGeom>
        </p:spPr>
        <p:txBody>
          <a:bodyPr anchor="ctr"/>
          <a:lstStyle>
            <a:lvl1pPr marL="0" indent="0" algn="l">
              <a:buNone/>
              <a:defRPr sz="1800" b="0" i="1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 noProof="0" dirty="0"/>
              <a:t>Click here &gt;&gt; </a:t>
            </a:r>
            <a:br>
              <a:rPr lang="en-US" noProof="0" dirty="0"/>
            </a:br>
            <a:r>
              <a:rPr lang="en-US" noProof="0" dirty="0"/>
              <a:t>to insert a picture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8" hasCustomPrompt="1"/>
          </p:nvPr>
        </p:nvSpPr>
        <p:spPr bwMode="gray">
          <a:xfrm>
            <a:off x="2264751" y="3342167"/>
            <a:ext cx="853200" cy="964800"/>
          </a:xfrm>
          <a:prstGeom prst="rect">
            <a:avLst/>
          </a:prstGeom>
          <a:noFill/>
        </p:spPr>
        <p:txBody>
          <a:bodyPr lIns="0" rIns="0" anchor="t">
            <a:noAutofit/>
          </a:bodyPr>
          <a:lstStyle>
            <a:lvl1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bg1"/>
              </a:buClr>
              <a:buFont typeface="Tempus Sans ITC" panose="04020404030D07020202" pitchFamily="82" charset="0"/>
              <a:buChar char="/"/>
              <a:defRPr sz="2400" b="1" i="0">
                <a:solidFill>
                  <a:schemeClr val="bg1"/>
                </a:solidFill>
                <a:latin typeface="+mj-lt"/>
              </a:defRPr>
            </a:lvl1pPr>
            <a:lvl2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2pPr>
            <a:lvl3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3pPr>
            <a:lvl4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cap="none" baseline="0">
                <a:solidFill>
                  <a:schemeClr val="bg2"/>
                </a:solidFill>
              </a:defRPr>
            </a:lvl4pPr>
            <a:lvl5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5pPr>
            <a:lvl6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>
                <a:solidFill>
                  <a:schemeClr val="bg2"/>
                </a:solidFill>
              </a:defRPr>
            </a:lvl6pPr>
            <a:lvl7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7pPr>
            <a:lvl8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8pPr>
            <a:lvl9pPr marL="0" indent="-252000" algn="just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Font typeface="Tahoma" panose="020B0604030504040204" pitchFamily="34" charset="0"/>
              <a:buChar char="⁄"/>
              <a:defRPr sz="2000" b="1" i="0" baseline="0">
                <a:solidFill>
                  <a:schemeClr val="bg2"/>
                </a:solidFill>
              </a:defRPr>
            </a:lvl9pPr>
          </a:lstStyle>
          <a:p>
            <a:pPr lvl="0"/>
            <a:r>
              <a:rPr lang="en-US" noProof="0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88137120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343696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age Contact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84204" b="-45087"/>
          <a:stretch/>
        </p:blipFill>
        <p:spPr>
          <a:xfrm>
            <a:off x="-2" y="-9086"/>
            <a:ext cx="9906001" cy="6858000"/>
          </a:xfrm>
          <a:prstGeom prst="rect">
            <a:avLst/>
          </a:prstGeom>
          <a:solidFill>
            <a:schemeClr val="bg2"/>
          </a:solidFill>
        </p:spPr>
      </p:pic>
      <p:pic>
        <p:nvPicPr>
          <p:cNvPr id="5" name="Picture 7"/>
          <p:cNvPicPr>
            <a:picLocks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624000" y="1152000"/>
            <a:ext cx="2826000" cy="3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25678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Pag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kerveillant\Desktop\WAVESTONE #ProdTools\4. Visuels\La city 2.pn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94"/>
          <a:stretch/>
        </p:blipFill>
        <p:spPr bwMode="auto">
          <a:xfrm>
            <a:off x="-15552" y="0"/>
            <a:ext cx="9921552" cy="6865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/>
          <p:nvPr userDrawn="1"/>
        </p:nvSpPr>
        <p:spPr bwMode="black">
          <a:xfrm>
            <a:off x="-1038" y="0"/>
            <a:ext cx="2303463" cy="4540246"/>
          </a:xfrm>
          <a:prstGeom prst="rect">
            <a:avLst/>
          </a:prstGeom>
          <a:noFill/>
        </p:spPr>
        <p:txBody>
          <a:bodyPr wrap="square" rtlCol="0" anchor="ctr" anchorCtr="1">
            <a:noAutofit/>
          </a:bodyPr>
          <a:lstStyle/>
          <a:p>
            <a:pPr defTabSz="914400">
              <a:lnSpc>
                <a:spcPct val="200000"/>
              </a:lnSpc>
            </a:pPr>
            <a:r>
              <a:rPr lang="en-US" sz="1000" dirty="0">
                <a:solidFill>
                  <a:srgbClr val="503078"/>
                </a:solidFill>
              </a:rPr>
              <a:t>PARIS</a:t>
            </a:r>
          </a:p>
          <a:p>
            <a:pPr defTabSz="914400">
              <a:lnSpc>
                <a:spcPct val="200000"/>
              </a:lnSpc>
            </a:pPr>
            <a:r>
              <a:rPr lang="en-US" sz="1000" dirty="0">
                <a:solidFill>
                  <a:srgbClr val="503078"/>
                </a:solidFill>
              </a:rPr>
              <a:t>LONDON</a:t>
            </a:r>
          </a:p>
          <a:p>
            <a:pPr defTabSz="914400">
              <a:lnSpc>
                <a:spcPct val="200000"/>
              </a:lnSpc>
            </a:pPr>
            <a:r>
              <a:rPr lang="en-US" sz="1000" dirty="0">
                <a:solidFill>
                  <a:srgbClr val="503078"/>
                </a:solidFill>
              </a:rPr>
              <a:t>NEW YORK</a:t>
            </a:r>
          </a:p>
          <a:p>
            <a:pPr defTabSz="914400">
              <a:lnSpc>
                <a:spcPct val="200000"/>
              </a:lnSpc>
            </a:pPr>
            <a:r>
              <a:rPr lang="en-US" sz="1000" dirty="0">
                <a:solidFill>
                  <a:srgbClr val="503078"/>
                </a:solidFill>
              </a:rPr>
              <a:t>HONG KONG</a:t>
            </a:r>
          </a:p>
          <a:p>
            <a:pPr defTabSz="914400">
              <a:lnSpc>
                <a:spcPct val="200000"/>
              </a:lnSpc>
            </a:pPr>
            <a:r>
              <a:rPr lang="en-US" sz="1000" dirty="0">
                <a:solidFill>
                  <a:srgbClr val="503078"/>
                </a:solidFill>
              </a:rPr>
              <a:t>SINGAPORE *</a:t>
            </a:r>
          </a:p>
          <a:p>
            <a:pPr defTabSz="914400">
              <a:lnSpc>
                <a:spcPct val="200000"/>
              </a:lnSpc>
            </a:pPr>
            <a:r>
              <a:rPr lang="en-US" sz="1000" dirty="0">
                <a:solidFill>
                  <a:srgbClr val="503078"/>
                </a:solidFill>
              </a:rPr>
              <a:t>DUBAI *</a:t>
            </a:r>
          </a:p>
          <a:p>
            <a:pPr defTabSz="914400">
              <a:lnSpc>
                <a:spcPct val="200000"/>
              </a:lnSpc>
            </a:pPr>
            <a:r>
              <a:rPr lang="en-US" sz="1000" dirty="0">
                <a:solidFill>
                  <a:srgbClr val="503078"/>
                </a:solidFill>
              </a:rPr>
              <a:t>BRUSSELS</a:t>
            </a:r>
          </a:p>
          <a:p>
            <a:pPr defTabSz="914400">
              <a:lnSpc>
                <a:spcPct val="200000"/>
              </a:lnSpc>
            </a:pPr>
            <a:r>
              <a:rPr lang="en-US" sz="1000" dirty="0">
                <a:solidFill>
                  <a:srgbClr val="503078"/>
                </a:solidFill>
              </a:rPr>
              <a:t>LUXEMBOURG</a:t>
            </a:r>
          </a:p>
          <a:p>
            <a:pPr defTabSz="914400">
              <a:lnSpc>
                <a:spcPct val="200000"/>
              </a:lnSpc>
            </a:pPr>
            <a:r>
              <a:rPr lang="en-US" sz="1000" dirty="0">
                <a:solidFill>
                  <a:srgbClr val="503078"/>
                </a:solidFill>
              </a:rPr>
              <a:t>GENEVA</a:t>
            </a:r>
          </a:p>
          <a:p>
            <a:pPr defTabSz="914400">
              <a:lnSpc>
                <a:spcPct val="200000"/>
              </a:lnSpc>
            </a:pPr>
            <a:r>
              <a:rPr lang="en-US" sz="1000" dirty="0">
                <a:solidFill>
                  <a:srgbClr val="503078"/>
                </a:solidFill>
              </a:rPr>
              <a:t>CASABLANCA</a:t>
            </a:r>
          </a:p>
          <a:p>
            <a:pPr defTabSz="914400">
              <a:lnSpc>
                <a:spcPct val="200000"/>
              </a:lnSpc>
            </a:pPr>
            <a:r>
              <a:rPr lang="en-US" sz="1000" dirty="0">
                <a:solidFill>
                  <a:srgbClr val="503078"/>
                </a:solidFill>
              </a:rPr>
              <a:t>LYON</a:t>
            </a:r>
          </a:p>
          <a:p>
            <a:pPr defTabSz="914400">
              <a:lnSpc>
                <a:spcPct val="200000"/>
              </a:lnSpc>
            </a:pPr>
            <a:r>
              <a:rPr lang="en-US" sz="1000" dirty="0">
                <a:solidFill>
                  <a:srgbClr val="503078"/>
                </a:solidFill>
              </a:rPr>
              <a:t>MARSEILLE</a:t>
            </a:r>
          </a:p>
          <a:p>
            <a:pPr defTabSz="914400">
              <a:lnSpc>
                <a:spcPct val="200000"/>
              </a:lnSpc>
            </a:pPr>
            <a:r>
              <a:rPr lang="en-US" sz="1000" dirty="0">
                <a:solidFill>
                  <a:srgbClr val="503078"/>
                </a:solidFill>
              </a:rPr>
              <a:t>NANTES</a:t>
            </a:r>
          </a:p>
          <a:p>
            <a:pPr defTabSz="914400"/>
            <a:endParaRPr lang="en-US" sz="1000" dirty="0">
              <a:solidFill>
                <a:srgbClr val="503078"/>
              </a:solidFill>
            </a:endParaRPr>
          </a:p>
        </p:txBody>
      </p:sp>
      <p:sp>
        <p:nvSpPr>
          <p:cNvPr id="2" name="TextBox 1"/>
          <p:cNvSpPr txBox="1"/>
          <p:nvPr userDrawn="1"/>
        </p:nvSpPr>
        <p:spPr bwMode="black">
          <a:xfrm>
            <a:off x="632520" y="4248151"/>
            <a:ext cx="137092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sz="700" dirty="0">
                <a:solidFill>
                  <a:srgbClr val="503078"/>
                </a:solidFill>
              </a:rPr>
              <a:t>* Partners</a:t>
            </a:r>
          </a:p>
        </p:txBody>
      </p:sp>
      <p:pic>
        <p:nvPicPr>
          <p:cNvPr id="9" name="Picture 7"/>
          <p:cNvPicPr>
            <a:picLocks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624000" y="1152000"/>
            <a:ext cx="2826000" cy="3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02833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uide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345600" y="404665"/>
            <a:ext cx="9216000" cy="863748"/>
          </a:xfrm>
        </p:spPr>
        <p:txBody>
          <a:bodyPr lIns="108000" tIns="0" rIns="108000" bIns="0"/>
          <a:lstStyle>
            <a:lvl1pPr>
              <a:defRPr sz="2200" baseline="0"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Color &amp; Font structure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 userDrawn="1"/>
        </p:nvGraphicFramePr>
        <p:xfrm>
          <a:off x="394928" y="3212976"/>
          <a:ext cx="9393598" cy="359664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2101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32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95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10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438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56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351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7441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4884">
                <a:tc>
                  <a:txBody>
                    <a:bodyPr/>
                    <a:lstStyle/>
                    <a:p>
                      <a:r>
                        <a:rPr lang="en-US" sz="900" b="1" noProof="0" dirty="0"/>
                        <a:t>Level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Font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Color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Size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Effect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Bullet 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Paragraph</a:t>
                      </a:r>
                    </a:p>
                    <a:p>
                      <a:r>
                        <a:rPr lang="en-US" sz="900" b="1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Indentation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Paragraph</a:t>
                      </a:r>
                    </a:p>
                    <a:p>
                      <a:r>
                        <a:rPr lang="en-US" sz="900" b="1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Spacing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7643">
                <a:tc>
                  <a:txBody>
                    <a:bodyPr/>
                    <a:lstStyle/>
                    <a:p>
                      <a:r>
                        <a:rPr lang="en-US" sz="1000" i="0" kern="1200" cap="all" baseline="0" dirty="0" err="1">
                          <a:solidFill>
                            <a:schemeClr val="accent4"/>
                          </a:solidFill>
                          <a:latin typeface="+mj-lt"/>
                          <a:ea typeface="+mn-ea"/>
                          <a:cs typeface="+mn-cs"/>
                        </a:rPr>
                        <a:t>surtitre</a:t>
                      </a:r>
                      <a:endParaRPr lang="en-US" sz="1000" i="0" kern="1200" cap="all" baseline="0" dirty="0">
                        <a:solidFill>
                          <a:schemeClr val="accent4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i="0" kern="1200" cap="none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Tahoma Headings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i="0" kern="1200" cap="all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147 / 132 / 129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i="0" kern="1200" cap="all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i="0" kern="1200" cap="all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ALL CAPS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Before text = 0 cm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Before Text </a:t>
                      </a:r>
                      <a:r>
                        <a:rPr lang="en-US" sz="1000" kern="1200" baseline="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= 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 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pt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 line spacing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2471">
                <a:tc>
                  <a:txBody>
                    <a:bodyPr/>
                    <a:lstStyle/>
                    <a:p>
                      <a:r>
                        <a:rPr lang="en-US" sz="2200" kern="1200" baseline="0" dirty="0" err="1">
                          <a:solidFill>
                            <a:schemeClr val="bg2"/>
                          </a:solidFill>
                          <a:latin typeface="+mj-lt"/>
                          <a:ea typeface="+mj-ea"/>
                          <a:cs typeface="+mj-cs"/>
                        </a:rPr>
                        <a:t>Titre</a:t>
                      </a:r>
                      <a:endParaRPr lang="en-US" sz="2200" kern="1200" baseline="0" dirty="0">
                        <a:solidFill>
                          <a:schemeClr val="bg2"/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i="0" kern="1200" cap="none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Tahoma Headings</a:t>
                      </a:r>
                    </a:p>
                    <a:p>
                      <a:pPr algn="ctr"/>
                      <a:endParaRPr lang="en-US" sz="1000" i="0" kern="1200" cap="none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i="0" kern="1200" cap="all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80 / 48 /120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i="0" kern="1200" cap="all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18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Normal</a:t>
                      </a:r>
                      <a:endParaRPr lang="en-US" sz="1000" i="0" kern="1200" cap="all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Before text = 0 cm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Before Text </a:t>
                      </a:r>
                      <a:r>
                        <a:rPr lang="en-US" sz="1000" kern="1200" baseline="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= 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 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pt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 line spacing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4884">
                <a:tc>
                  <a:txBody>
                    <a:bodyPr/>
                    <a:lstStyle/>
                    <a:p>
                      <a:pPr lvl="0"/>
                      <a:r>
                        <a:rPr lang="en-US" sz="1600" i="0" kern="1200" cap="none" baseline="0" dirty="0">
                          <a:solidFill>
                            <a:srgbClr val="503078"/>
                          </a:solidFill>
                          <a:latin typeface="+mn-lt"/>
                          <a:ea typeface="+mn-ea"/>
                          <a:cs typeface="+mn-cs"/>
                        </a:rPr>
                        <a:t>Level 1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i="0" kern="1200" cap="none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Tahoma body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i="0" kern="1200" cap="all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80 / 48 /120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i="0" kern="1200" cap="all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Normal</a:t>
                      </a:r>
                      <a:endParaRPr lang="en-US" sz="1000" i="0" kern="1200" cap="all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Before text </a:t>
                      </a:r>
                      <a:r>
                        <a:rPr lang="en-US" sz="10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= 0 cm</a:t>
                      </a:r>
                      <a:endParaRPr 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Before Text </a:t>
                      </a:r>
                      <a:r>
                        <a:rPr lang="en-US" sz="1000" kern="1200" baseline="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= 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18 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pt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 line spacing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4884">
                <a:tc>
                  <a:txBody>
                    <a:bodyPr/>
                    <a:lstStyle/>
                    <a:p>
                      <a:pPr marL="177800" indent="-177800">
                        <a:buClr>
                          <a:schemeClr val="bg2"/>
                        </a:buClr>
                        <a:buFont typeface="Tempus Sans ITC" panose="04020404030D07020202" pitchFamily="82" charset="0"/>
                        <a:buChar char="/"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Level 2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Tahoma body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i="0" kern="1200" cap="all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95 / 95 / 95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Normal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cap="none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Font Tempus Sans ITC</a:t>
                      </a:r>
                      <a:br>
                        <a:rPr lang="en-US" sz="1000" kern="1200" cap="none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000" kern="1200" cap="none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code 002F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Before text </a:t>
                      </a:r>
                      <a:r>
                        <a:rPr lang="en-US" sz="10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= 1 cm</a:t>
                      </a:r>
                      <a:endParaRPr 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Before Text </a:t>
                      </a:r>
                      <a:r>
                        <a:rPr lang="en-US" sz="1000" kern="1200" baseline="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= 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14 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pt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 line spacing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4884"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Level 3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Tahoma body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i="0" kern="1200" cap="all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95 / 95 / 95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Normal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Before text </a:t>
                      </a:r>
                      <a:r>
                        <a:rPr lang="en-US" sz="10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= 1 cm</a:t>
                      </a:r>
                      <a:endParaRPr 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Before Text </a:t>
                      </a:r>
                      <a:r>
                        <a:rPr lang="en-US" sz="1000" kern="1200" baseline="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= 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 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pt</a:t>
                      </a:r>
                      <a:endParaRPr 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 line spacing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4884">
                <a:tc>
                  <a:txBody>
                    <a:bodyPr/>
                    <a:lstStyle/>
                    <a:p>
                      <a:pPr marL="171450" indent="-171450">
                        <a:buClr>
                          <a:schemeClr val="bg2"/>
                        </a:buClr>
                        <a:buFont typeface="Tahoma" panose="020B0604030504040204" pitchFamily="34" charset="0"/>
                        <a:buChar char="›"/>
                      </a:pPr>
                      <a:r>
                        <a:rPr lang="en-US" sz="1200" kern="1200" cap="none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Level 4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kern="1200" cap="none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Tahoma body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i="0" kern="1200" cap="all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95 / 95 / 95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kern="1200" cap="none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kern="1200" cap="none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Normal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Tahoma" panose="020B0604030504040204" pitchFamily="34" charset="0"/>
                        <a:buNone/>
                      </a:pPr>
                      <a:r>
                        <a:rPr lang="en-US" sz="1000" kern="1200" cap="none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Font Tahoma </a:t>
                      </a:r>
                      <a:br>
                        <a:rPr lang="en-US" sz="1000" kern="1200" cap="none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000" kern="1200" cap="none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code 203A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Before text </a:t>
                      </a:r>
                      <a:r>
                        <a:rPr lang="en-US" sz="10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= 1,8 cm</a:t>
                      </a:r>
                      <a:endParaRPr 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Before Text </a:t>
                      </a:r>
                      <a:r>
                        <a:rPr lang="en-US" sz="1000" kern="1200" baseline="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= 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 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pt</a:t>
                      </a:r>
                      <a:endParaRPr 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 line spacing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4884">
                <a:tc>
                  <a:txBody>
                    <a:bodyPr/>
                    <a:lstStyle/>
                    <a:p>
                      <a:pPr marL="171450" indent="-171450">
                        <a:buClr>
                          <a:schemeClr val="bg2"/>
                        </a:buClr>
                        <a:buFont typeface="Tahoma" panose="020B0604030504040204" pitchFamily="34" charset="0"/>
                        <a:buChar char="»"/>
                      </a:pP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Level 5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Tahoma body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i="0" kern="1200" cap="all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95 / 95 / 95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Normal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Font Tahoma</a:t>
                      </a:r>
                      <a:b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code 00BB</a:t>
                      </a:r>
                    </a:p>
                    <a:p>
                      <a:pPr algn="ctr"/>
                      <a:endParaRPr 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Before text </a:t>
                      </a:r>
                      <a:r>
                        <a:rPr lang="en-US" sz="10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= 2,5 cm</a:t>
                      </a:r>
                      <a:endParaRPr 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Before Text </a:t>
                      </a:r>
                      <a:r>
                        <a:rPr lang="en-US" sz="1000" kern="1200" baseline="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= 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 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pt</a:t>
                      </a:r>
                      <a:endParaRPr 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 line spacing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 userDrawn="1"/>
        </p:nvSpPr>
        <p:spPr>
          <a:xfrm>
            <a:off x="4808984" y="404664"/>
            <a:ext cx="4745455" cy="1080119"/>
          </a:xfrm>
          <a:prstGeom prst="rect">
            <a:avLst/>
          </a:prstGeom>
          <a:noFill/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defTabSz="914400"/>
            <a:r>
              <a:rPr lang="en-US" sz="1400" b="1" dirty="0">
                <a:solidFill>
                  <a:srgbClr val="503078"/>
                </a:solidFill>
              </a:rPr>
              <a:t>Remaining bug</a:t>
            </a:r>
            <a:endParaRPr lang="en-US" sz="1400" dirty="0">
              <a:solidFill>
                <a:srgbClr val="503078"/>
              </a:solidFill>
            </a:endParaRPr>
          </a:p>
          <a:p>
            <a:pPr algn="r" defTabSz="914400"/>
            <a:r>
              <a:rPr lang="en-US" sz="1400" dirty="0">
                <a:solidFill>
                  <a:srgbClr val="503078"/>
                </a:solidFill>
              </a:rPr>
              <a:t>Print issue is reported with Font  Tahoma in italic when the document is save as a PDF with MS PPT. </a:t>
            </a:r>
          </a:p>
          <a:p>
            <a:pPr algn="r" defTabSz="914400"/>
            <a:r>
              <a:rPr lang="en-US" sz="1400" b="1" dirty="0">
                <a:solidFill>
                  <a:srgbClr val="503078"/>
                </a:solidFill>
              </a:rPr>
              <a:t>Work around solution: generate with Pdf Creator.</a:t>
            </a:r>
          </a:p>
        </p:txBody>
      </p:sp>
      <p:graphicFrame>
        <p:nvGraphicFramePr>
          <p:cNvPr id="7" name="Inhaltsplatzhalter 3"/>
          <p:cNvGraphicFramePr>
            <a:graphicFrameLocks/>
          </p:cNvGraphicFramePr>
          <p:nvPr userDrawn="1"/>
        </p:nvGraphicFramePr>
        <p:xfrm>
          <a:off x="363070" y="1470716"/>
          <a:ext cx="9230110" cy="163531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230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3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30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30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30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30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2301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2301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2301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2301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06682">
                <a:tc gridSpan="10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fr-FR" sz="900" b="1" kern="1200" noProof="0" dirty="0">
                          <a:solidFill>
                            <a:schemeClr val="bg2"/>
                          </a:solidFill>
                          <a:latin typeface="+mn-lt"/>
                          <a:ea typeface="+mn-ea"/>
                          <a:cs typeface="+mn-cs"/>
                        </a:rPr>
                        <a:t>Color scheme</a:t>
                      </a:r>
                    </a:p>
                  </a:txBody>
                  <a:tcPr marL="72000" marR="0" marT="72000" marB="720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de-DE" sz="800" b="0" i="1" u="none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72000" marR="108000"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de-DE" sz="800" b="0" i="1" u="none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72000" marR="108000"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de-DE" sz="800" b="0" i="1" u="none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72000" marR="108000"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de-DE" sz="800" b="0" i="1" u="none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72000" marR="108000"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de-DE" sz="800" b="0" i="1" u="none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72000" marR="108000"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de-DE" sz="800" b="0" i="1" u="none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72000" marR="108000"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de-DE" sz="800" b="0" i="1" u="none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72000" marR="108000"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de-DE" sz="800" b="0" i="1" u="none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72000" marR="108000"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de-DE" sz="800" b="0" i="1" u="none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72000" marR="108000" marT="72000" marB="7200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64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fr-FR" sz="900" b="0" i="0" u="none" noProof="0" dirty="0">
                          <a:solidFill>
                            <a:schemeClr val="bg2"/>
                          </a:solidFill>
                          <a:latin typeface="+mn-lt"/>
                          <a:cs typeface="Arial" pitchFamily="34" charset="0"/>
                        </a:rPr>
                        <a:t>Background 1</a:t>
                      </a:r>
                    </a:p>
                  </a:txBody>
                  <a:tcPr marL="72000" marR="0" marT="36000" marB="360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fr-FR" sz="900" b="0" i="0" u="none" noProof="0" dirty="0">
                          <a:solidFill>
                            <a:schemeClr val="bg2"/>
                          </a:solidFill>
                          <a:latin typeface="+mn-lt"/>
                          <a:cs typeface="Arial" pitchFamily="34" charset="0"/>
                        </a:rPr>
                        <a:t>Text 1</a:t>
                      </a:r>
                    </a:p>
                  </a:txBody>
                  <a:tcPr marL="72000" marR="108000" marT="36000" marB="360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fr-FR" sz="900" b="0" i="0" u="none" noProof="0" dirty="0">
                          <a:solidFill>
                            <a:schemeClr val="bg2"/>
                          </a:solidFill>
                          <a:latin typeface="+mn-lt"/>
                          <a:cs typeface="Arial" pitchFamily="34" charset="0"/>
                        </a:rPr>
                        <a:t>Background 2</a:t>
                      </a:r>
                    </a:p>
                  </a:txBody>
                  <a:tcPr marL="72000" marR="108000" marT="36000" marB="360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fr-FR" sz="900" b="0" i="0" u="none" noProof="0" dirty="0">
                          <a:solidFill>
                            <a:schemeClr val="bg2"/>
                          </a:solidFill>
                          <a:latin typeface="+mn-lt"/>
                          <a:cs typeface="Arial" pitchFamily="34" charset="0"/>
                        </a:rPr>
                        <a:t>Text 2</a:t>
                      </a:r>
                    </a:p>
                  </a:txBody>
                  <a:tcPr marL="72000" marR="108000" marT="36000" marB="360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fr-FR" sz="900" b="0" i="0" u="none" noProof="0" dirty="0">
                          <a:solidFill>
                            <a:schemeClr val="bg2"/>
                          </a:solidFill>
                          <a:latin typeface="+mn-lt"/>
                          <a:cs typeface="Arial" pitchFamily="34" charset="0"/>
                        </a:rPr>
                        <a:t>Accent 1</a:t>
                      </a:r>
                    </a:p>
                  </a:txBody>
                  <a:tcPr marL="72000" marR="108000" marT="36000" marB="360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fr-FR" sz="900" b="0" i="0" u="none" noProof="0" dirty="0">
                          <a:solidFill>
                            <a:schemeClr val="bg2"/>
                          </a:solidFill>
                          <a:latin typeface="+mn-lt"/>
                          <a:cs typeface="Arial" pitchFamily="34" charset="0"/>
                        </a:rPr>
                        <a:t>Accent 2</a:t>
                      </a:r>
                    </a:p>
                  </a:txBody>
                  <a:tcPr marL="72000" marR="108000" marT="36000" marB="360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fr-FR" sz="900" b="0" i="0" u="none" noProof="0" dirty="0">
                          <a:solidFill>
                            <a:schemeClr val="bg2"/>
                          </a:solidFill>
                          <a:latin typeface="+mn-lt"/>
                          <a:cs typeface="Arial" pitchFamily="34" charset="0"/>
                        </a:rPr>
                        <a:t>Accent 3</a:t>
                      </a:r>
                    </a:p>
                  </a:txBody>
                  <a:tcPr marL="72000" marR="108000" marT="36000" marB="360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fr-FR" sz="900" b="0" i="0" u="none" noProof="0" dirty="0">
                          <a:solidFill>
                            <a:schemeClr val="bg2"/>
                          </a:solidFill>
                          <a:latin typeface="+mn-lt"/>
                          <a:cs typeface="Arial" pitchFamily="34" charset="0"/>
                        </a:rPr>
                        <a:t>Accent 4</a:t>
                      </a:r>
                    </a:p>
                  </a:txBody>
                  <a:tcPr marL="72000" marR="108000" marT="36000" marB="360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fr-FR" sz="900" b="0" i="0" u="none" noProof="0" dirty="0">
                          <a:solidFill>
                            <a:schemeClr val="bg2"/>
                          </a:solidFill>
                          <a:latin typeface="+mn-lt"/>
                          <a:cs typeface="Arial" pitchFamily="34" charset="0"/>
                        </a:rPr>
                        <a:t>Accent 5</a:t>
                      </a:r>
                    </a:p>
                  </a:txBody>
                  <a:tcPr marL="72000" marR="108000" marT="36000" marB="360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fr-FR" sz="900" b="0" i="0" u="none" noProof="0" dirty="0">
                          <a:solidFill>
                            <a:schemeClr val="bg2"/>
                          </a:solidFill>
                          <a:latin typeface="+mn-lt"/>
                          <a:cs typeface="Arial" pitchFamily="34" charset="0"/>
                        </a:rPr>
                        <a:t>Accent 6</a:t>
                      </a:r>
                    </a:p>
                  </a:txBody>
                  <a:tcPr marL="72000" marR="108000" marT="36000" marB="360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94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fr-FR" sz="1000" i="1" u="none" noProof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72000" marR="0" marT="72000" marB="7200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fr-FR" sz="1000" i="1" u="none" noProof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72000" marR="108000" marT="72000" marB="7200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5F5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fr-FR" sz="1000" i="1" u="none" noProof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72000" marR="108000" marT="72000" marB="7200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fr-FR" sz="1000" i="1" u="none" noProof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72000" marR="108000" marT="72000" marB="7200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fr-FR" sz="1000" i="1" u="none" noProof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72000" marR="108000" marT="72000" marB="7200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fr-FR" sz="1000" i="1" u="none" noProof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72000" marR="108000" marT="72000" marB="7200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fr-FR" sz="1000" i="1" u="none" noProof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72000" marR="108000" marT="72000" marB="7200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fr-FR" sz="1000" i="1" u="none" noProof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72000" marR="108000" marT="72000" marB="7200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fr-FR" sz="1000" i="1" u="none" noProof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72000" marR="108000" marT="72000" marB="7200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fr-FR" sz="1000" i="1" u="none" noProof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L="72000" marR="108000" marT="72000" marB="72000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552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fr-FR" sz="1000" i="0" u="none" noProof="0" dirty="0">
                          <a:solidFill>
                            <a:srgbClr val="000000"/>
                          </a:solidFill>
                          <a:latin typeface="+mn-lt"/>
                          <a:cs typeface="Arial" pitchFamily="34" charset="0"/>
                        </a:rPr>
                        <a:t>255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fr-FR" sz="1000" i="0" u="none" noProof="0" dirty="0">
                          <a:solidFill>
                            <a:srgbClr val="000000"/>
                          </a:solidFill>
                          <a:latin typeface="+mn-lt"/>
                          <a:cs typeface="Arial" pitchFamily="34" charset="0"/>
                        </a:rPr>
                        <a:t>255</a:t>
                      </a:r>
                      <a:br>
                        <a:rPr lang="fr-FR" sz="1000" i="0" u="none" noProof="0" dirty="0">
                          <a:solidFill>
                            <a:srgbClr val="000000"/>
                          </a:solidFill>
                          <a:latin typeface="+mn-lt"/>
                          <a:cs typeface="Arial" pitchFamily="34" charset="0"/>
                        </a:rPr>
                      </a:br>
                      <a:r>
                        <a:rPr lang="fr-FR" sz="1000" i="0" u="none" noProof="0" dirty="0">
                          <a:solidFill>
                            <a:srgbClr val="000000"/>
                          </a:solidFill>
                          <a:latin typeface="+mn-lt"/>
                          <a:cs typeface="Arial" pitchFamily="34" charset="0"/>
                        </a:rPr>
                        <a:t>255</a:t>
                      </a:r>
                    </a:p>
                  </a:txBody>
                  <a:tcPr marL="72000" marR="72000" marT="36000" marB="360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fr-FR" sz="1000" i="0" u="none" noProof="0" dirty="0">
                          <a:solidFill>
                            <a:srgbClr val="000000"/>
                          </a:solidFill>
                          <a:latin typeface="+mn-lt"/>
                          <a:cs typeface="Arial" pitchFamily="34" charset="0"/>
                        </a:rPr>
                        <a:t>95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fr-FR" sz="1000" i="0" u="none" noProof="0" dirty="0">
                          <a:solidFill>
                            <a:srgbClr val="000000"/>
                          </a:solidFill>
                          <a:latin typeface="+mn-lt"/>
                          <a:cs typeface="Arial" pitchFamily="34" charset="0"/>
                        </a:rPr>
                        <a:t>95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fr-FR" sz="1000" i="0" u="none" noProof="0" dirty="0">
                          <a:solidFill>
                            <a:srgbClr val="000000"/>
                          </a:solidFill>
                          <a:latin typeface="+mn-lt"/>
                          <a:cs typeface="Arial" pitchFamily="34" charset="0"/>
                        </a:rPr>
                        <a:t>95</a:t>
                      </a:r>
                    </a:p>
                  </a:txBody>
                  <a:tcPr marL="72000" marR="72000" marT="36000" marB="360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fr-FR" sz="1000" i="0" u="none" noProof="0" dirty="0">
                          <a:solidFill>
                            <a:srgbClr val="000000"/>
                          </a:solidFill>
                          <a:latin typeface="+mn-lt"/>
                          <a:cs typeface="Arial" pitchFamily="34" charset="0"/>
                        </a:rPr>
                        <a:t>80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fr-FR" sz="1000" i="0" u="none" noProof="0" dirty="0">
                          <a:solidFill>
                            <a:srgbClr val="000000"/>
                          </a:solidFill>
                          <a:latin typeface="+mn-lt"/>
                          <a:cs typeface="Arial" pitchFamily="34" charset="0"/>
                        </a:rPr>
                        <a:t>48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fr-FR" sz="1000" i="0" u="none" noProof="0" dirty="0">
                          <a:solidFill>
                            <a:srgbClr val="000000"/>
                          </a:solidFill>
                          <a:latin typeface="+mn-lt"/>
                          <a:cs typeface="Arial" pitchFamily="34" charset="0"/>
                        </a:rPr>
                        <a:t>120</a:t>
                      </a:r>
                    </a:p>
                  </a:txBody>
                  <a:tcPr marL="72000" marR="72000" marT="36000" marB="360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fr-FR" sz="1000" i="0" u="none" noProof="0" dirty="0">
                          <a:solidFill>
                            <a:srgbClr val="000000"/>
                          </a:solidFill>
                          <a:latin typeface="+mn-lt"/>
                          <a:cs typeface="Arial" pitchFamily="34" charset="0"/>
                        </a:rPr>
                        <a:t>244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fr-FR" sz="1000" i="0" u="none" noProof="0" dirty="0">
                          <a:solidFill>
                            <a:srgbClr val="000000"/>
                          </a:solidFill>
                          <a:latin typeface="+mn-lt"/>
                          <a:cs typeface="Arial" pitchFamily="34" charset="0"/>
                        </a:rPr>
                        <a:t>243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fr-FR" sz="1000" i="0" u="none" noProof="0" dirty="0">
                          <a:solidFill>
                            <a:srgbClr val="000000"/>
                          </a:solidFill>
                          <a:latin typeface="+mn-lt"/>
                          <a:cs typeface="Arial" pitchFamily="34" charset="0"/>
                        </a:rPr>
                        <a:t>240</a:t>
                      </a:r>
                    </a:p>
                  </a:txBody>
                  <a:tcPr marL="72000" marR="72000" marT="36000" marB="360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fr-FR" sz="1000" i="0" u="none" noProof="0" dirty="0">
                          <a:solidFill>
                            <a:srgbClr val="000000"/>
                          </a:solidFill>
                          <a:latin typeface="+mn-lt"/>
                          <a:cs typeface="Arial" pitchFamily="34" charset="0"/>
                        </a:rPr>
                        <a:t>140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fr-FR" sz="1000" i="0" u="none" noProof="0" dirty="0">
                          <a:solidFill>
                            <a:srgbClr val="000000"/>
                          </a:solidFill>
                          <a:latin typeface="+mn-lt"/>
                          <a:cs typeface="Arial" pitchFamily="34" charset="0"/>
                        </a:rPr>
                        <a:t>155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fr-FR" sz="1000" i="0" u="none" noProof="0" dirty="0">
                          <a:solidFill>
                            <a:srgbClr val="000000"/>
                          </a:solidFill>
                          <a:latin typeface="+mn-lt"/>
                          <a:cs typeface="Arial" pitchFamily="34" charset="0"/>
                        </a:rPr>
                        <a:t>156</a:t>
                      </a:r>
                    </a:p>
                  </a:txBody>
                  <a:tcPr marL="72000" marR="72000" marT="36000" marB="360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fr-FR" sz="1000" i="0" u="none" noProof="0" dirty="0">
                          <a:solidFill>
                            <a:srgbClr val="000000"/>
                          </a:solidFill>
                          <a:latin typeface="+mn-lt"/>
                          <a:cs typeface="Arial" pitchFamily="34" charset="0"/>
                        </a:rPr>
                        <a:t>202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fr-FR" sz="1000" i="0" u="none" noProof="0" dirty="0">
                          <a:solidFill>
                            <a:srgbClr val="000000"/>
                          </a:solidFill>
                          <a:latin typeface="+mn-lt"/>
                          <a:cs typeface="Arial" pitchFamily="34" charset="0"/>
                        </a:rPr>
                        <a:t>197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fr-FR" sz="1000" i="0" u="none" noProof="0" dirty="0">
                          <a:solidFill>
                            <a:srgbClr val="000000"/>
                          </a:solidFill>
                          <a:latin typeface="+mn-lt"/>
                          <a:cs typeface="Arial" pitchFamily="34" charset="0"/>
                        </a:rPr>
                        <a:t>184</a:t>
                      </a:r>
                    </a:p>
                  </a:txBody>
                  <a:tcPr marL="72000" marR="72000" marT="36000" marB="360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fr-FR" sz="1000" i="0" u="none" noProof="0" dirty="0">
                          <a:solidFill>
                            <a:srgbClr val="000000"/>
                          </a:solidFill>
                          <a:latin typeface="+mn-lt"/>
                          <a:cs typeface="Arial" pitchFamily="34" charset="0"/>
                        </a:rPr>
                        <a:t>102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fr-FR" sz="1000" i="0" u="none" noProof="0" dirty="0">
                          <a:solidFill>
                            <a:srgbClr val="000000"/>
                          </a:solidFill>
                          <a:latin typeface="+mn-lt"/>
                          <a:cs typeface="Arial" pitchFamily="34" charset="0"/>
                        </a:rPr>
                        <a:t>126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fr-FR" sz="1000" i="0" u="none" noProof="0" dirty="0">
                          <a:solidFill>
                            <a:srgbClr val="000000"/>
                          </a:solidFill>
                          <a:latin typeface="+mn-lt"/>
                          <a:cs typeface="Arial" pitchFamily="34" charset="0"/>
                        </a:rPr>
                        <a:t>118</a:t>
                      </a:r>
                    </a:p>
                  </a:txBody>
                  <a:tcPr marL="72000" marR="72000" marT="36000" marB="360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fr-FR" sz="1000" i="0" u="none" noProof="0" dirty="0">
                          <a:solidFill>
                            <a:srgbClr val="000000"/>
                          </a:solidFill>
                          <a:latin typeface="+mn-lt"/>
                          <a:cs typeface="Arial" pitchFamily="34" charset="0"/>
                        </a:rPr>
                        <a:t>147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fr-FR" sz="1000" i="0" u="none" noProof="0" dirty="0">
                          <a:solidFill>
                            <a:srgbClr val="000000"/>
                          </a:solidFill>
                          <a:latin typeface="+mn-lt"/>
                          <a:cs typeface="Arial" pitchFamily="34" charset="0"/>
                        </a:rPr>
                        <a:t>132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fr-FR" sz="1000" i="0" u="none" noProof="0" dirty="0">
                          <a:solidFill>
                            <a:srgbClr val="000000"/>
                          </a:solidFill>
                          <a:latin typeface="+mn-lt"/>
                          <a:cs typeface="Arial" pitchFamily="34" charset="0"/>
                        </a:rPr>
                        <a:t>129</a:t>
                      </a:r>
                    </a:p>
                  </a:txBody>
                  <a:tcPr marL="72000" marR="72000" marT="36000" marB="360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fr-FR" sz="1000" i="0" u="none" noProof="0" dirty="0">
                          <a:solidFill>
                            <a:srgbClr val="000000"/>
                          </a:solidFill>
                          <a:latin typeface="+mn-lt"/>
                          <a:cs typeface="Arial" pitchFamily="34" charset="0"/>
                        </a:rPr>
                        <a:t>4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fr-FR" sz="1000" i="0" u="none" noProof="0" dirty="0">
                          <a:solidFill>
                            <a:srgbClr val="000000"/>
                          </a:solidFill>
                          <a:latin typeface="+mn-lt"/>
                          <a:cs typeface="Arial" pitchFamily="34" charset="0"/>
                        </a:rPr>
                        <a:t>139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fr-FR" sz="1000" i="0" u="none" noProof="0" dirty="0">
                          <a:solidFill>
                            <a:srgbClr val="000000"/>
                          </a:solidFill>
                          <a:latin typeface="+mn-lt"/>
                          <a:cs typeface="Arial" pitchFamily="34" charset="0"/>
                        </a:rPr>
                        <a:t>154</a:t>
                      </a:r>
                    </a:p>
                  </a:txBody>
                  <a:tcPr marL="72000" marR="72000" marT="36000" marB="360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fr-FR" sz="1000" i="0" u="none" noProof="0" dirty="0">
                          <a:solidFill>
                            <a:srgbClr val="000000"/>
                          </a:solidFill>
                          <a:latin typeface="+mn-lt"/>
                          <a:cs typeface="Arial" pitchFamily="34" charset="0"/>
                        </a:rPr>
                        <a:t>209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fr-FR" sz="1000" i="0" u="none" noProof="0" dirty="0">
                          <a:solidFill>
                            <a:srgbClr val="000000"/>
                          </a:solidFill>
                          <a:latin typeface="+mn-lt"/>
                          <a:cs typeface="Arial" pitchFamily="34" charset="0"/>
                        </a:rPr>
                        <a:t>180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fr-FR" sz="1000" i="0" u="none" noProof="0" dirty="0">
                          <a:solidFill>
                            <a:srgbClr val="000000"/>
                          </a:solidFill>
                          <a:latin typeface="+mn-lt"/>
                          <a:cs typeface="Arial" pitchFamily="34" charset="0"/>
                        </a:rPr>
                        <a:t>166</a:t>
                      </a:r>
                    </a:p>
                  </a:txBody>
                  <a:tcPr marL="72000" marR="72000" marT="36000" marB="360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45600" y="144314"/>
            <a:ext cx="9216000" cy="260350"/>
          </a:xfrm>
          <a:prstGeom prst="rect">
            <a:avLst/>
          </a:prstGeom>
        </p:spPr>
        <p:txBody>
          <a:bodyPr lIns="108000" tIns="0" rIns="108000" bIns="0" anchor="b"/>
          <a:lstStyle>
            <a:lvl1pPr>
              <a:spcBef>
                <a:spcPts val="0"/>
              </a:spcBef>
              <a:defRPr sz="1000" i="0" cap="all" baseline="0">
                <a:solidFill>
                  <a:schemeClr val="accent4"/>
                </a:solidFill>
                <a:latin typeface="+mj-lt"/>
              </a:defRPr>
            </a:lvl1pPr>
            <a:lvl2pPr>
              <a:defRPr sz="1000"/>
            </a:lvl2pPr>
          </a:lstStyle>
          <a:p>
            <a:pPr lvl="0"/>
            <a:r>
              <a:rPr lang="en-US" noProof="0" dirty="0"/>
              <a:t>How to use the Wavestone </a:t>
            </a:r>
            <a:r>
              <a:rPr lang="en-US" noProof="0" dirty="0" err="1"/>
              <a:t>ppt</a:t>
            </a:r>
            <a:r>
              <a:rPr lang="en-US" noProof="0" dirty="0"/>
              <a:t> template</a:t>
            </a:r>
          </a:p>
        </p:txBody>
      </p:sp>
      <p:grpSp>
        <p:nvGrpSpPr>
          <p:cNvPr id="3" name="Groupe 2"/>
          <p:cNvGrpSpPr/>
          <p:nvPr userDrawn="1"/>
        </p:nvGrpSpPr>
        <p:grpSpPr>
          <a:xfrm>
            <a:off x="338440" y="730805"/>
            <a:ext cx="4470544" cy="753979"/>
            <a:chOff x="338440" y="866281"/>
            <a:chExt cx="4614560" cy="753979"/>
          </a:xfrm>
        </p:grpSpPr>
        <p:sp>
          <p:nvSpPr>
            <p:cNvPr id="11" name="Rectangle 10"/>
            <p:cNvSpPr/>
            <p:nvPr userDrawn="1"/>
          </p:nvSpPr>
          <p:spPr>
            <a:xfrm>
              <a:off x="338440" y="866281"/>
              <a:ext cx="4614560" cy="753979"/>
            </a:xfrm>
            <a:prstGeom prst="rect">
              <a:avLst/>
            </a:prstGeom>
            <a:noFill/>
            <a:ln w="9525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14400"/>
              <a:r>
                <a:rPr lang="en-US" sz="1600" b="1" dirty="0">
                  <a:solidFill>
                    <a:srgbClr val="503078"/>
                  </a:solidFill>
                </a:rPr>
                <a:t>Shortcut to switch text level :</a:t>
              </a:r>
            </a:p>
            <a:p>
              <a:pPr algn="r" defTabSz="914400"/>
              <a:r>
                <a:rPr lang="en-US" sz="1600" dirty="0">
                  <a:solidFill>
                    <a:srgbClr val="503078"/>
                  </a:solidFill>
                </a:rPr>
                <a:t>Shift + Alt + Right/Left arrow</a:t>
              </a:r>
            </a:p>
          </p:txBody>
        </p:sp>
        <p:pic>
          <p:nvPicPr>
            <p:cNvPr id="12" name="Picture 7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8142" y="998628"/>
              <a:ext cx="489284" cy="48928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1195821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1/2 + Image +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6" hasCustomPrompt="1"/>
          </p:nvPr>
        </p:nvSpPr>
        <p:spPr>
          <a:xfrm>
            <a:off x="5054138" y="1268413"/>
            <a:ext cx="4500000" cy="45000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fr-FR" dirty="0"/>
              <a:t>Insert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picture</a:t>
            </a:r>
            <a:r>
              <a:rPr lang="fr-FR" dirty="0"/>
              <a:t> </a:t>
            </a:r>
            <a:r>
              <a:rPr lang="fr-FR" dirty="0" err="1"/>
              <a:t>here</a:t>
            </a:r>
            <a:endParaRPr lang="en-US" dirty="0"/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54138" y="5768413"/>
            <a:ext cx="4500000" cy="468875"/>
          </a:xfrm>
          <a:noFill/>
        </p:spPr>
        <p:txBody>
          <a:bodyPr lIns="0" r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400"/>
              </a:spcBef>
              <a:defRPr sz="1000" i="0" cap="none" baseline="0">
                <a:solidFill>
                  <a:schemeClr val="accent5"/>
                </a:solidFill>
              </a:defRPr>
            </a:lvl1pPr>
            <a:lvl2pPr marL="95250" indent="0" algn="just">
              <a:lnSpc>
                <a:spcPct val="100000"/>
              </a:lnSpc>
              <a:spcBef>
                <a:spcPts val="400"/>
              </a:spcBef>
              <a:buFontTx/>
              <a:buNone/>
              <a:defRPr sz="1000" i="0" cap="none" baseline="0">
                <a:solidFill>
                  <a:schemeClr val="bg2"/>
                </a:solidFill>
              </a:defRPr>
            </a:lvl2pPr>
            <a:lvl3pPr marL="95250" indent="0" algn="just">
              <a:lnSpc>
                <a:spcPct val="100000"/>
              </a:lnSpc>
              <a:spcBef>
                <a:spcPts val="400"/>
              </a:spcBef>
              <a:buFontTx/>
              <a:buNone/>
              <a:defRPr sz="1000" i="0">
                <a:solidFill>
                  <a:schemeClr val="bg2"/>
                </a:solidFill>
              </a:defRPr>
            </a:lvl3pPr>
            <a:lvl4pPr marL="95250" indent="0" algn="just">
              <a:lnSpc>
                <a:spcPct val="100000"/>
              </a:lnSpc>
              <a:spcBef>
                <a:spcPts val="400"/>
              </a:spcBef>
              <a:buFontTx/>
              <a:buNone/>
              <a:defRPr sz="1000" i="0" cap="none" baseline="0">
                <a:solidFill>
                  <a:schemeClr val="bg2"/>
                </a:solidFill>
              </a:defRPr>
            </a:lvl4pPr>
            <a:lvl5pPr marL="95250" indent="0" algn="just">
              <a:lnSpc>
                <a:spcPct val="100000"/>
              </a:lnSpc>
              <a:spcBef>
                <a:spcPts val="400"/>
              </a:spcBef>
              <a:buFontTx/>
              <a:buNone/>
              <a:defRPr sz="1000" i="0">
                <a:solidFill>
                  <a:schemeClr val="bg2"/>
                </a:solidFill>
              </a:defRPr>
            </a:lvl5pPr>
            <a:lvl6pPr marL="95250" indent="0" algn="just">
              <a:lnSpc>
                <a:spcPct val="100000"/>
              </a:lnSpc>
              <a:spcBef>
                <a:spcPts val="400"/>
              </a:spcBef>
              <a:buFontTx/>
              <a:buNone/>
              <a:defRPr sz="1000" i="0">
                <a:solidFill>
                  <a:schemeClr val="bg2"/>
                </a:solidFill>
              </a:defRPr>
            </a:lvl6pPr>
            <a:lvl7pPr marL="95250" indent="0" algn="just">
              <a:lnSpc>
                <a:spcPct val="100000"/>
              </a:lnSpc>
              <a:spcBef>
                <a:spcPts val="400"/>
              </a:spcBef>
              <a:buFontTx/>
              <a:buNone/>
              <a:defRPr sz="1000" i="0" baseline="0">
                <a:solidFill>
                  <a:schemeClr val="bg2"/>
                </a:solidFill>
              </a:defRPr>
            </a:lvl7pPr>
            <a:lvl8pPr marL="95250" indent="0" algn="just">
              <a:lnSpc>
                <a:spcPct val="100000"/>
              </a:lnSpc>
              <a:spcBef>
                <a:spcPts val="400"/>
              </a:spcBef>
              <a:buFontTx/>
              <a:buNone/>
              <a:defRPr sz="1000" i="0" baseline="0">
                <a:solidFill>
                  <a:schemeClr val="bg2"/>
                </a:solidFill>
              </a:defRPr>
            </a:lvl8pPr>
            <a:lvl9pPr marL="95250" indent="0" algn="just">
              <a:lnSpc>
                <a:spcPct val="100000"/>
              </a:lnSpc>
              <a:spcBef>
                <a:spcPts val="400"/>
              </a:spcBef>
              <a:buFontTx/>
              <a:buNone/>
              <a:defRPr sz="1000" i="0" baseline="0">
                <a:solidFill>
                  <a:schemeClr val="bg2"/>
                </a:solidFill>
              </a:defRPr>
            </a:lvl9pPr>
          </a:lstStyle>
          <a:p>
            <a:pPr lvl="0"/>
            <a:r>
              <a:rPr lang="fr-FR" dirty="0"/>
              <a:t>Insert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caption</a:t>
            </a:r>
            <a:r>
              <a:rPr lang="fr-FR" dirty="0"/>
              <a:t> </a:t>
            </a:r>
            <a:r>
              <a:rPr lang="fr-FR" dirty="0" err="1"/>
              <a:t>here</a:t>
            </a:r>
            <a:endParaRPr lang="fr-FR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5054138" y="6237288"/>
            <a:ext cx="4500000" cy="0"/>
          </a:xfrm>
          <a:prstGeom prst="line">
            <a:avLst/>
          </a:prstGeom>
          <a:ln w="190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345600" y="404665"/>
            <a:ext cx="9216000" cy="863748"/>
          </a:xfrm>
        </p:spPr>
        <p:txBody>
          <a:bodyPr lIns="108000" tIns="0" rIns="108000" bIns="0"/>
          <a:lstStyle>
            <a:lvl1pPr>
              <a:defRPr sz="2200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Complete with a title here that carries your message on two lines at most for more </a:t>
            </a:r>
            <a:r>
              <a:rPr lang="en-US" noProof="0" dirty="0"/>
              <a:t>readability</a:t>
            </a:r>
            <a:endParaRPr lang="fr-FR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45600" y="144314"/>
            <a:ext cx="9216000" cy="260350"/>
          </a:xfrm>
          <a:prstGeom prst="rect">
            <a:avLst/>
          </a:prstGeom>
        </p:spPr>
        <p:txBody>
          <a:bodyPr lIns="108000" tIns="0" rIns="108000" bIns="0" anchor="b"/>
          <a:lstStyle>
            <a:lvl1pPr>
              <a:spcBef>
                <a:spcPts val="0"/>
              </a:spcBef>
              <a:defRPr sz="1000" i="0" cap="all" baseline="0">
                <a:solidFill>
                  <a:schemeClr val="accent4"/>
                </a:solidFill>
                <a:latin typeface="+mj-lt"/>
              </a:defRPr>
            </a:lvl1pPr>
            <a:lvl2pPr>
              <a:defRPr sz="1000"/>
            </a:lvl2pPr>
          </a:lstStyle>
          <a:p>
            <a:pPr lvl="0"/>
            <a:r>
              <a:rPr lang="en-US" noProof="0" dirty="0"/>
              <a:t>Insert a top title here - must not exceed 1 line</a:t>
            </a:r>
          </a:p>
        </p:txBody>
      </p:sp>
      <p:sp>
        <p:nvSpPr>
          <p:cNvPr id="14" name="Espace réservé du texte 5"/>
          <p:cNvSpPr>
            <a:spLocks noGrp="1"/>
          </p:cNvSpPr>
          <p:nvPr>
            <p:ph type="body" sz="quarter" idx="21" hasCustomPrompt="1"/>
          </p:nvPr>
        </p:nvSpPr>
        <p:spPr>
          <a:xfrm>
            <a:off x="345600" y="1268413"/>
            <a:ext cx="4614862" cy="4968875"/>
          </a:xfrm>
        </p:spPr>
        <p:txBody>
          <a:bodyPr anchor="ctr"/>
          <a:lstStyle>
            <a:lvl1pPr marL="0" marR="0" indent="0" algn="just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  <a:lvl2pPr marL="358775" marR="0" indent="-358775" algn="just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503078"/>
              </a:buClr>
              <a:buSzTx/>
              <a:buFont typeface="Tempus Sans ITC" panose="04020404030D07020202" pitchFamily="82" charset="0"/>
              <a:buChar char="/"/>
              <a:tabLst/>
              <a:defRPr/>
            </a:lvl2pPr>
            <a:lvl3pPr marL="360000" marR="0" indent="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3pPr>
            <a:lvl4pPr marL="648000" marR="0" indent="-28800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›"/>
              <a:tabLst/>
              <a:defRPr/>
            </a:lvl4pPr>
            <a:lvl5pPr marL="648000" marR="0" indent="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None/>
              <a:tabLst/>
              <a:defRPr/>
            </a:lvl5pPr>
            <a:lvl6pPr marL="900000" marR="0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/>
            </a:lvl6pPr>
            <a:lvl7pPr marL="900000" marR="0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/>
            </a:lvl7pPr>
            <a:lvl8pPr marL="900000" marR="0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/>
            </a:lvl8pPr>
            <a:lvl9pPr marL="900000" marR="0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/>
            </a:lvl9pPr>
          </a:lstStyle>
          <a:p>
            <a:pPr lvl="0"/>
            <a:r>
              <a:rPr lang="en-US" dirty="0"/>
              <a:t>Level 1 - </a:t>
            </a:r>
            <a:r>
              <a:rPr lang="en-US" dirty="0">
                <a:solidFill>
                  <a:srgbClr val="503078"/>
                </a:solidFill>
              </a:rPr>
              <a:t>To move to the next level, Alt + Shift + right arrow</a:t>
            </a:r>
            <a:endParaRPr lang="en-US" dirty="0"/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  <a:p>
            <a:pPr lvl="3"/>
            <a:r>
              <a:rPr lang="en-US" dirty="0"/>
              <a:t>Level 4</a:t>
            </a:r>
          </a:p>
          <a:p>
            <a:pPr lvl="4"/>
            <a:r>
              <a:rPr lang="en-US" dirty="0"/>
              <a:t>Level 5</a:t>
            </a:r>
          </a:p>
          <a:p>
            <a:pPr lvl="5"/>
            <a:r>
              <a:rPr lang="en-US" dirty="0"/>
              <a:t>Level 6</a:t>
            </a:r>
          </a:p>
          <a:p>
            <a:pPr lvl="6"/>
            <a:r>
              <a:rPr lang="en-US" dirty="0"/>
              <a:t>Level 7</a:t>
            </a:r>
          </a:p>
          <a:p>
            <a:pPr lvl="7"/>
            <a:r>
              <a:rPr lang="en-US" noProof="0" dirty="0"/>
              <a:t>Level </a:t>
            </a:r>
            <a:r>
              <a:rPr lang="en-US" dirty="0"/>
              <a:t>8</a:t>
            </a:r>
          </a:p>
          <a:p>
            <a:pPr lvl="8"/>
            <a:r>
              <a:rPr lang="en-US" dirty="0"/>
              <a:t>Level 9</a:t>
            </a:r>
          </a:p>
        </p:txBody>
      </p:sp>
    </p:spTree>
    <p:extLst>
      <p:ext uri="{BB962C8B-B14F-4D97-AF65-F5344CB8AC3E}">
        <p14:creationId xmlns:p14="http://schemas.microsoft.com/office/powerpoint/2010/main" val="24372741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left + Half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4960018" y="0"/>
            <a:ext cx="4968000" cy="6858000"/>
          </a:xfrm>
        </p:spPr>
        <p:txBody>
          <a:bodyPr anchor="t"/>
          <a:lstStyle>
            <a:lvl1pPr algn="ctr">
              <a:defRPr baseline="0"/>
            </a:lvl1pPr>
          </a:lstStyle>
          <a:p>
            <a:endParaRPr lang="fr-FR" dirty="0"/>
          </a:p>
          <a:p>
            <a:r>
              <a:rPr lang="fr-FR" dirty="0"/>
              <a:t>Insert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picture</a:t>
            </a:r>
            <a:r>
              <a:rPr lang="fr-FR" dirty="0"/>
              <a:t> </a:t>
            </a:r>
            <a:r>
              <a:rPr lang="fr-FR" dirty="0" err="1"/>
              <a:t>here</a:t>
            </a:r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345600" y="404665"/>
            <a:ext cx="4614862" cy="863748"/>
          </a:xfrm>
        </p:spPr>
        <p:txBody>
          <a:bodyPr lIns="108000" tIns="0" rIns="108000" bIns="0"/>
          <a:lstStyle>
            <a:lvl1pPr>
              <a:defRPr sz="2200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Complete with a title here that carries your message on two lines</a:t>
            </a:r>
            <a:endParaRPr lang="fr-FR" noProof="0" dirty="0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345600" y="144314"/>
            <a:ext cx="4614862" cy="260350"/>
          </a:xfrm>
          <a:prstGeom prst="rect">
            <a:avLst/>
          </a:prstGeom>
        </p:spPr>
        <p:txBody>
          <a:bodyPr lIns="108000" tIns="0" rIns="108000" bIns="0" anchor="b"/>
          <a:lstStyle>
            <a:lvl1pPr>
              <a:spcBef>
                <a:spcPts val="0"/>
              </a:spcBef>
              <a:defRPr sz="1000" i="0" cap="all" baseline="0">
                <a:solidFill>
                  <a:schemeClr val="accent4"/>
                </a:solidFill>
                <a:latin typeface="+mj-lt"/>
              </a:defRPr>
            </a:lvl1pPr>
            <a:lvl2pPr>
              <a:defRPr sz="1000"/>
            </a:lvl2pPr>
          </a:lstStyle>
          <a:p>
            <a:pPr lvl="0"/>
            <a:r>
              <a:rPr lang="en-US" noProof="0" dirty="0"/>
              <a:t>Insert a top title here - must not exceed 1 line</a:t>
            </a:r>
          </a:p>
        </p:txBody>
      </p:sp>
      <p:sp>
        <p:nvSpPr>
          <p:cNvPr id="9" name="Espace réservé du texte 5"/>
          <p:cNvSpPr>
            <a:spLocks noGrp="1"/>
          </p:cNvSpPr>
          <p:nvPr>
            <p:ph type="body" sz="quarter" idx="21" hasCustomPrompt="1"/>
          </p:nvPr>
        </p:nvSpPr>
        <p:spPr>
          <a:xfrm>
            <a:off x="345600" y="1268413"/>
            <a:ext cx="4463384" cy="4968875"/>
          </a:xfrm>
        </p:spPr>
        <p:txBody>
          <a:bodyPr anchor="ctr"/>
          <a:lstStyle>
            <a:lvl1pPr marL="0" marR="0" indent="0" algn="just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  <a:lvl2pPr marL="358775" marR="0" indent="-358775" algn="just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503078"/>
              </a:buClr>
              <a:buSzTx/>
              <a:buFont typeface="Tempus Sans ITC" panose="04020404030D07020202" pitchFamily="82" charset="0"/>
              <a:buChar char="/"/>
              <a:tabLst/>
              <a:defRPr/>
            </a:lvl2pPr>
            <a:lvl3pPr marL="360000" marR="0" indent="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3pPr>
            <a:lvl4pPr marL="648000" marR="0" indent="-28800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›"/>
              <a:tabLst/>
              <a:defRPr/>
            </a:lvl4pPr>
            <a:lvl5pPr marL="648000" marR="0" indent="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None/>
              <a:tabLst/>
              <a:defRPr/>
            </a:lvl5pPr>
            <a:lvl6pPr marL="900000" marR="0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/>
            </a:lvl6pPr>
            <a:lvl7pPr marL="900000" marR="0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/>
            </a:lvl7pPr>
            <a:lvl8pPr marL="900000" marR="0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/>
            </a:lvl8pPr>
            <a:lvl9pPr marL="900000" marR="0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/>
            </a:lvl9pPr>
          </a:lstStyle>
          <a:p>
            <a:pPr lvl="0"/>
            <a:r>
              <a:rPr lang="en-US" dirty="0"/>
              <a:t>Level 1 - </a:t>
            </a:r>
            <a:r>
              <a:rPr lang="en-US" dirty="0">
                <a:solidFill>
                  <a:srgbClr val="503078"/>
                </a:solidFill>
              </a:rPr>
              <a:t>To move to the next level, Alt + Shift + right arrow</a:t>
            </a:r>
            <a:endParaRPr lang="en-US" dirty="0"/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  <a:p>
            <a:pPr lvl="3"/>
            <a:r>
              <a:rPr lang="en-US" dirty="0"/>
              <a:t>Level 4</a:t>
            </a:r>
          </a:p>
          <a:p>
            <a:pPr lvl="4"/>
            <a:r>
              <a:rPr lang="en-US" dirty="0"/>
              <a:t>Level 5</a:t>
            </a:r>
          </a:p>
          <a:p>
            <a:pPr lvl="5"/>
            <a:r>
              <a:rPr lang="en-US" dirty="0"/>
              <a:t>Level 6</a:t>
            </a:r>
          </a:p>
          <a:p>
            <a:pPr lvl="6"/>
            <a:r>
              <a:rPr lang="en-US" dirty="0"/>
              <a:t>Level 7</a:t>
            </a:r>
          </a:p>
          <a:p>
            <a:pPr lvl="7"/>
            <a:r>
              <a:rPr lang="en-US" noProof="0" dirty="0"/>
              <a:t>Level </a:t>
            </a:r>
            <a:r>
              <a:rPr lang="en-US" dirty="0"/>
              <a:t>8</a:t>
            </a:r>
          </a:p>
          <a:p>
            <a:pPr lvl="8"/>
            <a:r>
              <a:rPr lang="en-US" dirty="0"/>
              <a:t>Level 9</a:t>
            </a:r>
          </a:p>
        </p:txBody>
      </p:sp>
    </p:spTree>
    <p:extLst>
      <p:ext uri="{BB962C8B-B14F-4D97-AF65-F5344CB8AC3E}">
        <p14:creationId xmlns:p14="http://schemas.microsoft.com/office/powerpoint/2010/main" val="33976242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1/3 + 4 Images +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6" hasCustomPrompt="1"/>
          </p:nvPr>
        </p:nvSpPr>
        <p:spPr>
          <a:xfrm>
            <a:off x="6672109" y="1268412"/>
            <a:ext cx="2880000" cy="2088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fr-FR" dirty="0"/>
              <a:t>Insert a </a:t>
            </a:r>
            <a:r>
              <a:rPr lang="fr-FR" dirty="0" err="1"/>
              <a:t>picture</a:t>
            </a:r>
            <a:r>
              <a:rPr lang="fr-FR" dirty="0"/>
              <a:t> </a:t>
            </a:r>
            <a:r>
              <a:rPr lang="fr-FR" dirty="0" err="1"/>
              <a:t>here</a:t>
            </a:r>
            <a:endParaRPr lang="en-US" dirty="0"/>
          </a:p>
        </p:txBody>
      </p:sp>
      <p:sp>
        <p:nvSpPr>
          <p:cNvPr id="10" name="Picture Placeholder 3"/>
          <p:cNvSpPr>
            <a:spLocks noGrp="1"/>
          </p:cNvSpPr>
          <p:nvPr>
            <p:ph type="pic" sz="quarter" idx="18" hasCustomPrompt="1"/>
          </p:nvPr>
        </p:nvSpPr>
        <p:spPr>
          <a:xfrm>
            <a:off x="3580392" y="1268412"/>
            <a:ext cx="2880000" cy="2088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fr-FR" dirty="0"/>
              <a:t>Insert a </a:t>
            </a:r>
            <a:r>
              <a:rPr lang="fr-FR" dirty="0" err="1"/>
              <a:t>picture</a:t>
            </a:r>
            <a:r>
              <a:rPr lang="fr-FR" dirty="0"/>
              <a:t> </a:t>
            </a:r>
            <a:r>
              <a:rPr lang="fr-FR" dirty="0" err="1"/>
              <a:t>here</a:t>
            </a:r>
            <a:endParaRPr lang="en-US" dirty="0"/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9" hasCustomPrompt="1"/>
          </p:nvPr>
        </p:nvSpPr>
        <p:spPr>
          <a:xfrm>
            <a:off x="6672109" y="3604122"/>
            <a:ext cx="2880000" cy="2088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fr-FR" dirty="0"/>
              <a:t>Insert a </a:t>
            </a:r>
            <a:r>
              <a:rPr lang="fr-FR" dirty="0" err="1"/>
              <a:t>picture</a:t>
            </a:r>
            <a:r>
              <a:rPr lang="fr-FR" dirty="0"/>
              <a:t> </a:t>
            </a:r>
            <a:r>
              <a:rPr lang="fr-FR" dirty="0" err="1"/>
              <a:t>here</a:t>
            </a:r>
            <a:endParaRPr lang="en-US" dirty="0"/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20" hasCustomPrompt="1"/>
          </p:nvPr>
        </p:nvSpPr>
        <p:spPr>
          <a:xfrm>
            <a:off x="3580392" y="3604122"/>
            <a:ext cx="2880000" cy="2088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fr-FR" dirty="0"/>
              <a:t>Insert a </a:t>
            </a:r>
            <a:r>
              <a:rPr lang="fr-FR" dirty="0" err="1"/>
              <a:t>picture</a:t>
            </a:r>
            <a:r>
              <a:rPr lang="fr-FR" dirty="0"/>
              <a:t> </a:t>
            </a:r>
            <a:r>
              <a:rPr lang="fr-FR" dirty="0" err="1"/>
              <a:t>here</a:t>
            </a:r>
            <a:endParaRPr lang="en-US" dirty="0"/>
          </a:p>
        </p:txBody>
      </p:sp>
      <p:cxnSp>
        <p:nvCxnSpPr>
          <p:cNvPr id="15" name="Straight Connector 14"/>
          <p:cNvCxnSpPr/>
          <p:nvPr userDrawn="1"/>
        </p:nvCxnSpPr>
        <p:spPr>
          <a:xfrm>
            <a:off x="3561347" y="6237312"/>
            <a:ext cx="6026400" cy="0"/>
          </a:xfrm>
          <a:prstGeom prst="line">
            <a:avLst/>
          </a:prstGeom>
          <a:ln w="190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3580392" y="5701592"/>
            <a:ext cx="5981474" cy="535719"/>
          </a:xfrm>
          <a:noFill/>
        </p:spPr>
        <p:txBody>
          <a:bodyPr lIns="0" r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400"/>
              </a:spcBef>
              <a:defRPr sz="1000" i="0" cap="none" baseline="0">
                <a:solidFill>
                  <a:schemeClr val="accent5"/>
                </a:solidFill>
              </a:defRPr>
            </a:lvl1pPr>
            <a:lvl2pPr marL="95250" indent="0" algn="just">
              <a:lnSpc>
                <a:spcPct val="100000"/>
              </a:lnSpc>
              <a:spcBef>
                <a:spcPts val="400"/>
              </a:spcBef>
              <a:buFontTx/>
              <a:buNone/>
              <a:defRPr sz="1000" i="0" cap="none" baseline="0">
                <a:solidFill>
                  <a:schemeClr val="bg2"/>
                </a:solidFill>
              </a:defRPr>
            </a:lvl2pPr>
            <a:lvl3pPr marL="95250" indent="0" algn="just">
              <a:lnSpc>
                <a:spcPct val="100000"/>
              </a:lnSpc>
              <a:spcBef>
                <a:spcPts val="400"/>
              </a:spcBef>
              <a:buFontTx/>
              <a:buNone/>
              <a:defRPr sz="1000" i="0">
                <a:solidFill>
                  <a:schemeClr val="bg2"/>
                </a:solidFill>
              </a:defRPr>
            </a:lvl3pPr>
            <a:lvl4pPr marL="95250" indent="0" algn="just">
              <a:lnSpc>
                <a:spcPct val="100000"/>
              </a:lnSpc>
              <a:spcBef>
                <a:spcPts val="400"/>
              </a:spcBef>
              <a:buFontTx/>
              <a:buNone/>
              <a:defRPr sz="1000" i="0" cap="none" baseline="0">
                <a:solidFill>
                  <a:schemeClr val="bg2"/>
                </a:solidFill>
              </a:defRPr>
            </a:lvl4pPr>
            <a:lvl5pPr marL="95250" indent="0" algn="just">
              <a:lnSpc>
                <a:spcPct val="100000"/>
              </a:lnSpc>
              <a:spcBef>
                <a:spcPts val="400"/>
              </a:spcBef>
              <a:buFontTx/>
              <a:buNone/>
              <a:defRPr sz="1000" i="0">
                <a:solidFill>
                  <a:schemeClr val="bg2"/>
                </a:solidFill>
              </a:defRPr>
            </a:lvl5pPr>
            <a:lvl6pPr marL="95250" indent="0" algn="just">
              <a:lnSpc>
                <a:spcPct val="100000"/>
              </a:lnSpc>
              <a:spcBef>
                <a:spcPts val="400"/>
              </a:spcBef>
              <a:buFontTx/>
              <a:buNone/>
              <a:defRPr sz="1000" i="0">
                <a:solidFill>
                  <a:schemeClr val="bg2"/>
                </a:solidFill>
              </a:defRPr>
            </a:lvl6pPr>
            <a:lvl7pPr marL="95250" indent="0" algn="just">
              <a:lnSpc>
                <a:spcPct val="100000"/>
              </a:lnSpc>
              <a:spcBef>
                <a:spcPts val="400"/>
              </a:spcBef>
              <a:buFontTx/>
              <a:buNone/>
              <a:defRPr sz="1000" i="0" baseline="0">
                <a:solidFill>
                  <a:schemeClr val="bg2"/>
                </a:solidFill>
              </a:defRPr>
            </a:lvl7pPr>
            <a:lvl8pPr marL="95250" indent="0" algn="just">
              <a:lnSpc>
                <a:spcPct val="100000"/>
              </a:lnSpc>
              <a:spcBef>
                <a:spcPts val="400"/>
              </a:spcBef>
              <a:buFontTx/>
              <a:buNone/>
              <a:defRPr sz="1000" i="0" baseline="0">
                <a:solidFill>
                  <a:schemeClr val="bg2"/>
                </a:solidFill>
              </a:defRPr>
            </a:lvl8pPr>
            <a:lvl9pPr marL="95250" indent="0" algn="just">
              <a:lnSpc>
                <a:spcPct val="100000"/>
              </a:lnSpc>
              <a:spcBef>
                <a:spcPts val="400"/>
              </a:spcBef>
              <a:buFontTx/>
              <a:buNone/>
              <a:defRPr sz="1000" i="0" baseline="0">
                <a:solidFill>
                  <a:schemeClr val="bg2"/>
                </a:solidFill>
              </a:defRPr>
            </a:lvl9pPr>
          </a:lstStyle>
          <a:p>
            <a:pPr lvl="0"/>
            <a:r>
              <a:rPr lang="fr-FR" dirty="0"/>
              <a:t>Insérer votre légende ici sur 2 lignes au max</a:t>
            </a:r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21" hasCustomPrompt="1"/>
          </p:nvPr>
        </p:nvSpPr>
        <p:spPr>
          <a:xfrm>
            <a:off x="345600" y="1268413"/>
            <a:ext cx="3024187" cy="4968875"/>
          </a:xfrm>
        </p:spPr>
        <p:txBody>
          <a:bodyPr anchor="ctr"/>
          <a:lstStyle>
            <a:lvl1pPr marL="0" marR="0" indent="0" algn="just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  <a:lvl2pPr marL="358775" marR="0" indent="-358775" algn="just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503078"/>
              </a:buClr>
              <a:buSzTx/>
              <a:buFont typeface="Tempus Sans ITC" panose="04020404030D07020202" pitchFamily="82" charset="0"/>
              <a:buChar char="/"/>
              <a:tabLst/>
              <a:defRPr/>
            </a:lvl2pPr>
            <a:lvl3pPr marL="360000" marR="0" indent="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3pPr>
            <a:lvl4pPr marL="648000" marR="0" indent="-28800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›"/>
              <a:tabLst/>
              <a:defRPr/>
            </a:lvl4pPr>
            <a:lvl5pPr marL="648000" marR="0" indent="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None/>
              <a:tabLst/>
              <a:defRPr/>
            </a:lvl5pPr>
            <a:lvl6pPr marL="900000" marR="0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/>
            </a:lvl6pPr>
            <a:lvl7pPr marL="900000" marR="0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/>
            </a:lvl7pPr>
            <a:lvl8pPr marL="900000" marR="0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/>
            </a:lvl8pPr>
            <a:lvl9pPr marL="900000" marR="0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/>
            </a:lvl9pPr>
          </a:lstStyle>
          <a:p>
            <a:pPr lvl="0"/>
            <a:r>
              <a:rPr lang="en-US" dirty="0"/>
              <a:t>Level 1 - </a:t>
            </a:r>
            <a:r>
              <a:rPr lang="en-US" dirty="0">
                <a:solidFill>
                  <a:srgbClr val="503078"/>
                </a:solidFill>
              </a:rPr>
              <a:t>To move to the next level, Alt + Shift + right arrow</a:t>
            </a:r>
            <a:endParaRPr lang="en-US" dirty="0"/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  <a:p>
            <a:pPr lvl="3"/>
            <a:r>
              <a:rPr lang="en-US" dirty="0"/>
              <a:t>Level 4</a:t>
            </a:r>
          </a:p>
          <a:p>
            <a:pPr lvl="4"/>
            <a:r>
              <a:rPr lang="en-US" dirty="0"/>
              <a:t>Level 5</a:t>
            </a:r>
          </a:p>
          <a:p>
            <a:pPr lvl="5"/>
            <a:r>
              <a:rPr lang="en-US" dirty="0"/>
              <a:t>Level 6</a:t>
            </a:r>
          </a:p>
          <a:p>
            <a:pPr lvl="6"/>
            <a:r>
              <a:rPr lang="en-US" dirty="0"/>
              <a:t>Level 7</a:t>
            </a:r>
          </a:p>
          <a:p>
            <a:pPr lvl="7"/>
            <a:r>
              <a:rPr lang="en-US" noProof="0" dirty="0"/>
              <a:t>Level </a:t>
            </a:r>
            <a:r>
              <a:rPr lang="en-US" dirty="0"/>
              <a:t>8</a:t>
            </a:r>
          </a:p>
          <a:p>
            <a:pPr lvl="8"/>
            <a:r>
              <a:rPr lang="en-US" dirty="0"/>
              <a:t>Level 9</a:t>
            </a:r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45600" y="144314"/>
            <a:ext cx="9216000" cy="260350"/>
          </a:xfrm>
          <a:prstGeom prst="rect">
            <a:avLst/>
          </a:prstGeom>
        </p:spPr>
        <p:txBody>
          <a:bodyPr lIns="108000" tIns="0" rIns="108000" bIns="0" anchor="b"/>
          <a:lstStyle>
            <a:lvl1pPr>
              <a:spcBef>
                <a:spcPts val="0"/>
              </a:spcBef>
              <a:defRPr sz="1000" i="0" cap="all" baseline="0">
                <a:solidFill>
                  <a:schemeClr val="accent4"/>
                </a:solidFill>
                <a:latin typeface="+mj-lt"/>
              </a:defRPr>
            </a:lvl1pPr>
            <a:lvl2pPr>
              <a:defRPr sz="1000"/>
            </a:lvl2pPr>
          </a:lstStyle>
          <a:p>
            <a:pPr lvl="0"/>
            <a:r>
              <a:rPr lang="en-US" noProof="0" dirty="0"/>
              <a:t>Insert a top title here - must not exceed 1 line</a:t>
            </a:r>
          </a:p>
        </p:txBody>
      </p:sp>
      <p:sp>
        <p:nvSpPr>
          <p:cNvPr id="20" name="Title 1"/>
          <p:cNvSpPr>
            <a:spLocks noGrp="1"/>
          </p:cNvSpPr>
          <p:nvPr>
            <p:ph type="title" hasCustomPrompt="1"/>
          </p:nvPr>
        </p:nvSpPr>
        <p:spPr>
          <a:xfrm>
            <a:off x="345600" y="404665"/>
            <a:ext cx="9216000" cy="863748"/>
          </a:xfrm>
        </p:spPr>
        <p:txBody>
          <a:bodyPr lIns="108000" tIns="0" rIns="108000" bIns="0"/>
          <a:lstStyle>
            <a:lvl1pPr>
              <a:defRPr sz="2200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Complete with a title here that carries your message on two lines at most for more </a:t>
            </a:r>
            <a:r>
              <a:rPr lang="en-US" noProof="0" dirty="0"/>
              <a:t>readability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8794069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our Texts + Images + Sub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489803" y="2784576"/>
            <a:ext cx="1980000" cy="2140967"/>
          </a:xfrm>
        </p:spPr>
        <p:txBody>
          <a:bodyPr>
            <a:noAutofit/>
          </a:bodyPr>
          <a:lstStyle>
            <a:lvl1pPr marL="0" marR="0" indent="0" algn="just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i="0">
                <a:solidFill>
                  <a:schemeClr val="tx1"/>
                </a:solidFill>
              </a:defRPr>
            </a:lvl1pPr>
            <a:lvl2pPr marL="358775" marR="0" indent="-358775" algn="just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503078"/>
              </a:buClr>
              <a:buSzTx/>
              <a:buFont typeface="Tempus Sans ITC" panose="04020404030D07020202" pitchFamily="82" charset="0"/>
              <a:buChar char="/"/>
              <a:tabLst/>
              <a:defRPr>
                <a:solidFill>
                  <a:schemeClr val="tx1"/>
                </a:solidFill>
              </a:defRPr>
            </a:lvl2pPr>
            <a:lvl3pPr marL="360000" marR="0" indent="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tx1"/>
                </a:solidFill>
              </a:defRPr>
            </a:lvl3pPr>
            <a:lvl4pPr marL="648000" marR="0" indent="-28800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›"/>
              <a:tabLst/>
              <a:defRPr>
                <a:solidFill>
                  <a:schemeClr val="tx1"/>
                </a:solidFill>
              </a:defRPr>
            </a:lvl4pPr>
            <a:lvl5pPr marL="900000" marR="0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>
                <a:solidFill>
                  <a:schemeClr val="tx1"/>
                </a:solidFill>
              </a:defRPr>
            </a:lvl5pPr>
            <a:lvl6pPr marL="900000" marR="0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>
                <a:solidFill>
                  <a:schemeClr val="tx1"/>
                </a:solidFill>
              </a:defRPr>
            </a:lvl6pPr>
            <a:lvl7pPr marL="900000" marR="0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 baseline="0">
                <a:solidFill>
                  <a:schemeClr val="tx1"/>
                </a:solidFill>
              </a:defRPr>
            </a:lvl7pPr>
            <a:lvl8pPr marL="900000" marR="0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 baseline="0">
                <a:solidFill>
                  <a:schemeClr val="tx1"/>
                </a:solidFill>
              </a:defRPr>
            </a:lvl8pPr>
            <a:lvl9pPr marL="900000" marR="0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 baseline="0">
                <a:solidFill>
                  <a:schemeClr val="tx1"/>
                </a:solidFill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503078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Niveau 1</a:t>
            </a:r>
          </a:p>
          <a:p>
            <a:pPr marL="358775" marR="0" lvl="1" indent="-358775" algn="just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503078"/>
              </a:buClr>
              <a:buSzTx/>
              <a:buFont typeface="Tempus Sans ITC" panose="04020404030D07020202" pitchFamily="82" charset="0"/>
              <a:buChar char="/"/>
              <a:tabLst/>
              <a:defRPr/>
            </a:pP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Niveau 2</a:t>
            </a:r>
          </a:p>
          <a:p>
            <a:pPr marL="360000" marR="0" lvl="2" indent="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Niveau 3</a:t>
            </a:r>
          </a:p>
          <a:p>
            <a:pPr marL="648000" marR="0" lvl="3" indent="-28800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›"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Niveau 4</a:t>
            </a:r>
          </a:p>
          <a:p>
            <a:pPr marL="900000" marR="0" lvl="4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Niveau 5</a:t>
            </a:r>
          </a:p>
          <a:p>
            <a:pPr marL="900000" marR="0" lvl="5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Niveau 6</a:t>
            </a:r>
          </a:p>
          <a:p>
            <a:pPr marL="900000" marR="0" lvl="6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Niveau 7</a:t>
            </a:r>
          </a:p>
          <a:p>
            <a:pPr marL="900000" marR="0" lvl="7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Niveau 8</a:t>
            </a:r>
          </a:p>
          <a:p>
            <a:pPr marL="900000" marR="0" lvl="8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Niveau 9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7429847" y="2784576"/>
            <a:ext cx="1980000" cy="2140967"/>
          </a:xfrm>
        </p:spPr>
        <p:txBody>
          <a:bodyPr>
            <a:noAutofit/>
          </a:bodyPr>
          <a:lstStyle>
            <a:lvl1pPr marL="0" marR="0" indent="0" algn="just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tx1"/>
                </a:solidFill>
              </a:defRPr>
            </a:lvl1pPr>
            <a:lvl2pPr marL="358775" marR="0" indent="-358775" algn="just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503078"/>
              </a:buClr>
              <a:buSzTx/>
              <a:buFont typeface="Tempus Sans ITC" panose="04020404030D07020202" pitchFamily="82" charset="0"/>
              <a:buChar char="/"/>
              <a:tabLst/>
              <a:defRPr>
                <a:solidFill>
                  <a:schemeClr val="tx1"/>
                </a:solidFill>
              </a:defRPr>
            </a:lvl2pPr>
            <a:lvl3pPr marL="360000" marR="0" indent="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tx1"/>
                </a:solidFill>
              </a:defRPr>
            </a:lvl3pPr>
            <a:lvl4pPr marL="648000" marR="0" indent="-28800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›"/>
              <a:tabLst/>
              <a:defRPr>
                <a:solidFill>
                  <a:schemeClr val="tx1"/>
                </a:solidFill>
              </a:defRPr>
            </a:lvl4pPr>
            <a:lvl5pPr marL="900000" marR="0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>
                <a:solidFill>
                  <a:schemeClr val="tx1"/>
                </a:solidFill>
              </a:defRPr>
            </a:lvl5pPr>
            <a:lvl6pPr marL="900000" marR="0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>
                <a:solidFill>
                  <a:schemeClr val="tx1"/>
                </a:solidFill>
              </a:defRPr>
            </a:lvl6pPr>
            <a:lvl7pPr marL="900000" marR="0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 baseline="0">
                <a:solidFill>
                  <a:schemeClr val="tx1"/>
                </a:solidFill>
              </a:defRPr>
            </a:lvl7pPr>
            <a:lvl8pPr marL="900000" marR="0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 baseline="0">
                <a:solidFill>
                  <a:schemeClr val="tx1"/>
                </a:solidFill>
              </a:defRPr>
            </a:lvl8pPr>
            <a:lvl9pPr marL="900000" marR="0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 baseline="0">
                <a:solidFill>
                  <a:schemeClr val="tx1"/>
                </a:solidFill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503078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Niveau 1</a:t>
            </a:r>
          </a:p>
          <a:p>
            <a:pPr marL="358775" marR="0" lvl="1" indent="-358775" algn="just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503078"/>
              </a:buClr>
              <a:buSzTx/>
              <a:buFont typeface="Tempus Sans ITC" panose="04020404030D07020202" pitchFamily="82" charset="0"/>
              <a:buChar char="/"/>
              <a:tabLst/>
              <a:defRPr/>
            </a:pP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Niveau 2</a:t>
            </a:r>
          </a:p>
          <a:p>
            <a:pPr marL="360000" marR="0" lvl="2" indent="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Niveau 3</a:t>
            </a:r>
          </a:p>
          <a:p>
            <a:pPr marL="648000" marR="0" lvl="3" indent="-28800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›"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Niveau 4</a:t>
            </a:r>
          </a:p>
          <a:p>
            <a:pPr marL="900000" marR="0" lvl="4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Niveau 5</a:t>
            </a:r>
          </a:p>
          <a:p>
            <a:pPr marL="900000" marR="0" lvl="5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Niveau 6</a:t>
            </a:r>
          </a:p>
          <a:p>
            <a:pPr marL="900000" marR="0" lvl="6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Niveau 7</a:t>
            </a:r>
          </a:p>
          <a:p>
            <a:pPr marL="900000" marR="0" lvl="7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Niveau 8</a:t>
            </a:r>
          </a:p>
          <a:p>
            <a:pPr marL="900000" marR="0" lvl="8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Niveau 9</a:t>
            </a:r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803151" y="2784576"/>
            <a:ext cx="1980000" cy="2140967"/>
          </a:xfrm>
        </p:spPr>
        <p:txBody>
          <a:bodyPr>
            <a:noAutofit/>
          </a:bodyPr>
          <a:lstStyle>
            <a:lvl1pPr marL="0" marR="0" indent="0" algn="just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tx1"/>
                </a:solidFill>
              </a:defRPr>
            </a:lvl1pPr>
            <a:lvl2pPr marL="358775" marR="0" indent="-358775" algn="just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503078"/>
              </a:buClr>
              <a:buSzTx/>
              <a:buFont typeface="Tempus Sans ITC" panose="04020404030D07020202" pitchFamily="82" charset="0"/>
              <a:buChar char="/"/>
              <a:tabLst/>
              <a:defRPr>
                <a:solidFill>
                  <a:schemeClr val="tx1"/>
                </a:solidFill>
              </a:defRPr>
            </a:lvl2pPr>
            <a:lvl3pPr marL="360000" marR="0" indent="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tx1"/>
                </a:solidFill>
              </a:defRPr>
            </a:lvl3pPr>
            <a:lvl4pPr marL="648000" marR="0" indent="-28800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›"/>
              <a:tabLst/>
              <a:defRPr>
                <a:solidFill>
                  <a:schemeClr val="tx1"/>
                </a:solidFill>
              </a:defRPr>
            </a:lvl4pPr>
            <a:lvl5pPr marL="900000" marR="0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>
                <a:solidFill>
                  <a:schemeClr val="tx1"/>
                </a:solidFill>
              </a:defRPr>
            </a:lvl5pPr>
            <a:lvl6pPr marL="900000" marR="0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>
                <a:solidFill>
                  <a:schemeClr val="tx1"/>
                </a:solidFill>
              </a:defRPr>
            </a:lvl6pPr>
            <a:lvl7pPr marL="900000" marR="0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 baseline="0">
                <a:solidFill>
                  <a:schemeClr val="tx1"/>
                </a:solidFill>
              </a:defRPr>
            </a:lvl7pPr>
            <a:lvl8pPr marL="900000" marR="0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 baseline="0">
                <a:solidFill>
                  <a:schemeClr val="tx1"/>
                </a:solidFill>
              </a:defRPr>
            </a:lvl8pPr>
            <a:lvl9pPr marL="900000" marR="0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 baseline="0">
                <a:solidFill>
                  <a:schemeClr val="tx1"/>
                </a:solidFill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503078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Niveau 1</a:t>
            </a:r>
          </a:p>
          <a:p>
            <a:pPr marL="358775" marR="0" lvl="1" indent="-358775" algn="just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503078"/>
              </a:buClr>
              <a:buSzTx/>
              <a:buFont typeface="Tempus Sans ITC" panose="04020404030D07020202" pitchFamily="82" charset="0"/>
              <a:buChar char="/"/>
              <a:tabLst/>
              <a:defRPr/>
            </a:pP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Niveau 2</a:t>
            </a:r>
          </a:p>
          <a:p>
            <a:pPr marL="360000" marR="0" lvl="2" indent="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Niveau 3</a:t>
            </a:r>
          </a:p>
          <a:p>
            <a:pPr marL="648000" marR="0" lvl="3" indent="-28800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›"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Niveau 4</a:t>
            </a:r>
          </a:p>
          <a:p>
            <a:pPr marL="900000" marR="0" lvl="4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Niveau 5</a:t>
            </a:r>
          </a:p>
          <a:p>
            <a:pPr marL="900000" marR="0" lvl="5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Niveau 6</a:t>
            </a:r>
          </a:p>
          <a:p>
            <a:pPr marL="900000" marR="0" lvl="6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Niveau 7</a:t>
            </a:r>
          </a:p>
          <a:p>
            <a:pPr marL="900000" marR="0" lvl="7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Niveau 8</a:t>
            </a:r>
          </a:p>
          <a:p>
            <a:pPr marL="900000" marR="0" lvl="8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Niveau 9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8" hasCustomPrompt="1"/>
          </p:nvPr>
        </p:nvSpPr>
        <p:spPr>
          <a:xfrm>
            <a:off x="489803" y="1268413"/>
            <a:ext cx="1980000" cy="1296371"/>
          </a:xfrm>
        </p:spPr>
        <p:txBody>
          <a:bodyPr/>
          <a:lstStyle>
            <a:lvl1pPr algn="ctr">
              <a:defRPr baseline="0"/>
            </a:lvl1pPr>
          </a:lstStyle>
          <a:p>
            <a:r>
              <a:rPr lang="fr-FR" dirty="0"/>
              <a:t>Insert a </a:t>
            </a:r>
            <a:r>
              <a:rPr lang="fr-FR" dirty="0" err="1"/>
              <a:t>picture</a:t>
            </a:r>
            <a:r>
              <a:rPr lang="fr-FR" dirty="0"/>
              <a:t> </a:t>
            </a:r>
            <a:r>
              <a:rPr lang="fr-FR" dirty="0" err="1"/>
              <a:t>here</a:t>
            </a:r>
            <a:endParaRPr lang="en-US" dirty="0"/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489802" y="5147667"/>
            <a:ext cx="8920045" cy="1080000"/>
          </a:xfrm>
          <a:solidFill>
            <a:schemeClr val="tx2"/>
          </a:solidFill>
        </p:spPr>
        <p:txBody>
          <a:bodyPr wrap="square" anchor="ctr">
            <a:noAutofit/>
          </a:bodyPr>
          <a:lstStyle>
            <a:lvl1pPr>
              <a:defRPr sz="1600" i="0" cap="none" baseline="0">
                <a:solidFill>
                  <a:schemeClr val="bg2"/>
                </a:solidFill>
              </a:defRPr>
            </a:lvl1pPr>
            <a:lvl2pPr>
              <a:defRPr sz="1000"/>
            </a:lvl2pPr>
          </a:lstStyle>
          <a:p>
            <a:pPr lvl="0"/>
            <a:r>
              <a:rPr lang="fr-FR" noProof="0" dirty="0"/>
              <a:t>Utiliser cette zone pour mettre en exergue votre message</a:t>
            </a:r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19" hasCustomPrompt="1"/>
          </p:nvPr>
        </p:nvSpPr>
        <p:spPr>
          <a:xfrm>
            <a:off x="7429847" y="1268413"/>
            <a:ext cx="1980000" cy="1296371"/>
          </a:xfrm>
        </p:spPr>
        <p:txBody>
          <a:bodyPr/>
          <a:lstStyle>
            <a:lvl1pPr algn="ctr">
              <a:defRPr/>
            </a:lvl1pPr>
          </a:lstStyle>
          <a:p>
            <a:r>
              <a:rPr lang="fr-FR" dirty="0"/>
              <a:t>Insert a </a:t>
            </a:r>
            <a:r>
              <a:rPr lang="fr-FR" dirty="0" err="1"/>
              <a:t>picture</a:t>
            </a:r>
            <a:r>
              <a:rPr lang="fr-FR" dirty="0"/>
              <a:t> </a:t>
            </a:r>
            <a:r>
              <a:rPr lang="fr-FR" dirty="0" err="1"/>
              <a:t>here</a:t>
            </a:r>
            <a:endParaRPr lang="en-US" dirty="0"/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20" hasCustomPrompt="1"/>
          </p:nvPr>
        </p:nvSpPr>
        <p:spPr>
          <a:xfrm>
            <a:off x="5116499" y="1268413"/>
            <a:ext cx="1980000" cy="1296371"/>
          </a:xfrm>
        </p:spPr>
        <p:txBody>
          <a:bodyPr/>
          <a:lstStyle>
            <a:lvl1pPr algn="ctr">
              <a:defRPr/>
            </a:lvl1pPr>
          </a:lstStyle>
          <a:p>
            <a:r>
              <a:rPr lang="fr-FR" dirty="0"/>
              <a:t>Insert a </a:t>
            </a:r>
            <a:r>
              <a:rPr lang="fr-FR" dirty="0" err="1"/>
              <a:t>picture</a:t>
            </a:r>
            <a:r>
              <a:rPr lang="fr-FR" dirty="0"/>
              <a:t> </a:t>
            </a:r>
            <a:r>
              <a:rPr lang="fr-FR" dirty="0" err="1"/>
              <a:t>here</a:t>
            </a:r>
            <a:endParaRPr lang="en-US" dirty="0"/>
          </a:p>
        </p:txBody>
      </p:sp>
      <p:sp>
        <p:nvSpPr>
          <p:cNvPr id="18" name="Picture Placeholder 3"/>
          <p:cNvSpPr>
            <a:spLocks noGrp="1"/>
          </p:cNvSpPr>
          <p:nvPr>
            <p:ph type="pic" sz="quarter" idx="21" hasCustomPrompt="1"/>
          </p:nvPr>
        </p:nvSpPr>
        <p:spPr>
          <a:xfrm>
            <a:off x="2803151" y="1268413"/>
            <a:ext cx="1980000" cy="1296371"/>
          </a:xfrm>
        </p:spPr>
        <p:txBody>
          <a:bodyPr/>
          <a:lstStyle>
            <a:lvl1pPr algn="ctr">
              <a:defRPr/>
            </a:lvl1pPr>
          </a:lstStyle>
          <a:p>
            <a:r>
              <a:rPr lang="fr-FR" dirty="0"/>
              <a:t>Insert a </a:t>
            </a:r>
            <a:r>
              <a:rPr lang="fr-FR" dirty="0" err="1"/>
              <a:t>picture</a:t>
            </a:r>
            <a:r>
              <a:rPr lang="fr-FR" dirty="0"/>
              <a:t> </a:t>
            </a:r>
            <a:r>
              <a:rPr lang="fr-FR" dirty="0" err="1"/>
              <a:t>here</a:t>
            </a:r>
            <a:endParaRPr lang="en-US" dirty="0"/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22" hasCustomPrompt="1"/>
          </p:nvPr>
        </p:nvSpPr>
        <p:spPr>
          <a:xfrm>
            <a:off x="5116499" y="2784576"/>
            <a:ext cx="1980000" cy="2140967"/>
          </a:xfrm>
        </p:spPr>
        <p:txBody>
          <a:bodyPr>
            <a:noAutofit/>
          </a:bodyPr>
          <a:lstStyle>
            <a:lvl1pPr marL="0" marR="0" indent="0" algn="just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tx1"/>
                </a:solidFill>
              </a:defRPr>
            </a:lvl1pPr>
            <a:lvl2pPr marL="358775" marR="0" indent="-358775" algn="just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503078"/>
              </a:buClr>
              <a:buSzTx/>
              <a:buFont typeface="Tempus Sans ITC" panose="04020404030D07020202" pitchFamily="82" charset="0"/>
              <a:buChar char="/"/>
              <a:tabLst/>
              <a:defRPr>
                <a:solidFill>
                  <a:schemeClr val="tx1"/>
                </a:solidFill>
              </a:defRPr>
            </a:lvl2pPr>
            <a:lvl3pPr marL="360000" marR="0" indent="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tx1"/>
                </a:solidFill>
              </a:defRPr>
            </a:lvl3pPr>
            <a:lvl4pPr marL="648000" marR="0" indent="-28800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›"/>
              <a:tabLst/>
              <a:defRPr>
                <a:solidFill>
                  <a:schemeClr val="tx1"/>
                </a:solidFill>
              </a:defRPr>
            </a:lvl4pPr>
            <a:lvl5pPr marL="900000" marR="0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>
                <a:solidFill>
                  <a:schemeClr val="tx1"/>
                </a:solidFill>
              </a:defRPr>
            </a:lvl5pPr>
            <a:lvl6pPr marL="900000" marR="0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>
                <a:solidFill>
                  <a:schemeClr val="tx1"/>
                </a:solidFill>
              </a:defRPr>
            </a:lvl6pPr>
            <a:lvl7pPr marL="900000" marR="0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 baseline="0">
                <a:solidFill>
                  <a:schemeClr val="tx1"/>
                </a:solidFill>
              </a:defRPr>
            </a:lvl7pPr>
            <a:lvl8pPr marL="900000" marR="0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 baseline="0">
                <a:solidFill>
                  <a:schemeClr val="tx1"/>
                </a:solidFill>
              </a:defRPr>
            </a:lvl8pPr>
            <a:lvl9pPr marL="900000" marR="0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 baseline="0">
                <a:solidFill>
                  <a:schemeClr val="tx1"/>
                </a:solidFill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503078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Niveau 1</a:t>
            </a:r>
          </a:p>
          <a:p>
            <a:pPr marL="358775" marR="0" lvl="1" indent="-358775" algn="just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503078"/>
              </a:buClr>
              <a:buSzTx/>
              <a:buFont typeface="Tempus Sans ITC" panose="04020404030D07020202" pitchFamily="82" charset="0"/>
              <a:buChar char="/"/>
              <a:tabLst/>
              <a:defRPr/>
            </a:pP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Niveau 2</a:t>
            </a:r>
          </a:p>
          <a:p>
            <a:pPr marL="360000" marR="0" lvl="2" indent="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Niveau 3</a:t>
            </a:r>
          </a:p>
          <a:p>
            <a:pPr marL="648000" marR="0" lvl="3" indent="-28800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›"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Niveau 4</a:t>
            </a:r>
          </a:p>
          <a:p>
            <a:pPr marL="900000" marR="0" lvl="4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Niveau 5</a:t>
            </a:r>
          </a:p>
          <a:p>
            <a:pPr marL="900000" marR="0" lvl="5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Niveau 6</a:t>
            </a:r>
          </a:p>
          <a:p>
            <a:pPr marL="900000" marR="0" lvl="6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Niveau 7</a:t>
            </a:r>
          </a:p>
          <a:p>
            <a:pPr marL="900000" marR="0" lvl="7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Niveau 8</a:t>
            </a:r>
          </a:p>
          <a:p>
            <a:pPr marL="900000" marR="0" lvl="8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Niveau 9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345600" y="404665"/>
            <a:ext cx="9216000" cy="863748"/>
          </a:xfrm>
        </p:spPr>
        <p:txBody>
          <a:bodyPr lIns="108000" tIns="0" rIns="108000" bIns="0"/>
          <a:lstStyle>
            <a:lvl1pPr>
              <a:defRPr sz="2200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Complete with a title here that carries your message on two lines at most for more </a:t>
            </a:r>
            <a:r>
              <a:rPr lang="en-US" noProof="0" dirty="0"/>
              <a:t>readability</a:t>
            </a:r>
            <a:endParaRPr lang="fr-FR" noProof="0" dirty="0"/>
          </a:p>
        </p:txBody>
      </p:sp>
      <p:sp>
        <p:nvSpPr>
          <p:cNvPr id="2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45600" y="144314"/>
            <a:ext cx="9216000" cy="260350"/>
          </a:xfrm>
          <a:prstGeom prst="rect">
            <a:avLst/>
          </a:prstGeom>
        </p:spPr>
        <p:txBody>
          <a:bodyPr lIns="108000" tIns="0" rIns="108000" bIns="0" anchor="b"/>
          <a:lstStyle>
            <a:lvl1pPr>
              <a:spcBef>
                <a:spcPts val="0"/>
              </a:spcBef>
              <a:defRPr sz="1000" i="0" cap="all" baseline="0">
                <a:solidFill>
                  <a:schemeClr val="accent4"/>
                </a:solidFill>
                <a:latin typeface="+mj-lt"/>
              </a:defRPr>
            </a:lvl1pPr>
            <a:lvl2pPr>
              <a:defRPr sz="1000"/>
            </a:lvl2pPr>
          </a:lstStyle>
          <a:p>
            <a:pPr lvl="0"/>
            <a:r>
              <a:rPr lang="en-US" noProof="0" dirty="0"/>
              <a:t>Insert a top title here - must not exceed 1 line</a:t>
            </a:r>
          </a:p>
        </p:txBody>
      </p:sp>
    </p:spTree>
    <p:extLst>
      <p:ext uri="{BB962C8B-B14F-4D97-AF65-F5344CB8AC3E}">
        <p14:creationId xmlns:p14="http://schemas.microsoft.com/office/powerpoint/2010/main" val="97845204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ree Texts +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488784" y="3212976"/>
            <a:ext cx="2520000" cy="3014980"/>
          </a:xfrm>
        </p:spPr>
        <p:txBody>
          <a:bodyPr>
            <a:noAutofit/>
          </a:bodyPr>
          <a:lstStyle>
            <a:lvl1pPr marL="0" marR="0" indent="0" algn="just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  <a:lvl2pPr marL="358775" marR="0" indent="-358775" algn="just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503078"/>
              </a:buClr>
              <a:buSzTx/>
              <a:buFont typeface="Tempus Sans ITC" panose="04020404030D07020202" pitchFamily="82" charset="0"/>
              <a:buChar char="/"/>
              <a:tabLst/>
              <a:defRPr/>
            </a:lvl2pPr>
            <a:lvl3pPr marL="360000" marR="0" indent="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3pPr>
            <a:lvl4pPr marL="648000" marR="0" indent="-28800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›"/>
              <a:tabLst/>
              <a:defRPr/>
            </a:lvl4pPr>
            <a:lvl5pPr marL="900000" marR="0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/>
            </a:lvl5pPr>
            <a:lvl6pPr marL="900000" marR="0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/>
            </a:lvl6pPr>
            <a:lvl7pPr marL="900000" marR="0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 baseline="0"/>
            </a:lvl7pPr>
            <a:lvl8pPr marL="900000" marR="0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 baseline="0"/>
            </a:lvl8pPr>
            <a:lvl9pPr marL="900000" marR="0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 baseline="0"/>
            </a:lvl9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503078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Niveau 1</a:t>
            </a:r>
          </a:p>
          <a:p>
            <a:pPr marL="358775" marR="0" lvl="1" indent="-358775" algn="just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503078"/>
              </a:buClr>
              <a:buSzTx/>
              <a:buFont typeface="Tempus Sans ITC" panose="04020404030D07020202" pitchFamily="82" charset="0"/>
              <a:buChar char="/"/>
              <a:tabLst/>
              <a:defRPr/>
            </a:pP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Niveau 2</a:t>
            </a:r>
          </a:p>
          <a:p>
            <a:pPr marL="360000" marR="0" lvl="2" indent="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Niveau 3</a:t>
            </a:r>
          </a:p>
          <a:p>
            <a:pPr marL="648000" marR="0" lvl="3" indent="-28800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›"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Niveau 4</a:t>
            </a:r>
          </a:p>
          <a:p>
            <a:pPr marL="900000" marR="0" lvl="4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Niveau 5</a:t>
            </a:r>
          </a:p>
          <a:p>
            <a:pPr marL="900000" marR="0" lvl="5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Niveau 6</a:t>
            </a:r>
          </a:p>
          <a:p>
            <a:pPr marL="900000" marR="0" lvl="6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Niveau 7</a:t>
            </a:r>
          </a:p>
          <a:p>
            <a:pPr marL="900000" marR="0" lvl="7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Niveau 8</a:t>
            </a:r>
          </a:p>
          <a:p>
            <a:pPr marL="900000" marR="0" lvl="8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Niveau 9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6887691" y="3212976"/>
            <a:ext cx="2520000" cy="3014980"/>
          </a:xfrm>
        </p:spPr>
        <p:txBody>
          <a:bodyPr>
            <a:noAutofit/>
          </a:bodyPr>
          <a:lstStyle>
            <a:lvl1pPr marL="0" marR="0" indent="0" algn="just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  <a:lvl2pPr marL="358775" marR="0" indent="-358775" algn="just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503078"/>
              </a:buClr>
              <a:buSzTx/>
              <a:buFont typeface="Tempus Sans ITC" panose="04020404030D07020202" pitchFamily="82" charset="0"/>
              <a:buChar char="/"/>
              <a:tabLst/>
              <a:defRPr/>
            </a:lvl2pPr>
            <a:lvl3pPr marL="360000" marR="0" indent="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3pPr>
            <a:lvl4pPr marL="648000" marR="0" indent="-28800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›"/>
              <a:tabLst/>
              <a:defRPr/>
            </a:lvl4pPr>
            <a:lvl5pPr marL="900000" marR="0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/>
            </a:lvl5pPr>
            <a:lvl6pPr marL="900000" marR="0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/>
            </a:lvl6pPr>
            <a:lvl7pPr marL="900000" marR="0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 baseline="0"/>
            </a:lvl7pPr>
            <a:lvl8pPr marL="900000" marR="0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 baseline="0"/>
            </a:lvl8pPr>
            <a:lvl9pPr marL="900000" marR="0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 baseline="0"/>
            </a:lvl9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503078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Niveau 1</a:t>
            </a:r>
          </a:p>
          <a:p>
            <a:pPr marL="358775" marR="0" lvl="1" indent="-358775" algn="just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503078"/>
              </a:buClr>
              <a:buSzTx/>
              <a:buFont typeface="Tempus Sans ITC" panose="04020404030D07020202" pitchFamily="82" charset="0"/>
              <a:buChar char="/"/>
              <a:tabLst/>
              <a:defRPr/>
            </a:pP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Niveau 2</a:t>
            </a:r>
          </a:p>
          <a:p>
            <a:pPr marL="360000" marR="0" lvl="2" indent="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Niveau 3</a:t>
            </a:r>
          </a:p>
          <a:p>
            <a:pPr marL="648000" marR="0" lvl="3" indent="-28800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›"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Niveau 4</a:t>
            </a:r>
          </a:p>
          <a:p>
            <a:pPr marL="900000" marR="0" lvl="4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Niveau 5</a:t>
            </a:r>
          </a:p>
          <a:p>
            <a:pPr marL="900000" marR="0" lvl="5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Niveau 6</a:t>
            </a:r>
          </a:p>
          <a:p>
            <a:pPr marL="900000" marR="0" lvl="6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Niveau 7</a:t>
            </a:r>
          </a:p>
          <a:p>
            <a:pPr marL="900000" marR="0" lvl="7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Niveau 8</a:t>
            </a:r>
          </a:p>
          <a:p>
            <a:pPr marL="900000" marR="0" lvl="8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Niveau 9</a:t>
            </a:r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3688237" y="3212976"/>
            <a:ext cx="2520000" cy="3014980"/>
          </a:xfrm>
        </p:spPr>
        <p:txBody>
          <a:bodyPr>
            <a:noAutofit/>
          </a:bodyPr>
          <a:lstStyle>
            <a:lvl1pPr marL="0" marR="0" indent="0" algn="just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  <a:lvl2pPr marL="358775" marR="0" indent="-358775" algn="just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503078"/>
              </a:buClr>
              <a:buSzTx/>
              <a:buFont typeface="Tempus Sans ITC" panose="04020404030D07020202" pitchFamily="82" charset="0"/>
              <a:buChar char="/"/>
              <a:tabLst/>
              <a:defRPr/>
            </a:lvl2pPr>
            <a:lvl3pPr marL="360000" marR="0" indent="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3pPr>
            <a:lvl4pPr marL="648000" marR="0" indent="-28800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›"/>
              <a:tabLst/>
              <a:defRPr/>
            </a:lvl4pPr>
            <a:lvl5pPr marL="900000" marR="0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/>
            </a:lvl5pPr>
            <a:lvl6pPr marL="900000" marR="0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/>
            </a:lvl6pPr>
            <a:lvl7pPr marL="900000" marR="0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 baseline="0"/>
            </a:lvl7pPr>
            <a:lvl8pPr marL="900000" marR="0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 baseline="0"/>
            </a:lvl8pPr>
            <a:lvl9pPr marL="900000" marR="0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 baseline="0"/>
            </a:lvl9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503078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Niveau 1</a:t>
            </a:r>
          </a:p>
          <a:p>
            <a:pPr marL="358775" marR="0" lvl="1" indent="-358775" algn="just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503078"/>
              </a:buClr>
              <a:buSzTx/>
              <a:buFont typeface="Tempus Sans ITC" panose="04020404030D07020202" pitchFamily="82" charset="0"/>
              <a:buChar char="/"/>
              <a:tabLst/>
              <a:defRPr/>
            </a:pP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Niveau 2</a:t>
            </a:r>
          </a:p>
          <a:p>
            <a:pPr marL="360000" marR="0" lvl="2" indent="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Niveau 3</a:t>
            </a:r>
          </a:p>
          <a:p>
            <a:pPr marL="648000" marR="0" lvl="3" indent="-28800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›"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Niveau 4</a:t>
            </a:r>
          </a:p>
          <a:p>
            <a:pPr marL="900000" marR="0" lvl="4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Niveau 5</a:t>
            </a:r>
          </a:p>
          <a:p>
            <a:pPr marL="900000" marR="0" lvl="5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Niveau 6</a:t>
            </a:r>
          </a:p>
          <a:p>
            <a:pPr marL="900000" marR="0" lvl="6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Niveau 7</a:t>
            </a:r>
          </a:p>
          <a:p>
            <a:pPr marL="900000" marR="0" lvl="7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Niveau 8</a:t>
            </a:r>
          </a:p>
          <a:p>
            <a:pPr marL="900000" marR="0" lvl="8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Niveau 9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8" hasCustomPrompt="1"/>
          </p:nvPr>
        </p:nvSpPr>
        <p:spPr>
          <a:xfrm>
            <a:off x="488784" y="1268760"/>
            <a:ext cx="2520000" cy="1728000"/>
          </a:xfrm>
        </p:spPr>
        <p:txBody>
          <a:bodyPr/>
          <a:lstStyle>
            <a:lvl1pPr algn="ctr">
              <a:defRPr baseline="0"/>
            </a:lvl1pPr>
          </a:lstStyle>
          <a:p>
            <a:r>
              <a:rPr lang="fr-FR" dirty="0"/>
              <a:t>Insert a </a:t>
            </a:r>
            <a:r>
              <a:rPr lang="fr-FR" dirty="0" err="1"/>
              <a:t>picture</a:t>
            </a:r>
            <a:r>
              <a:rPr lang="fr-FR" dirty="0"/>
              <a:t> </a:t>
            </a:r>
            <a:r>
              <a:rPr lang="fr-FR" dirty="0" err="1"/>
              <a:t>here</a:t>
            </a:r>
            <a:endParaRPr lang="en-US" dirty="0"/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19" hasCustomPrompt="1"/>
          </p:nvPr>
        </p:nvSpPr>
        <p:spPr>
          <a:xfrm>
            <a:off x="6887691" y="1268760"/>
            <a:ext cx="2520000" cy="1728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fr-FR" dirty="0"/>
              <a:t>Insert a </a:t>
            </a:r>
            <a:r>
              <a:rPr lang="fr-FR" dirty="0" err="1"/>
              <a:t>picture</a:t>
            </a:r>
            <a:r>
              <a:rPr lang="fr-FR" dirty="0"/>
              <a:t> </a:t>
            </a:r>
            <a:r>
              <a:rPr lang="fr-FR" dirty="0" err="1"/>
              <a:t>here</a:t>
            </a:r>
            <a:endParaRPr lang="en-US" dirty="0"/>
          </a:p>
        </p:txBody>
      </p:sp>
      <p:sp>
        <p:nvSpPr>
          <p:cNvPr id="15" name="Picture Placeholder 3"/>
          <p:cNvSpPr>
            <a:spLocks noGrp="1"/>
          </p:cNvSpPr>
          <p:nvPr>
            <p:ph type="pic" sz="quarter" idx="20" hasCustomPrompt="1"/>
          </p:nvPr>
        </p:nvSpPr>
        <p:spPr>
          <a:xfrm>
            <a:off x="3688237" y="1268760"/>
            <a:ext cx="2520000" cy="1728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fr-FR" dirty="0"/>
              <a:t>Insert a </a:t>
            </a:r>
            <a:r>
              <a:rPr lang="fr-FR" dirty="0" err="1"/>
              <a:t>picture</a:t>
            </a:r>
            <a:r>
              <a:rPr lang="fr-FR" dirty="0"/>
              <a:t> </a:t>
            </a:r>
            <a:r>
              <a:rPr lang="fr-FR" dirty="0" err="1"/>
              <a:t>here</a:t>
            </a:r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345600" y="404665"/>
            <a:ext cx="9216000" cy="863748"/>
          </a:xfrm>
        </p:spPr>
        <p:txBody>
          <a:bodyPr lIns="108000" tIns="0" rIns="108000" bIns="0"/>
          <a:lstStyle>
            <a:lvl1pPr>
              <a:defRPr sz="2200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Complete with a title here that carries your message on two lines at most for more </a:t>
            </a:r>
            <a:r>
              <a:rPr lang="en-US" noProof="0" dirty="0"/>
              <a:t>readability</a:t>
            </a:r>
            <a:endParaRPr lang="fr-FR" noProof="0" dirty="0"/>
          </a:p>
        </p:txBody>
      </p:sp>
      <p:sp>
        <p:nvSpPr>
          <p:cNvPr id="1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45600" y="144314"/>
            <a:ext cx="9216000" cy="260350"/>
          </a:xfrm>
          <a:prstGeom prst="rect">
            <a:avLst/>
          </a:prstGeom>
        </p:spPr>
        <p:txBody>
          <a:bodyPr lIns="108000" tIns="0" rIns="108000" bIns="0" anchor="b"/>
          <a:lstStyle>
            <a:lvl1pPr>
              <a:spcBef>
                <a:spcPts val="0"/>
              </a:spcBef>
              <a:defRPr sz="1000" i="0" cap="all" baseline="0">
                <a:solidFill>
                  <a:schemeClr val="accent4"/>
                </a:solidFill>
                <a:latin typeface="+mj-lt"/>
              </a:defRPr>
            </a:lvl1pPr>
            <a:lvl2pPr>
              <a:defRPr sz="1000"/>
            </a:lvl2pPr>
          </a:lstStyle>
          <a:p>
            <a:pPr lvl="0"/>
            <a:r>
              <a:rPr lang="en-US" noProof="0" dirty="0"/>
              <a:t>Insert a top title here - must not exceed 1 line</a:t>
            </a:r>
          </a:p>
        </p:txBody>
      </p:sp>
    </p:spTree>
    <p:extLst>
      <p:ext uri="{BB962C8B-B14F-4D97-AF65-F5344CB8AC3E}">
        <p14:creationId xmlns:p14="http://schemas.microsoft.com/office/powerpoint/2010/main" val="18783443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ree Tex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345600" y="404665"/>
            <a:ext cx="9216000" cy="863748"/>
          </a:xfrm>
        </p:spPr>
        <p:txBody>
          <a:bodyPr lIns="108000" tIns="0" rIns="108000" bIns="0"/>
          <a:lstStyle>
            <a:lvl1pPr>
              <a:defRPr sz="2200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Complete with a title here that carries your message on two lines at most for more </a:t>
            </a:r>
            <a:r>
              <a:rPr lang="en-US" noProof="0" dirty="0"/>
              <a:t>readability</a:t>
            </a:r>
            <a:endParaRPr lang="fr-FR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45600" y="144314"/>
            <a:ext cx="9216000" cy="260350"/>
          </a:xfrm>
          <a:prstGeom prst="rect">
            <a:avLst/>
          </a:prstGeom>
        </p:spPr>
        <p:txBody>
          <a:bodyPr lIns="108000" tIns="0" rIns="108000" bIns="0" anchor="b"/>
          <a:lstStyle>
            <a:lvl1pPr>
              <a:spcBef>
                <a:spcPts val="0"/>
              </a:spcBef>
              <a:defRPr sz="1000" i="0" cap="all" baseline="0">
                <a:solidFill>
                  <a:schemeClr val="accent4"/>
                </a:solidFill>
                <a:latin typeface="+mj-lt"/>
              </a:defRPr>
            </a:lvl1pPr>
            <a:lvl2pPr>
              <a:defRPr sz="1000"/>
            </a:lvl2pPr>
          </a:lstStyle>
          <a:p>
            <a:pPr lvl="0"/>
            <a:r>
              <a:rPr lang="en-US" noProof="0" dirty="0"/>
              <a:t>Insert a top title here - must not exceed 1 line</a:t>
            </a:r>
          </a:p>
        </p:txBody>
      </p:sp>
      <p:sp>
        <p:nvSpPr>
          <p:cNvPr id="13" name="Espace réservé du contenu 3"/>
          <p:cNvSpPr>
            <a:spLocks noGrp="1"/>
          </p:cNvSpPr>
          <p:nvPr>
            <p:ph sz="quarter" idx="14" hasCustomPrompt="1"/>
          </p:nvPr>
        </p:nvSpPr>
        <p:spPr>
          <a:xfrm>
            <a:off x="345600" y="1268413"/>
            <a:ext cx="2880000" cy="4968875"/>
          </a:xfrm>
          <a:prstGeom prst="rect">
            <a:avLst/>
          </a:prstGeom>
        </p:spPr>
        <p:txBody>
          <a:bodyPr lIns="108000" tIns="108000" rIns="108000" bIns="108000"/>
          <a:lstStyle>
            <a:lvl1pPr marL="0" marR="0" indent="0" algn="just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  <a:lvl2pPr marL="358775" marR="0" indent="-358775" algn="just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503078"/>
              </a:buClr>
              <a:buSzTx/>
              <a:buFont typeface="Tempus Sans ITC" panose="04020404030D07020202" pitchFamily="82" charset="0"/>
              <a:buChar char="/"/>
              <a:tabLst/>
              <a:defRPr/>
            </a:lvl2pPr>
            <a:lvl3pPr marL="360000" marR="0" indent="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3pPr>
            <a:lvl4pPr marL="648000" marR="0" indent="-28800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›"/>
              <a:tabLst/>
              <a:defRPr/>
            </a:lvl4pPr>
            <a:lvl5pPr marL="900000" marR="0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/>
            </a:lvl5pPr>
            <a:lvl6pPr marL="900000" marR="0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/>
            </a:lvl6pPr>
            <a:lvl7pPr marL="900000" marR="0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/>
            </a:lvl7pPr>
            <a:lvl8pPr marL="900000" marR="0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/>
            </a:lvl8pPr>
            <a:lvl9pPr marL="900000" marR="0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/>
            </a:lvl9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503078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Niveau 1 - Pour passer au niveau suivant, faire Shift + Alt + flèche droite </a:t>
            </a:r>
          </a:p>
          <a:p>
            <a:pPr marL="358775" marR="0" lvl="1" indent="-358775" algn="just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503078"/>
              </a:buClr>
              <a:buSzTx/>
              <a:buFont typeface="Tempus Sans ITC" panose="04020404030D07020202" pitchFamily="82" charset="0"/>
              <a:buChar char="/"/>
              <a:tabLst/>
              <a:defRPr/>
            </a:pP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Niveau 2</a:t>
            </a:r>
          </a:p>
          <a:p>
            <a:pPr marL="360000" marR="0" lvl="2" indent="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Niveau 3</a:t>
            </a:r>
          </a:p>
          <a:p>
            <a:pPr marL="648000" marR="0" lvl="3" indent="-28800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›"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Niveau 4</a:t>
            </a:r>
          </a:p>
          <a:p>
            <a:pPr marL="900000" marR="0" lvl="4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Niveau 5</a:t>
            </a:r>
          </a:p>
          <a:p>
            <a:pPr marL="900000" marR="0" lvl="5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Niveau 6</a:t>
            </a:r>
          </a:p>
          <a:p>
            <a:pPr marL="900000" marR="0" lvl="6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Niveau 7</a:t>
            </a:r>
          </a:p>
          <a:p>
            <a:pPr marL="900000" marR="0" lvl="7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Niveau 8</a:t>
            </a:r>
          </a:p>
          <a:p>
            <a:pPr marL="900000" marR="0" lvl="8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Niveau 9</a:t>
            </a:r>
          </a:p>
        </p:txBody>
      </p:sp>
      <p:sp>
        <p:nvSpPr>
          <p:cNvPr id="14" name="Espace réservé du contenu 3"/>
          <p:cNvSpPr>
            <a:spLocks noGrp="1"/>
          </p:cNvSpPr>
          <p:nvPr>
            <p:ph sz="quarter" idx="15" hasCustomPrompt="1"/>
          </p:nvPr>
        </p:nvSpPr>
        <p:spPr>
          <a:xfrm>
            <a:off x="3508954" y="1268413"/>
            <a:ext cx="2880000" cy="4968875"/>
          </a:xfrm>
          <a:prstGeom prst="rect">
            <a:avLst/>
          </a:prstGeom>
        </p:spPr>
        <p:txBody>
          <a:bodyPr lIns="108000" tIns="108000" rIns="108000" bIns="108000"/>
          <a:lstStyle>
            <a:lvl1pPr marL="0" marR="0" indent="0" algn="just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  <a:lvl2pPr marL="358775" marR="0" indent="-358775" algn="just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503078"/>
              </a:buClr>
              <a:buSzTx/>
              <a:buFont typeface="Tempus Sans ITC" panose="04020404030D07020202" pitchFamily="82" charset="0"/>
              <a:buChar char="/"/>
              <a:tabLst/>
              <a:defRPr/>
            </a:lvl2pPr>
            <a:lvl3pPr marL="360000" marR="0" indent="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3pPr>
            <a:lvl4pPr marL="648000" marR="0" indent="-28800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›"/>
              <a:tabLst/>
              <a:defRPr/>
            </a:lvl4pPr>
            <a:lvl5pPr marL="900000" marR="0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/>
            </a:lvl5pPr>
            <a:lvl6pPr marL="900000" marR="0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/>
            </a:lvl6pPr>
            <a:lvl7pPr marL="900000" marR="0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/>
            </a:lvl7pPr>
            <a:lvl8pPr marL="900000" marR="0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/>
            </a:lvl8pPr>
            <a:lvl9pPr marL="900000" marR="0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/>
            </a:lvl9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503078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Niveau 1 - Pour passer au niveau suivant, faire Shift + Alt + flèche droite </a:t>
            </a:r>
          </a:p>
          <a:p>
            <a:pPr marL="358775" marR="0" lvl="1" indent="-358775" algn="just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503078"/>
              </a:buClr>
              <a:buSzTx/>
              <a:buFont typeface="Tempus Sans ITC" panose="04020404030D07020202" pitchFamily="82" charset="0"/>
              <a:buChar char="/"/>
              <a:tabLst/>
              <a:defRPr/>
            </a:pP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Niveau 2</a:t>
            </a:r>
          </a:p>
          <a:p>
            <a:pPr marL="360000" marR="0" lvl="2" indent="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Niveau 3</a:t>
            </a:r>
          </a:p>
          <a:p>
            <a:pPr marL="648000" marR="0" lvl="3" indent="-28800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›"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Niveau 4</a:t>
            </a:r>
          </a:p>
          <a:p>
            <a:pPr marL="900000" marR="0" lvl="4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Niveau 5</a:t>
            </a:r>
          </a:p>
          <a:p>
            <a:pPr marL="900000" marR="0" lvl="5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Niveau 6</a:t>
            </a:r>
          </a:p>
          <a:p>
            <a:pPr marL="900000" marR="0" lvl="6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Niveau 7</a:t>
            </a:r>
          </a:p>
          <a:p>
            <a:pPr marL="900000" marR="0" lvl="7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Niveau 8</a:t>
            </a:r>
          </a:p>
          <a:p>
            <a:pPr marL="900000" marR="0" lvl="8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Niveau 9</a:t>
            </a:r>
          </a:p>
        </p:txBody>
      </p:sp>
      <p:sp>
        <p:nvSpPr>
          <p:cNvPr id="15" name="Espace réservé du contenu 3"/>
          <p:cNvSpPr>
            <a:spLocks noGrp="1"/>
          </p:cNvSpPr>
          <p:nvPr>
            <p:ph sz="quarter" idx="16" hasCustomPrompt="1"/>
          </p:nvPr>
        </p:nvSpPr>
        <p:spPr>
          <a:xfrm>
            <a:off x="6672308" y="1268413"/>
            <a:ext cx="2880000" cy="4968875"/>
          </a:xfrm>
          <a:prstGeom prst="rect">
            <a:avLst/>
          </a:prstGeom>
        </p:spPr>
        <p:txBody>
          <a:bodyPr lIns="108000" tIns="108000" rIns="108000" bIns="108000"/>
          <a:lstStyle>
            <a:lvl1pPr marL="0" marR="0" indent="0" algn="just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  <a:lvl2pPr marL="358775" marR="0" indent="-358775" algn="just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503078"/>
              </a:buClr>
              <a:buSzTx/>
              <a:buFont typeface="Tempus Sans ITC" panose="04020404030D07020202" pitchFamily="82" charset="0"/>
              <a:buChar char="/"/>
              <a:tabLst/>
              <a:defRPr/>
            </a:lvl2pPr>
            <a:lvl3pPr marL="360000" marR="0" indent="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3pPr>
            <a:lvl4pPr marL="648000" marR="0" indent="-28800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›"/>
              <a:tabLst/>
              <a:defRPr/>
            </a:lvl4pPr>
            <a:lvl5pPr marL="900000" marR="0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/>
            </a:lvl5pPr>
            <a:lvl6pPr marL="900000" marR="0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/>
            </a:lvl6pPr>
            <a:lvl7pPr marL="900000" marR="0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/>
            </a:lvl7pPr>
            <a:lvl8pPr marL="900000" marR="0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/>
            </a:lvl8pPr>
            <a:lvl9pPr marL="900000" marR="0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/>
            </a:lvl9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503078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Niveau 1 - Pour passer au niveau suivant, faire Shift + Alt + flèche droite </a:t>
            </a:r>
          </a:p>
          <a:p>
            <a:pPr marL="358775" marR="0" lvl="1" indent="-358775" algn="just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503078"/>
              </a:buClr>
              <a:buSzTx/>
              <a:buFont typeface="Tempus Sans ITC" panose="04020404030D07020202" pitchFamily="82" charset="0"/>
              <a:buChar char="/"/>
              <a:tabLst/>
              <a:defRPr/>
            </a:pP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Niveau 2</a:t>
            </a:r>
          </a:p>
          <a:p>
            <a:pPr marL="360000" marR="0" lvl="2" indent="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Niveau 3</a:t>
            </a:r>
          </a:p>
          <a:p>
            <a:pPr marL="648000" marR="0" lvl="3" indent="-28800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›"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Niveau 4</a:t>
            </a:r>
          </a:p>
          <a:p>
            <a:pPr marL="900000" marR="0" lvl="4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Niveau 5</a:t>
            </a:r>
          </a:p>
          <a:p>
            <a:pPr marL="900000" marR="0" lvl="5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Niveau 6</a:t>
            </a:r>
          </a:p>
          <a:p>
            <a:pPr marL="900000" marR="0" lvl="6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Niveau 7</a:t>
            </a:r>
          </a:p>
          <a:p>
            <a:pPr marL="900000" marR="0" lvl="7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Niveau 8</a:t>
            </a:r>
          </a:p>
          <a:p>
            <a:pPr marL="900000" marR="0" lvl="8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/>
            </a:pP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Niveau 9</a:t>
            </a:r>
          </a:p>
        </p:txBody>
      </p:sp>
    </p:spTree>
    <p:extLst>
      <p:ext uri="{BB962C8B-B14F-4D97-AF65-F5344CB8AC3E}">
        <p14:creationId xmlns:p14="http://schemas.microsoft.com/office/powerpoint/2010/main" val="406508924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icture - 2/3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pour une image  6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9906000" cy="4711700"/>
          </a:xfrm>
        </p:spPr>
        <p:txBody>
          <a:bodyPr/>
          <a:lstStyle>
            <a:lvl1pPr algn="ctr">
              <a:defRPr baseline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Insert your picture here</a:t>
            </a:r>
          </a:p>
        </p:txBody>
      </p:sp>
    </p:spTree>
    <p:extLst>
      <p:ext uri="{BB962C8B-B14F-4D97-AF65-F5344CB8AC3E}">
        <p14:creationId xmlns:p14="http://schemas.microsoft.com/office/powerpoint/2010/main" val="341755593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icture - 1/2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3429000"/>
            <a:ext cx="9906000" cy="3429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72000" rIns="9144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endParaRPr lang="en-GB" sz="1800" dirty="0">
              <a:solidFill>
                <a:srgbClr val="503078"/>
              </a:solidFill>
            </a:endParaRPr>
          </a:p>
        </p:txBody>
      </p:sp>
      <p:sp>
        <p:nvSpPr>
          <p:cNvPr id="4" name="Rectangle 3"/>
          <p:cNvSpPr/>
          <p:nvPr userDrawn="1"/>
        </p:nvSpPr>
        <p:spPr>
          <a:xfrm>
            <a:off x="7636346" y="6503348"/>
            <a:ext cx="1628394" cy="230832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r" defTabSz="914400">
              <a:spcBef>
                <a:spcPts val="400"/>
              </a:spcBef>
              <a:buClr>
                <a:srgbClr val="660066"/>
              </a:buClr>
            </a:pPr>
            <a:r>
              <a:rPr lang="fr-FR" sz="600" dirty="0">
                <a:solidFill>
                  <a:srgbClr val="FFFFFF"/>
                </a:solidFill>
                <a:ea typeface="Tahoma" panose="020B0604030504040204" pitchFamily="34" charset="0"/>
                <a:cs typeface="Tahoma" panose="020B0604030504040204" pitchFamily="34" charset="0"/>
              </a:rPr>
              <a:t>confidentiel</a:t>
            </a:r>
            <a:r>
              <a:rPr lang="fr-FR" sz="900" dirty="0">
                <a:solidFill>
                  <a:srgbClr val="FFFFFF"/>
                </a:solidFill>
                <a:ea typeface="Tahoma" panose="020B0604030504040204" pitchFamily="34" charset="0"/>
                <a:cs typeface="Tahoma" panose="020B0604030504040204" pitchFamily="34" charset="0"/>
              </a:rPr>
              <a:t> | © WAVESTONE</a:t>
            </a:r>
          </a:p>
        </p:txBody>
      </p:sp>
      <p:sp>
        <p:nvSpPr>
          <p:cNvPr id="5" name="Textfeld 6"/>
          <p:cNvSpPr txBox="1"/>
          <p:nvPr userDrawn="1"/>
        </p:nvSpPr>
        <p:spPr bwMode="gray">
          <a:xfrm>
            <a:off x="9201472" y="6549515"/>
            <a:ext cx="360000" cy="13849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r" defTabSz="914400">
              <a:defRPr/>
            </a:pPr>
            <a:fld id="{5152254E-7EB4-45E4-904F-3575BFE2F20B}" type="slidenum">
              <a:rPr lang="en-GB" sz="900" smtClean="0">
                <a:solidFill>
                  <a:srgbClr val="FFFFFF"/>
                </a:solidFill>
              </a:rPr>
              <a:pPr algn="r" defTabSz="914400">
                <a:defRPr/>
              </a:pPr>
              <a:t>‹N°›</a:t>
            </a:fld>
            <a:endParaRPr lang="en-GB" sz="900" dirty="0">
              <a:solidFill>
                <a:srgbClr val="FFFFFF"/>
              </a:solidFill>
            </a:endParaRPr>
          </a:p>
        </p:txBody>
      </p:sp>
      <p:sp>
        <p:nvSpPr>
          <p:cNvPr id="7" name="Espace réservé pour une image  6"/>
          <p:cNvSpPr>
            <a:spLocks noGrp="1"/>
          </p:cNvSpPr>
          <p:nvPr>
            <p:ph type="pic" sz="quarter" idx="10" hasCustomPrompt="1"/>
          </p:nvPr>
        </p:nvSpPr>
        <p:spPr bwMode="white">
          <a:xfrm>
            <a:off x="0" y="3429000"/>
            <a:ext cx="9906000" cy="3429000"/>
          </a:xfrm>
        </p:spPr>
        <p:txBody>
          <a:bodyPr/>
          <a:lstStyle>
            <a:lvl1pPr algn="ctr"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Insert your picture here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345600" y="404665"/>
            <a:ext cx="9216000" cy="863748"/>
          </a:xfrm>
        </p:spPr>
        <p:txBody>
          <a:bodyPr lIns="108000" tIns="0" rIns="108000" bIns="0"/>
          <a:lstStyle>
            <a:lvl1pPr>
              <a:defRPr sz="2200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Complete with a title here that carries your message on two lines at most for more </a:t>
            </a:r>
            <a:r>
              <a:rPr lang="en-US" noProof="0" dirty="0"/>
              <a:t>readability</a:t>
            </a:r>
            <a:endParaRPr lang="fr-FR" noProof="0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45600" y="144314"/>
            <a:ext cx="9216000" cy="260350"/>
          </a:xfrm>
        </p:spPr>
        <p:txBody>
          <a:bodyPr lIns="108000" tIns="0" rIns="108000" bIns="0" anchor="b"/>
          <a:lstStyle>
            <a:lvl1pPr>
              <a:spcBef>
                <a:spcPts val="0"/>
              </a:spcBef>
              <a:defRPr sz="1000" i="0" cap="all" baseline="0">
                <a:solidFill>
                  <a:schemeClr val="accent4"/>
                </a:solidFill>
                <a:latin typeface="+mj-lt"/>
              </a:defRPr>
            </a:lvl1pPr>
            <a:lvl2pPr>
              <a:defRPr sz="1000"/>
            </a:lvl2pPr>
          </a:lstStyle>
          <a:p>
            <a:pPr lvl="0"/>
            <a:r>
              <a:rPr lang="en-US" noProof="0" dirty="0"/>
              <a:t>Insert a top title here - must not exceed 1 line</a:t>
            </a:r>
          </a:p>
        </p:txBody>
      </p:sp>
    </p:spTree>
    <p:extLst>
      <p:ext uri="{BB962C8B-B14F-4D97-AF65-F5344CB8AC3E}">
        <p14:creationId xmlns:p14="http://schemas.microsoft.com/office/powerpoint/2010/main" val="221735058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icture - 1/2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906000" cy="3429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72000" rIns="9144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endParaRPr lang="en-GB" sz="1800" dirty="0">
              <a:solidFill>
                <a:srgbClr val="503078"/>
              </a:solidFill>
            </a:endParaRPr>
          </a:p>
        </p:txBody>
      </p:sp>
      <p:sp>
        <p:nvSpPr>
          <p:cNvPr id="7" name="Espace réservé pour une image  6"/>
          <p:cNvSpPr>
            <a:spLocks noGrp="1"/>
          </p:cNvSpPr>
          <p:nvPr>
            <p:ph type="pic" sz="quarter" idx="10" hasCustomPrompt="1"/>
          </p:nvPr>
        </p:nvSpPr>
        <p:spPr bwMode="white">
          <a:xfrm>
            <a:off x="0" y="0"/>
            <a:ext cx="9906000" cy="3429000"/>
          </a:xfrm>
        </p:spPr>
        <p:txBody>
          <a:bodyPr/>
          <a:lstStyle>
            <a:lvl1pPr algn="ctr"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Insert your picture here</a:t>
            </a:r>
          </a:p>
        </p:txBody>
      </p:sp>
    </p:spTree>
    <p:extLst>
      <p:ext uri="{BB962C8B-B14F-4D97-AF65-F5344CB8AC3E}">
        <p14:creationId xmlns:p14="http://schemas.microsoft.com/office/powerpoint/2010/main" val="145076789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icture - 1/3 Right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6608400" y="0"/>
            <a:ext cx="32976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72000" rIns="9144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endParaRPr lang="en-US" sz="1800" dirty="0">
              <a:solidFill>
                <a:srgbClr val="503078"/>
              </a:solidFill>
            </a:endParaRPr>
          </a:p>
        </p:txBody>
      </p:sp>
      <p:sp>
        <p:nvSpPr>
          <p:cNvPr id="7" name="Espace réservé pour une image  6"/>
          <p:cNvSpPr>
            <a:spLocks noGrp="1"/>
          </p:cNvSpPr>
          <p:nvPr>
            <p:ph type="pic" sz="quarter" idx="10" hasCustomPrompt="1"/>
          </p:nvPr>
        </p:nvSpPr>
        <p:spPr bwMode="white">
          <a:xfrm>
            <a:off x="6608400" y="0"/>
            <a:ext cx="3297600" cy="6858000"/>
          </a:xfrm>
        </p:spPr>
        <p:txBody>
          <a:bodyPr/>
          <a:lstStyle>
            <a:lvl1pPr algn="ctr"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Insert your picture here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7636346" y="6503348"/>
            <a:ext cx="1628394" cy="230832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r" defTabSz="914400">
              <a:spcBef>
                <a:spcPts val="400"/>
              </a:spcBef>
              <a:buClr>
                <a:srgbClr val="660066"/>
              </a:buClr>
            </a:pPr>
            <a:r>
              <a:rPr lang="en-US" sz="600" dirty="0" err="1">
                <a:solidFill>
                  <a:srgbClr val="FFFFFF"/>
                </a:solidFill>
                <a:ea typeface="Tahoma" panose="020B0604030504040204" pitchFamily="34" charset="0"/>
                <a:cs typeface="Tahoma" panose="020B0604030504040204" pitchFamily="34" charset="0"/>
              </a:rPr>
              <a:t>confidentiel</a:t>
            </a:r>
            <a:r>
              <a:rPr lang="en-US" sz="900" dirty="0">
                <a:solidFill>
                  <a:srgbClr val="FFFFFF"/>
                </a:solidFill>
                <a:ea typeface="Tahoma" panose="020B0604030504040204" pitchFamily="34" charset="0"/>
                <a:cs typeface="Tahoma" panose="020B0604030504040204" pitchFamily="34" charset="0"/>
              </a:rPr>
              <a:t> | © WAVESTONE</a:t>
            </a:r>
          </a:p>
        </p:txBody>
      </p:sp>
      <p:sp>
        <p:nvSpPr>
          <p:cNvPr id="5" name="Textfeld 6"/>
          <p:cNvSpPr txBox="1"/>
          <p:nvPr userDrawn="1"/>
        </p:nvSpPr>
        <p:spPr bwMode="gray">
          <a:xfrm>
            <a:off x="9201472" y="6549514"/>
            <a:ext cx="360000" cy="13849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r" defTabSz="914400">
              <a:defRPr/>
            </a:pPr>
            <a:fld id="{5152254E-7EB4-45E4-904F-3575BFE2F20B}" type="slidenum">
              <a:rPr lang="en-US" sz="900" smtClean="0">
                <a:solidFill>
                  <a:srgbClr val="FFFFFF"/>
                </a:solidFill>
              </a:rPr>
              <a:pPr algn="r" defTabSz="914400">
                <a:defRPr/>
              </a:pPr>
              <a:t>‹N°›</a:t>
            </a:fld>
            <a:endParaRPr lang="en-US" sz="900" dirty="0">
              <a:solidFill>
                <a:srgbClr val="FFFFFF"/>
              </a:solidFill>
            </a:endParaRPr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45600" y="404665"/>
            <a:ext cx="6126729" cy="863748"/>
          </a:xfrm>
        </p:spPr>
        <p:txBody>
          <a:bodyPr lIns="108000" tIns="0" rIns="108000" bIns="0"/>
          <a:lstStyle>
            <a:lvl1pPr>
              <a:defRPr sz="2200" baseline="0"/>
            </a:lvl1pPr>
          </a:lstStyle>
          <a:p>
            <a:r>
              <a:rPr lang="en-US" noProof="0" dirty="0"/>
              <a:t>Complete with a title here that carries your message on two lines at most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45600" y="144314"/>
            <a:ext cx="6126729" cy="260350"/>
          </a:xfrm>
        </p:spPr>
        <p:txBody>
          <a:bodyPr lIns="108000" tIns="0" rIns="108000" bIns="0" anchor="b"/>
          <a:lstStyle>
            <a:lvl1pPr>
              <a:spcBef>
                <a:spcPts val="0"/>
              </a:spcBef>
              <a:defRPr sz="1000" i="0" cap="all" baseline="0">
                <a:solidFill>
                  <a:schemeClr val="accent4"/>
                </a:solidFill>
                <a:latin typeface="+mj-lt"/>
              </a:defRPr>
            </a:lvl1pPr>
            <a:lvl2pPr>
              <a:defRPr sz="1000"/>
            </a:lvl2pPr>
          </a:lstStyle>
          <a:p>
            <a:pPr lvl="0"/>
            <a:r>
              <a:rPr lang="en-US" noProof="0" dirty="0"/>
              <a:t>Insert a top title here - must not exceed 1 line</a:t>
            </a:r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14" hasCustomPrompt="1"/>
          </p:nvPr>
        </p:nvSpPr>
        <p:spPr>
          <a:xfrm>
            <a:off x="345601" y="1484784"/>
            <a:ext cx="6126728" cy="489654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noProof="0" dirty="0"/>
              <a:t>Level 1</a:t>
            </a:r>
          </a:p>
          <a:p>
            <a:pPr lvl="1"/>
            <a:r>
              <a:rPr lang="en-US" noProof="0" dirty="0"/>
              <a:t>Level 2</a:t>
            </a:r>
          </a:p>
          <a:p>
            <a:pPr lvl="2"/>
            <a:r>
              <a:rPr lang="en-US" noProof="0" dirty="0"/>
              <a:t>Level 3</a:t>
            </a:r>
          </a:p>
          <a:p>
            <a:pPr lvl="3"/>
            <a:r>
              <a:rPr lang="en-US" noProof="0" dirty="0"/>
              <a:t>Level 4</a:t>
            </a:r>
          </a:p>
          <a:p>
            <a:pPr lvl="4"/>
            <a:r>
              <a:rPr lang="en-US" noProof="0" dirty="0"/>
              <a:t>Level 5</a:t>
            </a:r>
          </a:p>
        </p:txBody>
      </p:sp>
    </p:spTree>
    <p:extLst>
      <p:ext uri="{BB962C8B-B14F-4D97-AF65-F5344CB8AC3E}">
        <p14:creationId xmlns:p14="http://schemas.microsoft.com/office/powerpoint/2010/main" val="427807116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- 1/3 Right no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6608400" y="0"/>
            <a:ext cx="32976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72000" rIns="9144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endParaRPr lang="en-GB" sz="1800" dirty="0">
              <a:solidFill>
                <a:srgbClr val="503078"/>
              </a:solidFill>
            </a:endParaRPr>
          </a:p>
        </p:txBody>
      </p:sp>
      <p:sp>
        <p:nvSpPr>
          <p:cNvPr id="7" name="Espace réservé pour une image  6"/>
          <p:cNvSpPr>
            <a:spLocks noGrp="1"/>
          </p:cNvSpPr>
          <p:nvPr>
            <p:ph type="pic" sz="quarter" idx="10" hasCustomPrompt="1"/>
          </p:nvPr>
        </p:nvSpPr>
        <p:spPr bwMode="white">
          <a:xfrm>
            <a:off x="6608400" y="0"/>
            <a:ext cx="3297600" cy="6858000"/>
          </a:xfrm>
        </p:spPr>
        <p:txBody>
          <a:bodyPr/>
          <a:lstStyle>
            <a:lvl1pPr algn="ctr"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Insert your picture here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7636346" y="6503348"/>
            <a:ext cx="1628394" cy="230832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r" defTabSz="914400">
              <a:spcBef>
                <a:spcPts val="400"/>
              </a:spcBef>
              <a:buClr>
                <a:srgbClr val="660066"/>
              </a:buClr>
            </a:pPr>
            <a:r>
              <a:rPr lang="fr-FR" sz="600" dirty="0">
                <a:solidFill>
                  <a:srgbClr val="FFFFFF"/>
                </a:solidFill>
                <a:ea typeface="Tahoma" panose="020B0604030504040204" pitchFamily="34" charset="0"/>
                <a:cs typeface="Tahoma" panose="020B0604030504040204" pitchFamily="34" charset="0"/>
              </a:rPr>
              <a:t>confidentiel</a:t>
            </a:r>
            <a:r>
              <a:rPr lang="fr-FR" sz="900" dirty="0">
                <a:solidFill>
                  <a:srgbClr val="FFFFFF"/>
                </a:solidFill>
                <a:ea typeface="Tahoma" panose="020B0604030504040204" pitchFamily="34" charset="0"/>
                <a:cs typeface="Tahoma" panose="020B0604030504040204" pitchFamily="34" charset="0"/>
              </a:rPr>
              <a:t> | © WAVESTONE</a:t>
            </a:r>
          </a:p>
        </p:txBody>
      </p:sp>
      <p:sp>
        <p:nvSpPr>
          <p:cNvPr id="5" name="Textfeld 6"/>
          <p:cNvSpPr txBox="1"/>
          <p:nvPr userDrawn="1"/>
        </p:nvSpPr>
        <p:spPr bwMode="gray">
          <a:xfrm>
            <a:off x="9201472" y="6503348"/>
            <a:ext cx="360000" cy="23083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r" defTabSz="914400">
              <a:defRPr/>
            </a:pPr>
            <a:fld id="{5152254E-7EB4-45E4-904F-3575BFE2F20B}" type="slidenum">
              <a:rPr lang="en-GB" sz="900" smtClean="0">
                <a:solidFill>
                  <a:srgbClr val="FFFFFF"/>
                </a:solidFill>
              </a:rPr>
              <a:pPr algn="r" defTabSz="914400">
                <a:defRPr/>
              </a:pPr>
              <a:t>‹N°›</a:t>
            </a:fld>
            <a:endParaRPr lang="en-GB" sz="900" dirty="0">
              <a:solidFill>
                <a:srgbClr val="FFFFFF"/>
              </a:solidFill>
            </a:endParaRPr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45600" y="404665"/>
            <a:ext cx="6126729" cy="863748"/>
          </a:xfrm>
        </p:spPr>
        <p:txBody>
          <a:bodyPr lIns="108000" tIns="0" rIns="108000" bIns="0"/>
          <a:lstStyle>
            <a:lvl1pPr>
              <a:defRPr sz="2200" baseline="0"/>
            </a:lvl1pPr>
          </a:lstStyle>
          <a:p>
            <a:r>
              <a:rPr lang="en-US" dirty="0"/>
              <a:t>Complete with a title here that carries your message on two lines at most</a:t>
            </a:r>
            <a:endParaRPr lang="fr-FR" noProof="0" dirty="0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45600" y="144314"/>
            <a:ext cx="6126729" cy="260350"/>
          </a:xfrm>
        </p:spPr>
        <p:txBody>
          <a:bodyPr lIns="108000" tIns="0" rIns="108000" bIns="0" anchor="b"/>
          <a:lstStyle>
            <a:lvl1pPr>
              <a:spcBef>
                <a:spcPts val="0"/>
              </a:spcBef>
              <a:defRPr sz="1000" i="0" cap="all" baseline="0">
                <a:solidFill>
                  <a:schemeClr val="accent4"/>
                </a:solidFill>
                <a:latin typeface="+mj-lt"/>
              </a:defRPr>
            </a:lvl1pPr>
            <a:lvl2pPr>
              <a:defRPr sz="1000"/>
            </a:lvl2pPr>
          </a:lstStyle>
          <a:p>
            <a:pPr lvl="0"/>
            <a:r>
              <a:rPr lang="en-US" noProof="0" dirty="0"/>
              <a:t>Insert a top title here - must not exceed 1 line</a:t>
            </a:r>
          </a:p>
        </p:txBody>
      </p:sp>
    </p:spTree>
    <p:extLst>
      <p:ext uri="{BB962C8B-B14F-4D97-AF65-F5344CB8AC3E}">
        <p14:creationId xmlns:p14="http://schemas.microsoft.com/office/powerpoint/2010/main" val="292973459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 Squar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pour une image  9"/>
          <p:cNvSpPr>
            <a:spLocks noGrp="1"/>
          </p:cNvSpPr>
          <p:nvPr>
            <p:ph type="pic" sz="quarter" idx="17" hasCustomPrompt="1"/>
          </p:nvPr>
        </p:nvSpPr>
        <p:spPr>
          <a:xfrm>
            <a:off x="923434" y="1486108"/>
            <a:ext cx="2160587" cy="2160587"/>
          </a:xfrm>
        </p:spPr>
        <p:txBody>
          <a:bodyPr/>
          <a:lstStyle>
            <a:lvl1pPr algn="ctr">
              <a:defRPr sz="1200" i="1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add</a:t>
            </a:r>
            <a:br>
              <a:rPr lang="en-US" dirty="0"/>
            </a:br>
            <a:r>
              <a:rPr lang="en-US" dirty="0"/>
              <a:t>a picture</a:t>
            </a:r>
          </a:p>
        </p:txBody>
      </p:sp>
      <p:sp>
        <p:nvSpPr>
          <p:cNvPr id="11" name="Espace réservé pour une image  9"/>
          <p:cNvSpPr>
            <a:spLocks noGrp="1"/>
          </p:cNvSpPr>
          <p:nvPr>
            <p:ph type="pic" sz="quarter" idx="18" hasCustomPrompt="1"/>
          </p:nvPr>
        </p:nvSpPr>
        <p:spPr>
          <a:xfrm>
            <a:off x="3872707" y="1486108"/>
            <a:ext cx="2160587" cy="2160587"/>
          </a:xfr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i="1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add</a:t>
            </a:r>
            <a:br>
              <a:rPr lang="en-US" dirty="0"/>
            </a:br>
            <a:r>
              <a:rPr lang="en-US" dirty="0"/>
              <a:t>a picture</a:t>
            </a:r>
          </a:p>
        </p:txBody>
      </p:sp>
      <p:sp>
        <p:nvSpPr>
          <p:cNvPr id="12" name="Espace réservé pour une image  9"/>
          <p:cNvSpPr>
            <a:spLocks noGrp="1"/>
          </p:cNvSpPr>
          <p:nvPr>
            <p:ph type="pic" sz="quarter" idx="19" hasCustomPrompt="1"/>
          </p:nvPr>
        </p:nvSpPr>
        <p:spPr>
          <a:xfrm>
            <a:off x="6821978" y="1486108"/>
            <a:ext cx="2160587" cy="2160587"/>
          </a:xfr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i="1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add</a:t>
            </a:r>
            <a:br>
              <a:rPr lang="en-US" dirty="0"/>
            </a:br>
            <a:r>
              <a:rPr lang="en-US" dirty="0"/>
              <a:t>a picture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345600" y="404665"/>
            <a:ext cx="9216000" cy="863748"/>
          </a:xfrm>
        </p:spPr>
        <p:txBody>
          <a:bodyPr lIns="108000" tIns="0" rIns="108000" bIns="0"/>
          <a:lstStyle>
            <a:lvl1pPr>
              <a:defRPr sz="2200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Complete with a title here that carries your message on two lines at most for more </a:t>
            </a:r>
            <a:r>
              <a:rPr lang="en-US" noProof="0" dirty="0"/>
              <a:t>readability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45600" y="144314"/>
            <a:ext cx="9216000" cy="260350"/>
          </a:xfrm>
        </p:spPr>
        <p:txBody>
          <a:bodyPr lIns="108000" tIns="0" rIns="108000" bIns="0" anchor="b"/>
          <a:lstStyle>
            <a:lvl1pPr>
              <a:spcBef>
                <a:spcPts val="0"/>
              </a:spcBef>
              <a:defRPr sz="1000" i="0" cap="all" baseline="0">
                <a:solidFill>
                  <a:schemeClr val="accent4"/>
                </a:solidFill>
                <a:latin typeface="+mj-lt"/>
              </a:defRPr>
            </a:lvl1pPr>
            <a:lvl2pPr>
              <a:defRPr sz="1000"/>
            </a:lvl2pPr>
          </a:lstStyle>
          <a:p>
            <a:pPr lvl="0"/>
            <a:r>
              <a:rPr lang="en-US" noProof="0" dirty="0"/>
              <a:t>Insert a top title here - must not exceed 1 line</a:t>
            </a:r>
          </a:p>
        </p:txBody>
      </p:sp>
    </p:spTree>
    <p:extLst>
      <p:ext uri="{BB962C8B-B14F-4D97-AF65-F5344CB8AC3E}">
        <p14:creationId xmlns:p14="http://schemas.microsoft.com/office/powerpoint/2010/main" val="218526730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 Circl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ce réservé pour une image  9"/>
          <p:cNvSpPr>
            <a:spLocks noGrp="1"/>
          </p:cNvSpPr>
          <p:nvPr>
            <p:ph type="pic" sz="quarter" idx="17" hasCustomPrompt="1"/>
          </p:nvPr>
        </p:nvSpPr>
        <p:spPr>
          <a:xfrm>
            <a:off x="923434" y="1486108"/>
            <a:ext cx="2160587" cy="2160587"/>
          </a:xfrm>
          <a:prstGeom prst="ellipse">
            <a:avLst/>
          </a:prstGeom>
        </p:spPr>
        <p:txBody>
          <a:bodyPr/>
          <a:lstStyle>
            <a:lvl1pPr algn="ctr">
              <a:defRPr sz="1200" i="1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add</a:t>
            </a:r>
            <a:br>
              <a:rPr lang="en-US" dirty="0"/>
            </a:br>
            <a:r>
              <a:rPr lang="en-US" dirty="0"/>
              <a:t>a picture</a:t>
            </a:r>
          </a:p>
        </p:txBody>
      </p:sp>
      <p:sp>
        <p:nvSpPr>
          <p:cNvPr id="14" name="Espace réservé pour une image  9"/>
          <p:cNvSpPr>
            <a:spLocks noGrp="1"/>
          </p:cNvSpPr>
          <p:nvPr>
            <p:ph type="pic" sz="quarter" idx="18" hasCustomPrompt="1"/>
          </p:nvPr>
        </p:nvSpPr>
        <p:spPr>
          <a:xfrm>
            <a:off x="3872706" y="1486108"/>
            <a:ext cx="2160587" cy="2160587"/>
          </a:xfrm>
          <a:prstGeom prst="ellipse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i="1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add</a:t>
            </a:r>
            <a:br>
              <a:rPr lang="en-US" dirty="0"/>
            </a:br>
            <a:r>
              <a:rPr lang="en-US" dirty="0"/>
              <a:t>a picture</a:t>
            </a:r>
          </a:p>
        </p:txBody>
      </p:sp>
      <p:sp>
        <p:nvSpPr>
          <p:cNvPr id="15" name="Espace réservé pour une image  9"/>
          <p:cNvSpPr>
            <a:spLocks noGrp="1"/>
          </p:cNvSpPr>
          <p:nvPr>
            <p:ph type="pic" sz="quarter" idx="19" hasCustomPrompt="1"/>
          </p:nvPr>
        </p:nvSpPr>
        <p:spPr>
          <a:xfrm>
            <a:off x="6821978" y="1486108"/>
            <a:ext cx="2160587" cy="2160587"/>
          </a:xfrm>
          <a:prstGeom prst="ellipse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i="1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add</a:t>
            </a:r>
            <a:br>
              <a:rPr lang="en-US" dirty="0"/>
            </a:br>
            <a:r>
              <a:rPr lang="en-US" dirty="0"/>
              <a:t>a picture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345600" y="404665"/>
            <a:ext cx="9216000" cy="863748"/>
          </a:xfrm>
        </p:spPr>
        <p:txBody>
          <a:bodyPr lIns="108000" tIns="0" rIns="108000" bIns="0"/>
          <a:lstStyle>
            <a:lvl1pPr>
              <a:defRPr sz="2200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Complete with a title here that carries your message on two lines at most for more </a:t>
            </a:r>
            <a:r>
              <a:rPr lang="en-US" noProof="0" dirty="0"/>
              <a:t>readability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45600" y="144314"/>
            <a:ext cx="9216000" cy="260350"/>
          </a:xfrm>
        </p:spPr>
        <p:txBody>
          <a:bodyPr lIns="108000" tIns="0" rIns="108000" bIns="0" anchor="b"/>
          <a:lstStyle>
            <a:lvl1pPr>
              <a:spcBef>
                <a:spcPts val="0"/>
              </a:spcBef>
              <a:defRPr sz="1000" i="0" cap="all" baseline="0">
                <a:solidFill>
                  <a:schemeClr val="accent4"/>
                </a:solidFill>
                <a:latin typeface="+mj-lt"/>
              </a:defRPr>
            </a:lvl1pPr>
            <a:lvl2pPr>
              <a:defRPr sz="1000"/>
            </a:lvl2pPr>
          </a:lstStyle>
          <a:p>
            <a:pPr lvl="0"/>
            <a:r>
              <a:rPr lang="en-US" noProof="0" dirty="0"/>
              <a:t>Insert a top title here - must not exceed 1 line</a:t>
            </a:r>
          </a:p>
        </p:txBody>
      </p:sp>
    </p:spTree>
    <p:extLst>
      <p:ext uri="{BB962C8B-B14F-4D97-AF65-F5344CB8AC3E}">
        <p14:creationId xmlns:p14="http://schemas.microsoft.com/office/powerpoint/2010/main" val="77073647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345600" y="404665"/>
            <a:ext cx="9216000" cy="863748"/>
          </a:xfrm>
        </p:spPr>
        <p:txBody>
          <a:bodyPr lIns="108000" tIns="0" rIns="108000" bIns="0"/>
          <a:lstStyle>
            <a:lvl1pPr>
              <a:defRPr sz="2200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Complete with a title here that carries your message on two lines at most for more </a:t>
            </a:r>
            <a:r>
              <a:rPr lang="en-US" noProof="0" dirty="0"/>
              <a:t>readability</a:t>
            </a:r>
            <a:endParaRPr lang="fr-FR" noProof="0" dirty="0"/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45600" y="144314"/>
            <a:ext cx="9216000" cy="260350"/>
          </a:xfrm>
        </p:spPr>
        <p:txBody>
          <a:bodyPr lIns="108000" tIns="0" rIns="108000" bIns="0" anchor="b"/>
          <a:lstStyle>
            <a:lvl1pPr>
              <a:spcBef>
                <a:spcPts val="0"/>
              </a:spcBef>
              <a:defRPr sz="1000" i="0" cap="all" baseline="0">
                <a:solidFill>
                  <a:schemeClr val="accent4"/>
                </a:solidFill>
                <a:latin typeface="+mj-lt"/>
              </a:defRPr>
            </a:lvl1pPr>
            <a:lvl2pPr>
              <a:defRPr sz="1000"/>
            </a:lvl2pPr>
          </a:lstStyle>
          <a:p>
            <a:pPr lvl="0"/>
            <a:r>
              <a:rPr lang="en-US" noProof="0" dirty="0"/>
              <a:t>Insert a top title here - must not exceed 1 line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sz="quarter" idx="14"/>
          </p:nvPr>
        </p:nvSpPr>
        <p:spPr>
          <a:xfrm>
            <a:off x="776536" y="1484864"/>
            <a:ext cx="2160588" cy="1440000"/>
          </a:xfrm>
        </p:spPr>
        <p:txBody>
          <a:bodyPr/>
          <a:lstStyle/>
          <a:p>
            <a:endParaRPr lang="en-GB"/>
          </a:p>
        </p:txBody>
      </p:sp>
      <p:sp>
        <p:nvSpPr>
          <p:cNvPr id="6" name="Espace réservé pour une image  2"/>
          <p:cNvSpPr>
            <a:spLocks noGrp="1"/>
          </p:cNvSpPr>
          <p:nvPr>
            <p:ph type="pic" sz="quarter" idx="15"/>
          </p:nvPr>
        </p:nvSpPr>
        <p:spPr>
          <a:xfrm>
            <a:off x="4946439" y="1484864"/>
            <a:ext cx="2160588" cy="1440000"/>
          </a:xfrm>
        </p:spPr>
        <p:txBody>
          <a:bodyPr/>
          <a:lstStyle/>
          <a:p>
            <a:endParaRPr lang="en-GB"/>
          </a:p>
        </p:txBody>
      </p:sp>
      <p:sp>
        <p:nvSpPr>
          <p:cNvPr id="7" name="Espace réservé pour une image  2"/>
          <p:cNvSpPr>
            <a:spLocks noGrp="1"/>
          </p:cNvSpPr>
          <p:nvPr>
            <p:ph type="pic" sz="quarter" idx="16"/>
          </p:nvPr>
        </p:nvSpPr>
        <p:spPr>
          <a:xfrm>
            <a:off x="2576736" y="4293176"/>
            <a:ext cx="2160588" cy="1440000"/>
          </a:xfrm>
        </p:spPr>
        <p:txBody>
          <a:bodyPr/>
          <a:lstStyle/>
          <a:p>
            <a:endParaRPr lang="en-GB"/>
          </a:p>
        </p:txBody>
      </p:sp>
      <p:sp>
        <p:nvSpPr>
          <p:cNvPr id="8" name="Espace réservé pour une image  2"/>
          <p:cNvSpPr>
            <a:spLocks noGrp="1"/>
          </p:cNvSpPr>
          <p:nvPr>
            <p:ph type="pic" sz="quarter" idx="17"/>
          </p:nvPr>
        </p:nvSpPr>
        <p:spPr>
          <a:xfrm>
            <a:off x="6746639" y="4293176"/>
            <a:ext cx="2160588" cy="1440000"/>
          </a:xfr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2173327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redential - 1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4"/>
          <p:cNvSpPr>
            <a:spLocks noGrp="1"/>
          </p:cNvSpPr>
          <p:nvPr>
            <p:ph sz="quarter" idx="14" hasCustomPrompt="1"/>
          </p:nvPr>
        </p:nvSpPr>
        <p:spPr>
          <a:xfrm>
            <a:off x="345600" y="1268413"/>
            <a:ext cx="5112000" cy="3795699"/>
          </a:xfrm>
          <a:prstGeom prst="rect">
            <a:avLst/>
          </a:prstGeom>
          <a:noFill/>
        </p:spPr>
        <p:txBody>
          <a:bodyPr lIns="108000" tIns="108000" rIns="108000" bIns="108000">
            <a:normAutofit/>
          </a:bodyPr>
          <a:lstStyle>
            <a:lvl1pPr marL="0" marR="0" indent="0" algn="just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>
                <a:solidFill>
                  <a:schemeClr val="bg2"/>
                </a:solidFill>
              </a:defRPr>
            </a:lvl1pPr>
            <a:lvl2pPr marL="358775" marR="0" indent="-358775" algn="just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503078"/>
              </a:buClr>
              <a:buSzTx/>
              <a:buFont typeface="Tempus Sans ITC" panose="04020404030D07020202" pitchFamily="82" charset="0"/>
              <a:buChar char="/"/>
              <a:tabLst/>
              <a:defRPr sz="1200">
                <a:solidFill>
                  <a:schemeClr val="tx1"/>
                </a:solidFill>
              </a:defRPr>
            </a:lvl2pPr>
            <a:lvl3pPr marL="360000" marR="0" indent="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3pPr>
            <a:lvl4pPr marL="648000" marR="0" indent="-28800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›"/>
              <a:tabLst/>
              <a:defRPr sz="1100">
                <a:solidFill>
                  <a:schemeClr val="tx1"/>
                </a:solidFill>
              </a:defRPr>
            </a:lvl4pPr>
            <a:lvl5pPr marL="900000" marR="0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 sz="900">
                <a:solidFill>
                  <a:schemeClr val="tx1"/>
                </a:solidFill>
              </a:defRPr>
            </a:lvl5pPr>
            <a:lvl6pPr marL="900000" marR="0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 sz="900">
                <a:solidFill>
                  <a:schemeClr val="tx1"/>
                </a:solidFill>
              </a:defRPr>
            </a:lvl6pPr>
            <a:lvl7pPr marL="900000" marR="0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 sz="900">
                <a:solidFill>
                  <a:schemeClr val="tx1"/>
                </a:solidFill>
              </a:defRPr>
            </a:lvl7pPr>
            <a:lvl8pPr marL="900000" marR="0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 sz="900">
                <a:solidFill>
                  <a:schemeClr val="tx1"/>
                </a:solidFill>
              </a:defRPr>
            </a:lvl8pPr>
            <a:lvl9pPr marL="900000" marR="0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 sz="900">
                <a:solidFill>
                  <a:schemeClr val="tx1"/>
                </a:solidFill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03078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Level 1 - To move to the next level, Alt + Shift + right arrow</a:t>
            </a:r>
          </a:p>
          <a:p>
            <a:pPr marL="358775" marR="0" lvl="1" indent="-358775" algn="just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503078"/>
              </a:buClr>
              <a:buSzTx/>
              <a:buFont typeface="Tempus Sans ITC" panose="04020404030D07020202" pitchFamily="82" charset="0"/>
              <a:buChar char="/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Level 2</a:t>
            </a:r>
          </a:p>
          <a:p>
            <a:pPr marL="360000" marR="0" lvl="2" indent="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Level 3</a:t>
            </a:r>
          </a:p>
          <a:p>
            <a:pPr marL="648000" marR="0" lvl="3" indent="-28800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›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Level 4</a:t>
            </a:r>
          </a:p>
          <a:p>
            <a:pPr marL="900000" marR="0" lvl="4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Level 5</a:t>
            </a:r>
          </a:p>
          <a:p>
            <a:pPr marL="900000" marR="0" lvl="5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Level 6</a:t>
            </a:r>
          </a:p>
          <a:p>
            <a:pPr marL="900000" marR="0" lvl="6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Level 7</a:t>
            </a:r>
          </a:p>
          <a:p>
            <a:pPr marL="900000" marR="0" lvl="7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Level 8</a:t>
            </a:r>
          </a:p>
          <a:p>
            <a:pPr marL="900000" marR="0" lvl="8" indent="-252000" algn="just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03078"/>
              </a:buClr>
              <a:buSzTx/>
              <a:buFont typeface="Tahoma" panose="020B0604030504040204" pitchFamily="34" charset="0"/>
              <a:buChar char="»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Level 9</a:t>
            </a:r>
          </a:p>
        </p:txBody>
      </p:sp>
      <p:sp>
        <p:nvSpPr>
          <p:cNvPr id="13" name="Rectangle 12"/>
          <p:cNvSpPr/>
          <p:nvPr userDrawn="1"/>
        </p:nvSpPr>
        <p:spPr>
          <a:xfrm>
            <a:off x="0" y="5171706"/>
            <a:ext cx="9906000" cy="108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 dirty="0">
              <a:solidFill>
                <a:srgbClr val="503078"/>
              </a:solidFill>
            </a:endParaRPr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16" hasCustomPrompt="1"/>
          </p:nvPr>
        </p:nvSpPr>
        <p:spPr>
          <a:xfrm>
            <a:off x="5688173" y="1268413"/>
            <a:ext cx="3873427" cy="3255699"/>
          </a:xfrm>
        </p:spPr>
        <p:txBody>
          <a:bodyPr anchor="t"/>
          <a:lstStyle>
            <a:lvl1pPr algn="ct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Insert your illustration here</a:t>
            </a:r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17" hasCustomPrompt="1"/>
          </p:nvPr>
        </p:nvSpPr>
        <p:spPr>
          <a:xfrm>
            <a:off x="5688000" y="4524112"/>
            <a:ext cx="3873600" cy="540000"/>
          </a:xfrm>
        </p:spPr>
        <p:txBody>
          <a:bodyPr lIns="0" rIns="0" anchor="b"/>
          <a:lstStyle>
            <a:lvl1pPr algn="l">
              <a:buFontTx/>
              <a:buNone/>
              <a:defRPr sz="1000" i="0" cap="none" baseline="0">
                <a:solidFill>
                  <a:schemeClr val="accent5"/>
                </a:solidFill>
              </a:defRPr>
            </a:lvl1pPr>
            <a:lvl2pPr>
              <a:buFontTx/>
              <a:buNone/>
              <a:defRPr i="1">
                <a:solidFill>
                  <a:schemeClr val="bg2"/>
                </a:solidFill>
              </a:defRPr>
            </a:lvl2pPr>
            <a:lvl3pPr>
              <a:buFontTx/>
              <a:buNone/>
              <a:defRPr i="1">
                <a:solidFill>
                  <a:schemeClr val="bg2"/>
                </a:solidFill>
              </a:defRPr>
            </a:lvl3pPr>
            <a:lvl4pPr>
              <a:buFontTx/>
              <a:buNone/>
              <a:defRPr i="1">
                <a:solidFill>
                  <a:schemeClr val="bg2"/>
                </a:solidFill>
              </a:defRPr>
            </a:lvl4pPr>
            <a:lvl5pPr marL="360000" indent="0">
              <a:buFontTx/>
              <a:buNone/>
              <a:defRPr i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 dirty="0"/>
              <a:t>Insert your legend or title here</a:t>
            </a:r>
          </a:p>
        </p:txBody>
      </p:sp>
      <p:cxnSp>
        <p:nvCxnSpPr>
          <p:cNvPr id="21" name="Straight Connector 20"/>
          <p:cNvCxnSpPr/>
          <p:nvPr userDrawn="1"/>
        </p:nvCxnSpPr>
        <p:spPr>
          <a:xfrm>
            <a:off x="5688000" y="5069305"/>
            <a:ext cx="3873600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3663047" y="5189706"/>
            <a:ext cx="2599200" cy="1044000"/>
          </a:xfrm>
          <a:solidFill>
            <a:schemeClr val="tx2"/>
          </a:solidFill>
        </p:spPr>
        <p:txBody>
          <a:bodyPr anchor="ctr">
            <a:noAutofit/>
          </a:bodyPr>
          <a:lstStyle>
            <a:lvl1pPr marL="266700" marR="0" indent="-17145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bg2"/>
              </a:buClr>
              <a:buSzTx/>
              <a:buFont typeface="Tempus Sans ITC" panose="04020404030D07020202" pitchFamily="82" charset="0"/>
              <a:buChar char="/"/>
              <a:tabLst/>
              <a:defRPr lang="fr-FR" sz="1000" i="0" kern="1200" cap="none" baseline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266700" indent="-171450" algn="just">
              <a:lnSpc>
                <a:spcPct val="100000"/>
              </a:lnSpc>
              <a:spcBef>
                <a:spcPts val="400"/>
              </a:spcBef>
              <a:buClr>
                <a:schemeClr val="bg1"/>
              </a:buClr>
              <a:buFont typeface="Tahoma" panose="020B0604030504040204" pitchFamily="34" charset="0"/>
              <a:buChar char="⁄"/>
              <a:defRPr sz="1000" i="0" cap="none" baseline="0">
                <a:solidFill>
                  <a:schemeClr val="bg1"/>
                </a:solidFill>
              </a:defRPr>
            </a:lvl2pPr>
            <a:lvl3pPr marL="266700" indent="-171450" algn="just">
              <a:lnSpc>
                <a:spcPct val="100000"/>
              </a:lnSpc>
              <a:spcBef>
                <a:spcPts val="400"/>
              </a:spcBef>
              <a:buClr>
                <a:schemeClr val="bg1"/>
              </a:buClr>
              <a:buFont typeface="Tahoma" panose="020B0604030504040204" pitchFamily="34" charset="0"/>
              <a:buChar char="⁄"/>
              <a:defRPr sz="1000" i="0">
                <a:solidFill>
                  <a:schemeClr val="bg1"/>
                </a:solidFill>
              </a:defRPr>
            </a:lvl3pPr>
            <a:lvl4pPr marL="266700" indent="-171450" algn="just">
              <a:lnSpc>
                <a:spcPct val="100000"/>
              </a:lnSpc>
              <a:spcBef>
                <a:spcPts val="400"/>
              </a:spcBef>
              <a:buClr>
                <a:schemeClr val="bg1"/>
              </a:buClr>
              <a:buFont typeface="Tahoma" panose="020B0604030504040204" pitchFamily="34" charset="0"/>
              <a:buChar char="⁄"/>
              <a:defRPr sz="1000" i="0" cap="none" baseline="0">
                <a:solidFill>
                  <a:schemeClr val="bg1"/>
                </a:solidFill>
              </a:defRPr>
            </a:lvl4pPr>
            <a:lvl5pPr marL="266700" indent="-171450" algn="just">
              <a:lnSpc>
                <a:spcPct val="100000"/>
              </a:lnSpc>
              <a:spcBef>
                <a:spcPts val="400"/>
              </a:spcBef>
              <a:buClr>
                <a:schemeClr val="bg1"/>
              </a:buClr>
              <a:buFont typeface="Tahoma" panose="020B0604030504040204" pitchFamily="34" charset="0"/>
              <a:buChar char="⁄"/>
              <a:defRPr sz="1000" i="0">
                <a:solidFill>
                  <a:schemeClr val="bg1"/>
                </a:solidFill>
              </a:defRPr>
            </a:lvl5pPr>
            <a:lvl6pPr marL="266700" indent="-171450" algn="just">
              <a:lnSpc>
                <a:spcPct val="100000"/>
              </a:lnSpc>
              <a:spcBef>
                <a:spcPts val="400"/>
              </a:spcBef>
              <a:buClr>
                <a:schemeClr val="bg1"/>
              </a:buClr>
              <a:buFont typeface="Tahoma" panose="020B0604030504040204" pitchFamily="34" charset="0"/>
              <a:buChar char="⁄"/>
              <a:defRPr sz="1000" i="0">
                <a:solidFill>
                  <a:schemeClr val="bg1"/>
                </a:solidFill>
              </a:defRPr>
            </a:lvl6pPr>
            <a:lvl7pPr marL="266700" indent="-171450" algn="just">
              <a:lnSpc>
                <a:spcPct val="100000"/>
              </a:lnSpc>
              <a:spcBef>
                <a:spcPts val="400"/>
              </a:spcBef>
              <a:buClr>
                <a:schemeClr val="bg1"/>
              </a:buClr>
              <a:buFont typeface="Tahoma" panose="020B0604030504040204" pitchFamily="34" charset="0"/>
              <a:buChar char="⁄"/>
              <a:defRPr sz="1000" i="0" baseline="0">
                <a:solidFill>
                  <a:schemeClr val="bg1"/>
                </a:solidFill>
              </a:defRPr>
            </a:lvl7pPr>
            <a:lvl8pPr marL="266700" indent="-171450" algn="just">
              <a:lnSpc>
                <a:spcPct val="100000"/>
              </a:lnSpc>
              <a:spcBef>
                <a:spcPts val="400"/>
              </a:spcBef>
              <a:buClr>
                <a:schemeClr val="bg1"/>
              </a:buClr>
              <a:buFont typeface="Tahoma" panose="020B0604030504040204" pitchFamily="34" charset="0"/>
              <a:buChar char="⁄"/>
              <a:defRPr sz="1000" i="0" baseline="0">
                <a:solidFill>
                  <a:schemeClr val="bg1"/>
                </a:solidFill>
              </a:defRPr>
            </a:lvl8pPr>
            <a:lvl9pPr marL="266700" indent="-171450" algn="just">
              <a:lnSpc>
                <a:spcPct val="100000"/>
              </a:lnSpc>
              <a:spcBef>
                <a:spcPts val="400"/>
              </a:spcBef>
              <a:buClr>
                <a:schemeClr val="bg1"/>
              </a:buClr>
              <a:buFont typeface="Tahoma" panose="020B0604030504040204" pitchFamily="34" charset="0"/>
              <a:buChar char="⁄"/>
              <a:defRPr sz="1000" i="0" baseline="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Result or key element</a:t>
            </a:r>
          </a:p>
          <a:p>
            <a:pPr lvl="0"/>
            <a:r>
              <a:rPr lang="en-US" dirty="0"/>
              <a:t>Result or key element</a:t>
            </a:r>
          </a:p>
          <a:p>
            <a:pPr lvl="0"/>
            <a:r>
              <a:rPr lang="en-US" dirty="0"/>
              <a:t>Result or key element</a:t>
            </a:r>
          </a:p>
        </p:txBody>
      </p:sp>
      <p:sp>
        <p:nvSpPr>
          <p:cNvPr id="27" name="Text Placeholder 4"/>
          <p:cNvSpPr>
            <a:spLocks noGrp="1"/>
          </p:cNvSpPr>
          <p:nvPr>
            <p:ph type="body" sz="quarter" idx="22" hasCustomPrompt="1"/>
          </p:nvPr>
        </p:nvSpPr>
        <p:spPr>
          <a:xfrm>
            <a:off x="6967721" y="5189706"/>
            <a:ext cx="2599200" cy="1044000"/>
          </a:xfrm>
          <a:solidFill>
            <a:schemeClr val="tx2"/>
          </a:solidFill>
        </p:spPr>
        <p:txBody>
          <a:bodyPr vert="horz" lIns="108000" tIns="108000" rIns="108000" bIns="108000" rtlCol="0" anchor="ctr">
            <a:noAutofit/>
          </a:bodyPr>
          <a:lstStyle>
            <a:lvl1pPr>
              <a:defRPr lang="fr-FR" sz="1000" dirty="0" smtClean="0"/>
            </a:lvl1pPr>
          </a:lstStyle>
          <a:p>
            <a:pPr marL="266700" marR="0" lvl="0" indent="-171450" algn="l" fontAlgn="auto">
              <a:spcBef>
                <a:spcPts val="400"/>
              </a:spcBef>
              <a:spcAft>
                <a:spcPts val="0"/>
              </a:spcAft>
              <a:buClr>
                <a:schemeClr val="bg2"/>
              </a:buClr>
              <a:buSzTx/>
              <a:buFont typeface="Tempus Sans ITC" panose="04020404030D07020202" pitchFamily="82" charset="0"/>
              <a:buChar char="/"/>
            </a:pPr>
            <a:r>
              <a:rPr lang="en-US" dirty="0"/>
              <a:t>Result or key element</a:t>
            </a:r>
          </a:p>
          <a:p>
            <a:pPr marL="266700" marR="0" lvl="0" indent="-171450" algn="l" fontAlgn="auto">
              <a:spcBef>
                <a:spcPts val="400"/>
              </a:spcBef>
              <a:spcAft>
                <a:spcPts val="0"/>
              </a:spcAft>
              <a:buClr>
                <a:schemeClr val="bg2"/>
              </a:buClr>
              <a:buSzTx/>
              <a:buFont typeface="Tempus Sans ITC" panose="04020404030D07020202" pitchFamily="82" charset="0"/>
              <a:buChar char="/"/>
            </a:pPr>
            <a:r>
              <a:rPr lang="en-US" dirty="0"/>
              <a:t>Result or key element</a:t>
            </a:r>
          </a:p>
          <a:p>
            <a:pPr marL="266700" marR="0" lvl="0" indent="-171450" algn="l" fontAlgn="auto">
              <a:spcBef>
                <a:spcPts val="400"/>
              </a:spcBef>
              <a:spcAft>
                <a:spcPts val="0"/>
              </a:spcAft>
              <a:buClr>
                <a:schemeClr val="bg2"/>
              </a:buClr>
              <a:buSzTx/>
              <a:buFont typeface="Tempus Sans ITC" panose="04020404030D07020202" pitchFamily="82" charset="0"/>
              <a:buChar char="/"/>
            </a:pPr>
            <a:r>
              <a:rPr lang="en-US" dirty="0"/>
              <a:t>Result or key element</a:t>
            </a:r>
          </a:p>
        </p:txBody>
      </p:sp>
      <p:sp>
        <p:nvSpPr>
          <p:cNvPr id="28" name="Text Placeholder 4"/>
          <p:cNvSpPr>
            <a:spLocks noGrp="1"/>
          </p:cNvSpPr>
          <p:nvPr>
            <p:ph type="body" sz="quarter" idx="23" hasCustomPrompt="1"/>
          </p:nvPr>
        </p:nvSpPr>
        <p:spPr>
          <a:xfrm>
            <a:off x="358372" y="5549706"/>
            <a:ext cx="3240000" cy="324000"/>
          </a:xfrm>
          <a:solidFill>
            <a:schemeClr val="tx2"/>
          </a:solidFill>
        </p:spPr>
        <p:txBody>
          <a:bodyPr anchor="ctr">
            <a:noAutofit/>
          </a:bodyPr>
          <a:lstStyle>
            <a:lvl1pPr marL="95250" indent="0" algn="l">
              <a:lnSpc>
                <a:spcPct val="100000"/>
              </a:lnSpc>
              <a:spcBef>
                <a:spcPts val="400"/>
              </a:spcBef>
              <a:buClr>
                <a:schemeClr val="bg1"/>
              </a:buClr>
              <a:buFontTx/>
              <a:buNone/>
              <a:defRPr sz="1400" b="0" i="0" cap="none" baseline="0">
                <a:solidFill>
                  <a:schemeClr val="bg2"/>
                </a:solidFill>
              </a:defRPr>
            </a:lvl1pPr>
            <a:lvl2pPr marL="95250" indent="0" algn="just">
              <a:lnSpc>
                <a:spcPct val="100000"/>
              </a:lnSpc>
              <a:spcBef>
                <a:spcPts val="400"/>
              </a:spcBef>
              <a:buClr>
                <a:schemeClr val="bg1"/>
              </a:buClr>
              <a:buFontTx/>
              <a:buNone/>
              <a:defRPr sz="1200" i="0" cap="none" baseline="0">
                <a:solidFill>
                  <a:schemeClr val="bg1"/>
                </a:solidFill>
              </a:defRPr>
            </a:lvl2pPr>
            <a:lvl3pPr marL="95250" indent="0" algn="just">
              <a:lnSpc>
                <a:spcPct val="100000"/>
              </a:lnSpc>
              <a:spcBef>
                <a:spcPts val="400"/>
              </a:spcBef>
              <a:buClr>
                <a:schemeClr val="bg1"/>
              </a:buClr>
              <a:buFontTx/>
              <a:buNone/>
              <a:defRPr sz="1200" i="0">
                <a:solidFill>
                  <a:schemeClr val="bg1"/>
                </a:solidFill>
              </a:defRPr>
            </a:lvl3pPr>
            <a:lvl4pPr marL="95250" indent="0" algn="just">
              <a:lnSpc>
                <a:spcPct val="100000"/>
              </a:lnSpc>
              <a:spcBef>
                <a:spcPts val="400"/>
              </a:spcBef>
              <a:buClr>
                <a:schemeClr val="bg1"/>
              </a:buClr>
              <a:buFontTx/>
              <a:buNone/>
              <a:defRPr sz="1200" i="0" cap="none" baseline="0">
                <a:solidFill>
                  <a:schemeClr val="bg1"/>
                </a:solidFill>
              </a:defRPr>
            </a:lvl4pPr>
            <a:lvl5pPr marL="95250" indent="0" algn="just">
              <a:lnSpc>
                <a:spcPct val="100000"/>
              </a:lnSpc>
              <a:spcBef>
                <a:spcPts val="400"/>
              </a:spcBef>
              <a:buClr>
                <a:schemeClr val="bg1"/>
              </a:buClr>
              <a:buFontTx/>
              <a:buNone/>
              <a:defRPr sz="1200" i="0">
                <a:solidFill>
                  <a:schemeClr val="bg1"/>
                </a:solidFill>
              </a:defRPr>
            </a:lvl5pPr>
            <a:lvl6pPr marL="95250" indent="0" algn="just">
              <a:lnSpc>
                <a:spcPct val="100000"/>
              </a:lnSpc>
              <a:spcBef>
                <a:spcPts val="400"/>
              </a:spcBef>
              <a:buClr>
                <a:schemeClr val="bg1"/>
              </a:buClr>
              <a:buFontTx/>
              <a:buNone/>
              <a:defRPr sz="1200" i="0">
                <a:solidFill>
                  <a:schemeClr val="bg1"/>
                </a:solidFill>
              </a:defRPr>
            </a:lvl6pPr>
            <a:lvl7pPr marL="95250" indent="0" algn="just">
              <a:lnSpc>
                <a:spcPct val="100000"/>
              </a:lnSpc>
              <a:spcBef>
                <a:spcPts val="400"/>
              </a:spcBef>
              <a:buClr>
                <a:schemeClr val="bg1"/>
              </a:buClr>
              <a:buFontTx/>
              <a:buNone/>
              <a:defRPr sz="1200" i="0" baseline="0">
                <a:solidFill>
                  <a:schemeClr val="bg1"/>
                </a:solidFill>
              </a:defRPr>
            </a:lvl7pPr>
            <a:lvl8pPr marL="95250" indent="0" algn="just">
              <a:lnSpc>
                <a:spcPct val="100000"/>
              </a:lnSpc>
              <a:spcBef>
                <a:spcPts val="400"/>
              </a:spcBef>
              <a:buClr>
                <a:schemeClr val="bg1"/>
              </a:buClr>
              <a:buFontTx/>
              <a:buNone/>
              <a:defRPr sz="1200" i="0" baseline="0">
                <a:solidFill>
                  <a:schemeClr val="bg1"/>
                </a:solidFill>
              </a:defRPr>
            </a:lvl8pPr>
            <a:lvl9pPr marL="95250" indent="0" algn="just">
              <a:lnSpc>
                <a:spcPct val="100000"/>
              </a:lnSpc>
              <a:spcBef>
                <a:spcPts val="400"/>
              </a:spcBef>
              <a:buClr>
                <a:schemeClr val="bg1"/>
              </a:buClr>
              <a:buFontTx/>
              <a:buNone/>
              <a:defRPr sz="1200" i="0" baseline="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Results or Key elements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345600" y="404665"/>
            <a:ext cx="9216000" cy="863748"/>
          </a:xfrm>
        </p:spPr>
        <p:txBody>
          <a:bodyPr lIns="108000" tIns="0" rIns="108000" bIns="0"/>
          <a:lstStyle>
            <a:lvl1pPr>
              <a:defRPr sz="2200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Complete with a title here that carries your message on two lines at most for more </a:t>
            </a:r>
            <a:r>
              <a:rPr lang="en-US" noProof="0" dirty="0"/>
              <a:t>readability</a:t>
            </a:r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45600" y="144314"/>
            <a:ext cx="9216000" cy="260350"/>
          </a:xfrm>
          <a:prstGeom prst="rect">
            <a:avLst/>
          </a:prstGeom>
        </p:spPr>
        <p:txBody>
          <a:bodyPr lIns="108000" tIns="0" rIns="108000" bIns="0" anchor="b"/>
          <a:lstStyle>
            <a:lvl1pPr>
              <a:spcBef>
                <a:spcPts val="0"/>
              </a:spcBef>
              <a:defRPr sz="1000" i="0" cap="all" baseline="0">
                <a:solidFill>
                  <a:schemeClr val="accent4"/>
                </a:solidFill>
                <a:latin typeface="+mj-lt"/>
              </a:defRPr>
            </a:lvl1pPr>
            <a:lvl2pPr>
              <a:defRPr sz="1000"/>
            </a:lvl2pPr>
          </a:lstStyle>
          <a:p>
            <a:pPr lvl="0"/>
            <a:r>
              <a:rPr lang="en-US" noProof="0" dirty="0"/>
              <a:t>Insert a top title here - must not exceed 1 line</a:t>
            </a:r>
          </a:p>
        </p:txBody>
      </p:sp>
    </p:spTree>
    <p:extLst>
      <p:ext uri="{BB962C8B-B14F-4D97-AF65-F5344CB8AC3E}">
        <p14:creationId xmlns:p14="http://schemas.microsoft.com/office/powerpoint/2010/main" val="317633521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ini Credentials - 6 Logos &amp; 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title" hasCustomPrompt="1"/>
          </p:nvPr>
        </p:nvSpPr>
        <p:spPr>
          <a:xfrm>
            <a:off x="345600" y="404665"/>
            <a:ext cx="9216000" cy="863748"/>
          </a:xfrm>
        </p:spPr>
        <p:txBody>
          <a:bodyPr lIns="108000" tIns="0" rIns="108000" bIns="0"/>
          <a:lstStyle>
            <a:lvl1pPr>
              <a:defRPr sz="2200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Complete with a title here that carries your message on two lines at most for more </a:t>
            </a:r>
            <a:r>
              <a:rPr lang="en-US" noProof="0" dirty="0"/>
              <a:t>readability</a:t>
            </a:r>
          </a:p>
        </p:txBody>
      </p:sp>
      <p:sp>
        <p:nvSpPr>
          <p:cNvPr id="22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45600" y="144314"/>
            <a:ext cx="9216000" cy="260350"/>
          </a:xfrm>
          <a:prstGeom prst="rect">
            <a:avLst/>
          </a:prstGeom>
        </p:spPr>
        <p:txBody>
          <a:bodyPr lIns="108000" tIns="0" rIns="108000" bIns="0" anchor="b"/>
          <a:lstStyle>
            <a:lvl1pPr>
              <a:spcBef>
                <a:spcPts val="0"/>
              </a:spcBef>
              <a:defRPr sz="1000" i="0" cap="all" baseline="0">
                <a:solidFill>
                  <a:schemeClr val="accent4"/>
                </a:solidFill>
                <a:latin typeface="+mj-lt"/>
              </a:defRPr>
            </a:lvl1pPr>
            <a:lvl2pPr>
              <a:defRPr sz="1000"/>
            </a:lvl2pPr>
          </a:lstStyle>
          <a:p>
            <a:pPr lvl="0"/>
            <a:r>
              <a:rPr lang="en-US" noProof="0" dirty="0"/>
              <a:t>Insert a top title here - must not exceed 1 line</a:t>
            </a:r>
          </a:p>
        </p:txBody>
      </p:sp>
      <p:sp>
        <p:nvSpPr>
          <p:cNvPr id="27" name="Text Placeholder 4"/>
          <p:cNvSpPr>
            <a:spLocks noGrp="1"/>
          </p:cNvSpPr>
          <p:nvPr>
            <p:ph type="body" sz="quarter" idx="48" hasCustomPrompt="1"/>
          </p:nvPr>
        </p:nvSpPr>
        <p:spPr>
          <a:xfrm>
            <a:off x="3545009" y="1280443"/>
            <a:ext cx="2808000" cy="360000"/>
          </a:xfrm>
          <a:noFill/>
        </p:spPr>
        <p:txBody>
          <a:bodyPr lIns="0" tIns="0" rIns="46800" bIns="0" anchor="ctr">
            <a:noAutofit/>
          </a:bodyPr>
          <a:lstStyle>
            <a:lvl1pPr marL="381000" indent="-285750" algn="l">
              <a:lnSpc>
                <a:spcPct val="100000"/>
              </a:lnSpc>
              <a:spcBef>
                <a:spcPts val="400"/>
              </a:spcBef>
              <a:buClr>
                <a:schemeClr val="bg2"/>
              </a:buClr>
              <a:buFont typeface="Tempus Sans ITC" panose="04020404030D07020202" pitchFamily="82" charset="0"/>
              <a:buChar char="/"/>
              <a:defRPr sz="1400" i="0" cap="none" baseline="0">
                <a:solidFill>
                  <a:schemeClr val="bg2"/>
                </a:solidFill>
              </a:defRPr>
            </a:lvl1pPr>
            <a:lvl2pPr marL="381000" indent="-285750" algn="just">
              <a:lnSpc>
                <a:spcPct val="100000"/>
              </a:lnSpc>
              <a:spcBef>
                <a:spcPts val="400"/>
              </a:spcBef>
              <a:buClr>
                <a:schemeClr val="bg2"/>
              </a:buClr>
              <a:buFont typeface="Tahoma" panose="020B0604030504040204" pitchFamily="34" charset="0"/>
              <a:buChar char="⁄"/>
              <a:defRPr sz="1400" i="0">
                <a:solidFill>
                  <a:schemeClr val="bg2"/>
                </a:solidFill>
              </a:defRPr>
            </a:lvl2pPr>
            <a:lvl3pPr marL="381000" indent="-285750" algn="just">
              <a:lnSpc>
                <a:spcPct val="100000"/>
              </a:lnSpc>
              <a:spcBef>
                <a:spcPts val="400"/>
              </a:spcBef>
              <a:buClr>
                <a:schemeClr val="bg2"/>
              </a:buClr>
              <a:buFont typeface="Tahoma" panose="020B0604030504040204" pitchFamily="34" charset="0"/>
              <a:buChar char="⁄"/>
              <a:defRPr sz="1400" i="0">
                <a:solidFill>
                  <a:schemeClr val="bg2"/>
                </a:solidFill>
              </a:defRPr>
            </a:lvl3pPr>
            <a:lvl4pPr marL="381000" indent="-285750" algn="just">
              <a:lnSpc>
                <a:spcPct val="100000"/>
              </a:lnSpc>
              <a:spcBef>
                <a:spcPts val="400"/>
              </a:spcBef>
              <a:buClr>
                <a:schemeClr val="bg2"/>
              </a:buClr>
              <a:buFont typeface="Tahoma" panose="020B0604030504040204" pitchFamily="34" charset="0"/>
              <a:buChar char="⁄"/>
              <a:defRPr sz="1400" i="0" cap="none" baseline="0">
                <a:solidFill>
                  <a:schemeClr val="bg2"/>
                </a:solidFill>
              </a:defRPr>
            </a:lvl4pPr>
            <a:lvl5pPr marL="381000" indent="-285750" algn="just">
              <a:lnSpc>
                <a:spcPct val="100000"/>
              </a:lnSpc>
              <a:spcBef>
                <a:spcPts val="400"/>
              </a:spcBef>
              <a:buClr>
                <a:schemeClr val="bg2"/>
              </a:buClr>
              <a:buFont typeface="Tahoma" panose="020B0604030504040204" pitchFamily="34" charset="0"/>
              <a:buChar char="⁄"/>
              <a:defRPr sz="1400" i="0">
                <a:solidFill>
                  <a:schemeClr val="bg2"/>
                </a:solidFill>
              </a:defRPr>
            </a:lvl5pPr>
            <a:lvl6pPr marL="381000" indent="-285750" algn="just">
              <a:lnSpc>
                <a:spcPct val="100000"/>
              </a:lnSpc>
              <a:spcBef>
                <a:spcPts val="400"/>
              </a:spcBef>
              <a:buClr>
                <a:schemeClr val="bg2"/>
              </a:buClr>
              <a:buFont typeface="Tahoma" panose="020B0604030504040204" pitchFamily="34" charset="0"/>
              <a:buChar char="⁄"/>
              <a:defRPr sz="1400" i="0">
                <a:solidFill>
                  <a:schemeClr val="bg2"/>
                </a:solidFill>
              </a:defRPr>
            </a:lvl6pPr>
            <a:lvl7pPr marL="381000" indent="-285750" algn="just">
              <a:lnSpc>
                <a:spcPct val="100000"/>
              </a:lnSpc>
              <a:spcBef>
                <a:spcPts val="400"/>
              </a:spcBef>
              <a:buClr>
                <a:schemeClr val="bg2"/>
              </a:buClr>
              <a:buFont typeface="Tahoma" panose="020B0604030504040204" pitchFamily="34" charset="0"/>
              <a:buChar char="⁄"/>
              <a:defRPr sz="1400" i="0" baseline="0">
                <a:solidFill>
                  <a:schemeClr val="bg2"/>
                </a:solidFill>
              </a:defRPr>
            </a:lvl7pPr>
            <a:lvl8pPr marL="381000" indent="-285750" algn="just">
              <a:lnSpc>
                <a:spcPct val="100000"/>
              </a:lnSpc>
              <a:spcBef>
                <a:spcPts val="400"/>
              </a:spcBef>
              <a:buClr>
                <a:schemeClr val="bg2"/>
              </a:buClr>
              <a:buFont typeface="Tahoma" panose="020B0604030504040204" pitchFamily="34" charset="0"/>
              <a:buChar char="⁄"/>
              <a:defRPr sz="1400" i="0" baseline="0">
                <a:solidFill>
                  <a:schemeClr val="bg2"/>
                </a:solidFill>
              </a:defRPr>
            </a:lvl8pPr>
            <a:lvl9pPr marL="381000" indent="-285750" algn="just">
              <a:lnSpc>
                <a:spcPct val="100000"/>
              </a:lnSpc>
              <a:spcBef>
                <a:spcPts val="400"/>
              </a:spcBef>
              <a:buClr>
                <a:schemeClr val="bg2"/>
              </a:buClr>
              <a:buFont typeface="Tahoma" panose="020B0604030504040204" pitchFamily="34" charset="0"/>
              <a:buChar char="⁄"/>
              <a:defRPr sz="1400" i="0" baseline="0">
                <a:solidFill>
                  <a:schemeClr val="bg2"/>
                </a:solidFill>
              </a:defRPr>
            </a:lvl9pPr>
          </a:lstStyle>
          <a:p>
            <a:pPr lvl="0"/>
            <a:r>
              <a:rPr lang="en-US" dirty="0"/>
              <a:t>Insert one line title</a:t>
            </a:r>
          </a:p>
        </p:txBody>
      </p:sp>
      <p:sp>
        <p:nvSpPr>
          <p:cNvPr id="28" name="Text Placeholder 4"/>
          <p:cNvSpPr>
            <a:spLocks noGrp="1"/>
          </p:cNvSpPr>
          <p:nvPr>
            <p:ph type="body" sz="quarter" idx="50" hasCustomPrompt="1"/>
          </p:nvPr>
        </p:nvSpPr>
        <p:spPr>
          <a:xfrm>
            <a:off x="3544150" y="1868127"/>
            <a:ext cx="2811439" cy="1419367"/>
          </a:xfrm>
          <a:noFill/>
          <a:ln>
            <a:solidFill>
              <a:schemeClr val="accent2"/>
            </a:solidFill>
          </a:ln>
        </p:spPr>
        <p:txBody>
          <a:bodyPr lIns="46800" rIns="46800" anchor="b">
            <a:noAutofit/>
          </a:bodyPr>
          <a:lstStyle>
            <a:lvl1pPr marL="46800" indent="0" algn="ctr">
              <a:lnSpc>
                <a:spcPct val="100000"/>
              </a:lnSpc>
              <a:spcBef>
                <a:spcPts val="400"/>
              </a:spcBef>
              <a:defRPr sz="1000" i="0" cap="none" baseline="0">
                <a:solidFill>
                  <a:schemeClr val="bg2"/>
                </a:solidFill>
              </a:defRPr>
            </a:lvl1pPr>
            <a:lvl2pPr marL="95250" indent="0" algn="just">
              <a:lnSpc>
                <a:spcPct val="100000"/>
              </a:lnSpc>
              <a:spcBef>
                <a:spcPts val="400"/>
              </a:spcBef>
              <a:buFontTx/>
              <a:buNone/>
              <a:defRPr sz="1000" i="0" cap="none" baseline="0">
                <a:solidFill>
                  <a:schemeClr val="tx1"/>
                </a:solidFill>
              </a:defRPr>
            </a:lvl2pPr>
            <a:lvl3pPr marL="95250" indent="0" algn="just">
              <a:lnSpc>
                <a:spcPct val="100000"/>
              </a:lnSpc>
              <a:spcBef>
                <a:spcPts val="400"/>
              </a:spcBef>
              <a:buFontTx/>
              <a:buNone/>
              <a:defRPr sz="1000" i="0">
                <a:solidFill>
                  <a:schemeClr val="tx1"/>
                </a:solidFill>
              </a:defRPr>
            </a:lvl3pPr>
            <a:lvl4pPr marL="95250" indent="0" algn="just">
              <a:lnSpc>
                <a:spcPct val="100000"/>
              </a:lnSpc>
              <a:spcBef>
                <a:spcPts val="400"/>
              </a:spcBef>
              <a:buFontTx/>
              <a:buNone/>
              <a:defRPr sz="1000" i="0" cap="none" baseline="0">
                <a:solidFill>
                  <a:schemeClr val="tx1"/>
                </a:solidFill>
              </a:defRPr>
            </a:lvl4pPr>
            <a:lvl5pPr marL="95250" indent="0" algn="just">
              <a:lnSpc>
                <a:spcPct val="100000"/>
              </a:lnSpc>
              <a:spcBef>
                <a:spcPts val="400"/>
              </a:spcBef>
              <a:buFontTx/>
              <a:buNone/>
              <a:defRPr sz="1000" i="0">
                <a:solidFill>
                  <a:schemeClr val="tx1"/>
                </a:solidFill>
              </a:defRPr>
            </a:lvl5pPr>
            <a:lvl6pPr marL="95250" indent="0" algn="just">
              <a:lnSpc>
                <a:spcPct val="100000"/>
              </a:lnSpc>
              <a:spcBef>
                <a:spcPts val="400"/>
              </a:spcBef>
              <a:buFontTx/>
              <a:buNone/>
              <a:defRPr sz="1000" i="0">
                <a:solidFill>
                  <a:schemeClr val="tx1"/>
                </a:solidFill>
              </a:defRPr>
            </a:lvl6pPr>
            <a:lvl7pPr marL="95250" indent="0" algn="just">
              <a:lnSpc>
                <a:spcPct val="100000"/>
              </a:lnSpc>
              <a:spcBef>
                <a:spcPts val="400"/>
              </a:spcBef>
              <a:buFontTx/>
              <a:buNone/>
              <a:defRPr sz="1000" i="0" baseline="0">
                <a:solidFill>
                  <a:schemeClr val="tx1"/>
                </a:solidFill>
              </a:defRPr>
            </a:lvl7pPr>
            <a:lvl8pPr marL="95250" indent="0" algn="just">
              <a:lnSpc>
                <a:spcPct val="100000"/>
              </a:lnSpc>
              <a:spcBef>
                <a:spcPts val="400"/>
              </a:spcBef>
              <a:buFontTx/>
              <a:buNone/>
              <a:defRPr sz="1000" i="0" baseline="0">
                <a:solidFill>
                  <a:schemeClr val="tx1"/>
                </a:solidFill>
              </a:defRPr>
            </a:lvl8pPr>
            <a:lvl9pPr marL="95250" indent="0" algn="just">
              <a:lnSpc>
                <a:spcPct val="100000"/>
              </a:lnSpc>
              <a:spcBef>
                <a:spcPts val="400"/>
              </a:spcBef>
              <a:buFontTx/>
              <a:buNone/>
              <a:defRPr sz="1000" i="0" baseline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This is a placeholder text to insert mission description (2 lines max)</a:t>
            </a:r>
          </a:p>
        </p:txBody>
      </p:sp>
      <p:sp>
        <p:nvSpPr>
          <p:cNvPr id="29" name="Text Placeholder 4"/>
          <p:cNvSpPr>
            <a:spLocks noGrp="1"/>
          </p:cNvSpPr>
          <p:nvPr>
            <p:ph type="body" sz="quarter" idx="61" hasCustomPrompt="1"/>
          </p:nvPr>
        </p:nvSpPr>
        <p:spPr>
          <a:xfrm>
            <a:off x="345600" y="1868127"/>
            <a:ext cx="2811439" cy="1419367"/>
          </a:xfrm>
          <a:noFill/>
          <a:ln>
            <a:solidFill>
              <a:schemeClr val="accent2"/>
            </a:solidFill>
          </a:ln>
        </p:spPr>
        <p:txBody>
          <a:bodyPr lIns="46800" rIns="46800" anchor="b">
            <a:noAutofit/>
          </a:bodyPr>
          <a:lstStyle>
            <a:lvl1pPr marL="46800" indent="0" algn="ctr">
              <a:lnSpc>
                <a:spcPct val="100000"/>
              </a:lnSpc>
              <a:spcBef>
                <a:spcPts val="400"/>
              </a:spcBef>
              <a:defRPr sz="1000" i="0" cap="none" baseline="0">
                <a:solidFill>
                  <a:schemeClr val="bg2"/>
                </a:solidFill>
              </a:defRPr>
            </a:lvl1pPr>
            <a:lvl2pPr marL="95250" indent="0" algn="just">
              <a:lnSpc>
                <a:spcPct val="100000"/>
              </a:lnSpc>
              <a:spcBef>
                <a:spcPts val="400"/>
              </a:spcBef>
              <a:buFontTx/>
              <a:buNone/>
              <a:defRPr sz="1000" i="0" cap="none" baseline="0">
                <a:solidFill>
                  <a:schemeClr val="tx1"/>
                </a:solidFill>
              </a:defRPr>
            </a:lvl2pPr>
            <a:lvl3pPr marL="95250" indent="0" algn="just">
              <a:lnSpc>
                <a:spcPct val="100000"/>
              </a:lnSpc>
              <a:spcBef>
                <a:spcPts val="400"/>
              </a:spcBef>
              <a:buFontTx/>
              <a:buNone/>
              <a:defRPr sz="1000" i="0">
                <a:solidFill>
                  <a:schemeClr val="tx1"/>
                </a:solidFill>
              </a:defRPr>
            </a:lvl3pPr>
            <a:lvl4pPr marL="95250" indent="0" algn="just">
              <a:lnSpc>
                <a:spcPct val="100000"/>
              </a:lnSpc>
              <a:spcBef>
                <a:spcPts val="400"/>
              </a:spcBef>
              <a:buFontTx/>
              <a:buNone/>
              <a:defRPr sz="1000" i="0" cap="none" baseline="0">
                <a:solidFill>
                  <a:schemeClr val="tx1"/>
                </a:solidFill>
              </a:defRPr>
            </a:lvl4pPr>
            <a:lvl5pPr marL="95250" indent="0" algn="just">
              <a:lnSpc>
                <a:spcPct val="100000"/>
              </a:lnSpc>
              <a:spcBef>
                <a:spcPts val="400"/>
              </a:spcBef>
              <a:buFontTx/>
              <a:buNone/>
              <a:defRPr sz="1000" i="0">
                <a:solidFill>
                  <a:schemeClr val="tx1"/>
                </a:solidFill>
              </a:defRPr>
            </a:lvl5pPr>
            <a:lvl6pPr marL="95250" indent="0" algn="just">
              <a:lnSpc>
                <a:spcPct val="100000"/>
              </a:lnSpc>
              <a:spcBef>
                <a:spcPts val="400"/>
              </a:spcBef>
              <a:buFontTx/>
              <a:buNone/>
              <a:defRPr sz="1000" i="0">
                <a:solidFill>
                  <a:schemeClr val="tx1"/>
                </a:solidFill>
              </a:defRPr>
            </a:lvl6pPr>
            <a:lvl7pPr marL="95250" indent="0" algn="just">
              <a:lnSpc>
                <a:spcPct val="100000"/>
              </a:lnSpc>
              <a:spcBef>
                <a:spcPts val="400"/>
              </a:spcBef>
              <a:buFontTx/>
              <a:buNone/>
              <a:defRPr sz="1000" i="0" baseline="0">
                <a:solidFill>
                  <a:schemeClr val="tx1"/>
                </a:solidFill>
              </a:defRPr>
            </a:lvl7pPr>
            <a:lvl8pPr marL="95250" indent="0" algn="just">
              <a:lnSpc>
                <a:spcPct val="100000"/>
              </a:lnSpc>
              <a:spcBef>
                <a:spcPts val="400"/>
              </a:spcBef>
              <a:buFontTx/>
              <a:buNone/>
              <a:defRPr sz="1000" i="0" baseline="0">
                <a:solidFill>
                  <a:schemeClr val="tx1"/>
                </a:solidFill>
              </a:defRPr>
            </a:lvl8pPr>
            <a:lvl9pPr marL="95250" indent="0" algn="just">
              <a:lnSpc>
                <a:spcPct val="100000"/>
              </a:lnSpc>
              <a:spcBef>
                <a:spcPts val="400"/>
              </a:spcBef>
              <a:buFontTx/>
              <a:buNone/>
              <a:defRPr sz="1000" i="0" baseline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This is a placeholder text to insert mission description (2 lines max)</a:t>
            </a:r>
          </a:p>
        </p:txBody>
      </p:sp>
      <p:sp>
        <p:nvSpPr>
          <p:cNvPr id="30" name="Text Placeholder 4"/>
          <p:cNvSpPr>
            <a:spLocks noGrp="1"/>
          </p:cNvSpPr>
          <p:nvPr>
            <p:ph type="body" sz="quarter" idx="62" hasCustomPrompt="1"/>
          </p:nvPr>
        </p:nvSpPr>
        <p:spPr>
          <a:xfrm>
            <a:off x="6742699" y="1868127"/>
            <a:ext cx="2811439" cy="1419367"/>
          </a:xfrm>
          <a:noFill/>
          <a:ln>
            <a:solidFill>
              <a:schemeClr val="accent2"/>
            </a:solidFill>
          </a:ln>
        </p:spPr>
        <p:txBody>
          <a:bodyPr lIns="46800" rIns="46800" anchor="b">
            <a:noAutofit/>
          </a:bodyPr>
          <a:lstStyle>
            <a:lvl1pPr marL="46800" indent="0" algn="ctr">
              <a:lnSpc>
                <a:spcPct val="100000"/>
              </a:lnSpc>
              <a:spcBef>
                <a:spcPts val="400"/>
              </a:spcBef>
              <a:defRPr sz="1000" i="0" cap="none" baseline="0">
                <a:solidFill>
                  <a:schemeClr val="bg2"/>
                </a:solidFill>
              </a:defRPr>
            </a:lvl1pPr>
            <a:lvl2pPr marL="95250" indent="0" algn="just">
              <a:lnSpc>
                <a:spcPct val="100000"/>
              </a:lnSpc>
              <a:spcBef>
                <a:spcPts val="400"/>
              </a:spcBef>
              <a:buFontTx/>
              <a:buNone/>
              <a:defRPr sz="1000" i="0" cap="none" baseline="0">
                <a:solidFill>
                  <a:schemeClr val="tx1"/>
                </a:solidFill>
              </a:defRPr>
            </a:lvl2pPr>
            <a:lvl3pPr marL="95250" indent="0" algn="just">
              <a:lnSpc>
                <a:spcPct val="100000"/>
              </a:lnSpc>
              <a:spcBef>
                <a:spcPts val="400"/>
              </a:spcBef>
              <a:buFontTx/>
              <a:buNone/>
              <a:defRPr sz="1000" i="0">
                <a:solidFill>
                  <a:schemeClr val="tx1"/>
                </a:solidFill>
              </a:defRPr>
            </a:lvl3pPr>
            <a:lvl4pPr marL="95250" indent="0" algn="just">
              <a:lnSpc>
                <a:spcPct val="100000"/>
              </a:lnSpc>
              <a:spcBef>
                <a:spcPts val="400"/>
              </a:spcBef>
              <a:buFontTx/>
              <a:buNone/>
              <a:defRPr sz="1000" i="0" cap="none" baseline="0">
                <a:solidFill>
                  <a:schemeClr val="tx1"/>
                </a:solidFill>
              </a:defRPr>
            </a:lvl4pPr>
            <a:lvl5pPr marL="95250" indent="0" algn="just">
              <a:lnSpc>
                <a:spcPct val="100000"/>
              </a:lnSpc>
              <a:spcBef>
                <a:spcPts val="400"/>
              </a:spcBef>
              <a:buFontTx/>
              <a:buNone/>
              <a:defRPr sz="1000" i="0">
                <a:solidFill>
                  <a:schemeClr val="tx1"/>
                </a:solidFill>
              </a:defRPr>
            </a:lvl5pPr>
            <a:lvl6pPr marL="95250" indent="0" algn="just">
              <a:lnSpc>
                <a:spcPct val="100000"/>
              </a:lnSpc>
              <a:spcBef>
                <a:spcPts val="400"/>
              </a:spcBef>
              <a:buFontTx/>
              <a:buNone/>
              <a:defRPr sz="1000" i="0">
                <a:solidFill>
                  <a:schemeClr val="tx1"/>
                </a:solidFill>
              </a:defRPr>
            </a:lvl6pPr>
            <a:lvl7pPr marL="95250" indent="0" algn="just">
              <a:lnSpc>
                <a:spcPct val="100000"/>
              </a:lnSpc>
              <a:spcBef>
                <a:spcPts val="400"/>
              </a:spcBef>
              <a:buFontTx/>
              <a:buNone/>
              <a:defRPr sz="1000" i="0" baseline="0">
                <a:solidFill>
                  <a:schemeClr val="tx1"/>
                </a:solidFill>
              </a:defRPr>
            </a:lvl7pPr>
            <a:lvl8pPr marL="95250" indent="0" algn="just">
              <a:lnSpc>
                <a:spcPct val="100000"/>
              </a:lnSpc>
              <a:spcBef>
                <a:spcPts val="400"/>
              </a:spcBef>
              <a:buFontTx/>
              <a:buNone/>
              <a:defRPr sz="1000" i="0" baseline="0">
                <a:solidFill>
                  <a:schemeClr val="tx1"/>
                </a:solidFill>
              </a:defRPr>
            </a:lvl8pPr>
            <a:lvl9pPr marL="95250" indent="0" algn="just">
              <a:lnSpc>
                <a:spcPct val="100000"/>
              </a:lnSpc>
              <a:spcBef>
                <a:spcPts val="400"/>
              </a:spcBef>
              <a:buFontTx/>
              <a:buNone/>
              <a:defRPr sz="1000" i="0" baseline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This is a placeholder text to insert mission description (2 lines max)</a:t>
            </a:r>
          </a:p>
        </p:txBody>
      </p:sp>
      <p:sp>
        <p:nvSpPr>
          <p:cNvPr id="39" name="Text Placeholder 4"/>
          <p:cNvSpPr>
            <a:spLocks noGrp="1"/>
          </p:cNvSpPr>
          <p:nvPr>
            <p:ph type="body" sz="quarter" idx="63" hasCustomPrompt="1"/>
          </p:nvPr>
        </p:nvSpPr>
        <p:spPr>
          <a:xfrm>
            <a:off x="3544150" y="3487377"/>
            <a:ext cx="2811439" cy="1419367"/>
          </a:xfrm>
          <a:noFill/>
          <a:ln>
            <a:solidFill>
              <a:schemeClr val="accent2"/>
            </a:solidFill>
          </a:ln>
        </p:spPr>
        <p:txBody>
          <a:bodyPr lIns="46800" rIns="46800" anchor="b">
            <a:noAutofit/>
          </a:bodyPr>
          <a:lstStyle>
            <a:lvl1pPr marL="46800" indent="0" algn="ctr">
              <a:lnSpc>
                <a:spcPct val="100000"/>
              </a:lnSpc>
              <a:spcBef>
                <a:spcPts val="400"/>
              </a:spcBef>
              <a:defRPr sz="1000" i="0" cap="none" baseline="0">
                <a:solidFill>
                  <a:schemeClr val="bg2"/>
                </a:solidFill>
              </a:defRPr>
            </a:lvl1pPr>
            <a:lvl2pPr marL="95250" indent="0" algn="just">
              <a:lnSpc>
                <a:spcPct val="100000"/>
              </a:lnSpc>
              <a:spcBef>
                <a:spcPts val="400"/>
              </a:spcBef>
              <a:buFontTx/>
              <a:buNone/>
              <a:defRPr sz="1000" i="0" cap="none" baseline="0">
                <a:solidFill>
                  <a:schemeClr val="tx1"/>
                </a:solidFill>
              </a:defRPr>
            </a:lvl2pPr>
            <a:lvl3pPr marL="95250" indent="0" algn="just">
              <a:lnSpc>
                <a:spcPct val="100000"/>
              </a:lnSpc>
              <a:spcBef>
                <a:spcPts val="400"/>
              </a:spcBef>
              <a:buFontTx/>
              <a:buNone/>
              <a:defRPr sz="1000" i="0">
                <a:solidFill>
                  <a:schemeClr val="tx1"/>
                </a:solidFill>
              </a:defRPr>
            </a:lvl3pPr>
            <a:lvl4pPr marL="95250" indent="0" algn="just">
              <a:lnSpc>
                <a:spcPct val="100000"/>
              </a:lnSpc>
              <a:spcBef>
                <a:spcPts val="400"/>
              </a:spcBef>
              <a:buFontTx/>
              <a:buNone/>
              <a:defRPr sz="1000" i="0" cap="none" baseline="0">
                <a:solidFill>
                  <a:schemeClr val="tx1"/>
                </a:solidFill>
              </a:defRPr>
            </a:lvl4pPr>
            <a:lvl5pPr marL="95250" indent="0" algn="just">
              <a:lnSpc>
                <a:spcPct val="100000"/>
              </a:lnSpc>
              <a:spcBef>
                <a:spcPts val="400"/>
              </a:spcBef>
              <a:buFontTx/>
              <a:buNone/>
              <a:defRPr sz="1000" i="0">
                <a:solidFill>
                  <a:schemeClr val="tx1"/>
                </a:solidFill>
              </a:defRPr>
            </a:lvl5pPr>
            <a:lvl6pPr marL="95250" indent="0" algn="just">
              <a:lnSpc>
                <a:spcPct val="100000"/>
              </a:lnSpc>
              <a:spcBef>
                <a:spcPts val="400"/>
              </a:spcBef>
              <a:buFontTx/>
              <a:buNone/>
              <a:defRPr sz="1000" i="0">
                <a:solidFill>
                  <a:schemeClr val="tx1"/>
                </a:solidFill>
              </a:defRPr>
            </a:lvl6pPr>
            <a:lvl7pPr marL="95250" indent="0" algn="just">
              <a:lnSpc>
                <a:spcPct val="100000"/>
              </a:lnSpc>
              <a:spcBef>
                <a:spcPts val="400"/>
              </a:spcBef>
              <a:buFontTx/>
              <a:buNone/>
              <a:defRPr sz="1000" i="0" baseline="0">
                <a:solidFill>
                  <a:schemeClr val="tx1"/>
                </a:solidFill>
              </a:defRPr>
            </a:lvl7pPr>
            <a:lvl8pPr marL="95250" indent="0" algn="just">
              <a:lnSpc>
                <a:spcPct val="100000"/>
              </a:lnSpc>
              <a:spcBef>
                <a:spcPts val="400"/>
              </a:spcBef>
              <a:buFontTx/>
              <a:buNone/>
              <a:defRPr sz="1000" i="0" baseline="0">
                <a:solidFill>
                  <a:schemeClr val="tx1"/>
                </a:solidFill>
              </a:defRPr>
            </a:lvl8pPr>
            <a:lvl9pPr marL="95250" indent="0" algn="just">
              <a:lnSpc>
                <a:spcPct val="100000"/>
              </a:lnSpc>
              <a:spcBef>
                <a:spcPts val="400"/>
              </a:spcBef>
              <a:buFontTx/>
              <a:buNone/>
              <a:defRPr sz="1000" i="0" baseline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This is a placeholder text to insert mission description (2 lines max)</a:t>
            </a:r>
          </a:p>
        </p:txBody>
      </p:sp>
      <p:sp>
        <p:nvSpPr>
          <p:cNvPr id="40" name="Text Placeholder 4"/>
          <p:cNvSpPr>
            <a:spLocks noGrp="1"/>
          </p:cNvSpPr>
          <p:nvPr>
            <p:ph type="body" sz="quarter" idx="64" hasCustomPrompt="1"/>
          </p:nvPr>
        </p:nvSpPr>
        <p:spPr>
          <a:xfrm>
            <a:off x="345600" y="3487377"/>
            <a:ext cx="2811439" cy="1419367"/>
          </a:xfrm>
          <a:noFill/>
          <a:ln>
            <a:solidFill>
              <a:schemeClr val="accent2"/>
            </a:solidFill>
          </a:ln>
        </p:spPr>
        <p:txBody>
          <a:bodyPr lIns="46800" rIns="46800" anchor="b">
            <a:noAutofit/>
          </a:bodyPr>
          <a:lstStyle>
            <a:lvl1pPr marL="46800" indent="0" algn="ctr">
              <a:lnSpc>
                <a:spcPct val="100000"/>
              </a:lnSpc>
              <a:spcBef>
                <a:spcPts val="400"/>
              </a:spcBef>
              <a:defRPr sz="1000" i="0" cap="none" baseline="0">
                <a:solidFill>
                  <a:schemeClr val="bg2"/>
                </a:solidFill>
              </a:defRPr>
            </a:lvl1pPr>
            <a:lvl2pPr marL="95250" indent="0" algn="just">
              <a:lnSpc>
                <a:spcPct val="100000"/>
              </a:lnSpc>
              <a:spcBef>
                <a:spcPts val="400"/>
              </a:spcBef>
              <a:buFontTx/>
              <a:buNone/>
              <a:defRPr sz="1000" i="0" cap="none" baseline="0">
                <a:solidFill>
                  <a:schemeClr val="tx1"/>
                </a:solidFill>
              </a:defRPr>
            </a:lvl2pPr>
            <a:lvl3pPr marL="95250" indent="0" algn="just">
              <a:lnSpc>
                <a:spcPct val="100000"/>
              </a:lnSpc>
              <a:spcBef>
                <a:spcPts val="400"/>
              </a:spcBef>
              <a:buFontTx/>
              <a:buNone/>
              <a:defRPr sz="1000" i="0">
                <a:solidFill>
                  <a:schemeClr val="tx1"/>
                </a:solidFill>
              </a:defRPr>
            </a:lvl3pPr>
            <a:lvl4pPr marL="95250" indent="0" algn="just">
              <a:lnSpc>
                <a:spcPct val="100000"/>
              </a:lnSpc>
              <a:spcBef>
                <a:spcPts val="400"/>
              </a:spcBef>
              <a:buFontTx/>
              <a:buNone/>
              <a:defRPr sz="1000" i="0" cap="none" baseline="0">
                <a:solidFill>
                  <a:schemeClr val="tx1"/>
                </a:solidFill>
              </a:defRPr>
            </a:lvl4pPr>
            <a:lvl5pPr marL="95250" indent="0" algn="just">
              <a:lnSpc>
                <a:spcPct val="100000"/>
              </a:lnSpc>
              <a:spcBef>
                <a:spcPts val="400"/>
              </a:spcBef>
              <a:buFontTx/>
              <a:buNone/>
              <a:defRPr sz="1000" i="0">
                <a:solidFill>
                  <a:schemeClr val="tx1"/>
                </a:solidFill>
              </a:defRPr>
            </a:lvl5pPr>
            <a:lvl6pPr marL="95250" indent="0" algn="just">
              <a:lnSpc>
                <a:spcPct val="100000"/>
              </a:lnSpc>
              <a:spcBef>
                <a:spcPts val="400"/>
              </a:spcBef>
              <a:buFontTx/>
              <a:buNone/>
              <a:defRPr sz="1000" i="0">
                <a:solidFill>
                  <a:schemeClr val="tx1"/>
                </a:solidFill>
              </a:defRPr>
            </a:lvl6pPr>
            <a:lvl7pPr marL="95250" indent="0" algn="just">
              <a:lnSpc>
                <a:spcPct val="100000"/>
              </a:lnSpc>
              <a:spcBef>
                <a:spcPts val="400"/>
              </a:spcBef>
              <a:buFontTx/>
              <a:buNone/>
              <a:defRPr sz="1000" i="0" baseline="0">
                <a:solidFill>
                  <a:schemeClr val="tx1"/>
                </a:solidFill>
              </a:defRPr>
            </a:lvl7pPr>
            <a:lvl8pPr marL="95250" indent="0" algn="just">
              <a:lnSpc>
                <a:spcPct val="100000"/>
              </a:lnSpc>
              <a:spcBef>
                <a:spcPts val="400"/>
              </a:spcBef>
              <a:buFontTx/>
              <a:buNone/>
              <a:defRPr sz="1000" i="0" baseline="0">
                <a:solidFill>
                  <a:schemeClr val="tx1"/>
                </a:solidFill>
              </a:defRPr>
            </a:lvl8pPr>
            <a:lvl9pPr marL="95250" indent="0" algn="just">
              <a:lnSpc>
                <a:spcPct val="100000"/>
              </a:lnSpc>
              <a:spcBef>
                <a:spcPts val="400"/>
              </a:spcBef>
              <a:buFontTx/>
              <a:buNone/>
              <a:defRPr sz="1000" i="0" baseline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This is a placeholder text to insert mission description (2 lines max)</a:t>
            </a:r>
          </a:p>
        </p:txBody>
      </p:sp>
      <p:sp>
        <p:nvSpPr>
          <p:cNvPr id="41" name="Text Placeholder 4"/>
          <p:cNvSpPr>
            <a:spLocks noGrp="1"/>
          </p:cNvSpPr>
          <p:nvPr>
            <p:ph type="body" sz="quarter" idx="65" hasCustomPrompt="1"/>
          </p:nvPr>
        </p:nvSpPr>
        <p:spPr>
          <a:xfrm>
            <a:off x="6742699" y="3487377"/>
            <a:ext cx="2811439" cy="1419367"/>
          </a:xfrm>
          <a:noFill/>
          <a:ln>
            <a:solidFill>
              <a:schemeClr val="accent2"/>
            </a:solidFill>
          </a:ln>
        </p:spPr>
        <p:txBody>
          <a:bodyPr lIns="46800" rIns="46800" anchor="b">
            <a:noAutofit/>
          </a:bodyPr>
          <a:lstStyle>
            <a:lvl1pPr marL="46800" indent="0" algn="ctr">
              <a:lnSpc>
                <a:spcPct val="100000"/>
              </a:lnSpc>
              <a:spcBef>
                <a:spcPts val="400"/>
              </a:spcBef>
              <a:defRPr sz="1000" i="0" cap="none" baseline="0">
                <a:solidFill>
                  <a:schemeClr val="bg2"/>
                </a:solidFill>
              </a:defRPr>
            </a:lvl1pPr>
            <a:lvl2pPr marL="95250" indent="0" algn="just">
              <a:lnSpc>
                <a:spcPct val="100000"/>
              </a:lnSpc>
              <a:spcBef>
                <a:spcPts val="400"/>
              </a:spcBef>
              <a:buFontTx/>
              <a:buNone/>
              <a:defRPr sz="1000" i="0" cap="none" baseline="0">
                <a:solidFill>
                  <a:schemeClr val="tx1"/>
                </a:solidFill>
              </a:defRPr>
            </a:lvl2pPr>
            <a:lvl3pPr marL="95250" indent="0" algn="just">
              <a:lnSpc>
                <a:spcPct val="100000"/>
              </a:lnSpc>
              <a:spcBef>
                <a:spcPts val="400"/>
              </a:spcBef>
              <a:buFontTx/>
              <a:buNone/>
              <a:defRPr sz="1000" i="0">
                <a:solidFill>
                  <a:schemeClr val="tx1"/>
                </a:solidFill>
              </a:defRPr>
            </a:lvl3pPr>
            <a:lvl4pPr marL="95250" indent="0" algn="just">
              <a:lnSpc>
                <a:spcPct val="100000"/>
              </a:lnSpc>
              <a:spcBef>
                <a:spcPts val="400"/>
              </a:spcBef>
              <a:buFontTx/>
              <a:buNone/>
              <a:defRPr sz="1000" i="0" cap="none" baseline="0">
                <a:solidFill>
                  <a:schemeClr val="tx1"/>
                </a:solidFill>
              </a:defRPr>
            </a:lvl4pPr>
            <a:lvl5pPr marL="95250" indent="0" algn="just">
              <a:lnSpc>
                <a:spcPct val="100000"/>
              </a:lnSpc>
              <a:spcBef>
                <a:spcPts val="400"/>
              </a:spcBef>
              <a:buFontTx/>
              <a:buNone/>
              <a:defRPr sz="1000" i="0">
                <a:solidFill>
                  <a:schemeClr val="tx1"/>
                </a:solidFill>
              </a:defRPr>
            </a:lvl5pPr>
            <a:lvl6pPr marL="95250" indent="0" algn="just">
              <a:lnSpc>
                <a:spcPct val="100000"/>
              </a:lnSpc>
              <a:spcBef>
                <a:spcPts val="400"/>
              </a:spcBef>
              <a:buFontTx/>
              <a:buNone/>
              <a:defRPr sz="1000" i="0">
                <a:solidFill>
                  <a:schemeClr val="tx1"/>
                </a:solidFill>
              </a:defRPr>
            </a:lvl6pPr>
            <a:lvl7pPr marL="95250" indent="0" algn="just">
              <a:lnSpc>
                <a:spcPct val="100000"/>
              </a:lnSpc>
              <a:spcBef>
                <a:spcPts val="400"/>
              </a:spcBef>
              <a:buFontTx/>
              <a:buNone/>
              <a:defRPr sz="1000" i="0" baseline="0">
                <a:solidFill>
                  <a:schemeClr val="tx1"/>
                </a:solidFill>
              </a:defRPr>
            </a:lvl7pPr>
            <a:lvl8pPr marL="95250" indent="0" algn="just">
              <a:lnSpc>
                <a:spcPct val="100000"/>
              </a:lnSpc>
              <a:spcBef>
                <a:spcPts val="400"/>
              </a:spcBef>
              <a:buFontTx/>
              <a:buNone/>
              <a:defRPr sz="1000" i="0" baseline="0">
                <a:solidFill>
                  <a:schemeClr val="tx1"/>
                </a:solidFill>
              </a:defRPr>
            </a:lvl8pPr>
            <a:lvl9pPr marL="95250" indent="0" algn="just">
              <a:lnSpc>
                <a:spcPct val="100000"/>
              </a:lnSpc>
              <a:spcBef>
                <a:spcPts val="400"/>
              </a:spcBef>
              <a:buFontTx/>
              <a:buNone/>
              <a:defRPr sz="1000" i="0" baseline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This is a placeholder text to insert mission description (2 lines max)</a:t>
            </a:r>
          </a:p>
        </p:txBody>
      </p:sp>
      <p:sp>
        <p:nvSpPr>
          <p:cNvPr id="42" name="Text Placeholder 4"/>
          <p:cNvSpPr>
            <a:spLocks noGrp="1"/>
          </p:cNvSpPr>
          <p:nvPr>
            <p:ph type="body" sz="quarter" idx="66" hasCustomPrompt="1"/>
          </p:nvPr>
        </p:nvSpPr>
        <p:spPr>
          <a:xfrm>
            <a:off x="345600" y="1280443"/>
            <a:ext cx="2808000" cy="360000"/>
          </a:xfrm>
          <a:noFill/>
        </p:spPr>
        <p:txBody>
          <a:bodyPr lIns="0" tIns="0" rIns="46800" bIns="0" anchor="ctr">
            <a:noAutofit/>
          </a:bodyPr>
          <a:lstStyle>
            <a:lvl1pPr marL="381000" indent="-285750" algn="l">
              <a:lnSpc>
                <a:spcPct val="100000"/>
              </a:lnSpc>
              <a:spcBef>
                <a:spcPts val="400"/>
              </a:spcBef>
              <a:buClr>
                <a:schemeClr val="bg2"/>
              </a:buClr>
              <a:buFont typeface="Tempus Sans ITC" panose="04020404030D07020202" pitchFamily="82" charset="0"/>
              <a:buChar char="/"/>
              <a:defRPr sz="1400" i="0" cap="none" baseline="0">
                <a:solidFill>
                  <a:schemeClr val="bg2"/>
                </a:solidFill>
              </a:defRPr>
            </a:lvl1pPr>
            <a:lvl2pPr marL="381000" indent="-285750" algn="just">
              <a:lnSpc>
                <a:spcPct val="100000"/>
              </a:lnSpc>
              <a:spcBef>
                <a:spcPts val="400"/>
              </a:spcBef>
              <a:buClr>
                <a:schemeClr val="bg2"/>
              </a:buClr>
              <a:buFont typeface="Tahoma" panose="020B0604030504040204" pitchFamily="34" charset="0"/>
              <a:buChar char="⁄"/>
              <a:defRPr sz="1400" i="0">
                <a:solidFill>
                  <a:schemeClr val="bg2"/>
                </a:solidFill>
              </a:defRPr>
            </a:lvl2pPr>
            <a:lvl3pPr marL="381000" indent="-285750" algn="just">
              <a:lnSpc>
                <a:spcPct val="100000"/>
              </a:lnSpc>
              <a:spcBef>
                <a:spcPts val="400"/>
              </a:spcBef>
              <a:buClr>
                <a:schemeClr val="bg2"/>
              </a:buClr>
              <a:buFont typeface="Tahoma" panose="020B0604030504040204" pitchFamily="34" charset="0"/>
              <a:buChar char="⁄"/>
              <a:defRPr sz="1400" i="0">
                <a:solidFill>
                  <a:schemeClr val="bg2"/>
                </a:solidFill>
              </a:defRPr>
            </a:lvl3pPr>
            <a:lvl4pPr marL="381000" indent="-285750" algn="just">
              <a:lnSpc>
                <a:spcPct val="100000"/>
              </a:lnSpc>
              <a:spcBef>
                <a:spcPts val="400"/>
              </a:spcBef>
              <a:buClr>
                <a:schemeClr val="bg2"/>
              </a:buClr>
              <a:buFont typeface="Tahoma" panose="020B0604030504040204" pitchFamily="34" charset="0"/>
              <a:buChar char="⁄"/>
              <a:defRPr sz="1400" i="0" cap="none" baseline="0">
                <a:solidFill>
                  <a:schemeClr val="bg2"/>
                </a:solidFill>
              </a:defRPr>
            </a:lvl4pPr>
            <a:lvl5pPr marL="381000" indent="-285750" algn="just">
              <a:lnSpc>
                <a:spcPct val="100000"/>
              </a:lnSpc>
              <a:spcBef>
                <a:spcPts val="400"/>
              </a:spcBef>
              <a:buClr>
                <a:schemeClr val="bg2"/>
              </a:buClr>
              <a:buFont typeface="Tahoma" panose="020B0604030504040204" pitchFamily="34" charset="0"/>
              <a:buChar char="⁄"/>
              <a:defRPr sz="1400" i="0">
                <a:solidFill>
                  <a:schemeClr val="bg2"/>
                </a:solidFill>
              </a:defRPr>
            </a:lvl5pPr>
            <a:lvl6pPr marL="381000" indent="-285750" algn="just">
              <a:lnSpc>
                <a:spcPct val="100000"/>
              </a:lnSpc>
              <a:spcBef>
                <a:spcPts val="400"/>
              </a:spcBef>
              <a:buClr>
                <a:schemeClr val="bg2"/>
              </a:buClr>
              <a:buFont typeface="Tahoma" panose="020B0604030504040204" pitchFamily="34" charset="0"/>
              <a:buChar char="⁄"/>
              <a:defRPr sz="1400" i="0">
                <a:solidFill>
                  <a:schemeClr val="bg2"/>
                </a:solidFill>
              </a:defRPr>
            </a:lvl6pPr>
            <a:lvl7pPr marL="381000" indent="-285750" algn="just">
              <a:lnSpc>
                <a:spcPct val="100000"/>
              </a:lnSpc>
              <a:spcBef>
                <a:spcPts val="400"/>
              </a:spcBef>
              <a:buClr>
                <a:schemeClr val="bg2"/>
              </a:buClr>
              <a:buFont typeface="Tahoma" panose="020B0604030504040204" pitchFamily="34" charset="0"/>
              <a:buChar char="⁄"/>
              <a:defRPr sz="1400" i="0" baseline="0">
                <a:solidFill>
                  <a:schemeClr val="bg2"/>
                </a:solidFill>
              </a:defRPr>
            </a:lvl7pPr>
            <a:lvl8pPr marL="381000" indent="-285750" algn="just">
              <a:lnSpc>
                <a:spcPct val="100000"/>
              </a:lnSpc>
              <a:spcBef>
                <a:spcPts val="400"/>
              </a:spcBef>
              <a:buClr>
                <a:schemeClr val="bg2"/>
              </a:buClr>
              <a:buFont typeface="Tahoma" panose="020B0604030504040204" pitchFamily="34" charset="0"/>
              <a:buChar char="⁄"/>
              <a:defRPr sz="1400" i="0" baseline="0">
                <a:solidFill>
                  <a:schemeClr val="bg2"/>
                </a:solidFill>
              </a:defRPr>
            </a:lvl8pPr>
            <a:lvl9pPr marL="381000" indent="-285750" algn="just">
              <a:lnSpc>
                <a:spcPct val="100000"/>
              </a:lnSpc>
              <a:spcBef>
                <a:spcPts val="400"/>
              </a:spcBef>
              <a:buClr>
                <a:schemeClr val="bg2"/>
              </a:buClr>
              <a:buFont typeface="Tahoma" panose="020B0604030504040204" pitchFamily="34" charset="0"/>
              <a:buChar char="⁄"/>
              <a:defRPr sz="1400" i="0" baseline="0">
                <a:solidFill>
                  <a:schemeClr val="bg2"/>
                </a:solidFill>
              </a:defRPr>
            </a:lvl9pPr>
          </a:lstStyle>
          <a:p>
            <a:pPr lvl="0"/>
            <a:r>
              <a:rPr lang="en-US" dirty="0"/>
              <a:t>Insert one line title</a:t>
            </a:r>
          </a:p>
        </p:txBody>
      </p:sp>
      <p:sp>
        <p:nvSpPr>
          <p:cNvPr id="44" name="Text Placeholder 4"/>
          <p:cNvSpPr>
            <a:spLocks noGrp="1"/>
          </p:cNvSpPr>
          <p:nvPr>
            <p:ph type="body" sz="quarter" idx="67" hasCustomPrompt="1"/>
          </p:nvPr>
        </p:nvSpPr>
        <p:spPr>
          <a:xfrm>
            <a:off x="6744418" y="1280443"/>
            <a:ext cx="2808000" cy="360000"/>
          </a:xfrm>
          <a:noFill/>
        </p:spPr>
        <p:txBody>
          <a:bodyPr lIns="0" tIns="0" rIns="46800" bIns="0" anchor="ctr">
            <a:noAutofit/>
          </a:bodyPr>
          <a:lstStyle>
            <a:lvl1pPr marL="381000" indent="-285750" algn="l">
              <a:lnSpc>
                <a:spcPct val="100000"/>
              </a:lnSpc>
              <a:spcBef>
                <a:spcPts val="400"/>
              </a:spcBef>
              <a:buClr>
                <a:schemeClr val="bg2"/>
              </a:buClr>
              <a:buFont typeface="Tempus Sans ITC" panose="04020404030D07020202" pitchFamily="82" charset="0"/>
              <a:buChar char="/"/>
              <a:defRPr sz="1400" i="0" cap="none" baseline="0">
                <a:solidFill>
                  <a:schemeClr val="bg2"/>
                </a:solidFill>
              </a:defRPr>
            </a:lvl1pPr>
            <a:lvl2pPr marL="381000" indent="-285750" algn="just">
              <a:lnSpc>
                <a:spcPct val="100000"/>
              </a:lnSpc>
              <a:spcBef>
                <a:spcPts val="400"/>
              </a:spcBef>
              <a:buClr>
                <a:schemeClr val="bg2"/>
              </a:buClr>
              <a:buFont typeface="Tahoma" panose="020B0604030504040204" pitchFamily="34" charset="0"/>
              <a:buChar char="⁄"/>
              <a:defRPr sz="1400" i="0">
                <a:solidFill>
                  <a:schemeClr val="bg2"/>
                </a:solidFill>
              </a:defRPr>
            </a:lvl2pPr>
            <a:lvl3pPr marL="381000" indent="-285750" algn="just">
              <a:lnSpc>
                <a:spcPct val="100000"/>
              </a:lnSpc>
              <a:spcBef>
                <a:spcPts val="400"/>
              </a:spcBef>
              <a:buClr>
                <a:schemeClr val="bg2"/>
              </a:buClr>
              <a:buFont typeface="Tahoma" panose="020B0604030504040204" pitchFamily="34" charset="0"/>
              <a:buChar char="⁄"/>
              <a:defRPr sz="1400" i="0">
                <a:solidFill>
                  <a:schemeClr val="bg2"/>
                </a:solidFill>
              </a:defRPr>
            </a:lvl3pPr>
            <a:lvl4pPr marL="381000" indent="-285750" algn="just">
              <a:lnSpc>
                <a:spcPct val="100000"/>
              </a:lnSpc>
              <a:spcBef>
                <a:spcPts val="400"/>
              </a:spcBef>
              <a:buClr>
                <a:schemeClr val="bg2"/>
              </a:buClr>
              <a:buFont typeface="Tahoma" panose="020B0604030504040204" pitchFamily="34" charset="0"/>
              <a:buChar char="⁄"/>
              <a:defRPr sz="1400" i="0" cap="none" baseline="0">
                <a:solidFill>
                  <a:schemeClr val="bg2"/>
                </a:solidFill>
              </a:defRPr>
            </a:lvl4pPr>
            <a:lvl5pPr marL="381000" indent="-285750" algn="just">
              <a:lnSpc>
                <a:spcPct val="100000"/>
              </a:lnSpc>
              <a:spcBef>
                <a:spcPts val="400"/>
              </a:spcBef>
              <a:buClr>
                <a:schemeClr val="bg2"/>
              </a:buClr>
              <a:buFont typeface="Tahoma" panose="020B0604030504040204" pitchFamily="34" charset="0"/>
              <a:buChar char="⁄"/>
              <a:defRPr sz="1400" i="0">
                <a:solidFill>
                  <a:schemeClr val="bg2"/>
                </a:solidFill>
              </a:defRPr>
            </a:lvl5pPr>
            <a:lvl6pPr marL="381000" indent="-285750" algn="just">
              <a:lnSpc>
                <a:spcPct val="100000"/>
              </a:lnSpc>
              <a:spcBef>
                <a:spcPts val="400"/>
              </a:spcBef>
              <a:buClr>
                <a:schemeClr val="bg2"/>
              </a:buClr>
              <a:buFont typeface="Tahoma" panose="020B0604030504040204" pitchFamily="34" charset="0"/>
              <a:buChar char="⁄"/>
              <a:defRPr sz="1400" i="0">
                <a:solidFill>
                  <a:schemeClr val="bg2"/>
                </a:solidFill>
              </a:defRPr>
            </a:lvl6pPr>
            <a:lvl7pPr marL="381000" indent="-285750" algn="just">
              <a:lnSpc>
                <a:spcPct val="100000"/>
              </a:lnSpc>
              <a:spcBef>
                <a:spcPts val="400"/>
              </a:spcBef>
              <a:buClr>
                <a:schemeClr val="bg2"/>
              </a:buClr>
              <a:buFont typeface="Tahoma" panose="020B0604030504040204" pitchFamily="34" charset="0"/>
              <a:buChar char="⁄"/>
              <a:defRPr sz="1400" i="0" baseline="0">
                <a:solidFill>
                  <a:schemeClr val="bg2"/>
                </a:solidFill>
              </a:defRPr>
            </a:lvl7pPr>
            <a:lvl8pPr marL="381000" indent="-285750" algn="just">
              <a:lnSpc>
                <a:spcPct val="100000"/>
              </a:lnSpc>
              <a:spcBef>
                <a:spcPts val="400"/>
              </a:spcBef>
              <a:buClr>
                <a:schemeClr val="bg2"/>
              </a:buClr>
              <a:buFont typeface="Tahoma" panose="020B0604030504040204" pitchFamily="34" charset="0"/>
              <a:buChar char="⁄"/>
              <a:defRPr sz="1400" i="0" baseline="0">
                <a:solidFill>
                  <a:schemeClr val="bg2"/>
                </a:solidFill>
              </a:defRPr>
            </a:lvl8pPr>
            <a:lvl9pPr marL="381000" indent="-285750" algn="just">
              <a:lnSpc>
                <a:spcPct val="100000"/>
              </a:lnSpc>
              <a:spcBef>
                <a:spcPts val="400"/>
              </a:spcBef>
              <a:buClr>
                <a:schemeClr val="bg2"/>
              </a:buClr>
              <a:buFont typeface="Tahoma" panose="020B0604030504040204" pitchFamily="34" charset="0"/>
              <a:buChar char="⁄"/>
              <a:defRPr sz="1400" i="0" baseline="0">
                <a:solidFill>
                  <a:schemeClr val="bg2"/>
                </a:solidFill>
              </a:defRPr>
            </a:lvl9pPr>
          </a:lstStyle>
          <a:p>
            <a:pPr lvl="0"/>
            <a:r>
              <a:rPr lang="en-US" dirty="0"/>
              <a:t>Insert one line title</a:t>
            </a:r>
          </a:p>
        </p:txBody>
      </p:sp>
      <p:sp>
        <p:nvSpPr>
          <p:cNvPr id="45" name="Picture Placeholder 2"/>
          <p:cNvSpPr>
            <a:spLocks noGrp="1"/>
          </p:cNvSpPr>
          <p:nvPr>
            <p:ph type="pic" sz="quarter" idx="55" hasCustomPrompt="1"/>
          </p:nvPr>
        </p:nvSpPr>
        <p:spPr>
          <a:xfrm>
            <a:off x="843857" y="2058155"/>
            <a:ext cx="1800000" cy="612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Insert client logo</a:t>
            </a:r>
          </a:p>
        </p:txBody>
      </p:sp>
      <p:sp>
        <p:nvSpPr>
          <p:cNvPr id="46" name="Picture Placeholder 2"/>
          <p:cNvSpPr>
            <a:spLocks noGrp="1"/>
          </p:cNvSpPr>
          <p:nvPr>
            <p:ph type="pic" sz="quarter" idx="56" hasCustomPrompt="1"/>
          </p:nvPr>
        </p:nvSpPr>
        <p:spPr>
          <a:xfrm>
            <a:off x="4046137" y="2058155"/>
            <a:ext cx="1800000" cy="612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Insert client logo</a:t>
            </a:r>
          </a:p>
        </p:txBody>
      </p:sp>
      <p:sp>
        <p:nvSpPr>
          <p:cNvPr id="47" name="Picture Placeholder 2"/>
          <p:cNvSpPr>
            <a:spLocks noGrp="1"/>
          </p:cNvSpPr>
          <p:nvPr>
            <p:ph type="pic" sz="quarter" idx="57" hasCustomPrompt="1"/>
          </p:nvPr>
        </p:nvSpPr>
        <p:spPr>
          <a:xfrm>
            <a:off x="7248418" y="2058155"/>
            <a:ext cx="1800000" cy="612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Insert client logo</a:t>
            </a:r>
          </a:p>
        </p:txBody>
      </p:sp>
      <p:sp>
        <p:nvSpPr>
          <p:cNvPr id="48" name="Picture Placeholder 2"/>
          <p:cNvSpPr>
            <a:spLocks noGrp="1"/>
          </p:cNvSpPr>
          <p:nvPr>
            <p:ph type="pic" sz="quarter" idx="58" hasCustomPrompt="1"/>
          </p:nvPr>
        </p:nvSpPr>
        <p:spPr>
          <a:xfrm>
            <a:off x="843857" y="3694450"/>
            <a:ext cx="1800000" cy="612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Insert client logo</a:t>
            </a:r>
          </a:p>
        </p:txBody>
      </p:sp>
      <p:sp>
        <p:nvSpPr>
          <p:cNvPr id="49" name="Picture Placeholder 2"/>
          <p:cNvSpPr>
            <a:spLocks noGrp="1"/>
          </p:cNvSpPr>
          <p:nvPr>
            <p:ph type="pic" sz="quarter" idx="59" hasCustomPrompt="1"/>
          </p:nvPr>
        </p:nvSpPr>
        <p:spPr>
          <a:xfrm>
            <a:off x="4046137" y="3694450"/>
            <a:ext cx="1800000" cy="612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Insert client logo</a:t>
            </a:r>
          </a:p>
        </p:txBody>
      </p:sp>
      <p:sp>
        <p:nvSpPr>
          <p:cNvPr id="50" name="Picture Placeholder 2"/>
          <p:cNvSpPr>
            <a:spLocks noGrp="1"/>
          </p:cNvSpPr>
          <p:nvPr>
            <p:ph type="pic" sz="quarter" idx="60" hasCustomPrompt="1"/>
          </p:nvPr>
        </p:nvSpPr>
        <p:spPr>
          <a:xfrm>
            <a:off x="7248418" y="3694450"/>
            <a:ext cx="1800000" cy="612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Insert client logo</a:t>
            </a:r>
          </a:p>
        </p:txBody>
      </p:sp>
    </p:spTree>
    <p:extLst>
      <p:ext uri="{BB962C8B-B14F-4D97-AF65-F5344CB8AC3E}">
        <p14:creationId xmlns:p14="http://schemas.microsoft.com/office/powerpoint/2010/main" val="3106149977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rriculum Vita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7208874" y="0"/>
            <a:ext cx="2697126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800" dirty="0">
              <a:solidFill>
                <a:srgbClr val="FFFFFF"/>
              </a:solidFill>
            </a:endParaRPr>
          </a:p>
        </p:txBody>
      </p:sp>
      <p:sp>
        <p:nvSpPr>
          <p:cNvPr id="20" name="Espace réservé du texte 19"/>
          <p:cNvSpPr>
            <a:spLocks noGrp="1"/>
          </p:cNvSpPr>
          <p:nvPr>
            <p:ph type="body" sz="quarter" idx="28" hasCustomPrompt="1"/>
          </p:nvPr>
        </p:nvSpPr>
        <p:spPr>
          <a:xfrm>
            <a:off x="7477437" y="2236705"/>
            <a:ext cx="2160000" cy="252000"/>
          </a:xfrm>
          <a:prstGeom prst="rect">
            <a:avLst/>
          </a:prstGeom>
        </p:spPr>
        <p:txBody>
          <a:bodyPr anchor="ctr">
            <a:noAutofit/>
          </a:bodyPr>
          <a:lstStyle>
            <a:lvl1pPr algn="r">
              <a:defRPr sz="1200" b="1" cap="none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 dirty="0"/>
              <a:t>First Name Last Name</a:t>
            </a:r>
          </a:p>
        </p:txBody>
      </p:sp>
      <p:sp>
        <p:nvSpPr>
          <p:cNvPr id="22" name="Espace réservé du texte 19"/>
          <p:cNvSpPr>
            <a:spLocks noGrp="1"/>
          </p:cNvSpPr>
          <p:nvPr>
            <p:ph type="body" sz="quarter" idx="30" hasCustomPrompt="1"/>
          </p:nvPr>
        </p:nvSpPr>
        <p:spPr>
          <a:xfrm>
            <a:off x="7477437" y="2508058"/>
            <a:ext cx="2160000" cy="252000"/>
          </a:xfrm>
          <a:prstGeom prst="rect">
            <a:avLst/>
          </a:prstGeom>
        </p:spPr>
        <p:txBody>
          <a:bodyPr anchor="ctr">
            <a:noAutofit/>
          </a:bodyPr>
          <a:lstStyle>
            <a:lvl1pPr algn="r">
              <a:defRPr sz="1100" cap="none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 dirty="0"/>
              <a:t>Grade</a:t>
            </a:r>
          </a:p>
        </p:txBody>
      </p:sp>
      <p:sp>
        <p:nvSpPr>
          <p:cNvPr id="23" name="Espace réservé du texte 19"/>
          <p:cNvSpPr>
            <a:spLocks noGrp="1"/>
          </p:cNvSpPr>
          <p:nvPr>
            <p:ph type="body" sz="quarter" idx="31" hasCustomPrompt="1"/>
          </p:nvPr>
        </p:nvSpPr>
        <p:spPr>
          <a:xfrm>
            <a:off x="7477437" y="2779411"/>
            <a:ext cx="2160000" cy="252000"/>
          </a:xfrm>
          <a:prstGeom prst="rect">
            <a:avLst/>
          </a:prstGeom>
        </p:spPr>
        <p:txBody>
          <a:bodyPr anchor="ctr">
            <a:noAutofit/>
          </a:bodyPr>
          <a:lstStyle>
            <a:lvl1pPr algn="r">
              <a:defRPr sz="1000" cap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 dirty="0"/>
              <a:t>Number of years of experience</a:t>
            </a:r>
          </a:p>
        </p:txBody>
      </p:sp>
      <p:sp>
        <p:nvSpPr>
          <p:cNvPr id="25" name="Espace réservé du texte 24"/>
          <p:cNvSpPr>
            <a:spLocks noGrp="1"/>
          </p:cNvSpPr>
          <p:nvPr>
            <p:ph type="body" sz="quarter" idx="32" hasCustomPrompt="1"/>
          </p:nvPr>
        </p:nvSpPr>
        <p:spPr>
          <a:xfrm>
            <a:off x="7477437" y="3293348"/>
            <a:ext cx="2160000" cy="1855651"/>
          </a:xfrm>
          <a:prstGeom prst="rect">
            <a:avLst/>
          </a:prstGeom>
        </p:spPr>
        <p:txBody>
          <a:bodyPr anchor="ctr">
            <a:noAutofit/>
          </a:bodyPr>
          <a:lstStyle>
            <a:lvl1pPr algn="r">
              <a:defRPr sz="1050" i="1" cap="none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 dirty="0"/>
              <a:t>Write here a short and personal description  emphasizing your profile and your competencies. This text should be written in the first person and in 50 words at most</a:t>
            </a:r>
          </a:p>
        </p:txBody>
      </p:sp>
      <p:sp>
        <p:nvSpPr>
          <p:cNvPr id="33" name="Espace réservé du texte 32"/>
          <p:cNvSpPr>
            <a:spLocks noGrp="1"/>
          </p:cNvSpPr>
          <p:nvPr>
            <p:ph type="body" sz="quarter" idx="34" hasCustomPrompt="1"/>
          </p:nvPr>
        </p:nvSpPr>
        <p:spPr>
          <a:xfrm>
            <a:off x="7477437" y="5399314"/>
            <a:ext cx="2160000" cy="104321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spcBef>
                <a:spcPts val="200"/>
              </a:spcBef>
              <a:spcAft>
                <a:spcPts val="200"/>
              </a:spcAft>
              <a:buClr>
                <a:schemeClr val="bg2"/>
              </a:buClr>
              <a:buFont typeface="Tahoma" panose="020B0604030504040204" pitchFamily="34" charset="0"/>
              <a:buNone/>
              <a:defRPr sz="900" cap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 dirty="0"/>
              <a:t>Education</a:t>
            </a:r>
          </a:p>
          <a:p>
            <a:pPr lvl="0"/>
            <a:r>
              <a:rPr lang="en-US" noProof="0" dirty="0"/>
              <a:t>Certification(s)</a:t>
            </a:r>
          </a:p>
          <a:p>
            <a:pPr lvl="0"/>
            <a:r>
              <a:rPr lang="en-US" noProof="0" dirty="0"/>
              <a:t>Internal Responsibilities</a:t>
            </a:r>
          </a:p>
          <a:p>
            <a:pPr lvl="0"/>
            <a:r>
              <a:rPr lang="en-US" noProof="0" dirty="0"/>
              <a:t>Language(s) and level(s)</a:t>
            </a:r>
          </a:p>
        </p:txBody>
      </p:sp>
      <p:sp>
        <p:nvSpPr>
          <p:cNvPr id="10" name="Espace réservé pour une image  9"/>
          <p:cNvSpPr>
            <a:spLocks noGrp="1"/>
          </p:cNvSpPr>
          <p:nvPr>
            <p:ph type="pic" sz="quarter" idx="35" hasCustomPrompt="1"/>
          </p:nvPr>
        </p:nvSpPr>
        <p:spPr>
          <a:xfrm>
            <a:off x="7616135" y="188070"/>
            <a:ext cx="1882605" cy="1882704"/>
          </a:xfrm>
          <a:custGeom>
            <a:avLst/>
            <a:gdLst>
              <a:gd name="connsiteX0" fmla="*/ 2027901 w 2880000"/>
              <a:gd name="connsiteY0" fmla="*/ 2754523 h 2880000"/>
              <a:gd name="connsiteX1" fmla="*/ 323082 w 2880000"/>
              <a:gd name="connsiteY1" fmla="*/ 2348897 h 2880000"/>
              <a:gd name="connsiteX2" fmla="*/ 272384 w 2880000"/>
              <a:gd name="connsiteY2" fmla="*/ 597221 h 2880000"/>
              <a:gd name="connsiteX3" fmla="*/ 1950889 w 2880000"/>
              <a:gd name="connsiteY3" fmla="*/ 93674 h 2880000"/>
              <a:gd name="connsiteX4" fmla="*/ 2872781 w 2880000"/>
              <a:gd name="connsiteY4" fmla="*/ 1583995 h 2880000"/>
              <a:gd name="connsiteX5" fmla="*/ 2027901 w 2880000"/>
              <a:gd name="connsiteY5" fmla="*/ 2754523 h 2880000"/>
              <a:gd name="connsiteX0" fmla="*/ 2027903 w 2880049"/>
              <a:gd name="connsiteY0" fmla="*/ 2754637 h 2880200"/>
              <a:gd name="connsiteX1" fmla="*/ 323084 w 2880049"/>
              <a:gd name="connsiteY1" fmla="*/ 2349011 h 2880200"/>
              <a:gd name="connsiteX2" fmla="*/ 272386 w 2880049"/>
              <a:gd name="connsiteY2" fmla="*/ 597335 h 2880200"/>
              <a:gd name="connsiteX3" fmla="*/ 1950891 w 2880049"/>
              <a:gd name="connsiteY3" fmla="*/ 93788 h 2880200"/>
              <a:gd name="connsiteX4" fmla="*/ 2872783 w 2880049"/>
              <a:gd name="connsiteY4" fmla="*/ 1584109 h 2880200"/>
              <a:gd name="connsiteX5" fmla="*/ 2027903 w 2880049"/>
              <a:gd name="connsiteY5" fmla="*/ 2754637 h 2880200"/>
              <a:gd name="connsiteX0" fmla="*/ 2027903 w 2880049"/>
              <a:gd name="connsiteY0" fmla="*/ 2754637 h 2880200"/>
              <a:gd name="connsiteX1" fmla="*/ 323084 w 2880049"/>
              <a:gd name="connsiteY1" fmla="*/ 2349011 h 2880200"/>
              <a:gd name="connsiteX2" fmla="*/ 272386 w 2880049"/>
              <a:gd name="connsiteY2" fmla="*/ 597335 h 2880200"/>
              <a:gd name="connsiteX3" fmla="*/ 1950891 w 2880049"/>
              <a:gd name="connsiteY3" fmla="*/ 93788 h 2880200"/>
              <a:gd name="connsiteX4" fmla="*/ 2872783 w 2880049"/>
              <a:gd name="connsiteY4" fmla="*/ 1584109 h 2880200"/>
              <a:gd name="connsiteX5" fmla="*/ 2027903 w 2880049"/>
              <a:gd name="connsiteY5" fmla="*/ 2754637 h 2880200"/>
              <a:gd name="connsiteX0" fmla="*/ 2027903 w 2880049"/>
              <a:gd name="connsiteY0" fmla="*/ 2754637 h 2880200"/>
              <a:gd name="connsiteX1" fmla="*/ 323084 w 2880049"/>
              <a:gd name="connsiteY1" fmla="*/ 2349011 h 2880200"/>
              <a:gd name="connsiteX2" fmla="*/ 272386 w 2880049"/>
              <a:gd name="connsiteY2" fmla="*/ 597335 h 2880200"/>
              <a:gd name="connsiteX3" fmla="*/ 1950891 w 2880049"/>
              <a:gd name="connsiteY3" fmla="*/ 93788 h 2880200"/>
              <a:gd name="connsiteX4" fmla="*/ 2872783 w 2880049"/>
              <a:gd name="connsiteY4" fmla="*/ 1584109 h 2880200"/>
              <a:gd name="connsiteX5" fmla="*/ 2027903 w 2880049"/>
              <a:gd name="connsiteY5" fmla="*/ 2754637 h 2880200"/>
              <a:gd name="connsiteX0" fmla="*/ 2027903 w 2880049"/>
              <a:gd name="connsiteY0" fmla="*/ 2754637 h 2880200"/>
              <a:gd name="connsiteX1" fmla="*/ 323084 w 2880049"/>
              <a:gd name="connsiteY1" fmla="*/ 2349011 h 2880200"/>
              <a:gd name="connsiteX2" fmla="*/ 272386 w 2880049"/>
              <a:gd name="connsiteY2" fmla="*/ 597335 h 2880200"/>
              <a:gd name="connsiteX3" fmla="*/ 1950891 w 2880049"/>
              <a:gd name="connsiteY3" fmla="*/ 93788 h 2880200"/>
              <a:gd name="connsiteX4" fmla="*/ 2872783 w 2880049"/>
              <a:gd name="connsiteY4" fmla="*/ 1584109 h 2880200"/>
              <a:gd name="connsiteX5" fmla="*/ 2027903 w 2880049"/>
              <a:gd name="connsiteY5" fmla="*/ 2754637 h 2880200"/>
              <a:gd name="connsiteX0" fmla="*/ 2027903 w 2880049"/>
              <a:gd name="connsiteY0" fmla="*/ 2754637 h 2880200"/>
              <a:gd name="connsiteX1" fmla="*/ 323084 w 2880049"/>
              <a:gd name="connsiteY1" fmla="*/ 2349011 h 2880200"/>
              <a:gd name="connsiteX2" fmla="*/ 272386 w 2880049"/>
              <a:gd name="connsiteY2" fmla="*/ 597335 h 2880200"/>
              <a:gd name="connsiteX3" fmla="*/ 1950891 w 2880049"/>
              <a:gd name="connsiteY3" fmla="*/ 93788 h 2880200"/>
              <a:gd name="connsiteX4" fmla="*/ 2872783 w 2880049"/>
              <a:gd name="connsiteY4" fmla="*/ 1584109 h 2880200"/>
              <a:gd name="connsiteX5" fmla="*/ 2027903 w 2880049"/>
              <a:gd name="connsiteY5" fmla="*/ 2754637 h 2880200"/>
              <a:gd name="connsiteX0" fmla="*/ 2027903 w 2880049"/>
              <a:gd name="connsiteY0" fmla="*/ 2754637 h 2880200"/>
              <a:gd name="connsiteX1" fmla="*/ 323084 w 2880049"/>
              <a:gd name="connsiteY1" fmla="*/ 2349011 h 2880200"/>
              <a:gd name="connsiteX2" fmla="*/ 272386 w 2880049"/>
              <a:gd name="connsiteY2" fmla="*/ 597335 h 2880200"/>
              <a:gd name="connsiteX3" fmla="*/ 1950891 w 2880049"/>
              <a:gd name="connsiteY3" fmla="*/ 93788 h 2880200"/>
              <a:gd name="connsiteX4" fmla="*/ 2872783 w 2880049"/>
              <a:gd name="connsiteY4" fmla="*/ 1584109 h 2880200"/>
              <a:gd name="connsiteX5" fmla="*/ 2027903 w 2880049"/>
              <a:gd name="connsiteY5" fmla="*/ 2754637 h 2880200"/>
              <a:gd name="connsiteX0" fmla="*/ 2027903 w 2880049"/>
              <a:gd name="connsiteY0" fmla="*/ 2754637 h 2880200"/>
              <a:gd name="connsiteX1" fmla="*/ 323084 w 2880049"/>
              <a:gd name="connsiteY1" fmla="*/ 2349011 h 2880200"/>
              <a:gd name="connsiteX2" fmla="*/ 272386 w 2880049"/>
              <a:gd name="connsiteY2" fmla="*/ 597335 h 2880200"/>
              <a:gd name="connsiteX3" fmla="*/ 1950891 w 2880049"/>
              <a:gd name="connsiteY3" fmla="*/ 93788 h 2880200"/>
              <a:gd name="connsiteX4" fmla="*/ 2872783 w 2880049"/>
              <a:gd name="connsiteY4" fmla="*/ 1584109 h 2880200"/>
              <a:gd name="connsiteX5" fmla="*/ 2027903 w 2880049"/>
              <a:gd name="connsiteY5" fmla="*/ 2754637 h 2880200"/>
              <a:gd name="connsiteX0" fmla="*/ 2027903 w 2880049"/>
              <a:gd name="connsiteY0" fmla="*/ 2754637 h 2880200"/>
              <a:gd name="connsiteX1" fmla="*/ 323084 w 2880049"/>
              <a:gd name="connsiteY1" fmla="*/ 2349011 h 2880200"/>
              <a:gd name="connsiteX2" fmla="*/ 272386 w 2880049"/>
              <a:gd name="connsiteY2" fmla="*/ 597335 h 2880200"/>
              <a:gd name="connsiteX3" fmla="*/ 1950891 w 2880049"/>
              <a:gd name="connsiteY3" fmla="*/ 93788 h 2880200"/>
              <a:gd name="connsiteX4" fmla="*/ 2872783 w 2880049"/>
              <a:gd name="connsiteY4" fmla="*/ 1584109 h 2880200"/>
              <a:gd name="connsiteX5" fmla="*/ 2027903 w 2880049"/>
              <a:gd name="connsiteY5" fmla="*/ 2754637 h 2880200"/>
              <a:gd name="connsiteX0" fmla="*/ 2027903 w 2880049"/>
              <a:gd name="connsiteY0" fmla="*/ 2754637 h 2880200"/>
              <a:gd name="connsiteX1" fmla="*/ 323084 w 2880049"/>
              <a:gd name="connsiteY1" fmla="*/ 2349011 h 2880200"/>
              <a:gd name="connsiteX2" fmla="*/ 272386 w 2880049"/>
              <a:gd name="connsiteY2" fmla="*/ 597335 h 2880200"/>
              <a:gd name="connsiteX3" fmla="*/ 1950891 w 2880049"/>
              <a:gd name="connsiteY3" fmla="*/ 93788 h 2880200"/>
              <a:gd name="connsiteX4" fmla="*/ 2872783 w 2880049"/>
              <a:gd name="connsiteY4" fmla="*/ 1584109 h 2880200"/>
              <a:gd name="connsiteX5" fmla="*/ 2027903 w 2880049"/>
              <a:gd name="connsiteY5" fmla="*/ 2754637 h 2880200"/>
              <a:gd name="connsiteX0" fmla="*/ 2027903 w 2880049"/>
              <a:gd name="connsiteY0" fmla="*/ 2754637 h 2880200"/>
              <a:gd name="connsiteX1" fmla="*/ 323084 w 2880049"/>
              <a:gd name="connsiteY1" fmla="*/ 2349011 h 2880200"/>
              <a:gd name="connsiteX2" fmla="*/ 272386 w 2880049"/>
              <a:gd name="connsiteY2" fmla="*/ 597335 h 2880200"/>
              <a:gd name="connsiteX3" fmla="*/ 1950891 w 2880049"/>
              <a:gd name="connsiteY3" fmla="*/ 93788 h 2880200"/>
              <a:gd name="connsiteX4" fmla="*/ 2872783 w 2880049"/>
              <a:gd name="connsiteY4" fmla="*/ 1584109 h 2880200"/>
              <a:gd name="connsiteX5" fmla="*/ 2027903 w 2880049"/>
              <a:gd name="connsiteY5" fmla="*/ 2754637 h 2880200"/>
              <a:gd name="connsiteX0" fmla="*/ 2027903 w 2880049"/>
              <a:gd name="connsiteY0" fmla="*/ 2754637 h 2880200"/>
              <a:gd name="connsiteX1" fmla="*/ 323084 w 2880049"/>
              <a:gd name="connsiteY1" fmla="*/ 2349011 h 2880200"/>
              <a:gd name="connsiteX2" fmla="*/ 272386 w 2880049"/>
              <a:gd name="connsiteY2" fmla="*/ 597335 h 2880200"/>
              <a:gd name="connsiteX3" fmla="*/ 1950891 w 2880049"/>
              <a:gd name="connsiteY3" fmla="*/ 93788 h 2880200"/>
              <a:gd name="connsiteX4" fmla="*/ 2872783 w 2880049"/>
              <a:gd name="connsiteY4" fmla="*/ 1584109 h 2880200"/>
              <a:gd name="connsiteX5" fmla="*/ 2027903 w 2880049"/>
              <a:gd name="connsiteY5" fmla="*/ 2754637 h 2880200"/>
              <a:gd name="connsiteX0" fmla="*/ 2027903 w 2880049"/>
              <a:gd name="connsiteY0" fmla="*/ 2754637 h 2880200"/>
              <a:gd name="connsiteX1" fmla="*/ 323084 w 2880049"/>
              <a:gd name="connsiteY1" fmla="*/ 2349011 h 2880200"/>
              <a:gd name="connsiteX2" fmla="*/ 272386 w 2880049"/>
              <a:gd name="connsiteY2" fmla="*/ 597335 h 2880200"/>
              <a:gd name="connsiteX3" fmla="*/ 1950891 w 2880049"/>
              <a:gd name="connsiteY3" fmla="*/ 93788 h 2880200"/>
              <a:gd name="connsiteX4" fmla="*/ 2872783 w 2880049"/>
              <a:gd name="connsiteY4" fmla="*/ 1584109 h 2880200"/>
              <a:gd name="connsiteX5" fmla="*/ 2027903 w 2880049"/>
              <a:gd name="connsiteY5" fmla="*/ 2754637 h 2880200"/>
              <a:gd name="connsiteX0" fmla="*/ 2027903 w 2880049"/>
              <a:gd name="connsiteY0" fmla="*/ 2754637 h 2880200"/>
              <a:gd name="connsiteX1" fmla="*/ 323084 w 2880049"/>
              <a:gd name="connsiteY1" fmla="*/ 2349011 h 2880200"/>
              <a:gd name="connsiteX2" fmla="*/ 272386 w 2880049"/>
              <a:gd name="connsiteY2" fmla="*/ 597335 h 2880200"/>
              <a:gd name="connsiteX3" fmla="*/ 1950891 w 2880049"/>
              <a:gd name="connsiteY3" fmla="*/ 93788 h 2880200"/>
              <a:gd name="connsiteX4" fmla="*/ 2872783 w 2880049"/>
              <a:gd name="connsiteY4" fmla="*/ 1584109 h 2880200"/>
              <a:gd name="connsiteX5" fmla="*/ 2027903 w 2880049"/>
              <a:gd name="connsiteY5" fmla="*/ 2754637 h 2880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80049" h="2880200">
                <a:moveTo>
                  <a:pt x="2027903" y="2754637"/>
                </a:moveTo>
                <a:cubicBezTo>
                  <a:pt x="1433294" y="3020567"/>
                  <a:pt x="734213" y="2854235"/>
                  <a:pt x="323084" y="2349011"/>
                </a:cubicBezTo>
                <a:cubicBezTo>
                  <a:pt x="-88045" y="1843787"/>
                  <a:pt x="-108834" y="1125491"/>
                  <a:pt x="272386" y="597335"/>
                </a:cubicBezTo>
                <a:cubicBezTo>
                  <a:pt x="653607" y="69179"/>
                  <a:pt x="1341898" y="-137307"/>
                  <a:pt x="1950891" y="93788"/>
                </a:cubicBezTo>
                <a:cubicBezTo>
                  <a:pt x="2559885" y="324883"/>
                  <a:pt x="2937917" y="936007"/>
                  <a:pt x="2872783" y="1584109"/>
                </a:cubicBezTo>
                <a:cubicBezTo>
                  <a:pt x="2510047" y="1915790"/>
                  <a:pt x="2260258" y="2210782"/>
                  <a:pt x="2027903" y="2754637"/>
                </a:cubicBezTo>
                <a:close/>
              </a:path>
            </a:pathLst>
          </a:custGeom>
          <a:ln>
            <a:noFill/>
          </a:ln>
        </p:spPr>
        <p:txBody>
          <a:bodyPr/>
          <a:lstStyle>
            <a:lvl1pPr algn="ctr">
              <a:defRPr sz="1000" i="1" baseline="0"/>
            </a:lvl1pPr>
          </a:lstStyle>
          <a:p>
            <a:r>
              <a:rPr lang="en-US" noProof="0" dirty="0"/>
              <a:t>Click to insert a picture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345600" y="404665"/>
            <a:ext cx="6721581" cy="477837"/>
          </a:xfrm>
          <a:prstGeom prst="rect">
            <a:avLst/>
          </a:prstGeom>
          <a:noFill/>
        </p:spPr>
        <p:txBody>
          <a:bodyPr vert="horz" lIns="108000" tIns="0" rIns="108000" bIns="0" rtlCol="0" anchor="t">
            <a:noAutofit/>
          </a:bodyPr>
          <a:lstStyle>
            <a:lvl1pPr>
              <a:defRPr lang="fr-FR" baseline="0" noProof="0" dirty="0"/>
            </a:lvl1pPr>
          </a:lstStyle>
          <a:p>
            <a:pPr lvl="0"/>
            <a:r>
              <a:rPr lang="en-US" noProof="0" dirty="0"/>
              <a:t>Write here your CV’s main subject</a:t>
            </a:r>
          </a:p>
        </p:txBody>
      </p:sp>
      <p:sp>
        <p:nvSpPr>
          <p:cNvPr id="1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45600" y="144314"/>
            <a:ext cx="6721580" cy="260350"/>
          </a:xfrm>
          <a:prstGeom prst="rect">
            <a:avLst/>
          </a:prstGeom>
        </p:spPr>
        <p:txBody>
          <a:bodyPr vert="horz" lIns="108000" tIns="0" rIns="108000" bIns="0" rtlCol="0" anchor="b">
            <a:normAutofit/>
          </a:bodyPr>
          <a:lstStyle>
            <a:lvl1pPr>
              <a:defRPr lang="fr-FR" sz="1000" cap="all" noProof="0" dirty="0">
                <a:solidFill>
                  <a:schemeClr val="accent4"/>
                </a:solidFill>
                <a:latin typeface="+mj-lt"/>
              </a:defRPr>
            </a:lvl1pPr>
          </a:lstStyle>
          <a:p>
            <a:pPr lvl="0">
              <a:spcBef>
                <a:spcPts val="0"/>
              </a:spcBef>
            </a:pPr>
            <a:r>
              <a:rPr lang="en-US" noProof="0" dirty="0"/>
              <a:t>Curriculum vitae</a:t>
            </a:r>
          </a:p>
        </p:txBody>
      </p:sp>
      <p:sp>
        <p:nvSpPr>
          <p:cNvPr id="19" name="Rectangle 18"/>
          <p:cNvSpPr/>
          <p:nvPr userDrawn="1"/>
        </p:nvSpPr>
        <p:spPr>
          <a:xfrm>
            <a:off x="7545288" y="6503348"/>
            <a:ext cx="1628394" cy="230832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r" defTabSz="914400">
              <a:spcBef>
                <a:spcPts val="400"/>
              </a:spcBef>
              <a:buClr>
                <a:srgbClr val="660066"/>
              </a:buClr>
            </a:pPr>
            <a:r>
              <a:rPr lang="en-US" sz="600" dirty="0">
                <a:solidFill>
                  <a:srgbClr val="5F5F5F"/>
                </a:solidFill>
                <a:ea typeface="Tahoma" panose="020B0604030504040204" pitchFamily="34" charset="0"/>
                <a:cs typeface="Tahoma" panose="020B0604030504040204" pitchFamily="34" charset="0"/>
              </a:rPr>
              <a:t>confidential</a:t>
            </a:r>
            <a:r>
              <a:rPr lang="en-US" sz="900" dirty="0">
                <a:solidFill>
                  <a:srgbClr val="5F5F5F"/>
                </a:solidFill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900" dirty="0">
                <a:solidFill>
                  <a:srgbClr val="503078"/>
                </a:solidFill>
                <a:ea typeface="Tahoma" panose="020B0604030504040204" pitchFamily="34" charset="0"/>
                <a:cs typeface="Tahoma" panose="020B0604030504040204" pitchFamily="34" charset="0"/>
              </a:rPr>
              <a:t>| © WAVESTONE</a:t>
            </a:r>
          </a:p>
        </p:txBody>
      </p:sp>
      <p:sp>
        <p:nvSpPr>
          <p:cNvPr id="24" name="Textfeld 6"/>
          <p:cNvSpPr txBox="1"/>
          <p:nvPr userDrawn="1"/>
        </p:nvSpPr>
        <p:spPr bwMode="gray">
          <a:xfrm>
            <a:off x="9201472" y="6549514"/>
            <a:ext cx="360000" cy="13849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r" defTabSz="914400">
              <a:defRPr/>
            </a:pPr>
            <a:fld id="{5152254E-7EB4-45E4-904F-3575BFE2F20B}" type="slidenum">
              <a:rPr lang="en-US" sz="900" smtClean="0">
                <a:solidFill>
                  <a:srgbClr val="503078"/>
                </a:solidFill>
              </a:rPr>
              <a:pPr algn="r" defTabSz="914400">
                <a:defRPr/>
              </a:pPr>
              <a:t>‹N°›</a:t>
            </a:fld>
            <a:endParaRPr lang="en-US" sz="900" dirty="0">
              <a:solidFill>
                <a:srgbClr val="50307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763032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ini C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345600" y="404665"/>
            <a:ext cx="9216000" cy="863748"/>
          </a:xfrm>
        </p:spPr>
        <p:txBody>
          <a:bodyPr lIns="108000" tIns="0" rIns="108000" bIns="0"/>
          <a:lstStyle>
            <a:lvl1pPr>
              <a:defRPr sz="2200" baseline="0"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Place your mini CV here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45600" y="144314"/>
            <a:ext cx="9216000" cy="260350"/>
          </a:xfrm>
          <a:prstGeom prst="rect">
            <a:avLst/>
          </a:prstGeom>
        </p:spPr>
        <p:txBody>
          <a:bodyPr lIns="108000" tIns="0" rIns="108000" bIns="0" anchor="b"/>
          <a:lstStyle>
            <a:lvl1pPr>
              <a:spcBef>
                <a:spcPts val="0"/>
              </a:spcBef>
              <a:defRPr sz="1000" i="0" cap="all" baseline="0">
                <a:solidFill>
                  <a:schemeClr val="accent4"/>
                </a:solidFill>
                <a:latin typeface="+mj-lt"/>
              </a:defRPr>
            </a:lvl1pPr>
            <a:lvl2pPr>
              <a:defRPr sz="1000"/>
            </a:lvl2pPr>
          </a:lstStyle>
          <a:p>
            <a:pPr lvl="0"/>
            <a:r>
              <a:rPr lang="en-US" noProof="0" dirty="0"/>
              <a:t>Curriculum vitae</a:t>
            </a:r>
          </a:p>
        </p:txBody>
      </p:sp>
      <p:sp>
        <p:nvSpPr>
          <p:cNvPr id="6" name="Espace réservé pour une image  9"/>
          <p:cNvSpPr>
            <a:spLocks noGrp="1"/>
          </p:cNvSpPr>
          <p:nvPr>
            <p:ph type="pic" sz="quarter" idx="35" hasCustomPrompt="1"/>
          </p:nvPr>
        </p:nvSpPr>
        <p:spPr>
          <a:xfrm>
            <a:off x="345601" y="1463924"/>
            <a:ext cx="1262304" cy="1262370"/>
          </a:xfrm>
          <a:custGeom>
            <a:avLst/>
            <a:gdLst>
              <a:gd name="connsiteX0" fmla="*/ 2027901 w 2880000"/>
              <a:gd name="connsiteY0" fmla="*/ 2754523 h 2880000"/>
              <a:gd name="connsiteX1" fmla="*/ 323082 w 2880000"/>
              <a:gd name="connsiteY1" fmla="*/ 2348897 h 2880000"/>
              <a:gd name="connsiteX2" fmla="*/ 272384 w 2880000"/>
              <a:gd name="connsiteY2" fmla="*/ 597221 h 2880000"/>
              <a:gd name="connsiteX3" fmla="*/ 1950889 w 2880000"/>
              <a:gd name="connsiteY3" fmla="*/ 93674 h 2880000"/>
              <a:gd name="connsiteX4" fmla="*/ 2872781 w 2880000"/>
              <a:gd name="connsiteY4" fmla="*/ 1583995 h 2880000"/>
              <a:gd name="connsiteX5" fmla="*/ 2027901 w 2880000"/>
              <a:gd name="connsiteY5" fmla="*/ 2754523 h 2880000"/>
              <a:gd name="connsiteX0" fmla="*/ 2027903 w 2880049"/>
              <a:gd name="connsiteY0" fmla="*/ 2754637 h 2880200"/>
              <a:gd name="connsiteX1" fmla="*/ 323084 w 2880049"/>
              <a:gd name="connsiteY1" fmla="*/ 2349011 h 2880200"/>
              <a:gd name="connsiteX2" fmla="*/ 272386 w 2880049"/>
              <a:gd name="connsiteY2" fmla="*/ 597335 h 2880200"/>
              <a:gd name="connsiteX3" fmla="*/ 1950891 w 2880049"/>
              <a:gd name="connsiteY3" fmla="*/ 93788 h 2880200"/>
              <a:gd name="connsiteX4" fmla="*/ 2872783 w 2880049"/>
              <a:gd name="connsiteY4" fmla="*/ 1584109 h 2880200"/>
              <a:gd name="connsiteX5" fmla="*/ 2027903 w 2880049"/>
              <a:gd name="connsiteY5" fmla="*/ 2754637 h 2880200"/>
              <a:gd name="connsiteX0" fmla="*/ 2027903 w 2880049"/>
              <a:gd name="connsiteY0" fmla="*/ 2754637 h 2880200"/>
              <a:gd name="connsiteX1" fmla="*/ 323084 w 2880049"/>
              <a:gd name="connsiteY1" fmla="*/ 2349011 h 2880200"/>
              <a:gd name="connsiteX2" fmla="*/ 272386 w 2880049"/>
              <a:gd name="connsiteY2" fmla="*/ 597335 h 2880200"/>
              <a:gd name="connsiteX3" fmla="*/ 1950891 w 2880049"/>
              <a:gd name="connsiteY3" fmla="*/ 93788 h 2880200"/>
              <a:gd name="connsiteX4" fmla="*/ 2872783 w 2880049"/>
              <a:gd name="connsiteY4" fmla="*/ 1584109 h 2880200"/>
              <a:gd name="connsiteX5" fmla="*/ 2027903 w 2880049"/>
              <a:gd name="connsiteY5" fmla="*/ 2754637 h 2880200"/>
              <a:gd name="connsiteX0" fmla="*/ 2027903 w 2880049"/>
              <a:gd name="connsiteY0" fmla="*/ 2754637 h 2880200"/>
              <a:gd name="connsiteX1" fmla="*/ 323084 w 2880049"/>
              <a:gd name="connsiteY1" fmla="*/ 2349011 h 2880200"/>
              <a:gd name="connsiteX2" fmla="*/ 272386 w 2880049"/>
              <a:gd name="connsiteY2" fmla="*/ 597335 h 2880200"/>
              <a:gd name="connsiteX3" fmla="*/ 1950891 w 2880049"/>
              <a:gd name="connsiteY3" fmla="*/ 93788 h 2880200"/>
              <a:gd name="connsiteX4" fmla="*/ 2872783 w 2880049"/>
              <a:gd name="connsiteY4" fmla="*/ 1584109 h 2880200"/>
              <a:gd name="connsiteX5" fmla="*/ 2027903 w 2880049"/>
              <a:gd name="connsiteY5" fmla="*/ 2754637 h 2880200"/>
              <a:gd name="connsiteX0" fmla="*/ 2027903 w 2880049"/>
              <a:gd name="connsiteY0" fmla="*/ 2754637 h 2880200"/>
              <a:gd name="connsiteX1" fmla="*/ 323084 w 2880049"/>
              <a:gd name="connsiteY1" fmla="*/ 2349011 h 2880200"/>
              <a:gd name="connsiteX2" fmla="*/ 272386 w 2880049"/>
              <a:gd name="connsiteY2" fmla="*/ 597335 h 2880200"/>
              <a:gd name="connsiteX3" fmla="*/ 1950891 w 2880049"/>
              <a:gd name="connsiteY3" fmla="*/ 93788 h 2880200"/>
              <a:gd name="connsiteX4" fmla="*/ 2872783 w 2880049"/>
              <a:gd name="connsiteY4" fmla="*/ 1584109 h 2880200"/>
              <a:gd name="connsiteX5" fmla="*/ 2027903 w 2880049"/>
              <a:gd name="connsiteY5" fmla="*/ 2754637 h 2880200"/>
              <a:gd name="connsiteX0" fmla="*/ 2027903 w 2880049"/>
              <a:gd name="connsiteY0" fmla="*/ 2754637 h 2880200"/>
              <a:gd name="connsiteX1" fmla="*/ 323084 w 2880049"/>
              <a:gd name="connsiteY1" fmla="*/ 2349011 h 2880200"/>
              <a:gd name="connsiteX2" fmla="*/ 272386 w 2880049"/>
              <a:gd name="connsiteY2" fmla="*/ 597335 h 2880200"/>
              <a:gd name="connsiteX3" fmla="*/ 1950891 w 2880049"/>
              <a:gd name="connsiteY3" fmla="*/ 93788 h 2880200"/>
              <a:gd name="connsiteX4" fmla="*/ 2872783 w 2880049"/>
              <a:gd name="connsiteY4" fmla="*/ 1584109 h 2880200"/>
              <a:gd name="connsiteX5" fmla="*/ 2027903 w 2880049"/>
              <a:gd name="connsiteY5" fmla="*/ 2754637 h 2880200"/>
              <a:gd name="connsiteX0" fmla="*/ 2027903 w 2880049"/>
              <a:gd name="connsiteY0" fmla="*/ 2754637 h 2880200"/>
              <a:gd name="connsiteX1" fmla="*/ 323084 w 2880049"/>
              <a:gd name="connsiteY1" fmla="*/ 2349011 h 2880200"/>
              <a:gd name="connsiteX2" fmla="*/ 272386 w 2880049"/>
              <a:gd name="connsiteY2" fmla="*/ 597335 h 2880200"/>
              <a:gd name="connsiteX3" fmla="*/ 1950891 w 2880049"/>
              <a:gd name="connsiteY3" fmla="*/ 93788 h 2880200"/>
              <a:gd name="connsiteX4" fmla="*/ 2872783 w 2880049"/>
              <a:gd name="connsiteY4" fmla="*/ 1584109 h 2880200"/>
              <a:gd name="connsiteX5" fmla="*/ 2027903 w 2880049"/>
              <a:gd name="connsiteY5" fmla="*/ 2754637 h 2880200"/>
              <a:gd name="connsiteX0" fmla="*/ 2027903 w 2880049"/>
              <a:gd name="connsiteY0" fmla="*/ 2754637 h 2880200"/>
              <a:gd name="connsiteX1" fmla="*/ 323084 w 2880049"/>
              <a:gd name="connsiteY1" fmla="*/ 2349011 h 2880200"/>
              <a:gd name="connsiteX2" fmla="*/ 272386 w 2880049"/>
              <a:gd name="connsiteY2" fmla="*/ 597335 h 2880200"/>
              <a:gd name="connsiteX3" fmla="*/ 1950891 w 2880049"/>
              <a:gd name="connsiteY3" fmla="*/ 93788 h 2880200"/>
              <a:gd name="connsiteX4" fmla="*/ 2872783 w 2880049"/>
              <a:gd name="connsiteY4" fmla="*/ 1584109 h 2880200"/>
              <a:gd name="connsiteX5" fmla="*/ 2027903 w 2880049"/>
              <a:gd name="connsiteY5" fmla="*/ 2754637 h 2880200"/>
              <a:gd name="connsiteX0" fmla="*/ 2027903 w 2880049"/>
              <a:gd name="connsiteY0" fmla="*/ 2754637 h 2880200"/>
              <a:gd name="connsiteX1" fmla="*/ 323084 w 2880049"/>
              <a:gd name="connsiteY1" fmla="*/ 2349011 h 2880200"/>
              <a:gd name="connsiteX2" fmla="*/ 272386 w 2880049"/>
              <a:gd name="connsiteY2" fmla="*/ 597335 h 2880200"/>
              <a:gd name="connsiteX3" fmla="*/ 1950891 w 2880049"/>
              <a:gd name="connsiteY3" fmla="*/ 93788 h 2880200"/>
              <a:gd name="connsiteX4" fmla="*/ 2872783 w 2880049"/>
              <a:gd name="connsiteY4" fmla="*/ 1584109 h 2880200"/>
              <a:gd name="connsiteX5" fmla="*/ 2027903 w 2880049"/>
              <a:gd name="connsiteY5" fmla="*/ 2754637 h 2880200"/>
              <a:gd name="connsiteX0" fmla="*/ 2027903 w 2880049"/>
              <a:gd name="connsiteY0" fmla="*/ 2754637 h 2880200"/>
              <a:gd name="connsiteX1" fmla="*/ 323084 w 2880049"/>
              <a:gd name="connsiteY1" fmla="*/ 2349011 h 2880200"/>
              <a:gd name="connsiteX2" fmla="*/ 272386 w 2880049"/>
              <a:gd name="connsiteY2" fmla="*/ 597335 h 2880200"/>
              <a:gd name="connsiteX3" fmla="*/ 1950891 w 2880049"/>
              <a:gd name="connsiteY3" fmla="*/ 93788 h 2880200"/>
              <a:gd name="connsiteX4" fmla="*/ 2872783 w 2880049"/>
              <a:gd name="connsiteY4" fmla="*/ 1584109 h 2880200"/>
              <a:gd name="connsiteX5" fmla="*/ 2027903 w 2880049"/>
              <a:gd name="connsiteY5" fmla="*/ 2754637 h 2880200"/>
              <a:gd name="connsiteX0" fmla="*/ 2027903 w 2880049"/>
              <a:gd name="connsiteY0" fmla="*/ 2754637 h 2880200"/>
              <a:gd name="connsiteX1" fmla="*/ 323084 w 2880049"/>
              <a:gd name="connsiteY1" fmla="*/ 2349011 h 2880200"/>
              <a:gd name="connsiteX2" fmla="*/ 272386 w 2880049"/>
              <a:gd name="connsiteY2" fmla="*/ 597335 h 2880200"/>
              <a:gd name="connsiteX3" fmla="*/ 1950891 w 2880049"/>
              <a:gd name="connsiteY3" fmla="*/ 93788 h 2880200"/>
              <a:gd name="connsiteX4" fmla="*/ 2872783 w 2880049"/>
              <a:gd name="connsiteY4" fmla="*/ 1584109 h 2880200"/>
              <a:gd name="connsiteX5" fmla="*/ 2027903 w 2880049"/>
              <a:gd name="connsiteY5" fmla="*/ 2754637 h 2880200"/>
              <a:gd name="connsiteX0" fmla="*/ 2027903 w 2880049"/>
              <a:gd name="connsiteY0" fmla="*/ 2754637 h 2880200"/>
              <a:gd name="connsiteX1" fmla="*/ 323084 w 2880049"/>
              <a:gd name="connsiteY1" fmla="*/ 2349011 h 2880200"/>
              <a:gd name="connsiteX2" fmla="*/ 272386 w 2880049"/>
              <a:gd name="connsiteY2" fmla="*/ 597335 h 2880200"/>
              <a:gd name="connsiteX3" fmla="*/ 1950891 w 2880049"/>
              <a:gd name="connsiteY3" fmla="*/ 93788 h 2880200"/>
              <a:gd name="connsiteX4" fmla="*/ 2872783 w 2880049"/>
              <a:gd name="connsiteY4" fmla="*/ 1584109 h 2880200"/>
              <a:gd name="connsiteX5" fmla="*/ 2027903 w 2880049"/>
              <a:gd name="connsiteY5" fmla="*/ 2754637 h 2880200"/>
              <a:gd name="connsiteX0" fmla="*/ 2027903 w 2880049"/>
              <a:gd name="connsiteY0" fmla="*/ 2754637 h 2880200"/>
              <a:gd name="connsiteX1" fmla="*/ 323084 w 2880049"/>
              <a:gd name="connsiteY1" fmla="*/ 2349011 h 2880200"/>
              <a:gd name="connsiteX2" fmla="*/ 272386 w 2880049"/>
              <a:gd name="connsiteY2" fmla="*/ 597335 h 2880200"/>
              <a:gd name="connsiteX3" fmla="*/ 1950891 w 2880049"/>
              <a:gd name="connsiteY3" fmla="*/ 93788 h 2880200"/>
              <a:gd name="connsiteX4" fmla="*/ 2872783 w 2880049"/>
              <a:gd name="connsiteY4" fmla="*/ 1584109 h 2880200"/>
              <a:gd name="connsiteX5" fmla="*/ 2027903 w 2880049"/>
              <a:gd name="connsiteY5" fmla="*/ 2754637 h 2880200"/>
              <a:gd name="connsiteX0" fmla="*/ 2027903 w 2880049"/>
              <a:gd name="connsiteY0" fmla="*/ 2754637 h 2880200"/>
              <a:gd name="connsiteX1" fmla="*/ 323084 w 2880049"/>
              <a:gd name="connsiteY1" fmla="*/ 2349011 h 2880200"/>
              <a:gd name="connsiteX2" fmla="*/ 272386 w 2880049"/>
              <a:gd name="connsiteY2" fmla="*/ 597335 h 2880200"/>
              <a:gd name="connsiteX3" fmla="*/ 1950891 w 2880049"/>
              <a:gd name="connsiteY3" fmla="*/ 93788 h 2880200"/>
              <a:gd name="connsiteX4" fmla="*/ 2872783 w 2880049"/>
              <a:gd name="connsiteY4" fmla="*/ 1584109 h 2880200"/>
              <a:gd name="connsiteX5" fmla="*/ 2027903 w 2880049"/>
              <a:gd name="connsiteY5" fmla="*/ 2754637 h 2880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80049" h="2880200">
                <a:moveTo>
                  <a:pt x="2027903" y="2754637"/>
                </a:moveTo>
                <a:cubicBezTo>
                  <a:pt x="1433294" y="3020567"/>
                  <a:pt x="734213" y="2854235"/>
                  <a:pt x="323084" y="2349011"/>
                </a:cubicBezTo>
                <a:cubicBezTo>
                  <a:pt x="-88045" y="1843787"/>
                  <a:pt x="-108834" y="1125491"/>
                  <a:pt x="272386" y="597335"/>
                </a:cubicBezTo>
                <a:cubicBezTo>
                  <a:pt x="653607" y="69179"/>
                  <a:pt x="1341898" y="-137307"/>
                  <a:pt x="1950891" y="93788"/>
                </a:cubicBezTo>
                <a:cubicBezTo>
                  <a:pt x="2559885" y="324883"/>
                  <a:pt x="2937917" y="936007"/>
                  <a:pt x="2872783" y="1584109"/>
                </a:cubicBezTo>
                <a:cubicBezTo>
                  <a:pt x="2510047" y="1915790"/>
                  <a:pt x="2260258" y="2210782"/>
                  <a:pt x="2027903" y="2754637"/>
                </a:cubicBezTo>
                <a:close/>
              </a:path>
            </a:pathLst>
          </a:custGeom>
          <a:ln>
            <a:noFill/>
          </a:ln>
        </p:spPr>
        <p:txBody>
          <a:bodyPr>
            <a:normAutofit/>
          </a:bodyPr>
          <a:lstStyle>
            <a:lvl1pPr algn="ctr">
              <a:defRPr sz="900" i="1" baseline="0"/>
            </a:lvl1pPr>
          </a:lstStyle>
          <a:p>
            <a:r>
              <a:rPr lang="en-US" noProof="0" dirty="0"/>
              <a:t>Click to insert a picture</a:t>
            </a:r>
          </a:p>
        </p:txBody>
      </p:sp>
      <p:sp>
        <p:nvSpPr>
          <p:cNvPr id="8" name="Espace réservé du texte 19"/>
          <p:cNvSpPr>
            <a:spLocks noGrp="1"/>
          </p:cNvSpPr>
          <p:nvPr>
            <p:ph type="body" sz="quarter" idx="28" hasCustomPrompt="1"/>
          </p:nvPr>
        </p:nvSpPr>
        <p:spPr>
          <a:xfrm>
            <a:off x="1757120" y="1463923"/>
            <a:ext cx="3070061" cy="252000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1100" b="1" cap="none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 dirty="0"/>
              <a:t>First Name LAST NAME</a:t>
            </a:r>
          </a:p>
        </p:txBody>
      </p:sp>
      <p:sp>
        <p:nvSpPr>
          <p:cNvPr id="9" name="Espace réservé du texte 19"/>
          <p:cNvSpPr>
            <a:spLocks noGrp="1"/>
          </p:cNvSpPr>
          <p:nvPr>
            <p:ph type="body" sz="quarter" idx="30" hasCustomPrompt="1"/>
          </p:nvPr>
        </p:nvSpPr>
        <p:spPr>
          <a:xfrm>
            <a:off x="1757120" y="1716516"/>
            <a:ext cx="3070060" cy="252000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1000" cap="none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 dirty="0"/>
              <a:t>Grade – Number of years of experience</a:t>
            </a:r>
          </a:p>
        </p:txBody>
      </p:sp>
      <p:sp>
        <p:nvSpPr>
          <p:cNvPr id="10" name="Espace réservé du texte 19"/>
          <p:cNvSpPr>
            <a:spLocks noGrp="1"/>
          </p:cNvSpPr>
          <p:nvPr>
            <p:ph type="body" sz="quarter" idx="31" hasCustomPrompt="1"/>
          </p:nvPr>
        </p:nvSpPr>
        <p:spPr>
          <a:xfrm>
            <a:off x="1757120" y="1969109"/>
            <a:ext cx="3070059" cy="252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171450" indent="-171450" algn="l">
              <a:buClr>
                <a:schemeClr val="bg2"/>
              </a:buClr>
              <a:buFont typeface="Tempus Sans ITC" panose="04020404030D07020202" pitchFamily="82" charset="0"/>
              <a:buChar char="/"/>
              <a:defRPr sz="900" cap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 dirty="0"/>
              <a:t>Detail line 1</a:t>
            </a:r>
          </a:p>
        </p:txBody>
      </p:sp>
      <p:sp>
        <p:nvSpPr>
          <p:cNvPr id="11" name="Espace réservé du texte 19"/>
          <p:cNvSpPr>
            <a:spLocks noGrp="1"/>
          </p:cNvSpPr>
          <p:nvPr>
            <p:ph type="body" sz="quarter" idx="36" hasCustomPrompt="1"/>
          </p:nvPr>
        </p:nvSpPr>
        <p:spPr>
          <a:xfrm>
            <a:off x="1757120" y="2221702"/>
            <a:ext cx="3070059" cy="252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171450" indent="-171450" algn="l">
              <a:buClr>
                <a:schemeClr val="bg2"/>
              </a:buClr>
              <a:buFont typeface="Tempus Sans ITC" panose="04020404030D07020202" pitchFamily="82" charset="0"/>
              <a:buChar char="/"/>
              <a:defRPr sz="900" cap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 dirty="0"/>
              <a:t>Detail line 2</a:t>
            </a:r>
          </a:p>
        </p:txBody>
      </p:sp>
      <p:sp>
        <p:nvSpPr>
          <p:cNvPr id="12" name="Espace réservé du texte 19"/>
          <p:cNvSpPr>
            <a:spLocks noGrp="1"/>
          </p:cNvSpPr>
          <p:nvPr>
            <p:ph type="body" sz="quarter" idx="37" hasCustomPrompt="1"/>
          </p:nvPr>
        </p:nvSpPr>
        <p:spPr>
          <a:xfrm>
            <a:off x="1757120" y="2474293"/>
            <a:ext cx="3070059" cy="252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171450" indent="-171450" algn="l">
              <a:buClr>
                <a:schemeClr val="bg2"/>
              </a:buClr>
              <a:buFont typeface="Tempus Sans ITC" panose="04020404030D07020202" pitchFamily="82" charset="0"/>
              <a:buChar char="/"/>
              <a:defRPr sz="900" cap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 dirty="0"/>
              <a:t>Detail line 3</a:t>
            </a:r>
          </a:p>
        </p:txBody>
      </p:sp>
      <p:sp>
        <p:nvSpPr>
          <p:cNvPr id="99" name="Espace réservé pour une image  9"/>
          <p:cNvSpPr>
            <a:spLocks noGrp="1"/>
          </p:cNvSpPr>
          <p:nvPr>
            <p:ph type="pic" sz="quarter" idx="38" hasCustomPrompt="1"/>
          </p:nvPr>
        </p:nvSpPr>
        <p:spPr>
          <a:xfrm>
            <a:off x="5080020" y="1463923"/>
            <a:ext cx="1262304" cy="1262370"/>
          </a:xfrm>
          <a:custGeom>
            <a:avLst/>
            <a:gdLst>
              <a:gd name="connsiteX0" fmla="*/ 2027901 w 2880000"/>
              <a:gd name="connsiteY0" fmla="*/ 2754523 h 2880000"/>
              <a:gd name="connsiteX1" fmla="*/ 323082 w 2880000"/>
              <a:gd name="connsiteY1" fmla="*/ 2348897 h 2880000"/>
              <a:gd name="connsiteX2" fmla="*/ 272384 w 2880000"/>
              <a:gd name="connsiteY2" fmla="*/ 597221 h 2880000"/>
              <a:gd name="connsiteX3" fmla="*/ 1950889 w 2880000"/>
              <a:gd name="connsiteY3" fmla="*/ 93674 h 2880000"/>
              <a:gd name="connsiteX4" fmla="*/ 2872781 w 2880000"/>
              <a:gd name="connsiteY4" fmla="*/ 1583995 h 2880000"/>
              <a:gd name="connsiteX5" fmla="*/ 2027901 w 2880000"/>
              <a:gd name="connsiteY5" fmla="*/ 2754523 h 2880000"/>
              <a:gd name="connsiteX0" fmla="*/ 2027903 w 2880049"/>
              <a:gd name="connsiteY0" fmla="*/ 2754637 h 2880200"/>
              <a:gd name="connsiteX1" fmla="*/ 323084 w 2880049"/>
              <a:gd name="connsiteY1" fmla="*/ 2349011 h 2880200"/>
              <a:gd name="connsiteX2" fmla="*/ 272386 w 2880049"/>
              <a:gd name="connsiteY2" fmla="*/ 597335 h 2880200"/>
              <a:gd name="connsiteX3" fmla="*/ 1950891 w 2880049"/>
              <a:gd name="connsiteY3" fmla="*/ 93788 h 2880200"/>
              <a:gd name="connsiteX4" fmla="*/ 2872783 w 2880049"/>
              <a:gd name="connsiteY4" fmla="*/ 1584109 h 2880200"/>
              <a:gd name="connsiteX5" fmla="*/ 2027903 w 2880049"/>
              <a:gd name="connsiteY5" fmla="*/ 2754637 h 2880200"/>
              <a:gd name="connsiteX0" fmla="*/ 2027903 w 2880049"/>
              <a:gd name="connsiteY0" fmla="*/ 2754637 h 2880200"/>
              <a:gd name="connsiteX1" fmla="*/ 323084 w 2880049"/>
              <a:gd name="connsiteY1" fmla="*/ 2349011 h 2880200"/>
              <a:gd name="connsiteX2" fmla="*/ 272386 w 2880049"/>
              <a:gd name="connsiteY2" fmla="*/ 597335 h 2880200"/>
              <a:gd name="connsiteX3" fmla="*/ 1950891 w 2880049"/>
              <a:gd name="connsiteY3" fmla="*/ 93788 h 2880200"/>
              <a:gd name="connsiteX4" fmla="*/ 2872783 w 2880049"/>
              <a:gd name="connsiteY4" fmla="*/ 1584109 h 2880200"/>
              <a:gd name="connsiteX5" fmla="*/ 2027903 w 2880049"/>
              <a:gd name="connsiteY5" fmla="*/ 2754637 h 2880200"/>
              <a:gd name="connsiteX0" fmla="*/ 2027903 w 2880049"/>
              <a:gd name="connsiteY0" fmla="*/ 2754637 h 2880200"/>
              <a:gd name="connsiteX1" fmla="*/ 323084 w 2880049"/>
              <a:gd name="connsiteY1" fmla="*/ 2349011 h 2880200"/>
              <a:gd name="connsiteX2" fmla="*/ 272386 w 2880049"/>
              <a:gd name="connsiteY2" fmla="*/ 597335 h 2880200"/>
              <a:gd name="connsiteX3" fmla="*/ 1950891 w 2880049"/>
              <a:gd name="connsiteY3" fmla="*/ 93788 h 2880200"/>
              <a:gd name="connsiteX4" fmla="*/ 2872783 w 2880049"/>
              <a:gd name="connsiteY4" fmla="*/ 1584109 h 2880200"/>
              <a:gd name="connsiteX5" fmla="*/ 2027903 w 2880049"/>
              <a:gd name="connsiteY5" fmla="*/ 2754637 h 2880200"/>
              <a:gd name="connsiteX0" fmla="*/ 2027903 w 2880049"/>
              <a:gd name="connsiteY0" fmla="*/ 2754637 h 2880200"/>
              <a:gd name="connsiteX1" fmla="*/ 323084 w 2880049"/>
              <a:gd name="connsiteY1" fmla="*/ 2349011 h 2880200"/>
              <a:gd name="connsiteX2" fmla="*/ 272386 w 2880049"/>
              <a:gd name="connsiteY2" fmla="*/ 597335 h 2880200"/>
              <a:gd name="connsiteX3" fmla="*/ 1950891 w 2880049"/>
              <a:gd name="connsiteY3" fmla="*/ 93788 h 2880200"/>
              <a:gd name="connsiteX4" fmla="*/ 2872783 w 2880049"/>
              <a:gd name="connsiteY4" fmla="*/ 1584109 h 2880200"/>
              <a:gd name="connsiteX5" fmla="*/ 2027903 w 2880049"/>
              <a:gd name="connsiteY5" fmla="*/ 2754637 h 2880200"/>
              <a:gd name="connsiteX0" fmla="*/ 2027903 w 2880049"/>
              <a:gd name="connsiteY0" fmla="*/ 2754637 h 2880200"/>
              <a:gd name="connsiteX1" fmla="*/ 323084 w 2880049"/>
              <a:gd name="connsiteY1" fmla="*/ 2349011 h 2880200"/>
              <a:gd name="connsiteX2" fmla="*/ 272386 w 2880049"/>
              <a:gd name="connsiteY2" fmla="*/ 597335 h 2880200"/>
              <a:gd name="connsiteX3" fmla="*/ 1950891 w 2880049"/>
              <a:gd name="connsiteY3" fmla="*/ 93788 h 2880200"/>
              <a:gd name="connsiteX4" fmla="*/ 2872783 w 2880049"/>
              <a:gd name="connsiteY4" fmla="*/ 1584109 h 2880200"/>
              <a:gd name="connsiteX5" fmla="*/ 2027903 w 2880049"/>
              <a:gd name="connsiteY5" fmla="*/ 2754637 h 2880200"/>
              <a:gd name="connsiteX0" fmla="*/ 2027903 w 2880049"/>
              <a:gd name="connsiteY0" fmla="*/ 2754637 h 2880200"/>
              <a:gd name="connsiteX1" fmla="*/ 323084 w 2880049"/>
              <a:gd name="connsiteY1" fmla="*/ 2349011 h 2880200"/>
              <a:gd name="connsiteX2" fmla="*/ 272386 w 2880049"/>
              <a:gd name="connsiteY2" fmla="*/ 597335 h 2880200"/>
              <a:gd name="connsiteX3" fmla="*/ 1950891 w 2880049"/>
              <a:gd name="connsiteY3" fmla="*/ 93788 h 2880200"/>
              <a:gd name="connsiteX4" fmla="*/ 2872783 w 2880049"/>
              <a:gd name="connsiteY4" fmla="*/ 1584109 h 2880200"/>
              <a:gd name="connsiteX5" fmla="*/ 2027903 w 2880049"/>
              <a:gd name="connsiteY5" fmla="*/ 2754637 h 2880200"/>
              <a:gd name="connsiteX0" fmla="*/ 2027903 w 2880049"/>
              <a:gd name="connsiteY0" fmla="*/ 2754637 h 2880200"/>
              <a:gd name="connsiteX1" fmla="*/ 323084 w 2880049"/>
              <a:gd name="connsiteY1" fmla="*/ 2349011 h 2880200"/>
              <a:gd name="connsiteX2" fmla="*/ 272386 w 2880049"/>
              <a:gd name="connsiteY2" fmla="*/ 597335 h 2880200"/>
              <a:gd name="connsiteX3" fmla="*/ 1950891 w 2880049"/>
              <a:gd name="connsiteY3" fmla="*/ 93788 h 2880200"/>
              <a:gd name="connsiteX4" fmla="*/ 2872783 w 2880049"/>
              <a:gd name="connsiteY4" fmla="*/ 1584109 h 2880200"/>
              <a:gd name="connsiteX5" fmla="*/ 2027903 w 2880049"/>
              <a:gd name="connsiteY5" fmla="*/ 2754637 h 2880200"/>
              <a:gd name="connsiteX0" fmla="*/ 2027903 w 2880049"/>
              <a:gd name="connsiteY0" fmla="*/ 2754637 h 2880200"/>
              <a:gd name="connsiteX1" fmla="*/ 323084 w 2880049"/>
              <a:gd name="connsiteY1" fmla="*/ 2349011 h 2880200"/>
              <a:gd name="connsiteX2" fmla="*/ 272386 w 2880049"/>
              <a:gd name="connsiteY2" fmla="*/ 597335 h 2880200"/>
              <a:gd name="connsiteX3" fmla="*/ 1950891 w 2880049"/>
              <a:gd name="connsiteY3" fmla="*/ 93788 h 2880200"/>
              <a:gd name="connsiteX4" fmla="*/ 2872783 w 2880049"/>
              <a:gd name="connsiteY4" fmla="*/ 1584109 h 2880200"/>
              <a:gd name="connsiteX5" fmla="*/ 2027903 w 2880049"/>
              <a:gd name="connsiteY5" fmla="*/ 2754637 h 2880200"/>
              <a:gd name="connsiteX0" fmla="*/ 2027903 w 2880049"/>
              <a:gd name="connsiteY0" fmla="*/ 2754637 h 2880200"/>
              <a:gd name="connsiteX1" fmla="*/ 323084 w 2880049"/>
              <a:gd name="connsiteY1" fmla="*/ 2349011 h 2880200"/>
              <a:gd name="connsiteX2" fmla="*/ 272386 w 2880049"/>
              <a:gd name="connsiteY2" fmla="*/ 597335 h 2880200"/>
              <a:gd name="connsiteX3" fmla="*/ 1950891 w 2880049"/>
              <a:gd name="connsiteY3" fmla="*/ 93788 h 2880200"/>
              <a:gd name="connsiteX4" fmla="*/ 2872783 w 2880049"/>
              <a:gd name="connsiteY4" fmla="*/ 1584109 h 2880200"/>
              <a:gd name="connsiteX5" fmla="*/ 2027903 w 2880049"/>
              <a:gd name="connsiteY5" fmla="*/ 2754637 h 2880200"/>
              <a:gd name="connsiteX0" fmla="*/ 2027903 w 2880049"/>
              <a:gd name="connsiteY0" fmla="*/ 2754637 h 2880200"/>
              <a:gd name="connsiteX1" fmla="*/ 323084 w 2880049"/>
              <a:gd name="connsiteY1" fmla="*/ 2349011 h 2880200"/>
              <a:gd name="connsiteX2" fmla="*/ 272386 w 2880049"/>
              <a:gd name="connsiteY2" fmla="*/ 597335 h 2880200"/>
              <a:gd name="connsiteX3" fmla="*/ 1950891 w 2880049"/>
              <a:gd name="connsiteY3" fmla="*/ 93788 h 2880200"/>
              <a:gd name="connsiteX4" fmla="*/ 2872783 w 2880049"/>
              <a:gd name="connsiteY4" fmla="*/ 1584109 h 2880200"/>
              <a:gd name="connsiteX5" fmla="*/ 2027903 w 2880049"/>
              <a:gd name="connsiteY5" fmla="*/ 2754637 h 2880200"/>
              <a:gd name="connsiteX0" fmla="*/ 2027903 w 2880049"/>
              <a:gd name="connsiteY0" fmla="*/ 2754637 h 2880200"/>
              <a:gd name="connsiteX1" fmla="*/ 323084 w 2880049"/>
              <a:gd name="connsiteY1" fmla="*/ 2349011 h 2880200"/>
              <a:gd name="connsiteX2" fmla="*/ 272386 w 2880049"/>
              <a:gd name="connsiteY2" fmla="*/ 597335 h 2880200"/>
              <a:gd name="connsiteX3" fmla="*/ 1950891 w 2880049"/>
              <a:gd name="connsiteY3" fmla="*/ 93788 h 2880200"/>
              <a:gd name="connsiteX4" fmla="*/ 2872783 w 2880049"/>
              <a:gd name="connsiteY4" fmla="*/ 1584109 h 2880200"/>
              <a:gd name="connsiteX5" fmla="*/ 2027903 w 2880049"/>
              <a:gd name="connsiteY5" fmla="*/ 2754637 h 2880200"/>
              <a:gd name="connsiteX0" fmla="*/ 2027903 w 2880049"/>
              <a:gd name="connsiteY0" fmla="*/ 2754637 h 2880200"/>
              <a:gd name="connsiteX1" fmla="*/ 323084 w 2880049"/>
              <a:gd name="connsiteY1" fmla="*/ 2349011 h 2880200"/>
              <a:gd name="connsiteX2" fmla="*/ 272386 w 2880049"/>
              <a:gd name="connsiteY2" fmla="*/ 597335 h 2880200"/>
              <a:gd name="connsiteX3" fmla="*/ 1950891 w 2880049"/>
              <a:gd name="connsiteY3" fmla="*/ 93788 h 2880200"/>
              <a:gd name="connsiteX4" fmla="*/ 2872783 w 2880049"/>
              <a:gd name="connsiteY4" fmla="*/ 1584109 h 2880200"/>
              <a:gd name="connsiteX5" fmla="*/ 2027903 w 2880049"/>
              <a:gd name="connsiteY5" fmla="*/ 2754637 h 2880200"/>
              <a:gd name="connsiteX0" fmla="*/ 2027903 w 2880049"/>
              <a:gd name="connsiteY0" fmla="*/ 2754637 h 2880200"/>
              <a:gd name="connsiteX1" fmla="*/ 323084 w 2880049"/>
              <a:gd name="connsiteY1" fmla="*/ 2349011 h 2880200"/>
              <a:gd name="connsiteX2" fmla="*/ 272386 w 2880049"/>
              <a:gd name="connsiteY2" fmla="*/ 597335 h 2880200"/>
              <a:gd name="connsiteX3" fmla="*/ 1950891 w 2880049"/>
              <a:gd name="connsiteY3" fmla="*/ 93788 h 2880200"/>
              <a:gd name="connsiteX4" fmla="*/ 2872783 w 2880049"/>
              <a:gd name="connsiteY4" fmla="*/ 1584109 h 2880200"/>
              <a:gd name="connsiteX5" fmla="*/ 2027903 w 2880049"/>
              <a:gd name="connsiteY5" fmla="*/ 2754637 h 2880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80049" h="2880200">
                <a:moveTo>
                  <a:pt x="2027903" y="2754637"/>
                </a:moveTo>
                <a:cubicBezTo>
                  <a:pt x="1433294" y="3020567"/>
                  <a:pt x="734213" y="2854235"/>
                  <a:pt x="323084" y="2349011"/>
                </a:cubicBezTo>
                <a:cubicBezTo>
                  <a:pt x="-88045" y="1843787"/>
                  <a:pt x="-108834" y="1125491"/>
                  <a:pt x="272386" y="597335"/>
                </a:cubicBezTo>
                <a:cubicBezTo>
                  <a:pt x="653607" y="69179"/>
                  <a:pt x="1341898" y="-137307"/>
                  <a:pt x="1950891" y="93788"/>
                </a:cubicBezTo>
                <a:cubicBezTo>
                  <a:pt x="2559885" y="324883"/>
                  <a:pt x="2937917" y="936007"/>
                  <a:pt x="2872783" y="1584109"/>
                </a:cubicBezTo>
                <a:cubicBezTo>
                  <a:pt x="2510047" y="1915790"/>
                  <a:pt x="2260258" y="2210782"/>
                  <a:pt x="2027903" y="2754637"/>
                </a:cubicBezTo>
                <a:close/>
              </a:path>
            </a:pathLst>
          </a:custGeom>
          <a:ln>
            <a:noFill/>
          </a:ln>
        </p:spPr>
        <p:txBody>
          <a:bodyPr>
            <a:normAutofit/>
          </a:bodyPr>
          <a:lstStyle>
            <a:lvl1pPr algn="ctr">
              <a:defRPr sz="900" i="1" baseline="0"/>
            </a:lvl1pPr>
          </a:lstStyle>
          <a:p>
            <a:r>
              <a:rPr lang="en-US" noProof="0" dirty="0"/>
              <a:t>Click to insert a picture</a:t>
            </a:r>
          </a:p>
        </p:txBody>
      </p:sp>
      <p:sp>
        <p:nvSpPr>
          <p:cNvPr id="100" name="Espace réservé du texte 19"/>
          <p:cNvSpPr>
            <a:spLocks noGrp="1"/>
          </p:cNvSpPr>
          <p:nvPr>
            <p:ph type="body" sz="quarter" idx="39" hasCustomPrompt="1"/>
          </p:nvPr>
        </p:nvSpPr>
        <p:spPr>
          <a:xfrm>
            <a:off x="6491539" y="1463922"/>
            <a:ext cx="3070061" cy="252000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1100" b="1" cap="none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 dirty="0"/>
              <a:t>First Name LAST NAME</a:t>
            </a:r>
          </a:p>
        </p:txBody>
      </p:sp>
      <p:sp>
        <p:nvSpPr>
          <p:cNvPr id="101" name="Espace réservé du texte 19"/>
          <p:cNvSpPr>
            <a:spLocks noGrp="1"/>
          </p:cNvSpPr>
          <p:nvPr>
            <p:ph type="body" sz="quarter" idx="40" hasCustomPrompt="1"/>
          </p:nvPr>
        </p:nvSpPr>
        <p:spPr>
          <a:xfrm>
            <a:off x="6491539" y="1716515"/>
            <a:ext cx="3070060" cy="252000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1000" cap="none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 dirty="0"/>
              <a:t>Grade – Number of years of experience</a:t>
            </a:r>
          </a:p>
        </p:txBody>
      </p:sp>
      <p:sp>
        <p:nvSpPr>
          <p:cNvPr id="102" name="Espace réservé du texte 19"/>
          <p:cNvSpPr>
            <a:spLocks noGrp="1"/>
          </p:cNvSpPr>
          <p:nvPr>
            <p:ph type="body" sz="quarter" idx="41" hasCustomPrompt="1"/>
          </p:nvPr>
        </p:nvSpPr>
        <p:spPr>
          <a:xfrm>
            <a:off x="6491539" y="1969108"/>
            <a:ext cx="3070059" cy="252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171450" indent="-171450" algn="l">
              <a:buClr>
                <a:schemeClr val="bg2"/>
              </a:buClr>
              <a:buFont typeface="Tempus Sans ITC" panose="04020404030D07020202" pitchFamily="82" charset="0"/>
              <a:buChar char="/"/>
              <a:defRPr sz="900" cap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 dirty="0"/>
              <a:t>Detail line 1</a:t>
            </a:r>
          </a:p>
        </p:txBody>
      </p:sp>
      <p:sp>
        <p:nvSpPr>
          <p:cNvPr id="103" name="Espace réservé du texte 19"/>
          <p:cNvSpPr>
            <a:spLocks noGrp="1"/>
          </p:cNvSpPr>
          <p:nvPr>
            <p:ph type="body" sz="quarter" idx="42" hasCustomPrompt="1"/>
          </p:nvPr>
        </p:nvSpPr>
        <p:spPr>
          <a:xfrm>
            <a:off x="6491539" y="2221701"/>
            <a:ext cx="3070059" cy="252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171450" indent="-171450" algn="l">
              <a:buClr>
                <a:schemeClr val="bg2"/>
              </a:buClr>
              <a:buFont typeface="Tempus Sans ITC" panose="04020404030D07020202" pitchFamily="82" charset="0"/>
              <a:buChar char="/"/>
              <a:defRPr sz="900" cap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 dirty="0"/>
              <a:t>Detail line 2</a:t>
            </a:r>
          </a:p>
        </p:txBody>
      </p:sp>
      <p:sp>
        <p:nvSpPr>
          <p:cNvPr id="104" name="Espace réservé du texte 19"/>
          <p:cNvSpPr>
            <a:spLocks noGrp="1"/>
          </p:cNvSpPr>
          <p:nvPr>
            <p:ph type="body" sz="quarter" idx="43" hasCustomPrompt="1"/>
          </p:nvPr>
        </p:nvSpPr>
        <p:spPr>
          <a:xfrm>
            <a:off x="6491539" y="2474292"/>
            <a:ext cx="3070059" cy="252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171450" indent="-171450" algn="l">
              <a:buClr>
                <a:schemeClr val="bg2"/>
              </a:buClr>
              <a:buFont typeface="Tempus Sans ITC" panose="04020404030D07020202" pitchFamily="82" charset="0"/>
              <a:buChar char="/"/>
              <a:defRPr sz="900" cap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 dirty="0"/>
              <a:t>Detail line 3</a:t>
            </a:r>
          </a:p>
        </p:txBody>
      </p:sp>
      <p:sp>
        <p:nvSpPr>
          <p:cNvPr id="107" name="Espace réservé pour une image  9"/>
          <p:cNvSpPr>
            <a:spLocks noGrp="1"/>
          </p:cNvSpPr>
          <p:nvPr>
            <p:ph type="pic" sz="quarter" idx="44" hasCustomPrompt="1"/>
          </p:nvPr>
        </p:nvSpPr>
        <p:spPr>
          <a:xfrm>
            <a:off x="345598" y="3062527"/>
            <a:ext cx="1262304" cy="1262370"/>
          </a:xfrm>
          <a:custGeom>
            <a:avLst/>
            <a:gdLst>
              <a:gd name="connsiteX0" fmla="*/ 2027901 w 2880000"/>
              <a:gd name="connsiteY0" fmla="*/ 2754523 h 2880000"/>
              <a:gd name="connsiteX1" fmla="*/ 323082 w 2880000"/>
              <a:gd name="connsiteY1" fmla="*/ 2348897 h 2880000"/>
              <a:gd name="connsiteX2" fmla="*/ 272384 w 2880000"/>
              <a:gd name="connsiteY2" fmla="*/ 597221 h 2880000"/>
              <a:gd name="connsiteX3" fmla="*/ 1950889 w 2880000"/>
              <a:gd name="connsiteY3" fmla="*/ 93674 h 2880000"/>
              <a:gd name="connsiteX4" fmla="*/ 2872781 w 2880000"/>
              <a:gd name="connsiteY4" fmla="*/ 1583995 h 2880000"/>
              <a:gd name="connsiteX5" fmla="*/ 2027901 w 2880000"/>
              <a:gd name="connsiteY5" fmla="*/ 2754523 h 2880000"/>
              <a:gd name="connsiteX0" fmla="*/ 2027903 w 2880049"/>
              <a:gd name="connsiteY0" fmla="*/ 2754637 h 2880200"/>
              <a:gd name="connsiteX1" fmla="*/ 323084 w 2880049"/>
              <a:gd name="connsiteY1" fmla="*/ 2349011 h 2880200"/>
              <a:gd name="connsiteX2" fmla="*/ 272386 w 2880049"/>
              <a:gd name="connsiteY2" fmla="*/ 597335 h 2880200"/>
              <a:gd name="connsiteX3" fmla="*/ 1950891 w 2880049"/>
              <a:gd name="connsiteY3" fmla="*/ 93788 h 2880200"/>
              <a:gd name="connsiteX4" fmla="*/ 2872783 w 2880049"/>
              <a:gd name="connsiteY4" fmla="*/ 1584109 h 2880200"/>
              <a:gd name="connsiteX5" fmla="*/ 2027903 w 2880049"/>
              <a:gd name="connsiteY5" fmla="*/ 2754637 h 2880200"/>
              <a:gd name="connsiteX0" fmla="*/ 2027903 w 2880049"/>
              <a:gd name="connsiteY0" fmla="*/ 2754637 h 2880200"/>
              <a:gd name="connsiteX1" fmla="*/ 323084 w 2880049"/>
              <a:gd name="connsiteY1" fmla="*/ 2349011 h 2880200"/>
              <a:gd name="connsiteX2" fmla="*/ 272386 w 2880049"/>
              <a:gd name="connsiteY2" fmla="*/ 597335 h 2880200"/>
              <a:gd name="connsiteX3" fmla="*/ 1950891 w 2880049"/>
              <a:gd name="connsiteY3" fmla="*/ 93788 h 2880200"/>
              <a:gd name="connsiteX4" fmla="*/ 2872783 w 2880049"/>
              <a:gd name="connsiteY4" fmla="*/ 1584109 h 2880200"/>
              <a:gd name="connsiteX5" fmla="*/ 2027903 w 2880049"/>
              <a:gd name="connsiteY5" fmla="*/ 2754637 h 2880200"/>
              <a:gd name="connsiteX0" fmla="*/ 2027903 w 2880049"/>
              <a:gd name="connsiteY0" fmla="*/ 2754637 h 2880200"/>
              <a:gd name="connsiteX1" fmla="*/ 323084 w 2880049"/>
              <a:gd name="connsiteY1" fmla="*/ 2349011 h 2880200"/>
              <a:gd name="connsiteX2" fmla="*/ 272386 w 2880049"/>
              <a:gd name="connsiteY2" fmla="*/ 597335 h 2880200"/>
              <a:gd name="connsiteX3" fmla="*/ 1950891 w 2880049"/>
              <a:gd name="connsiteY3" fmla="*/ 93788 h 2880200"/>
              <a:gd name="connsiteX4" fmla="*/ 2872783 w 2880049"/>
              <a:gd name="connsiteY4" fmla="*/ 1584109 h 2880200"/>
              <a:gd name="connsiteX5" fmla="*/ 2027903 w 2880049"/>
              <a:gd name="connsiteY5" fmla="*/ 2754637 h 2880200"/>
              <a:gd name="connsiteX0" fmla="*/ 2027903 w 2880049"/>
              <a:gd name="connsiteY0" fmla="*/ 2754637 h 2880200"/>
              <a:gd name="connsiteX1" fmla="*/ 323084 w 2880049"/>
              <a:gd name="connsiteY1" fmla="*/ 2349011 h 2880200"/>
              <a:gd name="connsiteX2" fmla="*/ 272386 w 2880049"/>
              <a:gd name="connsiteY2" fmla="*/ 597335 h 2880200"/>
              <a:gd name="connsiteX3" fmla="*/ 1950891 w 2880049"/>
              <a:gd name="connsiteY3" fmla="*/ 93788 h 2880200"/>
              <a:gd name="connsiteX4" fmla="*/ 2872783 w 2880049"/>
              <a:gd name="connsiteY4" fmla="*/ 1584109 h 2880200"/>
              <a:gd name="connsiteX5" fmla="*/ 2027903 w 2880049"/>
              <a:gd name="connsiteY5" fmla="*/ 2754637 h 2880200"/>
              <a:gd name="connsiteX0" fmla="*/ 2027903 w 2880049"/>
              <a:gd name="connsiteY0" fmla="*/ 2754637 h 2880200"/>
              <a:gd name="connsiteX1" fmla="*/ 323084 w 2880049"/>
              <a:gd name="connsiteY1" fmla="*/ 2349011 h 2880200"/>
              <a:gd name="connsiteX2" fmla="*/ 272386 w 2880049"/>
              <a:gd name="connsiteY2" fmla="*/ 597335 h 2880200"/>
              <a:gd name="connsiteX3" fmla="*/ 1950891 w 2880049"/>
              <a:gd name="connsiteY3" fmla="*/ 93788 h 2880200"/>
              <a:gd name="connsiteX4" fmla="*/ 2872783 w 2880049"/>
              <a:gd name="connsiteY4" fmla="*/ 1584109 h 2880200"/>
              <a:gd name="connsiteX5" fmla="*/ 2027903 w 2880049"/>
              <a:gd name="connsiteY5" fmla="*/ 2754637 h 2880200"/>
              <a:gd name="connsiteX0" fmla="*/ 2027903 w 2880049"/>
              <a:gd name="connsiteY0" fmla="*/ 2754637 h 2880200"/>
              <a:gd name="connsiteX1" fmla="*/ 323084 w 2880049"/>
              <a:gd name="connsiteY1" fmla="*/ 2349011 h 2880200"/>
              <a:gd name="connsiteX2" fmla="*/ 272386 w 2880049"/>
              <a:gd name="connsiteY2" fmla="*/ 597335 h 2880200"/>
              <a:gd name="connsiteX3" fmla="*/ 1950891 w 2880049"/>
              <a:gd name="connsiteY3" fmla="*/ 93788 h 2880200"/>
              <a:gd name="connsiteX4" fmla="*/ 2872783 w 2880049"/>
              <a:gd name="connsiteY4" fmla="*/ 1584109 h 2880200"/>
              <a:gd name="connsiteX5" fmla="*/ 2027903 w 2880049"/>
              <a:gd name="connsiteY5" fmla="*/ 2754637 h 2880200"/>
              <a:gd name="connsiteX0" fmla="*/ 2027903 w 2880049"/>
              <a:gd name="connsiteY0" fmla="*/ 2754637 h 2880200"/>
              <a:gd name="connsiteX1" fmla="*/ 323084 w 2880049"/>
              <a:gd name="connsiteY1" fmla="*/ 2349011 h 2880200"/>
              <a:gd name="connsiteX2" fmla="*/ 272386 w 2880049"/>
              <a:gd name="connsiteY2" fmla="*/ 597335 h 2880200"/>
              <a:gd name="connsiteX3" fmla="*/ 1950891 w 2880049"/>
              <a:gd name="connsiteY3" fmla="*/ 93788 h 2880200"/>
              <a:gd name="connsiteX4" fmla="*/ 2872783 w 2880049"/>
              <a:gd name="connsiteY4" fmla="*/ 1584109 h 2880200"/>
              <a:gd name="connsiteX5" fmla="*/ 2027903 w 2880049"/>
              <a:gd name="connsiteY5" fmla="*/ 2754637 h 2880200"/>
              <a:gd name="connsiteX0" fmla="*/ 2027903 w 2880049"/>
              <a:gd name="connsiteY0" fmla="*/ 2754637 h 2880200"/>
              <a:gd name="connsiteX1" fmla="*/ 323084 w 2880049"/>
              <a:gd name="connsiteY1" fmla="*/ 2349011 h 2880200"/>
              <a:gd name="connsiteX2" fmla="*/ 272386 w 2880049"/>
              <a:gd name="connsiteY2" fmla="*/ 597335 h 2880200"/>
              <a:gd name="connsiteX3" fmla="*/ 1950891 w 2880049"/>
              <a:gd name="connsiteY3" fmla="*/ 93788 h 2880200"/>
              <a:gd name="connsiteX4" fmla="*/ 2872783 w 2880049"/>
              <a:gd name="connsiteY4" fmla="*/ 1584109 h 2880200"/>
              <a:gd name="connsiteX5" fmla="*/ 2027903 w 2880049"/>
              <a:gd name="connsiteY5" fmla="*/ 2754637 h 2880200"/>
              <a:gd name="connsiteX0" fmla="*/ 2027903 w 2880049"/>
              <a:gd name="connsiteY0" fmla="*/ 2754637 h 2880200"/>
              <a:gd name="connsiteX1" fmla="*/ 323084 w 2880049"/>
              <a:gd name="connsiteY1" fmla="*/ 2349011 h 2880200"/>
              <a:gd name="connsiteX2" fmla="*/ 272386 w 2880049"/>
              <a:gd name="connsiteY2" fmla="*/ 597335 h 2880200"/>
              <a:gd name="connsiteX3" fmla="*/ 1950891 w 2880049"/>
              <a:gd name="connsiteY3" fmla="*/ 93788 h 2880200"/>
              <a:gd name="connsiteX4" fmla="*/ 2872783 w 2880049"/>
              <a:gd name="connsiteY4" fmla="*/ 1584109 h 2880200"/>
              <a:gd name="connsiteX5" fmla="*/ 2027903 w 2880049"/>
              <a:gd name="connsiteY5" fmla="*/ 2754637 h 2880200"/>
              <a:gd name="connsiteX0" fmla="*/ 2027903 w 2880049"/>
              <a:gd name="connsiteY0" fmla="*/ 2754637 h 2880200"/>
              <a:gd name="connsiteX1" fmla="*/ 323084 w 2880049"/>
              <a:gd name="connsiteY1" fmla="*/ 2349011 h 2880200"/>
              <a:gd name="connsiteX2" fmla="*/ 272386 w 2880049"/>
              <a:gd name="connsiteY2" fmla="*/ 597335 h 2880200"/>
              <a:gd name="connsiteX3" fmla="*/ 1950891 w 2880049"/>
              <a:gd name="connsiteY3" fmla="*/ 93788 h 2880200"/>
              <a:gd name="connsiteX4" fmla="*/ 2872783 w 2880049"/>
              <a:gd name="connsiteY4" fmla="*/ 1584109 h 2880200"/>
              <a:gd name="connsiteX5" fmla="*/ 2027903 w 2880049"/>
              <a:gd name="connsiteY5" fmla="*/ 2754637 h 2880200"/>
              <a:gd name="connsiteX0" fmla="*/ 2027903 w 2880049"/>
              <a:gd name="connsiteY0" fmla="*/ 2754637 h 2880200"/>
              <a:gd name="connsiteX1" fmla="*/ 323084 w 2880049"/>
              <a:gd name="connsiteY1" fmla="*/ 2349011 h 2880200"/>
              <a:gd name="connsiteX2" fmla="*/ 272386 w 2880049"/>
              <a:gd name="connsiteY2" fmla="*/ 597335 h 2880200"/>
              <a:gd name="connsiteX3" fmla="*/ 1950891 w 2880049"/>
              <a:gd name="connsiteY3" fmla="*/ 93788 h 2880200"/>
              <a:gd name="connsiteX4" fmla="*/ 2872783 w 2880049"/>
              <a:gd name="connsiteY4" fmla="*/ 1584109 h 2880200"/>
              <a:gd name="connsiteX5" fmla="*/ 2027903 w 2880049"/>
              <a:gd name="connsiteY5" fmla="*/ 2754637 h 2880200"/>
              <a:gd name="connsiteX0" fmla="*/ 2027903 w 2880049"/>
              <a:gd name="connsiteY0" fmla="*/ 2754637 h 2880200"/>
              <a:gd name="connsiteX1" fmla="*/ 323084 w 2880049"/>
              <a:gd name="connsiteY1" fmla="*/ 2349011 h 2880200"/>
              <a:gd name="connsiteX2" fmla="*/ 272386 w 2880049"/>
              <a:gd name="connsiteY2" fmla="*/ 597335 h 2880200"/>
              <a:gd name="connsiteX3" fmla="*/ 1950891 w 2880049"/>
              <a:gd name="connsiteY3" fmla="*/ 93788 h 2880200"/>
              <a:gd name="connsiteX4" fmla="*/ 2872783 w 2880049"/>
              <a:gd name="connsiteY4" fmla="*/ 1584109 h 2880200"/>
              <a:gd name="connsiteX5" fmla="*/ 2027903 w 2880049"/>
              <a:gd name="connsiteY5" fmla="*/ 2754637 h 2880200"/>
              <a:gd name="connsiteX0" fmla="*/ 2027903 w 2880049"/>
              <a:gd name="connsiteY0" fmla="*/ 2754637 h 2880200"/>
              <a:gd name="connsiteX1" fmla="*/ 323084 w 2880049"/>
              <a:gd name="connsiteY1" fmla="*/ 2349011 h 2880200"/>
              <a:gd name="connsiteX2" fmla="*/ 272386 w 2880049"/>
              <a:gd name="connsiteY2" fmla="*/ 597335 h 2880200"/>
              <a:gd name="connsiteX3" fmla="*/ 1950891 w 2880049"/>
              <a:gd name="connsiteY3" fmla="*/ 93788 h 2880200"/>
              <a:gd name="connsiteX4" fmla="*/ 2872783 w 2880049"/>
              <a:gd name="connsiteY4" fmla="*/ 1584109 h 2880200"/>
              <a:gd name="connsiteX5" fmla="*/ 2027903 w 2880049"/>
              <a:gd name="connsiteY5" fmla="*/ 2754637 h 2880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80049" h="2880200">
                <a:moveTo>
                  <a:pt x="2027903" y="2754637"/>
                </a:moveTo>
                <a:cubicBezTo>
                  <a:pt x="1433294" y="3020567"/>
                  <a:pt x="734213" y="2854235"/>
                  <a:pt x="323084" y="2349011"/>
                </a:cubicBezTo>
                <a:cubicBezTo>
                  <a:pt x="-88045" y="1843787"/>
                  <a:pt x="-108834" y="1125491"/>
                  <a:pt x="272386" y="597335"/>
                </a:cubicBezTo>
                <a:cubicBezTo>
                  <a:pt x="653607" y="69179"/>
                  <a:pt x="1341898" y="-137307"/>
                  <a:pt x="1950891" y="93788"/>
                </a:cubicBezTo>
                <a:cubicBezTo>
                  <a:pt x="2559885" y="324883"/>
                  <a:pt x="2937917" y="936007"/>
                  <a:pt x="2872783" y="1584109"/>
                </a:cubicBezTo>
                <a:cubicBezTo>
                  <a:pt x="2510047" y="1915790"/>
                  <a:pt x="2260258" y="2210782"/>
                  <a:pt x="2027903" y="2754637"/>
                </a:cubicBezTo>
                <a:close/>
              </a:path>
            </a:pathLst>
          </a:custGeom>
          <a:ln>
            <a:noFill/>
          </a:ln>
        </p:spPr>
        <p:txBody>
          <a:bodyPr>
            <a:normAutofit/>
          </a:bodyPr>
          <a:lstStyle>
            <a:lvl1pPr algn="ctr">
              <a:defRPr sz="900" i="1" baseline="0"/>
            </a:lvl1pPr>
          </a:lstStyle>
          <a:p>
            <a:r>
              <a:rPr lang="en-US" noProof="0" dirty="0"/>
              <a:t>Click to insert a picture</a:t>
            </a:r>
          </a:p>
        </p:txBody>
      </p:sp>
      <p:sp>
        <p:nvSpPr>
          <p:cNvPr id="108" name="Espace réservé du texte 19"/>
          <p:cNvSpPr>
            <a:spLocks noGrp="1"/>
          </p:cNvSpPr>
          <p:nvPr>
            <p:ph type="body" sz="quarter" idx="45" hasCustomPrompt="1"/>
          </p:nvPr>
        </p:nvSpPr>
        <p:spPr>
          <a:xfrm>
            <a:off x="1757117" y="3062526"/>
            <a:ext cx="3070061" cy="252000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1100" b="1" cap="none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 dirty="0"/>
              <a:t>First Name LAST NAME</a:t>
            </a:r>
          </a:p>
        </p:txBody>
      </p:sp>
      <p:sp>
        <p:nvSpPr>
          <p:cNvPr id="109" name="Espace réservé du texte 19"/>
          <p:cNvSpPr>
            <a:spLocks noGrp="1"/>
          </p:cNvSpPr>
          <p:nvPr>
            <p:ph type="body" sz="quarter" idx="46" hasCustomPrompt="1"/>
          </p:nvPr>
        </p:nvSpPr>
        <p:spPr>
          <a:xfrm>
            <a:off x="1757117" y="3315119"/>
            <a:ext cx="3070060" cy="252000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1000" cap="none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 dirty="0"/>
              <a:t>Grade – Number of years of experience</a:t>
            </a:r>
          </a:p>
        </p:txBody>
      </p:sp>
      <p:sp>
        <p:nvSpPr>
          <p:cNvPr id="110" name="Espace réservé du texte 19"/>
          <p:cNvSpPr>
            <a:spLocks noGrp="1"/>
          </p:cNvSpPr>
          <p:nvPr>
            <p:ph type="body" sz="quarter" idx="47" hasCustomPrompt="1"/>
          </p:nvPr>
        </p:nvSpPr>
        <p:spPr>
          <a:xfrm>
            <a:off x="1757117" y="3567712"/>
            <a:ext cx="3070059" cy="252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171450" indent="-171450" algn="l">
              <a:buClr>
                <a:schemeClr val="bg2"/>
              </a:buClr>
              <a:buFont typeface="Tempus Sans ITC" panose="04020404030D07020202" pitchFamily="82" charset="0"/>
              <a:buChar char="/"/>
              <a:defRPr sz="900" cap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 dirty="0"/>
              <a:t>Detail line 1</a:t>
            </a:r>
          </a:p>
        </p:txBody>
      </p:sp>
      <p:sp>
        <p:nvSpPr>
          <p:cNvPr id="111" name="Espace réservé du texte 19"/>
          <p:cNvSpPr>
            <a:spLocks noGrp="1"/>
          </p:cNvSpPr>
          <p:nvPr>
            <p:ph type="body" sz="quarter" idx="48" hasCustomPrompt="1"/>
          </p:nvPr>
        </p:nvSpPr>
        <p:spPr>
          <a:xfrm>
            <a:off x="1757117" y="3820305"/>
            <a:ext cx="3070059" cy="252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171450" indent="-171450" algn="l">
              <a:buClr>
                <a:schemeClr val="bg2"/>
              </a:buClr>
              <a:buFont typeface="Tempus Sans ITC" panose="04020404030D07020202" pitchFamily="82" charset="0"/>
              <a:buChar char="/"/>
              <a:defRPr sz="900" cap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 dirty="0"/>
              <a:t>Detail line 2</a:t>
            </a:r>
          </a:p>
        </p:txBody>
      </p:sp>
      <p:sp>
        <p:nvSpPr>
          <p:cNvPr id="112" name="Espace réservé du texte 19"/>
          <p:cNvSpPr>
            <a:spLocks noGrp="1"/>
          </p:cNvSpPr>
          <p:nvPr>
            <p:ph type="body" sz="quarter" idx="49" hasCustomPrompt="1"/>
          </p:nvPr>
        </p:nvSpPr>
        <p:spPr>
          <a:xfrm>
            <a:off x="1757117" y="4072896"/>
            <a:ext cx="3070059" cy="252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171450" indent="-171450" algn="l">
              <a:buClr>
                <a:schemeClr val="bg2"/>
              </a:buClr>
              <a:buFont typeface="Tempus Sans ITC" panose="04020404030D07020202" pitchFamily="82" charset="0"/>
              <a:buChar char="/"/>
              <a:defRPr sz="900" cap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 dirty="0"/>
              <a:t>Detail line 3</a:t>
            </a:r>
          </a:p>
        </p:txBody>
      </p:sp>
      <p:sp>
        <p:nvSpPr>
          <p:cNvPr id="113" name="Espace réservé pour une image  9"/>
          <p:cNvSpPr>
            <a:spLocks noGrp="1"/>
          </p:cNvSpPr>
          <p:nvPr>
            <p:ph type="pic" sz="quarter" idx="50" hasCustomPrompt="1"/>
          </p:nvPr>
        </p:nvSpPr>
        <p:spPr>
          <a:xfrm>
            <a:off x="5080017" y="3062526"/>
            <a:ext cx="1262304" cy="1262370"/>
          </a:xfrm>
          <a:custGeom>
            <a:avLst/>
            <a:gdLst>
              <a:gd name="connsiteX0" fmla="*/ 2027901 w 2880000"/>
              <a:gd name="connsiteY0" fmla="*/ 2754523 h 2880000"/>
              <a:gd name="connsiteX1" fmla="*/ 323082 w 2880000"/>
              <a:gd name="connsiteY1" fmla="*/ 2348897 h 2880000"/>
              <a:gd name="connsiteX2" fmla="*/ 272384 w 2880000"/>
              <a:gd name="connsiteY2" fmla="*/ 597221 h 2880000"/>
              <a:gd name="connsiteX3" fmla="*/ 1950889 w 2880000"/>
              <a:gd name="connsiteY3" fmla="*/ 93674 h 2880000"/>
              <a:gd name="connsiteX4" fmla="*/ 2872781 w 2880000"/>
              <a:gd name="connsiteY4" fmla="*/ 1583995 h 2880000"/>
              <a:gd name="connsiteX5" fmla="*/ 2027901 w 2880000"/>
              <a:gd name="connsiteY5" fmla="*/ 2754523 h 2880000"/>
              <a:gd name="connsiteX0" fmla="*/ 2027903 w 2880049"/>
              <a:gd name="connsiteY0" fmla="*/ 2754637 h 2880200"/>
              <a:gd name="connsiteX1" fmla="*/ 323084 w 2880049"/>
              <a:gd name="connsiteY1" fmla="*/ 2349011 h 2880200"/>
              <a:gd name="connsiteX2" fmla="*/ 272386 w 2880049"/>
              <a:gd name="connsiteY2" fmla="*/ 597335 h 2880200"/>
              <a:gd name="connsiteX3" fmla="*/ 1950891 w 2880049"/>
              <a:gd name="connsiteY3" fmla="*/ 93788 h 2880200"/>
              <a:gd name="connsiteX4" fmla="*/ 2872783 w 2880049"/>
              <a:gd name="connsiteY4" fmla="*/ 1584109 h 2880200"/>
              <a:gd name="connsiteX5" fmla="*/ 2027903 w 2880049"/>
              <a:gd name="connsiteY5" fmla="*/ 2754637 h 2880200"/>
              <a:gd name="connsiteX0" fmla="*/ 2027903 w 2880049"/>
              <a:gd name="connsiteY0" fmla="*/ 2754637 h 2880200"/>
              <a:gd name="connsiteX1" fmla="*/ 323084 w 2880049"/>
              <a:gd name="connsiteY1" fmla="*/ 2349011 h 2880200"/>
              <a:gd name="connsiteX2" fmla="*/ 272386 w 2880049"/>
              <a:gd name="connsiteY2" fmla="*/ 597335 h 2880200"/>
              <a:gd name="connsiteX3" fmla="*/ 1950891 w 2880049"/>
              <a:gd name="connsiteY3" fmla="*/ 93788 h 2880200"/>
              <a:gd name="connsiteX4" fmla="*/ 2872783 w 2880049"/>
              <a:gd name="connsiteY4" fmla="*/ 1584109 h 2880200"/>
              <a:gd name="connsiteX5" fmla="*/ 2027903 w 2880049"/>
              <a:gd name="connsiteY5" fmla="*/ 2754637 h 2880200"/>
              <a:gd name="connsiteX0" fmla="*/ 2027903 w 2880049"/>
              <a:gd name="connsiteY0" fmla="*/ 2754637 h 2880200"/>
              <a:gd name="connsiteX1" fmla="*/ 323084 w 2880049"/>
              <a:gd name="connsiteY1" fmla="*/ 2349011 h 2880200"/>
              <a:gd name="connsiteX2" fmla="*/ 272386 w 2880049"/>
              <a:gd name="connsiteY2" fmla="*/ 597335 h 2880200"/>
              <a:gd name="connsiteX3" fmla="*/ 1950891 w 2880049"/>
              <a:gd name="connsiteY3" fmla="*/ 93788 h 2880200"/>
              <a:gd name="connsiteX4" fmla="*/ 2872783 w 2880049"/>
              <a:gd name="connsiteY4" fmla="*/ 1584109 h 2880200"/>
              <a:gd name="connsiteX5" fmla="*/ 2027903 w 2880049"/>
              <a:gd name="connsiteY5" fmla="*/ 2754637 h 2880200"/>
              <a:gd name="connsiteX0" fmla="*/ 2027903 w 2880049"/>
              <a:gd name="connsiteY0" fmla="*/ 2754637 h 2880200"/>
              <a:gd name="connsiteX1" fmla="*/ 323084 w 2880049"/>
              <a:gd name="connsiteY1" fmla="*/ 2349011 h 2880200"/>
              <a:gd name="connsiteX2" fmla="*/ 272386 w 2880049"/>
              <a:gd name="connsiteY2" fmla="*/ 597335 h 2880200"/>
              <a:gd name="connsiteX3" fmla="*/ 1950891 w 2880049"/>
              <a:gd name="connsiteY3" fmla="*/ 93788 h 2880200"/>
              <a:gd name="connsiteX4" fmla="*/ 2872783 w 2880049"/>
              <a:gd name="connsiteY4" fmla="*/ 1584109 h 2880200"/>
              <a:gd name="connsiteX5" fmla="*/ 2027903 w 2880049"/>
              <a:gd name="connsiteY5" fmla="*/ 2754637 h 2880200"/>
              <a:gd name="connsiteX0" fmla="*/ 2027903 w 2880049"/>
              <a:gd name="connsiteY0" fmla="*/ 2754637 h 2880200"/>
              <a:gd name="connsiteX1" fmla="*/ 323084 w 2880049"/>
              <a:gd name="connsiteY1" fmla="*/ 2349011 h 2880200"/>
              <a:gd name="connsiteX2" fmla="*/ 272386 w 2880049"/>
              <a:gd name="connsiteY2" fmla="*/ 597335 h 2880200"/>
              <a:gd name="connsiteX3" fmla="*/ 1950891 w 2880049"/>
              <a:gd name="connsiteY3" fmla="*/ 93788 h 2880200"/>
              <a:gd name="connsiteX4" fmla="*/ 2872783 w 2880049"/>
              <a:gd name="connsiteY4" fmla="*/ 1584109 h 2880200"/>
              <a:gd name="connsiteX5" fmla="*/ 2027903 w 2880049"/>
              <a:gd name="connsiteY5" fmla="*/ 2754637 h 2880200"/>
              <a:gd name="connsiteX0" fmla="*/ 2027903 w 2880049"/>
              <a:gd name="connsiteY0" fmla="*/ 2754637 h 2880200"/>
              <a:gd name="connsiteX1" fmla="*/ 323084 w 2880049"/>
              <a:gd name="connsiteY1" fmla="*/ 2349011 h 2880200"/>
              <a:gd name="connsiteX2" fmla="*/ 272386 w 2880049"/>
              <a:gd name="connsiteY2" fmla="*/ 597335 h 2880200"/>
              <a:gd name="connsiteX3" fmla="*/ 1950891 w 2880049"/>
              <a:gd name="connsiteY3" fmla="*/ 93788 h 2880200"/>
              <a:gd name="connsiteX4" fmla="*/ 2872783 w 2880049"/>
              <a:gd name="connsiteY4" fmla="*/ 1584109 h 2880200"/>
              <a:gd name="connsiteX5" fmla="*/ 2027903 w 2880049"/>
              <a:gd name="connsiteY5" fmla="*/ 2754637 h 2880200"/>
              <a:gd name="connsiteX0" fmla="*/ 2027903 w 2880049"/>
              <a:gd name="connsiteY0" fmla="*/ 2754637 h 2880200"/>
              <a:gd name="connsiteX1" fmla="*/ 323084 w 2880049"/>
              <a:gd name="connsiteY1" fmla="*/ 2349011 h 2880200"/>
              <a:gd name="connsiteX2" fmla="*/ 272386 w 2880049"/>
              <a:gd name="connsiteY2" fmla="*/ 597335 h 2880200"/>
              <a:gd name="connsiteX3" fmla="*/ 1950891 w 2880049"/>
              <a:gd name="connsiteY3" fmla="*/ 93788 h 2880200"/>
              <a:gd name="connsiteX4" fmla="*/ 2872783 w 2880049"/>
              <a:gd name="connsiteY4" fmla="*/ 1584109 h 2880200"/>
              <a:gd name="connsiteX5" fmla="*/ 2027903 w 2880049"/>
              <a:gd name="connsiteY5" fmla="*/ 2754637 h 2880200"/>
              <a:gd name="connsiteX0" fmla="*/ 2027903 w 2880049"/>
              <a:gd name="connsiteY0" fmla="*/ 2754637 h 2880200"/>
              <a:gd name="connsiteX1" fmla="*/ 323084 w 2880049"/>
              <a:gd name="connsiteY1" fmla="*/ 2349011 h 2880200"/>
              <a:gd name="connsiteX2" fmla="*/ 272386 w 2880049"/>
              <a:gd name="connsiteY2" fmla="*/ 597335 h 2880200"/>
              <a:gd name="connsiteX3" fmla="*/ 1950891 w 2880049"/>
              <a:gd name="connsiteY3" fmla="*/ 93788 h 2880200"/>
              <a:gd name="connsiteX4" fmla="*/ 2872783 w 2880049"/>
              <a:gd name="connsiteY4" fmla="*/ 1584109 h 2880200"/>
              <a:gd name="connsiteX5" fmla="*/ 2027903 w 2880049"/>
              <a:gd name="connsiteY5" fmla="*/ 2754637 h 2880200"/>
              <a:gd name="connsiteX0" fmla="*/ 2027903 w 2880049"/>
              <a:gd name="connsiteY0" fmla="*/ 2754637 h 2880200"/>
              <a:gd name="connsiteX1" fmla="*/ 323084 w 2880049"/>
              <a:gd name="connsiteY1" fmla="*/ 2349011 h 2880200"/>
              <a:gd name="connsiteX2" fmla="*/ 272386 w 2880049"/>
              <a:gd name="connsiteY2" fmla="*/ 597335 h 2880200"/>
              <a:gd name="connsiteX3" fmla="*/ 1950891 w 2880049"/>
              <a:gd name="connsiteY3" fmla="*/ 93788 h 2880200"/>
              <a:gd name="connsiteX4" fmla="*/ 2872783 w 2880049"/>
              <a:gd name="connsiteY4" fmla="*/ 1584109 h 2880200"/>
              <a:gd name="connsiteX5" fmla="*/ 2027903 w 2880049"/>
              <a:gd name="connsiteY5" fmla="*/ 2754637 h 2880200"/>
              <a:gd name="connsiteX0" fmla="*/ 2027903 w 2880049"/>
              <a:gd name="connsiteY0" fmla="*/ 2754637 h 2880200"/>
              <a:gd name="connsiteX1" fmla="*/ 323084 w 2880049"/>
              <a:gd name="connsiteY1" fmla="*/ 2349011 h 2880200"/>
              <a:gd name="connsiteX2" fmla="*/ 272386 w 2880049"/>
              <a:gd name="connsiteY2" fmla="*/ 597335 h 2880200"/>
              <a:gd name="connsiteX3" fmla="*/ 1950891 w 2880049"/>
              <a:gd name="connsiteY3" fmla="*/ 93788 h 2880200"/>
              <a:gd name="connsiteX4" fmla="*/ 2872783 w 2880049"/>
              <a:gd name="connsiteY4" fmla="*/ 1584109 h 2880200"/>
              <a:gd name="connsiteX5" fmla="*/ 2027903 w 2880049"/>
              <a:gd name="connsiteY5" fmla="*/ 2754637 h 2880200"/>
              <a:gd name="connsiteX0" fmla="*/ 2027903 w 2880049"/>
              <a:gd name="connsiteY0" fmla="*/ 2754637 h 2880200"/>
              <a:gd name="connsiteX1" fmla="*/ 323084 w 2880049"/>
              <a:gd name="connsiteY1" fmla="*/ 2349011 h 2880200"/>
              <a:gd name="connsiteX2" fmla="*/ 272386 w 2880049"/>
              <a:gd name="connsiteY2" fmla="*/ 597335 h 2880200"/>
              <a:gd name="connsiteX3" fmla="*/ 1950891 w 2880049"/>
              <a:gd name="connsiteY3" fmla="*/ 93788 h 2880200"/>
              <a:gd name="connsiteX4" fmla="*/ 2872783 w 2880049"/>
              <a:gd name="connsiteY4" fmla="*/ 1584109 h 2880200"/>
              <a:gd name="connsiteX5" fmla="*/ 2027903 w 2880049"/>
              <a:gd name="connsiteY5" fmla="*/ 2754637 h 2880200"/>
              <a:gd name="connsiteX0" fmla="*/ 2027903 w 2880049"/>
              <a:gd name="connsiteY0" fmla="*/ 2754637 h 2880200"/>
              <a:gd name="connsiteX1" fmla="*/ 323084 w 2880049"/>
              <a:gd name="connsiteY1" fmla="*/ 2349011 h 2880200"/>
              <a:gd name="connsiteX2" fmla="*/ 272386 w 2880049"/>
              <a:gd name="connsiteY2" fmla="*/ 597335 h 2880200"/>
              <a:gd name="connsiteX3" fmla="*/ 1950891 w 2880049"/>
              <a:gd name="connsiteY3" fmla="*/ 93788 h 2880200"/>
              <a:gd name="connsiteX4" fmla="*/ 2872783 w 2880049"/>
              <a:gd name="connsiteY4" fmla="*/ 1584109 h 2880200"/>
              <a:gd name="connsiteX5" fmla="*/ 2027903 w 2880049"/>
              <a:gd name="connsiteY5" fmla="*/ 2754637 h 2880200"/>
              <a:gd name="connsiteX0" fmla="*/ 2027903 w 2880049"/>
              <a:gd name="connsiteY0" fmla="*/ 2754637 h 2880200"/>
              <a:gd name="connsiteX1" fmla="*/ 323084 w 2880049"/>
              <a:gd name="connsiteY1" fmla="*/ 2349011 h 2880200"/>
              <a:gd name="connsiteX2" fmla="*/ 272386 w 2880049"/>
              <a:gd name="connsiteY2" fmla="*/ 597335 h 2880200"/>
              <a:gd name="connsiteX3" fmla="*/ 1950891 w 2880049"/>
              <a:gd name="connsiteY3" fmla="*/ 93788 h 2880200"/>
              <a:gd name="connsiteX4" fmla="*/ 2872783 w 2880049"/>
              <a:gd name="connsiteY4" fmla="*/ 1584109 h 2880200"/>
              <a:gd name="connsiteX5" fmla="*/ 2027903 w 2880049"/>
              <a:gd name="connsiteY5" fmla="*/ 2754637 h 2880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80049" h="2880200">
                <a:moveTo>
                  <a:pt x="2027903" y="2754637"/>
                </a:moveTo>
                <a:cubicBezTo>
                  <a:pt x="1433294" y="3020567"/>
                  <a:pt x="734213" y="2854235"/>
                  <a:pt x="323084" y="2349011"/>
                </a:cubicBezTo>
                <a:cubicBezTo>
                  <a:pt x="-88045" y="1843787"/>
                  <a:pt x="-108834" y="1125491"/>
                  <a:pt x="272386" y="597335"/>
                </a:cubicBezTo>
                <a:cubicBezTo>
                  <a:pt x="653607" y="69179"/>
                  <a:pt x="1341898" y="-137307"/>
                  <a:pt x="1950891" y="93788"/>
                </a:cubicBezTo>
                <a:cubicBezTo>
                  <a:pt x="2559885" y="324883"/>
                  <a:pt x="2937917" y="936007"/>
                  <a:pt x="2872783" y="1584109"/>
                </a:cubicBezTo>
                <a:cubicBezTo>
                  <a:pt x="2510047" y="1915790"/>
                  <a:pt x="2260258" y="2210782"/>
                  <a:pt x="2027903" y="2754637"/>
                </a:cubicBezTo>
                <a:close/>
              </a:path>
            </a:pathLst>
          </a:custGeom>
          <a:ln>
            <a:noFill/>
          </a:ln>
        </p:spPr>
        <p:txBody>
          <a:bodyPr>
            <a:normAutofit/>
          </a:bodyPr>
          <a:lstStyle>
            <a:lvl1pPr algn="ctr">
              <a:defRPr sz="900" i="1" baseline="0"/>
            </a:lvl1pPr>
          </a:lstStyle>
          <a:p>
            <a:r>
              <a:rPr lang="en-US" noProof="0" dirty="0"/>
              <a:t>Click to insert a picture</a:t>
            </a:r>
          </a:p>
        </p:txBody>
      </p:sp>
      <p:sp>
        <p:nvSpPr>
          <p:cNvPr id="114" name="Espace réservé du texte 19"/>
          <p:cNvSpPr>
            <a:spLocks noGrp="1"/>
          </p:cNvSpPr>
          <p:nvPr>
            <p:ph type="body" sz="quarter" idx="51" hasCustomPrompt="1"/>
          </p:nvPr>
        </p:nvSpPr>
        <p:spPr>
          <a:xfrm>
            <a:off x="6491536" y="3062525"/>
            <a:ext cx="3070061" cy="252000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1100" b="1" cap="none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 dirty="0"/>
              <a:t>First Name LAST NAME</a:t>
            </a:r>
          </a:p>
        </p:txBody>
      </p:sp>
      <p:sp>
        <p:nvSpPr>
          <p:cNvPr id="115" name="Espace réservé du texte 19"/>
          <p:cNvSpPr>
            <a:spLocks noGrp="1"/>
          </p:cNvSpPr>
          <p:nvPr>
            <p:ph type="body" sz="quarter" idx="52" hasCustomPrompt="1"/>
          </p:nvPr>
        </p:nvSpPr>
        <p:spPr>
          <a:xfrm>
            <a:off x="6491536" y="3315118"/>
            <a:ext cx="3070060" cy="252000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1000" cap="none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 dirty="0"/>
              <a:t>Grade – Number of years of experience</a:t>
            </a:r>
          </a:p>
        </p:txBody>
      </p:sp>
      <p:sp>
        <p:nvSpPr>
          <p:cNvPr id="116" name="Espace réservé du texte 19"/>
          <p:cNvSpPr>
            <a:spLocks noGrp="1"/>
          </p:cNvSpPr>
          <p:nvPr>
            <p:ph type="body" sz="quarter" idx="53" hasCustomPrompt="1"/>
          </p:nvPr>
        </p:nvSpPr>
        <p:spPr>
          <a:xfrm>
            <a:off x="6491536" y="3567711"/>
            <a:ext cx="3070059" cy="252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171450" indent="-171450" algn="l">
              <a:buClr>
                <a:schemeClr val="bg2"/>
              </a:buClr>
              <a:buFont typeface="Tempus Sans ITC" panose="04020404030D07020202" pitchFamily="82" charset="0"/>
              <a:buChar char="/"/>
              <a:defRPr sz="900" cap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 dirty="0"/>
              <a:t>Detail line 1</a:t>
            </a:r>
          </a:p>
        </p:txBody>
      </p:sp>
      <p:sp>
        <p:nvSpPr>
          <p:cNvPr id="117" name="Espace réservé du texte 19"/>
          <p:cNvSpPr>
            <a:spLocks noGrp="1"/>
          </p:cNvSpPr>
          <p:nvPr>
            <p:ph type="body" sz="quarter" idx="54" hasCustomPrompt="1"/>
          </p:nvPr>
        </p:nvSpPr>
        <p:spPr>
          <a:xfrm>
            <a:off x="6491536" y="3820304"/>
            <a:ext cx="3070059" cy="252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171450" indent="-171450" algn="l">
              <a:buClr>
                <a:schemeClr val="bg2"/>
              </a:buClr>
              <a:buFont typeface="Tempus Sans ITC" panose="04020404030D07020202" pitchFamily="82" charset="0"/>
              <a:buChar char="/"/>
              <a:defRPr sz="900" cap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 dirty="0"/>
              <a:t>Detail line 2</a:t>
            </a:r>
          </a:p>
        </p:txBody>
      </p:sp>
      <p:sp>
        <p:nvSpPr>
          <p:cNvPr id="118" name="Espace réservé du texte 19"/>
          <p:cNvSpPr>
            <a:spLocks noGrp="1"/>
          </p:cNvSpPr>
          <p:nvPr>
            <p:ph type="body" sz="quarter" idx="55" hasCustomPrompt="1"/>
          </p:nvPr>
        </p:nvSpPr>
        <p:spPr>
          <a:xfrm>
            <a:off x="6491536" y="4072895"/>
            <a:ext cx="3070059" cy="252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171450" indent="-171450" algn="l">
              <a:buClr>
                <a:schemeClr val="bg2"/>
              </a:buClr>
              <a:buFont typeface="Tempus Sans ITC" panose="04020404030D07020202" pitchFamily="82" charset="0"/>
              <a:buChar char="/"/>
              <a:defRPr sz="900" cap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 dirty="0"/>
              <a:t>Detail line 3</a:t>
            </a:r>
          </a:p>
        </p:txBody>
      </p:sp>
      <p:sp>
        <p:nvSpPr>
          <p:cNvPr id="119" name="Espace réservé pour une image  9"/>
          <p:cNvSpPr>
            <a:spLocks noGrp="1"/>
          </p:cNvSpPr>
          <p:nvPr>
            <p:ph type="pic" sz="quarter" idx="56" hasCustomPrompt="1"/>
          </p:nvPr>
        </p:nvSpPr>
        <p:spPr>
          <a:xfrm>
            <a:off x="345595" y="4661130"/>
            <a:ext cx="1262304" cy="1262370"/>
          </a:xfrm>
          <a:custGeom>
            <a:avLst/>
            <a:gdLst>
              <a:gd name="connsiteX0" fmla="*/ 2027901 w 2880000"/>
              <a:gd name="connsiteY0" fmla="*/ 2754523 h 2880000"/>
              <a:gd name="connsiteX1" fmla="*/ 323082 w 2880000"/>
              <a:gd name="connsiteY1" fmla="*/ 2348897 h 2880000"/>
              <a:gd name="connsiteX2" fmla="*/ 272384 w 2880000"/>
              <a:gd name="connsiteY2" fmla="*/ 597221 h 2880000"/>
              <a:gd name="connsiteX3" fmla="*/ 1950889 w 2880000"/>
              <a:gd name="connsiteY3" fmla="*/ 93674 h 2880000"/>
              <a:gd name="connsiteX4" fmla="*/ 2872781 w 2880000"/>
              <a:gd name="connsiteY4" fmla="*/ 1583995 h 2880000"/>
              <a:gd name="connsiteX5" fmla="*/ 2027901 w 2880000"/>
              <a:gd name="connsiteY5" fmla="*/ 2754523 h 2880000"/>
              <a:gd name="connsiteX0" fmla="*/ 2027903 w 2880049"/>
              <a:gd name="connsiteY0" fmla="*/ 2754637 h 2880200"/>
              <a:gd name="connsiteX1" fmla="*/ 323084 w 2880049"/>
              <a:gd name="connsiteY1" fmla="*/ 2349011 h 2880200"/>
              <a:gd name="connsiteX2" fmla="*/ 272386 w 2880049"/>
              <a:gd name="connsiteY2" fmla="*/ 597335 h 2880200"/>
              <a:gd name="connsiteX3" fmla="*/ 1950891 w 2880049"/>
              <a:gd name="connsiteY3" fmla="*/ 93788 h 2880200"/>
              <a:gd name="connsiteX4" fmla="*/ 2872783 w 2880049"/>
              <a:gd name="connsiteY4" fmla="*/ 1584109 h 2880200"/>
              <a:gd name="connsiteX5" fmla="*/ 2027903 w 2880049"/>
              <a:gd name="connsiteY5" fmla="*/ 2754637 h 2880200"/>
              <a:gd name="connsiteX0" fmla="*/ 2027903 w 2880049"/>
              <a:gd name="connsiteY0" fmla="*/ 2754637 h 2880200"/>
              <a:gd name="connsiteX1" fmla="*/ 323084 w 2880049"/>
              <a:gd name="connsiteY1" fmla="*/ 2349011 h 2880200"/>
              <a:gd name="connsiteX2" fmla="*/ 272386 w 2880049"/>
              <a:gd name="connsiteY2" fmla="*/ 597335 h 2880200"/>
              <a:gd name="connsiteX3" fmla="*/ 1950891 w 2880049"/>
              <a:gd name="connsiteY3" fmla="*/ 93788 h 2880200"/>
              <a:gd name="connsiteX4" fmla="*/ 2872783 w 2880049"/>
              <a:gd name="connsiteY4" fmla="*/ 1584109 h 2880200"/>
              <a:gd name="connsiteX5" fmla="*/ 2027903 w 2880049"/>
              <a:gd name="connsiteY5" fmla="*/ 2754637 h 2880200"/>
              <a:gd name="connsiteX0" fmla="*/ 2027903 w 2880049"/>
              <a:gd name="connsiteY0" fmla="*/ 2754637 h 2880200"/>
              <a:gd name="connsiteX1" fmla="*/ 323084 w 2880049"/>
              <a:gd name="connsiteY1" fmla="*/ 2349011 h 2880200"/>
              <a:gd name="connsiteX2" fmla="*/ 272386 w 2880049"/>
              <a:gd name="connsiteY2" fmla="*/ 597335 h 2880200"/>
              <a:gd name="connsiteX3" fmla="*/ 1950891 w 2880049"/>
              <a:gd name="connsiteY3" fmla="*/ 93788 h 2880200"/>
              <a:gd name="connsiteX4" fmla="*/ 2872783 w 2880049"/>
              <a:gd name="connsiteY4" fmla="*/ 1584109 h 2880200"/>
              <a:gd name="connsiteX5" fmla="*/ 2027903 w 2880049"/>
              <a:gd name="connsiteY5" fmla="*/ 2754637 h 2880200"/>
              <a:gd name="connsiteX0" fmla="*/ 2027903 w 2880049"/>
              <a:gd name="connsiteY0" fmla="*/ 2754637 h 2880200"/>
              <a:gd name="connsiteX1" fmla="*/ 323084 w 2880049"/>
              <a:gd name="connsiteY1" fmla="*/ 2349011 h 2880200"/>
              <a:gd name="connsiteX2" fmla="*/ 272386 w 2880049"/>
              <a:gd name="connsiteY2" fmla="*/ 597335 h 2880200"/>
              <a:gd name="connsiteX3" fmla="*/ 1950891 w 2880049"/>
              <a:gd name="connsiteY3" fmla="*/ 93788 h 2880200"/>
              <a:gd name="connsiteX4" fmla="*/ 2872783 w 2880049"/>
              <a:gd name="connsiteY4" fmla="*/ 1584109 h 2880200"/>
              <a:gd name="connsiteX5" fmla="*/ 2027903 w 2880049"/>
              <a:gd name="connsiteY5" fmla="*/ 2754637 h 2880200"/>
              <a:gd name="connsiteX0" fmla="*/ 2027903 w 2880049"/>
              <a:gd name="connsiteY0" fmla="*/ 2754637 h 2880200"/>
              <a:gd name="connsiteX1" fmla="*/ 323084 w 2880049"/>
              <a:gd name="connsiteY1" fmla="*/ 2349011 h 2880200"/>
              <a:gd name="connsiteX2" fmla="*/ 272386 w 2880049"/>
              <a:gd name="connsiteY2" fmla="*/ 597335 h 2880200"/>
              <a:gd name="connsiteX3" fmla="*/ 1950891 w 2880049"/>
              <a:gd name="connsiteY3" fmla="*/ 93788 h 2880200"/>
              <a:gd name="connsiteX4" fmla="*/ 2872783 w 2880049"/>
              <a:gd name="connsiteY4" fmla="*/ 1584109 h 2880200"/>
              <a:gd name="connsiteX5" fmla="*/ 2027903 w 2880049"/>
              <a:gd name="connsiteY5" fmla="*/ 2754637 h 2880200"/>
              <a:gd name="connsiteX0" fmla="*/ 2027903 w 2880049"/>
              <a:gd name="connsiteY0" fmla="*/ 2754637 h 2880200"/>
              <a:gd name="connsiteX1" fmla="*/ 323084 w 2880049"/>
              <a:gd name="connsiteY1" fmla="*/ 2349011 h 2880200"/>
              <a:gd name="connsiteX2" fmla="*/ 272386 w 2880049"/>
              <a:gd name="connsiteY2" fmla="*/ 597335 h 2880200"/>
              <a:gd name="connsiteX3" fmla="*/ 1950891 w 2880049"/>
              <a:gd name="connsiteY3" fmla="*/ 93788 h 2880200"/>
              <a:gd name="connsiteX4" fmla="*/ 2872783 w 2880049"/>
              <a:gd name="connsiteY4" fmla="*/ 1584109 h 2880200"/>
              <a:gd name="connsiteX5" fmla="*/ 2027903 w 2880049"/>
              <a:gd name="connsiteY5" fmla="*/ 2754637 h 2880200"/>
              <a:gd name="connsiteX0" fmla="*/ 2027903 w 2880049"/>
              <a:gd name="connsiteY0" fmla="*/ 2754637 h 2880200"/>
              <a:gd name="connsiteX1" fmla="*/ 323084 w 2880049"/>
              <a:gd name="connsiteY1" fmla="*/ 2349011 h 2880200"/>
              <a:gd name="connsiteX2" fmla="*/ 272386 w 2880049"/>
              <a:gd name="connsiteY2" fmla="*/ 597335 h 2880200"/>
              <a:gd name="connsiteX3" fmla="*/ 1950891 w 2880049"/>
              <a:gd name="connsiteY3" fmla="*/ 93788 h 2880200"/>
              <a:gd name="connsiteX4" fmla="*/ 2872783 w 2880049"/>
              <a:gd name="connsiteY4" fmla="*/ 1584109 h 2880200"/>
              <a:gd name="connsiteX5" fmla="*/ 2027903 w 2880049"/>
              <a:gd name="connsiteY5" fmla="*/ 2754637 h 2880200"/>
              <a:gd name="connsiteX0" fmla="*/ 2027903 w 2880049"/>
              <a:gd name="connsiteY0" fmla="*/ 2754637 h 2880200"/>
              <a:gd name="connsiteX1" fmla="*/ 323084 w 2880049"/>
              <a:gd name="connsiteY1" fmla="*/ 2349011 h 2880200"/>
              <a:gd name="connsiteX2" fmla="*/ 272386 w 2880049"/>
              <a:gd name="connsiteY2" fmla="*/ 597335 h 2880200"/>
              <a:gd name="connsiteX3" fmla="*/ 1950891 w 2880049"/>
              <a:gd name="connsiteY3" fmla="*/ 93788 h 2880200"/>
              <a:gd name="connsiteX4" fmla="*/ 2872783 w 2880049"/>
              <a:gd name="connsiteY4" fmla="*/ 1584109 h 2880200"/>
              <a:gd name="connsiteX5" fmla="*/ 2027903 w 2880049"/>
              <a:gd name="connsiteY5" fmla="*/ 2754637 h 2880200"/>
              <a:gd name="connsiteX0" fmla="*/ 2027903 w 2880049"/>
              <a:gd name="connsiteY0" fmla="*/ 2754637 h 2880200"/>
              <a:gd name="connsiteX1" fmla="*/ 323084 w 2880049"/>
              <a:gd name="connsiteY1" fmla="*/ 2349011 h 2880200"/>
              <a:gd name="connsiteX2" fmla="*/ 272386 w 2880049"/>
              <a:gd name="connsiteY2" fmla="*/ 597335 h 2880200"/>
              <a:gd name="connsiteX3" fmla="*/ 1950891 w 2880049"/>
              <a:gd name="connsiteY3" fmla="*/ 93788 h 2880200"/>
              <a:gd name="connsiteX4" fmla="*/ 2872783 w 2880049"/>
              <a:gd name="connsiteY4" fmla="*/ 1584109 h 2880200"/>
              <a:gd name="connsiteX5" fmla="*/ 2027903 w 2880049"/>
              <a:gd name="connsiteY5" fmla="*/ 2754637 h 2880200"/>
              <a:gd name="connsiteX0" fmla="*/ 2027903 w 2880049"/>
              <a:gd name="connsiteY0" fmla="*/ 2754637 h 2880200"/>
              <a:gd name="connsiteX1" fmla="*/ 323084 w 2880049"/>
              <a:gd name="connsiteY1" fmla="*/ 2349011 h 2880200"/>
              <a:gd name="connsiteX2" fmla="*/ 272386 w 2880049"/>
              <a:gd name="connsiteY2" fmla="*/ 597335 h 2880200"/>
              <a:gd name="connsiteX3" fmla="*/ 1950891 w 2880049"/>
              <a:gd name="connsiteY3" fmla="*/ 93788 h 2880200"/>
              <a:gd name="connsiteX4" fmla="*/ 2872783 w 2880049"/>
              <a:gd name="connsiteY4" fmla="*/ 1584109 h 2880200"/>
              <a:gd name="connsiteX5" fmla="*/ 2027903 w 2880049"/>
              <a:gd name="connsiteY5" fmla="*/ 2754637 h 2880200"/>
              <a:gd name="connsiteX0" fmla="*/ 2027903 w 2880049"/>
              <a:gd name="connsiteY0" fmla="*/ 2754637 h 2880200"/>
              <a:gd name="connsiteX1" fmla="*/ 323084 w 2880049"/>
              <a:gd name="connsiteY1" fmla="*/ 2349011 h 2880200"/>
              <a:gd name="connsiteX2" fmla="*/ 272386 w 2880049"/>
              <a:gd name="connsiteY2" fmla="*/ 597335 h 2880200"/>
              <a:gd name="connsiteX3" fmla="*/ 1950891 w 2880049"/>
              <a:gd name="connsiteY3" fmla="*/ 93788 h 2880200"/>
              <a:gd name="connsiteX4" fmla="*/ 2872783 w 2880049"/>
              <a:gd name="connsiteY4" fmla="*/ 1584109 h 2880200"/>
              <a:gd name="connsiteX5" fmla="*/ 2027903 w 2880049"/>
              <a:gd name="connsiteY5" fmla="*/ 2754637 h 2880200"/>
              <a:gd name="connsiteX0" fmla="*/ 2027903 w 2880049"/>
              <a:gd name="connsiteY0" fmla="*/ 2754637 h 2880200"/>
              <a:gd name="connsiteX1" fmla="*/ 323084 w 2880049"/>
              <a:gd name="connsiteY1" fmla="*/ 2349011 h 2880200"/>
              <a:gd name="connsiteX2" fmla="*/ 272386 w 2880049"/>
              <a:gd name="connsiteY2" fmla="*/ 597335 h 2880200"/>
              <a:gd name="connsiteX3" fmla="*/ 1950891 w 2880049"/>
              <a:gd name="connsiteY3" fmla="*/ 93788 h 2880200"/>
              <a:gd name="connsiteX4" fmla="*/ 2872783 w 2880049"/>
              <a:gd name="connsiteY4" fmla="*/ 1584109 h 2880200"/>
              <a:gd name="connsiteX5" fmla="*/ 2027903 w 2880049"/>
              <a:gd name="connsiteY5" fmla="*/ 2754637 h 2880200"/>
              <a:gd name="connsiteX0" fmla="*/ 2027903 w 2880049"/>
              <a:gd name="connsiteY0" fmla="*/ 2754637 h 2880200"/>
              <a:gd name="connsiteX1" fmla="*/ 323084 w 2880049"/>
              <a:gd name="connsiteY1" fmla="*/ 2349011 h 2880200"/>
              <a:gd name="connsiteX2" fmla="*/ 272386 w 2880049"/>
              <a:gd name="connsiteY2" fmla="*/ 597335 h 2880200"/>
              <a:gd name="connsiteX3" fmla="*/ 1950891 w 2880049"/>
              <a:gd name="connsiteY3" fmla="*/ 93788 h 2880200"/>
              <a:gd name="connsiteX4" fmla="*/ 2872783 w 2880049"/>
              <a:gd name="connsiteY4" fmla="*/ 1584109 h 2880200"/>
              <a:gd name="connsiteX5" fmla="*/ 2027903 w 2880049"/>
              <a:gd name="connsiteY5" fmla="*/ 2754637 h 2880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80049" h="2880200">
                <a:moveTo>
                  <a:pt x="2027903" y="2754637"/>
                </a:moveTo>
                <a:cubicBezTo>
                  <a:pt x="1433294" y="3020567"/>
                  <a:pt x="734213" y="2854235"/>
                  <a:pt x="323084" y="2349011"/>
                </a:cubicBezTo>
                <a:cubicBezTo>
                  <a:pt x="-88045" y="1843787"/>
                  <a:pt x="-108834" y="1125491"/>
                  <a:pt x="272386" y="597335"/>
                </a:cubicBezTo>
                <a:cubicBezTo>
                  <a:pt x="653607" y="69179"/>
                  <a:pt x="1341898" y="-137307"/>
                  <a:pt x="1950891" y="93788"/>
                </a:cubicBezTo>
                <a:cubicBezTo>
                  <a:pt x="2559885" y="324883"/>
                  <a:pt x="2937917" y="936007"/>
                  <a:pt x="2872783" y="1584109"/>
                </a:cubicBezTo>
                <a:cubicBezTo>
                  <a:pt x="2510047" y="1915790"/>
                  <a:pt x="2260258" y="2210782"/>
                  <a:pt x="2027903" y="2754637"/>
                </a:cubicBezTo>
                <a:close/>
              </a:path>
            </a:pathLst>
          </a:custGeom>
          <a:ln>
            <a:noFill/>
          </a:ln>
        </p:spPr>
        <p:txBody>
          <a:bodyPr>
            <a:normAutofit/>
          </a:bodyPr>
          <a:lstStyle>
            <a:lvl1pPr algn="ctr">
              <a:defRPr sz="900" i="1" baseline="0"/>
            </a:lvl1pPr>
          </a:lstStyle>
          <a:p>
            <a:r>
              <a:rPr lang="en-US" noProof="0" dirty="0"/>
              <a:t>Click to insert a picture</a:t>
            </a:r>
          </a:p>
        </p:txBody>
      </p:sp>
      <p:sp>
        <p:nvSpPr>
          <p:cNvPr id="120" name="Espace réservé du texte 19"/>
          <p:cNvSpPr>
            <a:spLocks noGrp="1"/>
          </p:cNvSpPr>
          <p:nvPr>
            <p:ph type="body" sz="quarter" idx="57" hasCustomPrompt="1"/>
          </p:nvPr>
        </p:nvSpPr>
        <p:spPr>
          <a:xfrm>
            <a:off x="1757114" y="4661129"/>
            <a:ext cx="3070061" cy="252000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1100" b="1" cap="none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 dirty="0"/>
              <a:t>First Name LAST NAME</a:t>
            </a:r>
          </a:p>
        </p:txBody>
      </p:sp>
      <p:sp>
        <p:nvSpPr>
          <p:cNvPr id="121" name="Espace réservé du texte 19"/>
          <p:cNvSpPr>
            <a:spLocks noGrp="1"/>
          </p:cNvSpPr>
          <p:nvPr>
            <p:ph type="body" sz="quarter" idx="58" hasCustomPrompt="1"/>
          </p:nvPr>
        </p:nvSpPr>
        <p:spPr>
          <a:xfrm>
            <a:off x="1757114" y="4913722"/>
            <a:ext cx="3070060" cy="252000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1000" cap="none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 dirty="0"/>
              <a:t>Grade – Number of years of experience</a:t>
            </a:r>
          </a:p>
        </p:txBody>
      </p:sp>
      <p:sp>
        <p:nvSpPr>
          <p:cNvPr id="122" name="Espace réservé du texte 19"/>
          <p:cNvSpPr>
            <a:spLocks noGrp="1"/>
          </p:cNvSpPr>
          <p:nvPr>
            <p:ph type="body" sz="quarter" idx="59" hasCustomPrompt="1"/>
          </p:nvPr>
        </p:nvSpPr>
        <p:spPr>
          <a:xfrm>
            <a:off x="1757114" y="5166315"/>
            <a:ext cx="3070059" cy="252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171450" indent="-171450" algn="l">
              <a:buClr>
                <a:schemeClr val="bg2"/>
              </a:buClr>
              <a:buFont typeface="Tempus Sans ITC" panose="04020404030D07020202" pitchFamily="82" charset="0"/>
              <a:buChar char="/"/>
              <a:defRPr sz="900" cap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 dirty="0"/>
              <a:t>Detail line 1</a:t>
            </a:r>
          </a:p>
        </p:txBody>
      </p:sp>
      <p:sp>
        <p:nvSpPr>
          <p:cNvPr id="123" name="Espace réservé du texte 19"/>
          <p:cNvSpPr>
            <a:spLocks noGrp="1"/>
          </p:cNvSpPr>
          <p:nvPr>
            <p:ph type="body" sz="quarter" idx="60" hasCustomPrompt="1"/>
          </p:nvPr>
        </p:nvSpPr>
        <p:spPr>
          <a:xfrm>
            <a:off x="1757114" y="5418908"/>
            <a:ext cx="3070059" cy="252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171450" indent="-171450" algn="l">
              <a:buClr>
                <a:schemeClr val="bg2"/>
              </a:buClr>
              <a:buFont typeface="Tempus Sans ITC" panose="04020404030D07020202" pitchFamily="82" charset="0"/>
              <a:buChar char="/"/>
              <a:defRPr sz="900" cap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 dirty="0"/>
              <a:t>Detail line 2</a:t>
            </a:r>
          </a:p>
        </p:txBody>
      </p:sp>
      <p:sp>
        <p:nvSpPr>
          <p:cNvPr id="124" name="Espace réservé du texte 19"/>
          <p:cNvSpPr>
            <a:spLocks noGrp="1"/>
          </p:cNvSpPr>
          <p:nvPr>
            <p:ph type="body" sz="quarter" idx="61" hasCustomPrompt="1"/>
          </p:nvPr>
        </p:nvSpPr>
        <p:spPr>
          <a:xfrm>
            <a:off x="1757114" y="5671499"/>
            <a:ext cx="3070059" cy="252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171450" indent="-171450" algn="l">
              <a:buClr>
                <a:schemeClr val="bg2"/>
              </a:buClr>
              <a:buFont typeface="Tempus Sans ITC" panose="04020404030D07020202" pitchFamily="82" charset="0"/>
              <a:buChar char="/"/>
              <a:defRPr sz="900" cap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 dirty="0"/>
              <a:t>Detail line 3</a:t>
            </a:r>
          </a:p>
        </p:txBody>
      </p:sp>
      <p:sp>
        <p:nvSpPr>
          <p:cNvPr id="125" name="Espace réservé pour une image  9"/>
          <p:cNvSpPr>
            <a:spLocks noGrp="1"/>
          </p:cNvSpPr>
          <p:nvPr>
            <p:ph type="pic" sz="quarter" idx="62" hasCustomPrompt="1"/>
          </p:nvPr>
        </p:nvSpPr>
        <p:spPr>
          <a:xfrm>
            <a:off x="5080014" y="4661129"/>
            <a:ext cx="1262304" cy="1262370"/>
          </a:xfrm>
          <a:custGeom>
            <a:avLst/>
            <a:gdLst>
              <a:gd name="connsiteX0" fmla="*/ 2027901 w 2880000"/>
              <a:gd name="connsiteY0" fmla="*/ 2754523 h 2880000"/>
              <a:gd name="connsiteX1" fmla="*/ 323082 w 2880000"/>
              <a:gd name="connsiteY1" fmla="*/ 2348897 h 2880000"/>
              <a:gd name="connsiteX2" fmla="*/ 272384 w 2880000"/>
              <a:gd name="connsiteY2" fmla="*/ 597221 h 2880000"/>
              <a:gd name="connsiteX3" fmla="*/ 1950889 w 2880000"/>
              <a:gd name="connsiteY3" fmla="*/ 93674 h 2880000"/>
              <a:gd name="connsiteX4" fmla="*/ 2872781 w 2880000"/>
              <a:gd name="connsiteY4" fmla="*/ 1583995 h 2880000"/>
              <a:gd name="connsiteX5" fmla="*/ 2027901 w 2880000"/>
              <a:gd name="connsiteY5" fmla="*/ 2754523 h 2880000"/>
              <a:gd name="connsiteX0" fmla="*/ 2027903 w 2880049"/>
              <a:gd name="connsiteY0" fmla="*/ 2754637 h 2880200"/>
              <a:gd name="connsiteX1" fmla="*/ 323084 w 2880049"/>
              <a:gd name="connsiteY1" fmla="*/ 2349011 h 2880200"/>
              <a:gd name="connsiteX2" fmla="*/ 272386 w 2880049"/>
              <a:gd name="connsiteY2" fmla="*/ 597335 h 2880200"/>
              <a:gd name="connsiteX3" fmla="*/ 1950891 w 2880049"/>
              <a:gd name="connsiteY3" fmla="*/ 93788 h 2880200"/>
              <a:gd name="connsiteX4" fmla="*/ 2872783 w 2880049"/>
              <a:gd name="connsiteY4" fmla="*/ 1584109 h 2880200"/>
              <a:gd name="connsiteX5" fmla="*/ 2027903 w 2880049"/>
              <a:gd name="connsiteY5" fmla="*/ 2754637 h 2880200"/>
              <a:gd name="connsiteX0" fmla="*/ 2027903 w 2880049"/>
              <a:gd name="connsiteY0" fmla="*/ 2754637 h 2880200"/>
              <a:gd name="connsiteX1" fmla="*/ 323084 w 2880049"/>
              <a:gd name="connsiteY1" fmla="*/ 2349011 h 2880200"/>
              <a:gd name="connsiteX2" fmla="*/ 272386 w 2880049"/>
              <a:gd name="connsiteY2" fmla="*/ 597335 h 2880200"/>
              <a:gd name="connsiteX3" fmla="*/ 1950891 w 2880049"/>
              <a:gd name="connsiteY3" fmla="*/ 93788 h 2880200"/>
              <a:gd name="connsiteX4" fmla="*/ 2872783 w 2880049"/>
              <a:gd name="connsiteY4" fmla="*/ 1584109 h 2880200"/>
              <a:gd name="connsiteX5" fmla="*/ 2027903 w 2880049"/>
              <a:gd name="connsiteY5" fmla="*/ 2754637 h 2880200"/>
              <a:gd name="connsiteX0" fmla="*/ 2027903 w 2880049"/>
              <a:gd name="connsiteY0" fmla="*/ 2754637 h 2880200"/>
              <a:gd name="connsiteX1" fmla="*/ 323084 w 2880049"/>
              <a:gd name="connsiteY1" fmla="*/ 2349011 h 2880200"/>
              <a:gd name="connsiteX2" fmla="*/ 272386 w 2880049"/>
              <a:gd name="connsiteY2" fmla="*/ 597335 h 2880200"/>
              <a:gd name="connsiteX3" fmla="*/ 1950891 w 2880049"/>
              <a:gd name="connsiteY3" fmla="*/ 93788 h 2880200"/>
              <a:gd name="connsiteX4" fmla="*/ 2872783 w 2880049"/>
              <a:gd name="connsiteY4" fmla="*/ 1584109 h 2880200"/>
              <a:gd name="connsiteX5" fmla="*/ 2027903 w 2880049"/>
              <a:gd name="connsiteY5" fmla="*/ 2754637 h 2880200"/>
              <a:gd name="connsiteX0" fmla="*/ 2027903 w 2880049"/>
              <a:gd name="connsiteY0" fmla="*/ 2754637 h 2880200"/>
              <a:gd name="connsiteX1" fmla="*/ 323084 w 2880049"/>
              <a:gd name="connsiteY1" fmla="*/ 2349011 h 2880200"/>
              <a:gd name="connsiteX2" fmla="*/ 272386 w 2880049"/>
              <a:gd name="connsiteY2" fmla="*/ 597335 h 2880200"/>
              <a:gd name="connsiteX3" fmla="*/ 1950891 w 2880049"/>
              <a:gd name="connsiteY3" fmla="*/ 93788 h 2880200"/>
              <a:gd name="connsiteX4" fmla="*/ 2872783 w 2880049"/>
              <a:gd name="connsiteY4" fmla="*/ 1584109 h 2880200"/>
              <a:gd name="connsiteX5" fmla="*/ 2027903 w 2880049"/>
              <a:gd name="connsiteY5" fmla="*/ 2754637 h 2880200"/>
              <a:gd name="connsiteX0" fmla="*/ 2027903 w 2880049"/>
              <a:gd name="connsiteY0" fmla="*/ 2754637 h 2880200"/>
              <a:gd name="connsiteX1" fmla="*/ 323084 w 2880049"/>
              <a:gd name="connsiteY1" fmla="*/ 2349011 h 2880200"/>
              <a:gd name="connsiteX2" fmla="*/ 272386 w 2880049"/>
              <a:gd name="connsiteY2" fmla="*/ 597335 h 2880200"/>
              <a:gd name="connsiteX3" fmla="*/ 1950891 w 2880049"/>
              <a:gd name="connsiteY3" fmla="*/ 93788 h 2880200"/>
              <a:gd name="connsiteX4" fmla="*/ 2872783 w 2880049"/>
              <a:gd name="connsiteY4" fmla="*/ 1584109 h 2880200"/>
              <a:gd name="connsiteX5" fmla="*/ 2027903 w 2880049"/>
              <a:gd name="connsiteY5" fmla="*/ 2754637 h 2880200"/>
              <a:gd name="connsiteX0" fmla="*/ 2027903 w 2880049"/>
              <a:gd name="connsiteY0" fmla="*/ 2754637 h 2880200"/>
              <a:gd name="connsiteX1" fmla="*/ 323084 w 2880049"/>
              <a:gd name="connsiteY1" fmla="*/ 2349011 h 2880200"/>
              <a:gd name="connsiteX2" fmla="*/ 272386 w 2880049"/>
              <a:gd name="connsiteY2" fmla="*/ 597335 h 2880200"/>
              <a:gd name="connsiteX3" fmla="*/ 1950891 w 2880049"/>
              <a:gd name="connsiteY3" fmla="*/ 93788 h 2880200"/>
              <a:gd name="connsiteX4" fmla="*/ 2872783 w 2880049"/>
              <a:gd name="connsiteY4" fmla="*/ 1584109 h 2880200"/>
              <a:gd name="connsiteX5" fmla="*/ 2027903 w 2880049"/>
              <a:gd name="connsiteY5" fmla="*/ 2754637 h 2880200"/>
              <a:gd name="connsiteX0" fmla="*/ 2027903 w 2880049"/>
              <a:gd name="connsiteY0" fmla="*/ 2754637 h 2880200"/>
              <a:gd name="connsiteX1" fmla="*/ 323084 w 2880049"/>
              <a:gd name="connsiteY1" fmla="*/ 2349011 h 2880200"/>
              <a:gd name="connsiteX2" fmla="*/ 272386 w 2880049"/>
              <a:gd name="connsiteY2" fmla="*/ 597335 h 2880200"/>
              <a:gd name="connsiteX3" fmla="*/ 1950891 w 2880049"/>
              <a:gd name="connsiteY3" fmla="*/ 93788 h 2880200"/>
              <a:gd name="connsiteX4" fmla="*/ 2872783 w 2880049"/>
              <a:gd name="connsiteY4" fmla="*/ 1584109 h 2880200"/>
              <a:gd name="connsiteX5" fmla="*/ 2027903 w 2880049"/>
              <a:gd name="connsiteY5" fmla="*/ 2754637 h 2880200"/>
              <a:gd name="connsiteX0" fmla="*/ 2027903 w 2880049"/>
              <a:gd name="connsiteY0" fmla="*/ 2754637 h 2880200"/>
              <a:gd name="connsiteX1" fmla="*/ 323084 w 2880049"/>
              <a:gd name="connsiteY1" fmla="*/ 2349011 h 2880200"/>
              <a:gd name="connsiteX2" fmla="*/ 272386 w 2880049"/>
              <a:gd name="connsiteY2" fmla="*/ 597335 h 2880200"/>
              <a:gd name="connsiteX3" fmla="*/ 1950891 w 2880049"/>
              <a:gd name="connsiteY3" fmla="*/ 93788 h 2880200"/>
              <a:gd name="connsiteX4" fmla="*/ 2872783 w 2880049"/>
              <a:gd name="connsiteY4" fmla="*/ 1584109 h 2880200"/>
              <a:gd name="connsiteX5" fmla="*/ 2027903 w 2880049"/>
              <a:gd name="connsiteY5" fmla="*/ 2754637 h 2880200"/>
              <a:gd name="connsiteX0" fmla="*/ 2027903 w 2880049"/>
              <a:gd name="connsiteY0" fmla="*/ 2754637 h 2880200"/>
              <a:gd name="connsiteX1" fmla="*/ 323084 w 2880049"/>
              <a:gd name="connsiteY1" fmla="*/ 2349011 h 2880200"/>
              <a:gd name="connsiteX2" fmla="*/ 272386 w 2880049"/>
              <a:gd name="connsiteY2" fmla="*/ 597335 h 2880200"/>
              <a:gd name="connsiteX3" fmla="*/ 1950891 w 2880049"/>
              <a:gd name="connsiteY3" fmla="*/ 93788 h 2880200"/>
              <a:gd name="connsiteX4" fmla="*/ 2872783 w 2880049"/>
              <a:gd name="connsiteY4" fmla="*/ 1584109 h 2880200"/>
              <a:gd name="connsiteX5" fmla="*/ 2027903 w 2880049"/>
              <a:gd name="connsiteY5" fmla="*/ 2754637 h 2880200"/>
              <a:gd name="connsiteX0" fmla="*/ 2027903 w 2880049"/>
              <a:gd name="connsiteY0" fmla="*/ 2754637 h 2880200"/>
              <a:gd name="connsiteX1" fmla="*/ 323084 w 2880049"/>
              <a:gd name="connsiteY1" fmla="*/ 2349011 h 2880200"/>
              <a:gd name="connsiteX2" fmla="*/ 272386 w 2880049"/>
              <a:gd name="connsiteY2" fmla="*/ 597335 h 2880200"/>
              <a:gd name="connsiteX3" fmla="*/ 1950891 w 2880049"/>
              <a:gd name="connsiteY3" fmla="*/ 93788 h 2880200"/>
              <a:gd name="connsiteX4" fmla="*/ 2872783 w 2880049"/>
              <a:gd name="connsiteY4" fmla="*/ 1584109 h 2880200"/>
              <a:gd name="connsiteX5" fmla="*/ 2027903 w 2880049"/>
              <a:gd name="connsiteY5" fmla="*/ 2754637 h 2880200"/>
              <a:gd name="connsiteX0" fmla="*/ 2027903 w 2880049"/>
              <a:gd name="connsiteY0" fmla="*/ 2754637 h 2880200"/>
              <a:gd name="connsiteX1" fmla="*/ 323084 w 2880049"/>
              <a:gd name="connsiteY1" fmla="*/ 2349011 h 2880200"/>
              <a:gd name="connsiteX2" fmla="*/ 272386 w 2880049"/>
              <a:gd name="connsiteY2" fmla="*/ 597335 h 2880200"/>
              <a:gd name="connsiteX3" fmla="*/ 1950891 w 2880049"/>
              <a:gd name="connsiteY3" fmla="*/ 93788 h 2880200"/>
              <a:gd name="connsiteX4" fmla="*/ 2872783 w 2880049"/>
              <a:gd name="connsiteY4" fmla="*/ 1584109 h 2880200"/>
              <a:gd name="connsiteX5" fmla="*/ 2027903 w 2880049"/>
              <a:gd name="connsiteY5" fmla="*/ 2754637 h 2880200"/>
              <a:gd name="connsiteX0" fmla="*/ 2027903 w 2880049"/>
              <a:gd name="connsiteY0" fmla="*/ 2754637 h 2880200"/>
              <a:gd name="connsiteX1" fmla="*/ 323084 w 2880049"/>
              <a:gd name="connsiteY1" fmla="*/ 2349011 h 2880200"/>
              <a:gd name="connsiteX2" fmla="*/ 272386 w 2880049"/>
              <a:gd name="connsiteY2" fmla="*/ 597335 h 2880200"/>
              <a:gd name="connsiteX3" fmla="*/ 1950891 w 2880049"/>
              <a:gd name="connsiteY3" fmla="*/ 93788 h 2880200"/>
              <a:gd name="connsiteX4" fmla="*/ 2872783 w 2880049"/>
              <a:gd name="connsiteY4" fmla="*/ 1584109 h 2880200"/>
              <a:gd name="connsiteX5" fmla="*/ 2027903 w 2880049"/>
              <a:gd name="connsiteY5" fmla="*/ 2754637 h 2880200"/>
              <a:gd name="connsiteX0" fmla="*/ 2027903 w 2880049"/>
              <a:gd name="connsiteY0" fmla="*/ 2754637 h 2880200"/>
              <a:gd name="connsiteX1" fmla="*/ 323084 w 2880049"/>
              <a:gd name="connsiteY1" fmla="*/ 2349011 h 2880200"/>
              <a:gd name="connsiteX2" fmla="*/ 272386 w 2880049"/>
              <a:gd name="connsiteY2" fmla="*/ 597335 h 2880200"/>
              <a:gd name="connsiteX3" fmla="*/ 1950891 w 2880049"/>
              <a:gd name="connsiteY3" fmla="*/ 93788 h 2880200"/>
              <a:gd name="connsiteX4" fmla="*/ 2872783 w 2880049"/>
              <a:gd name="connsiteY4" fmla="*/ 1584109 h 2880200"/>
              <a:gd name="connsiteX5" fmla="*/ 2027903 w 2880049"/>
              <a:gd name="connsiteY5" fmla="*/ 2754637 h 2880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80049" h="2880200">
                <a:moveTo>
                  <a:pt x="2027903" y="2754637"/>
                </a:moveTo>
                <a:cubicBezTo>
                  <a:pt x="1433294" y="3020567"/>
                  <a:pt x="734213" y="2854235"/>
                  <a:pt x="323084" y="2349011"/>
                </a:cubicBezTo>
                <a:cubicBezTo>
                  <a:pt x="-88045" y="1843787"/>
                  <a:pt x="-108834" y="1125491"/>
                  <a:pt x="272386" y="597335"/>
                </a:cubicBezTo>
                <a:cubicBezTo>
                  <a:pt x="653607" y="69179"/>
                  <a:pt x="1341898" y="-137307"/>
                  <a:pt x="1950891" y="93788"/>
                </a:cubicBezTo>
                <a:cubicBezTo>
                  <a:pt x="2559885" y="324883"/>
                  <a:pt x="2937917" y="936007"/>
                  <a:pt x="2872783" y="1584109"/>
                </a:cubicBezTo>
                <a:cubicBezTo>
                  <a:pt x="2510047" y="1915790"/>
                  <a:pt x="2260258" y="2210782"/>
                  <a:pt x="2027903" y="2754637"/>
                </a:cubicBezTo>
                <a:close/>
              </a:path>
            </a:pathLst>
          </a:custGeom>
          <a:ln>
            <a:noFill/>
          </a:ln>
        </p:spPr>
        <p:txBody>
          <a:bodyPr>
            <a:normAutofit/>
          </a:bodyPr>
          <a:lstStyle>
            <a:lvl1pPr algn="ctr">
              <a:defRPr sz="900" i="1" baseline="0"/>
            </a:lvl1pPr>
          </a:lstStyle>
          <a:p>
            <a:r>
              <a:rPr lang="en-US" noProof="0" dirty="0"/>
              <a:t>Click to insert a picture</a:t>
            </a:r>
          </a:p>
        </p:txBody>
      </p:sp>
      <p:sp>
        <p:nvSpPr>
          <p:cNvPr id="126" name="Espace réservé du texte 19"/>
          <p:cNvSpPr>
            <a:spLocks noGrp="1"/>
          </p:cNvSpPr>
          <p:nvPr>
            <p:ph type="body" sz="quarter" idx="63" hasCustomPrompt="1"/>
          </p:nvPr>
        </p:nvSpPr>
        <p:spPr>
          <a:xfrm>
            <a:off x="6491533" y="4661128"/>
            <a:ext cx="3070061" cy="252000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1100" b="1" cap="none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 dirty="0"/>
              <a:t>First Name LAST NAME</a:t>
            </a:r>
          </a:p>
        </p:txBody>
      </p:sp>
      <p:sp>
        <p:nvSpPr>
          <p:cNvPr id="127" name="Espace réservé du texte 19"/>
          <p:cNvSpPr>
            <a:spLocks noGrp="1"/>
          </p:cNvSpPr>
          <p:nvPr>
            <p:ph type="body" sz="quarter" idx="64" hasCustomPrompt="1"/>
          </p:nvPr>
        </p:nvSpPr>
        <p:spPr>
          <a:xfrm>
            <a:off x="6491533" y="4913721"/>
            <a:ext cx="3070060" cy="252000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1000" cap="none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 dirty="0"/>
              <a:t>Grade – Number of years of experience</a:t>
            </a:r>
          </a:p>
        </p:txBody>
      </p:sp>
      <p:sp>
        <p:nvSpPr>
          <p:cNvPr id="128" name="Espace réservé du texte 19"/>
          <p:cNvSpPr>
            <a:spLocks noGrp="1"/>
          </p:cNvSpPr>
          <p:nvPr>
            <p:ph type="body" sz="quarter" idx="65" hasCustomPrompt="1"/>
          </p:nvPr>
        </p:nvSpPr>
        <p:spPr>
          <a:xfrm>
            <a:off x="6491533" y="5166314"/>
            <a:ext cx="3070059" cy="252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171450" indent="-171450" algn="l">
              <a:buClr>
                <a:schemeClr val="bg2"/>
              </a:buClr>
              <a:buFont typeface="Tempus Sans ITC" panose="04020404030D07020202" pitchFamily="82" charset="0"/>
              <a:buChar char="/"/>
              <a:defRPr sz="900" cap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 dirty="0"/>
              <a:t>Detail line 1</a:t>
            </a:r>
          </a:p>
        </p:txBody>
      </p:sp>
      <p:sp>
        <p:nvSpPr>
          <p:cNvPr id="129" name="Espace réservé du texte 19"/>
          <p:cNvSpPr>
            <a:spLocks noGrp="1"/>
          </p:cNvSpPr>
          <p:nvPr>
            <p:ph type="body" sz="quarter" idx="66" hasCustomPrompt="1"/>
          </p:nvPr>
        </p:nvSpPr>
        <p:spPr>
          <a:xfrm>
            <a:off x="6491533" y="5418907"/>
            <a:ext cx="3070059" cy="252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171450" indent="-171450" algn="l">
              <a:buClr>
                <a:schemeClr val="bg2"/>
              </a:buClr>
              <a:buFont typeface="Tempus Sans ITC" panose="04020404030D07020202" pitchFamily="82" charset="0"/>
              <a:buChar char="/"/>
              <a:defRPr sz="900" cap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 dirty="0"/>
              <a:t>Detail line 2</a:t>
            </a:r>
          </a:p>
        </p:txBody>
      </p:sp>
      <p:sp>
        <p:nvSpPr>
          <p:cNvPr id="130" name="Espace réservé du texte 19"/>
          <p:cNvSpPr>
            <a:spLocks noGrp="1"/>
          </p:cNvSpPr>
          <p:nvPr>
            <p:ph type="body" sz="quarter" idx="67" hasCustomPrompt="1"/>
          </p:nvPr>
        </p:nvSpPr>
        <p:spPr>
          <a:xfrm>
            <a:off x="6491533" y="5671498"/>
            <a:ext cx="3070059" cy="252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171450" indent="-171450" algn="l">
              <a:buClr>
                <a:schemeClr val="bg2"/>
              </a:buClr>
              <a:buFont typeface="Tempus Sans ITC" panose="04020404030D07020202" pitchFamily="82" charset="0"/>
              <a:buChar char="/"/>
              <a:defRPr sz="900" cap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 dirty="0"/>
              <a:t>Detail line 3</a:t>
            </a:r>
          </a:p>
        </p:txBody>
      </p:sp>
    </p:spTree>
    <p:extLst>
      <p:ext uri="{BB962C8B-B14F-4D97-AF65-F5344CB8AC3E}">
        <p14:creationId xmlns:p14="http://schemas.microsoft.com/office/powerpoint/2010/main" val="1648615349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eadline only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45600" y="144314"/>
            <a:ext cx="9216000" cy="260350"/>
          </a:xfrm>
          <a:prstGeom prst="rect">
            <a:avLst/>
          </a:prstGeom>
        </p:spPr>
        <p:txBody>
          <a:bodyPr lIns="108000" tIns="0" rIns="108000" bIns="0" anchor="b"/>
          <a:lstStyle>
            <a:lvl1pPr>
              <a:spcBef>
                <a:spcPts val="0"/>
              </a:spcBef>
              <a:defRPr sz="1000" i="0" cap="all" baseline="0">
                <a:solidFill>
                  <a:schemeClr val="accent4"/>
                </a:solidFill>
                <a:latin typeface="+mj-lt"/>
              </a:defRPr>
            </a:lvl1pPr>
            <a:lvl2pPr>
              <a:defRPr sz="1000"/>
            </a:lvl2pPr>
          </a:lstStyle>
          <a:p>
            <a:pPr lvl="0"/>
            <a:r>
              <a:rPr lang="en-US" noProof="0" dirty="0"/>
              <a:t>Insert a top title here - must not exceed 1 line</a:t>
            </a: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344487" y="404664"/>
            <a:ext cx="9216000" cy="863749"/>
          </a:xfrm>
          <a:prstGeom prst="rect">
            <a:avLst/>
          </a:prstGeom>
          <a:noFill/>
        </p:spPr>
        <p:txBody>
          <a:bodyPr vert="horz" lIns="108000" tIns="0" rIns="108000" bIns="0" rtlCol="0" anchor="t">
            <a:noAutofit/>
          </a:bodyPr>
          <a:lstStyle/>
          <a:p>
            <a:r>
              <a:rPr lang="en-US" dirty="0"/>
              <a:t>Complete with a title here that carries your message on two lines at most for more </a:t>
            </a:r>
            <a:r>
              <a:rPr lang="en-US" noProof="0" dirty="0"/>
              <a:t>readability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sz="quarter" idx="14" hasCustomPrompt="1"/>
          </p:nvPr>
        </p:nvSpPr>
        <p:spPr>
          <a:xfrm>
            <a:off x="3548343" y="1700808"/>
            <a:ext cx="2808288" cy="4536504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Insert here a picture</a:t>
            </a:r>
          </a:p>
        </p:txBody>
      </p:sp>
    </p:spTree>
    <p:extLst>
      <p:ext uri="{BB962C8B-B14F-4D97-AF65-F5344CB8AC3E}">
        <p14:creationId xmlns:p14="http://schemas.microsoft.com/office/powerpoint/2010/main" val="248198138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93328" y="6448251"/>
            <a:ext cx="2311400" cy="365125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DA462C19-8C46-40F5-897B-4327D6C153A3}" type="slidenum">
              <a:rPr lang="fr-FR" smtClean="0">
                <a:solidFill>
                  <a:prstClr val="white">
                    <a:lumMod val="75000"/>
                  </a:prstClr>
                </a:solidFill>
              </a:rPr>
              <a:pPr/>
              <a:t>‹N°›</a:t>
            </a:fld>
            <a:endParaRPr lang="fr-FR" dirty="0">
              <a:solidFill>
                <a:prstClr val="white">
                  <a:lumMod val="75000"/>
                </a:prstClr>
              </a:solidFill>
            </a:endParaRPr>
          </a:p>
        </p:txBody>
      </p:sp>
      <p:sp>
        <p:nvSpPr>
          <p:cNvPr id="8" name="Titre 1"/>
          <p:cNvSpPr>
            <a:spLocks noGrp="1"/>
          </p:cNvSpPr>
          <p:nvPr>
            <p:ph type="title" hasCustomPrompt="1"/>
          </p:nvPr>
        </p:nvSpPr>
        <p:spPr>
          <a:xfrm>
            <a:off x="776536" y="1628800"/>
            <a:ext cx="2304256" cy="1008112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="1">
                <a:solidFill>
                  <a:schemeClr val="bg1"/>
                </a:solidFill>
                <a:latin typeface="Calibri" pitchFamily="34" charset="0"/>
              </a:defRPr>
            </a:lvl1pPr>
          </a:lstStyle>
          <a:p>
            <a:r>
              <a:rPr lang="fr-FR" dirty="0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144543806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ty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93328" y="6448251"/>
            <a:ext cx="2311400" cy="365125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DA462C19-8C46-40F5-897B-4327D6C153A3}" type="slidenum">
              <a:rPr lang="fr-FR" smtClean="0">
                <a:solidFill>
                  <a:prstClr val="white">
                    <a:lumMod val="75000"/>
                  </a:prstClr>
                </a:solidFill>
              </a:rPr>
              <a:pPr/>
              <a:t>‹N°›</a:t>
            </a:fld>
            <a:endParaRPr lang="fr-FR" dirty="0">
              <a:solidFill>
                <a:prstClr val="white">
                  <a:lumMod val="75000"/>
                </a:prstClr>
              </a:solidFill>
            </a:endParaRPr>
          </a:p>
        </p:txBody>
      </p:sp>
      <p:sp>
        <p:nvSpPr>
          <p:cNvPr id="8" name="Titre 1"/>
          <p:cNvSpPr>
            <a:spLocks noGrp="1"/>
          </p:cNvSpPr>
          <p:nvPr>
            <p:ph type="title" hasCustomPrompt="1"/>
          </p:nvPr>
        </p:nvSpPr>
        <p:spPr>
          <a:xfrm>
            <a:off x="200472" y="418655"/>
            <a:ext cx="8208912" cy="418057"/>
          </a:xfrm>
        </p:spPr>
        <p:txBody>
          <a:bodyPr>
            <a:normAutofit/>
          </a:bodyPr>
          <a:lstStyle>
            <a:lvl1pPr algn="l">
              <a:defRPr sz="1800" b="1">
                <a:solidFill>
                  <a:schemeClr val="bg1"/>
                </a:solidFill>
                <a:latin typeface="Calibri" pitchFamily="34" charset="0"/>
              </a:defRPr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4"/>
          </p:nvPr>
        </p:nvSpPr>
        <p:spPr>
          <a:xfrm>
            <a:off x="273050" y="1196975"/>
            <a:ext cx="9217025" cy="4032250"/>
          </a:xfrm>
        </p:spPr>
        <p:txBody>
          <a:bodyPr/>
          <a:lstStyle>
            <a:lvl3pPr>
              <a:defRPr sz="1600"/>
            </a:lvl3pPr>
            <a:lvl4pPr>
              <a:defRPr sz="1600" i="1"/>
            </a:lvl4pPr>
            <a:lvl5pPr>
              <a:defRPr sz="14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6"/>
          </p:nvPr>
        </p:nvSpPr>
        <p:spPr>
          <a:xfrm>
            <a:off x="200472" y="116632"/>
            <a:ext cx="4752975" cy="333103"/>
          </a:xfrm>
        </p:spPr>
        <p:txBody>
          <a:bodyPr>
            <a:noAutofit/>
          </a:bodyPr>
          <a:lstStyle>
            <a:lvl1pPr>
              <a:defRPr sz="1400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fr-FR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62981212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e ty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93328" y="6448251"/>
            <a:ext cx="2311400" cy="365125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DA462C19-8C46-40F5-897B-4327D6C153A3}" type="slidenum">
              <a:rPr lang="fr-FR" smtClean="0">
                <a:solidFill>
                  <a:prstClr val="white">
                    <a:lumMod val="75000"/>
                  </a:prstClr>
                </a:solidFill>
              </a:rPr>
              <a:pPr/>
              <a:t>‹N°›</a:t>
            </a:fld>
            <a:endParaRPr lang="fr-FR" dirty="0">
              <a:solidFill>
                <a:prstClr val="white">
                  <a:lumMod val="75000"/>
                </a:prstClr>
              </a:solidFill>
            </a:endParaRPr>
          </a:p>
        </p:txBody>
      </p:sp>
      <p:sp>
        <p:nvSpPr>
          <p:cNvPr id="8" name="Titre 1"/>
          <p:cNvSpPr>
            <a:spLocks noGrp="1"/>
          </p:cNvSpPr>
          <p:nvPr>
            <p:ph type="title" hasCustomPrompt="1"/>
          </p:nvPr>
        </p:nvSpPr>
        <p:spPr>
          <a:xfrm>
            <a:off x="200472" y="418655"/>
            <a:ext cx="8208912" cy="418057"/>
          </a:xfrm>
        </p:spPr>
        <p:txBody>
          <a:bodyPr>
            <a:normAutofit/>
          </a:bodyPr>
          <a:lstStyle>
            <a:lvl1pPr algn="l">
              <a:defRPr sz="1800" b="1">
                <a:solidFill>
                  <a:schemeClr val="bg1"/>
                </a:solidFill>
                <a:latin typeface="Calibri" pitchFamily="34" charset="0"/>
              </a:defRPr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4"/>
          </p:nvPr>
        </p:nvSpPr>
        <p:spPr>
          <a:xfrm>
            <a:off x="273050" y="1196975"/>
            <a:ext cx="9217025" cy="403225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12" name="Espace réservé du texte 11"/>
          <p:cNvSpPr>
            <a:spLocks noGrp="1"/>
          </p:cNvSpPr>
          <p:nvPr>
            <p:ph type="body" sz="quarter" idx="15"/>
          </p:nvPr>
        </p:nvSpPr>
        <p:spPr>
          <a:xfrm>
            <a:off x="8481392" y="404664"/>
            <a:ext cx="1424608" cy="432048"/>
          </a:xfrm>
        </p:spPr>
        <p:txBody>
          <a:bodyPr anchor="b">
            <a:noAutofit/>
          </a:bodyPr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75141634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200472" y="418655"/>
            <a:ext cx="8915400" cy="418057"/>
          </a:xfrm>
        </p:spPr>
        <p:txBody>
          <a:bodyPr>
            <a:normAutofit/>
          </a:bodyPr>
          <a:lstStyle>
            <a:lvl1pPr algn="l">
              <a:defRPr sz="1800" b="1">
                <a:solidFill>
                  <a:schemeClr val="bg1"/>
                </a:solidFill>
                <a:latin typeface="Calibri" pitchFamily="34" charset="0"/>
              </a:defRPr>
            </a:lvl1pPr>
          </a:lstStyle>
          <a:p>
            <a:r>
              <a:rPr lang="fr-FR" dirty="0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2242783861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200472" y="418655"/>
            <a:ext cx="8915400" cy="418057"/>
          </a:xfrm>
        </p:spPr>
        <p:txBody>
          <a:bodyPr>
            <a:normAutofit/>
          </a:bodyPr>
          <a:lstStyle>
            <a:lvl1pPr algn="l">
              <a:defRPr sz="1800" b="1">
                <a:solidFill>
                  <a:schemeClr val="bg1"/>
                </a:solidFill>
                <a:latin typeface="Calibri" pitchFamily="34" charset="0"/>
              </a:defRPr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7" name="Espace réservé du numéro de diapositive 5"/>
          <p:cNvSpPr txBox="1">
            <a:spLocks/>
          </p:cNvSpPr>
          <p:nvPr userDrawn="1"/>
        </p:nvSpPr>
        <p:spPr>
          <a:xfrm>
            <a:off x="193328" y="6448251"/>
            <a:ext cx="2311400" cy="365125"/>
          </a:xfrm>
          <a:prstGeom prst="rect">
            <a:avLst/>
          </a:prstGeom>
        </p:spPr>
        <p:txBody>
          <a:bodyPr vert="horz" lIns="95784" tIns="47892" rIns="95784" bIns="47892" rtlCol="0" anchor="ctr"/>
          <a:lstStyle>
            <a:lvl1pPr algn="l"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endParaRPr lang="fr-FR" dirty="0">
              <a:solidFill>
                <a:prstClr val="white">
                  <a:lumMod val="75000"/>
                </a:prstClr>
              </a:solidFill>
            </a:endParaRPr>
          </a:p>
        </p:txBody>
      </p:sp>
      <p:sp>
        <p:nvSpPr>
          <p:cNvPr id="6" name="Espace réservé pour une image  5"/>
          <p:cNvSpPr>
            <a:spLocks noGrp="1"/>
          </p:cNvSpPr>
          <p:nvPr>
            <p:ph type="pic" sz="quarter" idx="10"/>
          </p:nvPr>
        </p:nvSpPr>
        <p:spPr>
          <a:xfrm>
            <a:off x="631825" y="6309320"/>
            <a:ext cx="1296988" cy="476250"/>
          </a:xfrm>
        </p:spPr>
        <p:txBody>
          <a:bodyPr/>
          <a:lstStyle/>
          <a:p>
            <a:r>
              <a:rPr lang="fr-FR"/>
              <a:t>Cliquez sur l'icône pour ajouter une image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98159745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ty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200472" y="418655"/>
            <a:ext cx="8208912" cy="418057"/>
          </a:xfrm>
        </p:spPr>
        <p:txBody>
          <a:bodyPr>
            <a:normAutofit/>
          </a:bodyPr>
          <a:lstStyle>
            <a:lvl1pPr algn="l">
              <a:defRPr sz="1800" b="1">
                <a:solidFill>
                  <a:schemeClr val="bg1"/>
                </a:solidFill>
                <a:latin typeface="Calibri" pitchFamily="34" charset="0"/>
              </a:defRPr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4"/>
          </p:nvPr>
        </p:nvSpPr>
        <p:spPr>
          <a:xfrm>
            <a:off x="273050" y="1196975"/>
            <a:ext cx="9217025" cy="403225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6"/>
          </p:nvPr>
        </p:nvSpPr>
        <p:spPr>
          <a:xfrm>
            <a:off x="200472" y="116632"/>
            <a:ext cx="4752975" cy="333103"/>
          </a:xfrm>
        </p:spPr>
        <p:txBody>
          <a:bodyPr>
            <a:noAutofit/>
          </a:bodyPr>
          <a:lstStyle>
            <a:lvl1pPr>
              <a:defRPr sz="1400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u numéro de diapositive 5"/>
          <p:cNvSpPr>
            <a:spLocks noGrp="1"/>
          </p:cNvSpPr>
          <p:nvPr>
            <p:ph type="sldNum" sz="quarter" idx="17"/>
          </p:nvPr>
        </p:nvSpPr>
        <p:spPr>
          <a:xfrm>
            <a:off x="193675" y="6448425"/>
            <a:ext cx="2311400" cy="365125"/>
          </a:xfrm>
          <a:prstGeom prst="rect">
            <a:avLst/>
          </a:prstGeom>
        </p:spPr>
        <p:txBody>
          <a:bodyPr/>
          <a:lstStyle>
            <a:lvl1pPr algn="l" defTabSz="957838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ED8A46F7-631D-4E0C-8AB1-5F0B31C46626}" type="slidenum">
              <a:rPr lang="fr-FR"/>
              <a:pPr>
                <a:defRPr/>
              </a:pPr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85621799"/>
      </p:ext>
    </p:extLst>
  </p:cSld>
  <p:clrMapOvr>
    <a:masterClrMapping/>
  </p:clrMapOvr>
  <p:hf hdr="0" ftr="0" dt="0"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e ty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200472" y="418655"/>
            <a:ext cx="8208912" cy="418057"/>
          </a:xfrm>
        </p:spPr>
        <p:txBody>
          <a:bodyPr>
            <a:normAutofit/>
          </a:bodyPr>
          <a:lstStyle>
            <a:lvl1pPr algn="l">
              <a:defRPr sz="1800" b="1">
                <a:solidFill>
                  <a:schemeClr val="bg1"/>
                </a:solidFill>
                <a:latin typeface="Calibri" pitchFamily="34" charset="0"/>
              </a:defRPr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4"/>
          </p:nvPr>
        </p:nvSpPr>
        <p:spPr>
          <a:xfrm>
            <a:off x="273050" y="1196975"/>
            <a:ext cx="9217025" cy="403225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12" name="Espace réservé du texte 11"/>
          <p:cNvSpPr>
            <a:spLocks noGrp="1"/>
          </p:cNvSpPr>
          <p:nvPr>
            <p:ph type="body" sz="quarter" idx="15"/>
          </p:nvPr>
        </p:nvSpPr>
        <p:spPr>
          <a:xfrm>
            <a:off x="8481392" y="404664"/>
            <a:ext cx="1424608" cy="432048"/>
          </a:xfrm>
        </p:spPr>
        <p:txBody>
          <a:bodyPr anchor="b">
            <a:noAutofit/>
          </a:bodyPr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dirty="0"/>
              <a:t>Modifiez les styles du texte du masque</a:t>
            </a:r>
          </a:p>
        </p:txBody>
      </p:sp>
      <p:sp>
        <p:nvSpPr>
          <p:cNvPr id="5" name="Espace réservé du numéro de diapositive 5"/>
          <p:cNvSpPr>
            <a:spLocks noGrp="1"/>
          </p:cNvSpPr>
          <p:nvPr>
            <p:ph type="sldNum" sz="quarter" idx="16"/>
          </p:nvPr>
        </p:nvSpPr>
        <p:spPr>
          <a:xfrm>
            <a:off x="193675" y="6448425"/>
            <a:ext cx="2311400" cy="365125"/>
          </a:xfrm>
          <a:prstGeom prst="rect">
            <a:avLst/>
          </a:prstGeom>
        </p:spPr>
        <p:txBody>
          <a:bodyPr/>
          <a:lstStyle>
            <a:lvl1pPr algn="l" defTabSz="957838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prstClr val="white">
                    <a:lumMod val="75000"/>
                  </a:prstClr>
                </a:solidFill>
                <a:latin typeface="+mn-lt"/>
              </a:defRPr>
            </a:lvl1pPr>
          </a:lstStyle>
          <a:p>
            <a:pPr>
              <a:defRPr/>
            </a:pPr>
            <a:fld id="{A92A414C-CA82-49E0-A421-061BB57033BC}" type="slidenum">
              <a:rPr lang="fr-FR"/>
              <a:pPr>
                <a:defRPr/>
              </a:pPr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18422135"/>
      </p:ext>
    </p:extLst>
  </p:cSld>
  <p:clrMapOvr>
    <a:masterClrMapping/>
  </p:clrMapOvr>
  <p:hf hdr="0" ftr="0" dt="0"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5"/>
          <p:cNvSpPr txBox="1">
            <a:spLocks/>
          </p:cNvSpPr>
          <p:nvPr userDrawn="1"/>
        </p:nvSpPr>
        <p:spPr>
          <a:xfrm>
            <a:off x="193675" y="6448425"/>
            <a:ext cx="2311400" cy="365125"/>
          </a:xfrm>
          <a:prstGeom prst="rect">
            <a:avLst/>
          </a:prstGeom>
        </p:spPr>
        <p:txBody>
          <a:bodyPr lIns="95784" tIns="47892" rIns="95784" bIns="47892" anchor="ctr"/>
          <a:lstStyle>
            <a:lvl1pPr algn="l"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defTabSz="957838" fontAlgn="auto">
              <a:spcBef>
                <a:spcPts val="0"/>
              </a:spcBef>
              <a:spcAft>
                <a:spcPts val="0"/>
              </a:spcAft>
              <a:defRPr/>
            </a:pPr>
            <a:fld id="{AE55AA69-B99A-48AB-98BF-8EFC0BF4A494}" type="slidenum">
              <a:rPr lang="fr-FR" smtClean="0">
                <a:solidFill>
                  <a:prstClr val="white">
                    <a:lumMod val="75000"/>
                  </a:prstClr>
                </a:solidFill>
                <a:latin typeface="+mn-lt"/>
              </a:rPr>
              <a:pPr defTabSz="957838" fontAlgn="auto">
                <a:spcBef>
                  <a:spcPts val="0"/>
                </a:spcBef>
                <a:spcAft>
                  <a:spcPts val="0"/>
                </a:spcAft>
                <a:defRPr/>
              </a:pPr>
              <a:t>‹N°›</a:t>
            </a:fld>
            <a:endParaRPr lang="fr-FR" dirty="0">
              <a:solidFill>
                <a:prstClr val="white">
                  <a:lumMod val="75000"/>
                </a:prstClr>
              </a:solidFill>
              <a:latin typeface="+mn-lt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00472" y="418655"/>
            <a:ext cx="8915400" cy="418057"/>
          </a:xfrm>
        </p:spPr>
        <p:txBody>
          <a:bodyPr>
            <a:normAutofit/>
          </a:bodyPr>
          <a:lstStyle>
            <a:lvl1pPr algn="l">
              <a:defRPr sz="1800" b="1">
                <a:solidFill>
                  <a:schemeClr val="bg1"/>
                </a:solidFill>
                <a:latin typeface="Calibri" pitchFamily="34" charset="0"/>
              </a:defRPr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6" name="Espace réservé pour une image  5"/>
          <p:cNvSpPr>
            <a:spLocks noGrp="1"/>
          </p:cNvSpPr>
          <p:nvPr>
            <p:ph type="pic" sz="quarter" idx="10"/>
          </p:nvPr>
        </p:nvSpPr>
        <p:spPr>
          <a:xfrm>
            <a:off x="631825" y="6309320"/>
            <a:ext cx="1296988" cy="476250"/>
          </a:xfrm>
        </p:spPr>
        <p:txBody>
          <a:bodyPr rtlCol="0">
            <a:normAutofit/>
          </a:bodyPr>
          <a:lstStyle/>
          <a:p>
            <a:pPr lvl="0"/>
            <a:r>
              <a:rPr lang="fr-FR" noProof="0"/>
              <a:t>Cliquez sur l'icône pour ajouter une image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584272903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| small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orme libre : forme 28">
            <a:extLst>
              <a:ext uri="{FF2B5EF4-FFF2-40B4-BE49-F238E27FC236}">
                <a16:creationId xmlns:a16="http://schemas.microsoft.com/office/drawing/2014/main" id="{8A0199DB-E7D8-5ABB-9212-57476B552BEA}"/>
              </a:ext>
            </a:extLst>
          </p:cNvPr>
          <p:cNvSpPr/>
          <p:nvPr userDrawn="1"/>
        </p:nvSpPr>
        <p:spPr>
          <a:xfrm rot="161556">
            <a:off x="5749011" y="-112927"/>
            <a:ext cx="4276833" cy="7082065"/>
          </a:xfrm>
          <a:custGeom>
            <a:avLst/>
            <a:gdLst>
              <a:gd name="connsiteX0" fmla="*/ 260945 w 5263794"/>
              <a:gd name="connsiteY0" fmla="*/ 220642 h 7082065"/>
              <a:gd name="connsiteX1" fmla="*/ 4952507 w 5263794"/>
              <a:gd name="connsiteY1" fmla="*/ 0 h 7082065"/>
              <a:gd name="connsiteX2" fmla="*/ 5263794 w 5263794"/>
              <a:gd name="connsiteY2" fmla="*/ 6618981 h 7082065"/>
              <a:gd name="connsiteX3" fmla="*/ 5263794 w 5263794"/>
              <a:gd name="connsiteY3" fmla="*/ 6850940 h 7082065"/>
              <a:gd name="connsiteX4" fmla="*/ 349307 w 5263794"/>
              <a:gd name="connsiteY4" fmla="*/ 7082065 h 7082065"/>
              <a:gd name="connsiteX5" fmla="*/ 313616 w 5263794"/>
              <a:gd name="connsiteY5" fmla="*/ 6954002 h 7082065"/>
              <a:gd name="connsiteX6" fmla="*/ 0 w 5263794"/>
              <a:gd name="connsiteY6" fmla="*/ 3470255 h 7082065"/>
              <a:gd name="connsiteX7" fmla="*/ 245816 w 5263794"/>
              <a:gd name="connsiteY7" fmla="*/ 293488 h 7082065"/>
              <a:gd name="connsiteX8" fmla="*/ 260945 w 5263794"/>
              <a:gd name="connsiteY8" fmla="*/ 220642 h 7082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263794" h="7082065">
                <a:moveTo>
                  <a:pt x="260945" y="220642"/>
                </a:moveTo>
                <a:lnTo>
                  <a:pt x="4952507" y="0"/>
                </a:lnTo>
                <a:lnTo>
                  <a:pt x="5263794" y="6618981"/>
                </a:lnTo>
                <a:lnTo>
                  <a:pt x="5263794" y="6850940"/>
                </a:lnTo>
                <a:lnTo>
                  <a:pt x="349307" y="7082065"/>
                </a:lnTo>
                <a:lnTo>
                  <a:pt x="313616" y="6954002"/>
                </a:lnTo>
                <a:cubicBezTo>
                  <a:pt x="124403" y="6199005"/>
                  <a:pt x="0" y="4920436"/>
                  <a:pt x="0" y="3470255"/>
                </a:cubicBezTo>
                <a:cubicBezTo>
                  <a:pt x="0" y="2201347"/>
                  <a:pt x="95246" y="1063829"/>
                  <a:pt x="245816" y="293488"/>
                </a:cubicBezTo>
                <a:lnTo>
                  <a:pt x="260945" y="220642"/>
                </a:lnTo>
                <a:close/>
              </a:path>
            </a:pathLst>
          </a:custGeom>
          <a:gradFill flip="none" rotWithShape="1">
            <a:gsLst>
              <a:gs pos="0">
                <a:schemeClr val="accent2">
                  <a:lumMod val="67000"/>
                </a:schemeClr>
              </a:gs>
              <a:gs pos="22000">
                <a:schemeClr val="tx2"/>
              </a:gs>
              <a:gs pos="89000">
                <a:schemeClr val="bg2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fr-FR" sz="1544" dirty="0" err="1"/>
          </a:p>
        </p:txBody>
      </p:sp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2977D7CD-E5A3-B124-49DC-1F0AB00A935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9777" y="691119"/>
            <a:ext cx="2670425" cy="675743"/>
          </a:xfrm>
          <a:prstGeom prst="rect">
            <a:avLst/>
          </a:prstGeom>
        </p:spPr>
      </p:pic>
      <p:pic>
        <p:nvPicPr>
          <p:cNvPr id="27" name="Graphique 26">
            <a:extLst>
              <a:ext uri="{FF2B5EF4-FFF2-40B4-BE49-F238E27FC236}">
                <a16:creationId xmlns:a16="http://schemas.microsoft.com/office/drawing/2014/main" id="{617688A8-008D-8D72-81DD-775C18FBC12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8862" t="-3712" r="47539" b="61920"/>
          <a:stretch/>
        </p:blipFill>
        <p:spPr>
          <a:xfrm flipH="1" flipV="1">
            <a:off x="-1" y="2242142"/>
            <a:ext cx="3618512" cy="4448196"/>
          </a:xfrm>
          <a:prstGeom prst="rect">
            <a:avLst/>
          </a:prstGeom>
        </p:spPr>
      </p:pic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92BCF3E4-F819-8E52-849F-274EB8289FA7}"/>
              </a:ext>
            </a:extLst>
          </p:cNvPr>
          <p:cNvCxnSpPr>
            <a:cxnSpLocks/>
          </p:cNvCxnSpPr>
          <p:nvPr userDrawn="1"/>
        </p:nvCxnSpPr>
        <p:spPr>
          <a:xfrm>
            <a:off x="505463" y="4210631"/>
            <a:ext cx="321687" cy="0"/>
          </a:xfrm>
          <a:prstGeom prst="line">
            <a:avLst/>
          </a:prstGeom>
          <a:ln w="50800" cap="rnd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Espace réservé du texte 41">
            <a:extLst>
              <a:ext uri="{FF2B5EF4-FFF2-40B4-BE49-F238E27FC236}">
                <a16:creationId xmlns:a16="http://schemas.microsoft.com/office/drawing/2014/main" id="{BA71B36A-617B-4455-BAF9-D56BC850614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0793" y="4367468"/>
            <a:ext cx="5092941" cy="474692"/>
          </a:xfrm>
          <a:effectLst/>
        </p:spPr>
        <p:txBody>
          <a:bodyPr>
            <a:noAutofit/>
          </a:bodyPr>
          <a:lstStyle>
            <a:lvl1pPr marL="0" indent="0">
              <a:buNone/>
              <a:defRPr sz="1300" b="0" i="0" u="none" strike="noStrike" cap="all" baseline="0">
                <a:solidFill>
                  <a:schemeClr val="accent1">
                    <a:lumMod val="100000"/>
                  </a:schemeClr>
                </a:solidFill>
                <a:latin typeface="Segoe UI Semilight" panose="020B0402040204020203" pitchFamily="34" charset="0"/>
              </a:defRPr>
            </a:lvl1pPr>
            <a:lvl2pPr marL="0" indent="0">
              <a:buFont typeface="Arial" panose="020B0604020202020204" pitchFamily="34" charset="0"/>
              <a:buChar char="​"/>
              <a:defRPr sz="1300" b="1" i="0" u="none" strike="noStrike">
                <a:solidFill>
                  <a:schemeClr val="bg1">
                    <a:lumMod val="100000"/>
                  </a:schemeClr>
                </a:solidFill>
                <a:latin typeface="Segoe UI Semilight" panose="020B0402040204020203" pitchFamily="34" charset="0"/>
              </a:defRPr>
            </a:lvl2pPr>
            <a:lvl3pPr marL="0" indent="0">
              <a:buFont typeface="Arial" panose="020B0604020202020204" pitchFamily="34" charset="0"/>
              <a:buChar char="​"/>
              <a:defRPr sz="1300" b="1" i="0" u="none" strike="noStrike">
                <a:solidFill>
                  <a:schemeClr val="bg1">
                    <a:lumMod val="100000"/>
                  </a:schemeClr>
                </a:solidFill>
                <a:latin typeface="Segoe UI Semilight" panose="020B0402040204020203" pitchFamily="34" charset="0"/>
              </a:defRPr>
            </a:lvl3pPr>
            <a:lvl4pPr marL="0" indent="0">
              <a:buFont typeface="Arial" panose="020B0604020202020204" pitchFamily="34" charset="0"/>
              <a:buChar char="​"/>
              <a:defRPr sz="1300" b="1" i="0" u="none" strike="noStrike">
                <a:solidFill>
                  <a:schemeClr val="bg1">
                    <a:lumMod val="100000"/>
                  </a:schemeClr>
                </a:solidFill>
                <a:latin typeface="Segoe UI Semilight" panose="020B0402040204020203" pitchFamily="34" charset="0"/>
              </a:defRPr>
            </a:lvl4pPr>
            <a:lvl5pPr marL="0" indent="0">
              <a:buFont typeface="Arial" panose="020B0604020202020204" pitchFamily="34" charset="0"/>
              <a:buChar char="​"/>
              <a:defRPr sz="1300" b="1" i="0" u="none" strike="noStrike">
                <a:solidFill>
                  <a:schemeClr val="bg1">
                    <a:lumMod val="100000"/>
                  </a:schemeClr>
                </a:solidFill>
                <a:latin typeface="Segoe UI Semilight" panose="020B0402040204020203" pitchFamily="34" charset="0"/>
              </a:defRPr>
            </a:lvl5pPr>
            <a:lvl6pPr marL="0" indent="0">
              <a:buFont typeface="Arial" panose="020B0604020202020204" pitchFamily="34" charset="0"/>
              <a:buChar char="​"/>
              <a:defRPr sz="1300" b="1" i="0" u="none" strike="noStrike">
                <a:solidFill>
                  <a:schemeClr val="bg1">
                    <a:lumMod val="100000"/>
                  </a:schemeClr>
                </a:solidFill>
                <a:latin typeface="Segoe UI Semilight" panose="020B0402040204020203" pitchFamily="34" charset="0"/>
              </a:defRPr>
            </a:lvl6pPr>
            <a:lvl7pPr marL="0" indent="0">
              <a:buFont typeface="Arial" panose="020B0604020202020204" pitchFamily="34" charset="0"/>
              <a:buChar char="​"/>
              <a:defRPr sz="1300" b="1" i="0" u="none" strike="noStrike">
                <a:solidFill>
                  <a:schemeClr val="bg1">
                    <a:lumMod val="100000"/>
                  </a:schemeClr>
                </a:solidFill>
                <a:latin typeface="Segoe UI Semilight" panose="020B0402040204020203" pitchFamily="34" charset="0"/>
              </a:defRPr>
            </a:lvl7pPr>
            <a:lvl8pPr marL="0" indent="0">
              <a:buFont typeface="Arial" panose="020B0604020202020204" pitchFamily="34" charset="0"/>
              <a:buChar char="​"/>
              <a:defRPr sz="1300" b="1" i="0" u="none" strike="noStrike">
                <a:solidFill>
                  <a:schemeClr val="bg1">
                    <a:lumMod val="100000"/>
                  </a:schemeClr>
                </a:solidFill>
                <a:latin typeface="Segoe UI Semilight" panose="020B0402040204020203" pitchFamily="34" charset="0"/>
              </a:defRPr>
            </a:lvl8pPr>
            <a:lvl9pPr marL="0" indent="0">
              <a:buFont typeface="Arial" panose="020B0604020202020204" pitchFamily="34" charset="0"/>
              <a:buChar char="​"/>
              <a:defRPr sz="1300" b="1" i="0" u="none" strike="noStrike">
                <a:solidFill>
                  <a:schemeClr val="bg1">
                    <a:lumMod val="100000"/>
                  </a:schemeClr>
                </a:solidFill>
                <a:latin typeface="Segoe UI Semilight" panose="020B0402040204020203" pitchFamily="34" charset="0"/>
              </a:defRPr>
            </a:lvl9pPr>
          </a:lstStyle>
          <a:p>
            <a:pPr lvl="0"/>
            <a:r>
              <a:rPr lang="fr-FR"/>
              <a:t>DATE</a:t>
            </a:r>
            <a:endParaRPr lang="fr-FR" dirty="0"/>
          </a:p>
        </p:txBody>
      </p:sp>
      <p:sp>
        <p:nvSpPr>
          <p:cNvPr id="20" name="Espace réservé pour une image  19">
            <a:extLst>
              <a:ext uri="{FF2B5EF4-FFF2-40B4-BE49-F238E27FC236}">
                <a16:creationId xmlns:a16="http://schemas.microsoft.com/office/drawing/2014/main" id="{26093B41-00FF-637E-5BA9-292E15C16A7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874258" y="2"/>
            <a:ext cx="4031742" cy="6858001"/>
          </a:xfrm>
          <a:custGeom>
            <a:avLst/>
            <a:gdLst>
              <a:gd name="connsiteX0" fmla="*/ 336026 w 4962144"/>
              <a:gd name="connsiteY0" fmla="*/ 0 h 6858001"/>
              <a:gd name="connsiteX1" fmla="*/ 1005095 w 4962144"/>
              <a:gd name="connsiteY1" fmla="*/ 0 h 6858001"/>
              <a:gd name="connsiteX2" fmla="*/ 1005095 w 4962144"/>
              <a:gd name="connsiteY2" fmla="*/ 1 h 6858001"/>
              <a:gd name="connsiteX3" fmla="*/ 4962144 w 4962144"/>
              <a:gd name="connsiteY3" fmla="*/ 1 h 6858001"/>
              <a:gd name="connsiteX4" fmla="*/ 4962144 w 4962144"/>
              <a:gd name="connsiteY4" fmla="*/ 6858001 h 6858001"/>
              <a:gd name="connsiteX5" fmla="*/ 1005095 w 4962144"/>
              <a:gd name="connsiteY5" fmla="*/ 6858001 h 6858001"/>
              <a:gd name="connsiteX6" fmla="*/ 336026 w 4962144"/>
              <a:gd name="connsiteY6" fmla="*/ 6858001 h 6858001"/>
              <a:gd name="connsiteX7" fmla="*/ 295644 w 4962144"/>
              <a:gd name="connsiteY7" fmla="*/ 6713106 h 6858001"/>
              <a:gd name="connsiteX8" fmla="*/ 0 w 4962144"/>
              <a:gd name="connsiteY8" fmla="*/ 3429001 h 6858001"/>
              <a:gd name="connsiteX9" fmla="*/ 295644 w 4962144"/>
              <a:gd name="connsiteY9" fmla="*/ 144896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962144" h="6858001">
                <a:moveTo>
                  <a:pt x="336026" y="0"/>
                </a:moveTo>
                <a:lnTo>
                  <a:pt x="1005095" y="0"/>
                </a:lnTo>
                <a:lnTo>
                  <a:pt x="1005095" y="1"/>
                </a:lnTo>
                <a:lnTo>
                  <a:pt x="4962144" y="1"/>
                </a:lnTo>
                <a:lnTo>
                  <a:pt x="4962144" y="6858001"/>
                </a:lnTo>
                <a:lnTo>
                  <a:pt x="1005095" y="6858001"/>
                </a:lnTo>
                <a:lnTo>
                  <a:pt x="336026" y="6858001"/>
                </a:lnTo>
                <a:lnTo>
                  <a:pt x="295644" y="6713106"/>
                </a:lnTo>
                <a:cubicBezTo>
                  <a:pt x="117274" y="6001376"/>
                  <a:pt x="0" y="4796077"/>
                  <a:pt x="0" y="3429001"/>
                </a:cubicBezTo>
                <a:cubicBezTo>
                  <a:pt x="0" y="2061926"/>
                  <a:pt x="117274" y="856626"/>
                  <a:pt x="295644" y="144896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endParaRPr lang="fr-FR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D93F96C-1536-20A5-19A2-1E72116958F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3640" y="2055706"/>
            <a:ext cx="5230093" cy="2046287"/>
          </a:xfrm>
        </p:spPr>
        <p:txBody>
          <a:bodyPr anchor="b"/>
          <a:lstStyle>
            <a:lvl1pPr>
              <a:lnSpc>
                <a:spcPct val="90000"/>
              </a:lnSpc>
              <a:spcAft>
                <a:spcPts val="0"/>
              </a:spcAft>
              <a:defRPr sz="3900" cap="all" baseline="0">
                <a:latin typeface="+mj-lt"/>
              </a:defRPr>
            </a:lvl1pPr>
            <a:lvl2pPr>
              <a:lnSpc>
                <a:spcPct val="90000"/>
              </a:lnSpc>
              <a:spcAft>
                <a:spcPts val="0"/>
              </a:spcAft>
              <a:defRPr sz="1950">
                <a:latin typeface="+mj-lt"/>
              </a:defRPr>
            </a:lvl2pPr>
          </a:lstStyle>
          <a:p>
            <a:pPr lvl="0"/>
            <a:r>
              <a:rPr lang="fr-FR" dirty="0"/>
              <a:t>Click to </a:t>
            </a:r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title</a:t>
            </a:r>
            <a:endParaRPr lang="fr-FR" dirty="0"/>
          </a:p>
          <a:p>
            <a:pPr lvl="1"/>
            <a:r>
              <a:rPr lang="fr-FR" dirty="0"/>
              <a:t>Deuxième niveau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216140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| main o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>
            <a:extLst>
              <a:ext uri="{FF2B5EF4-FFF2-40B4-BE49-F238E27FC236}">
                <a16:creationId xmlns:a16="http://schemas.microsoft.com/office/drawing/2014/main" id="{0AF3D92D-1CBB-2AF6-443B-A1D637F520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8861" t="-3712" r="37096" b="61920"/>
          <a:stretch/>
        </p:blipFill>
        <p:spPr>
          <a:xfrm rot="10800000">
            <a:off x="-2995" y="834348"/>
            <a:ext cx="4485287" cy="4448196"/>
          </a:xfrm>
          <a:prstGeom prst="rect">
            <a:avLst/>
          </a:prstGeom>
        </p:spPr>
      </p:pic>
      <p:sp>
        <p:nvSpPr>
          <p:cNvPr id="549" name="Ellipse 46">
            <a:extLst>
              <a:ext uri="{FF2B5EF4-FFF2-40B4-BE49-F238E27FC236}">
                <a16:creationId xmlns:a16="http://schemas.microsoft.com/office/drawing/2014/main" id="{5332DB2D-CD79-4B23-8B8E-4E378F9D3DDB}"/>
              </a:ext>
            </a:extLst>
          </p:cNvPr>
          <p:cNvSpPr/>
          <p:nvPr/>
        </p:nvSpPr>
        <p:spPr>
          <a:xfrm>
            <a:off x="1274951" y="1314114"/>
            <a:ext cx="271367" cy="39899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48332" indent="-148332" algn="l">
              <a:buClr>
                <a:schemeClr val="accent4"/>
              </a:buClr>
              <a:buFont typeface="Arial" panose="020B0604020202020204" pitchFamily="34" charset="0"/>
              <a:buChar char="•"/>
            </a:pPr>
            <a:endParaRPr lang="fr-FR" sz="975" dirty="0">
              <a:solidFill>
                <a:schemeClr val="accent1"/>
              </a:solidFill>
            </a:endParaRPr>
          </a:p>
        </p:txBody>
      </p:sp>
      <p:sp>
        <p:nvSpPr>
          <p:cNvPr id="552" name="Ellipse 23">
            <a:extLst>
              <a:ext uri="{FF2B5EF4-FFF2-40B4-BE49-F238E27FC236}">
                <a16:creationId xmlns:a16="http://schemas.microsoft.com/office/drawing/2014/main" id="{CE645A3E-A9A1-43F9-83FD-CE77066C2A15}"/>
              </a:ext>
            </a:extLst>
          </p:cNvPr>
          <p:cNvSpPr/>
          <p:nvPr userDrawn="1"/>
        </p:nvSpPr>
        <p:spPr>
          <a:xfrm>
            <a:off x="1089370" y="6592896"/>
            <a:ext cx="63901" cy="78647"/>
          </a:xfrm>
          <a:prstGeom prst="ellipse">
            <a:avLst/>
          </a:prstGeom>
          <a:solidFill>
            <a:srgbClr val="EF1A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544" dirty="0"/>
          </a:p>
        </p:txBody>
      </p:sp>
      <p:grpSp>
        <p:nvGrpSpPr>
          <p:cNvPr id="553" name="Groupe 14">
            <a:extLst>
              <a:ext uri="{FF2B5EF4-FFF2-40B4-BE49-F238E27FC236}">
                <a16:creationId xmlns:a16="http://schemas.microsoft.com/office/drawing/2014/main" id="{B1C20C3B-5DC6-4C0C-BE94-D5455204C716}"/>
              </a:ext>
            </a:extLst>
          </p:cNvPr>
          <p:cNvGrpSpPr/>
          <p:nvPr userDrawn="1"/>
        </p:nvGrpSpPr>
        <p:grpSpPr>
          <a:xfrm>
            <a:off x="237380" y="6509290"/>
            <a:ext cx="730309" cy="179017"/>
            <a:chOff x="7804375" y="14663327"/>
            <a:chExt cx="7400924" cy="1473993"/>
          </a:xfrm>
          <a:solidFill>
            <a:schemeClr val="accent2"/>
          </a:solidFill>
        </p:grpSpPr>
        <p:grpSp>
          <p:nvGrpSpPr>
            <p:cNvPr id="554" name="Graphique 37">
              <a:extLst>
                <a:ext uri="{FF2B5EF4-FFF2-40B4-BE49-F238E27FC236}">
                  <a16:creationId xmlns:a16="http://schemas.microsoft.com/office/drawing/2014/main" id="{F8E1BB82-EA10-46E4-99A1-B377D15EB46E}"/>
                </a:ext>
              </a:extLst>
            </p:cNvPr>
            <p:cNvGrpSpPr/>
            <p:nvPr/>
          </p:nvGrpSpPr>
          <p:grpSpPr>
            <a:xfrm>
              <a:off x="7804375" y="14663327"/>
              <a:ext cx="2394966" cy="1473326"/>
              <a:chOff x="7804375" y="14663327"/>
              <a:chExt cx="2394966" cy="1473326"/>
            </a:xfrm>
            <a:grpFill/>
          </p:grpSpPr>
          <p:sp>
            <p:nvSpPr>
              <p:cNvPr id="556" name="Forme libre : forme 24">
                <a:extLst>
                  <a:ext uri="{FF2B5EF4-FFF2-40B4-BE49-F238E27FC236}">
                    <a16:creationId xmlns:a16="http://schemas.microsoft.com/office/drawing/2014/main" id="{B2DC262E-8308-4169-8734-03FBB8115869}"/>
                  </a:ext>
                </a:extLst>
              </p:cNvPr>
              <p:cNvSpPr/>
              <p:nvPr/>
            </p:nvSpPr>
            <p:spPr>
              <a:xfrm>
                <a:off x="8464266" y="14990796"/>
                <a:ext cx="1206016" cy="1137570"/>
              </a:xfrm>
              <a:custGeom>
                <a:avLst/>
                <a:gdLst>
                  <a:gd name="connsiteX0" fmla="*/ 221075 w 1206016"/>
                  <a:gd name="connsiteY0" fmla="*/ 0 h 1137570"/>
                  <a:gd name="connsiteX1" fmla="*/ 0 w 1206016"/>
                  <a:gd name="connsiteY1" fmla="*/ 1137571 h 1137570"/>
                  <a:gd name="connsiteX2" fmla="*/ 467678 w 1206016"/>
                  <a:gd name="connsiteY2" fmla="*/ 1137571 h 1137570"/>
                  <a:gd name="connsiteX3" fmla="*/ 1192530 w 1206016"/>
                  <a:gd name="connsiteY3" fmla="*/ 536258 h 1137570"/>
                  <a:gd name="connsiteX4" fmla="*/ 792290 w 1206016"/>
                  <a:gd name="connsiteY4" fmla="*/ 95 h 1137570"/>
                  <a:gd name="connsiteX5" fmla="*/ 221075 w 1206016"/>
                  <a:gd name="connsiteY5" fmla="*/ 95 h 1137570"/>
                  <a:gd name="connsiteX6" fmla="*/ 452723 w 1206016"/>
                  <a:gd name="connsiteY6" fmla="*/ 96869 h 1137570"/>
                  <a:gd name="connsiteX7" fmla="*/ 616458 w 1206016"/>
                  <a:gd name="connsiteY7" fmla="*/ 96869 h 1137570"/>
                  <a:gd name="connsiteX8" fmla="*/ 915638 w 1206016"/>
                  <a:gd name="connsiteY8" fmla="*/ 534543 h 1137570"/>
                  <a:gd name="connsiteX9" fmla="*/ 411290 w 1206016"/>
                  <a:gd name="connsiteY9" fmla="*/ 1040606 h 1137570"/>
                  <a:gd name="connsiteX10" fmla="*/ 269367 w 1206016"/>
                  <a:gd name="connsiteY10" fmla="*/ 1040606 h 1137570"/>
                  <a:gd name="connsiteX11" fmla="*/ 452723 w 1206016"/>
                  <a:gd name="connsiteY11" fmla="*/ 96774 h 1137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206016" h="1137570">
                    <a:moveTo>
                      <a:pt x="221075" y="0"/>
                    </a:moveTo>
                    <a:lnTo>
                      <a:pt x="0" y="1137571"/>
                    </a:lnTo>
                    <a:lnTo>
                      <a:pt x="467678" y="1137571"/>
                    </a:lnTo>
                    <a:cubicBezTo>
                      <a:pt x="810101" y="1137571"/>
                      <a:pt x="1119188" y="913733"/>
                      <a:pt x="1192530" y="536258"/>
                    </a:cubicBezTo>
                    <a:cubicBezTo>
                      <a:pt x="1245775" y="262318"/>
                      <a:pt x="1147191" y="13430"/>
                      <a:pt x="792290" y="95"/>
                    </a:cubicBezTo>
                    <a:lnTo>
                      <a:pt x="221075" y="95"/>
                    </a:lnTo>
                    <a:close/>
                    <a:moveTo>
                      <a:pt x="452723" y="96869"/>
                    </a:moveTo>
                    <a:lnTo>
                      <a:pt x="616458" y="96869"/>
                    </a:lnTo>
                    <a:cubicBezTo>
                      <a:pt x="851916" y="96869"/>
                      <a:pt x="976598" y="220504"/>
                      <a:pt x="915638" y="534543"/>
                    </a:cubicBezTo>
                    <a:cubicBezTo>
                      <a:pt x="839629" y="925354"/>
                      <a:pt x="641795" y="1040606"/>
                      <a:pt x="411290" y="1040606"/>
                    </a:cubicBezTo>
                    <a:lnTo>
                      <a:pt x="269367" y="1040606"/>
                    </a:lnTo>
                    <a:lnTo>
                      <a:pt x="452723" y="96774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1544"/>
              </a:p>
            </p:txBody>
          </p:sp>
          <p:sp>
            <p:nvSpPr>
              <p:cNvPr id="557" name="Forme libre : forme 25">
                <a:extLst>
                  <a:ext uri="{FF2B5EF4-FFF2-40B4-BE49-F238E27FC236}">
                    <a16:creationId xmlns:a16="http://schemas.microsoft.com/office/drawing/2014/main" id="{A9B65857-E05E-4962-9013-6FCE00A1BC27}"/>
                  </a:ext>
                </a:extLst>
              </p:cNvPr>
              <p:cNvSpPr/>
              <p:nvPr/>
            </p:nvSpPr>
            <p:spPr>
              <a:xfrm>
                <a:off x="7804375" y="14663327"/>
                <a:ext cx="2394966" cy="1136017"/>
              </a:xfrm>
              <a:custGeom>
                <a:avLst/>
                <a:gdLst>
                  <a:gd name="connsiteX0" fmla="*/ 1852232 w 2394966"/>
                  <a:gd name="connsiteY0" fmla="*/ 299752 h 1136017"/>
                  <a:gd name="connsiteX1" fmla="*/ 1816132 w 2394966"/>
                  <a:gd name="connsiteY1" fmla="*/ 148781 h 1136017"/>
                  <a:gd name="connsiteX2" fmla="*/ 2265426 w 2394966"/>
                  <a:gd name="connsiteY2" fmla="*/ 0 h 1136017"/>
                  <a:gd name="connsiteX3" fmla="*/ 2394966 w 2394966"/>
                  <a:gd name="connsiteY3" fmla="*/ 451961 h 1136017"/>
                  <a:gd name="connsiteX4" fmla="*/ 2237804 w 2394966"/>
                  <a:gd name="connsiteY4" fmla="*/ 487775 h 1136017"/>
                  <a:gd name="connsiteX5" fmla="*/ 2207514 w 2394966"/>
                  <a:gd name="connsiteY5" fmla="*/ 303086 h 1136017"/>
                  <a:gd name="connsiteX6" fmla="*/ 0 w 2394966"/>
                  <a:gd name="connsiteY6" fmla="*/ 1074801 h 1136017"/>
                  <a:gd name="connsiteX7" fmla="*/ 17812 w 2394966"/>
                  <a:gd name="connsiteY7" fmla="*/ 1033272 h 1136017"/>
                  <a:gd name="connsiteX8" fmla="*/ 2028349 w 2394966"/>
                  <a:gd name="connsiteY8" fmla="*/ 231458 h 1136017"/>
                  <a:gd name="connsiteX9" fmla="*/ 1852232 w 2394966"/>
                  <a:gd name="connsiteY9" fmla="*/ 299752 h 1136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394966" h="1136017">
                    <a:moveTo>
                      <a:pt x="1852232" y="299752"/>
                    </a:moveTo>
                    <a:cubicBezTo>
                      <a:pt x="1851946" y="217742"/>
                      <a:pt x="1838611" y="205264"/>
                      <a:pt x="1816132" y="148781"/>
                    </a:cubicBezTo>
                    <a:lnTo>
                      <a:pt x="2265426" y="0"/>
                    </a:lnTo>
                    <a:lnTo>
                      <a:pt x="2394966" y="451961"/>
                    </a:lnTo>
                    <a:cubicBezTo>
                      <a:pt x="2348103" y="449199"/>
                      <a:pt x="2298478" y="454724"/>
                      <a:pt x="2237804" y="487775"/>
                    </a:cubicBezTo>
                    <a:lnTo>
                      <a:pt x="2207514" y="303086"/>
                    </a:lnTo>
                    <a:cubicBezTo>
                      <a:pt x="2042160" y="609124"/>
                      <a:pt x="1223677" y="1353217"/>
                      <a:pt x="0" y="1074801"/>
                    </a:cubicBezTo>
                    <a:cubicBezTo>
                      <a:pt x="7906" y="1068038"/>
                      <a:pt x="14002" y="1043654"/>
                      <a:pt x="17812" y="1033272"/>
                    </a:cubicBezTo>
                    <a:cubicBezTo>
                      <a:pt x="1146429" y="1185005"/>
                      <a:pt x="1915478" y="481679"/>
                      <a:pt x="2028349" y="231458"/>
                    </a:cubicBezTo>
                    <a:lnTo>
                      <a:pt x="1852232" y="299752"/>
                    </a:lnTo>
                    <a:close/>
                  </a:path>
                </a:pathLst>
              </a:custGeom>
              <a:solidFill>
                <a:schemeClr val="accent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1544"/>
              </a:p>
            </p:txBody>
          </p:sp>
          <p:sp>
            <p:nvSpPr>
              <p:cNvPr id="558" name="Forme libre : forme 26">
                <a:extLst>
                  <a:ext uri="{FF2B5EF4-FFF2-40B4-BE49-F238E27FC236}">
                    <a16:creationId xmlns:a16="http://schemas.microsoft.com/office/drawing/2014/main" id="{742FA224-66DF-46D9-844A-F2A94C6F36B6}"/>
                  </a:ext>
                </a:extLst>
              </p:cNvPr>
              <p:cNvSpPr/>
              <p:nvPr/>
            </p:nvSpPr>
            <p:spPr>
              <a:xfrm>
                <a:off x="8045167" y="14990796"/>
                <a:ext cx="473297" cy="1145857"/>
              </a:xfrm>
              <a:custGeom>
                <a:avLst/>
                <a:gdLst>
                  <a:gd name="connsiteX0" fmla="*/ 95 w 473297"/>
                  <a:gd name="connsiteY0" fmla="*/ 1145857 h 1145857"/>
                  <a:gd name="connsiteX1" fmla="*/ 126968 w 473297"/>
                  <a:gd name="connsiteY1" fmla="*/ 1137571 h 1145857"/>
                  <a:gd name="connsiteX2" fmla="*/ 250603 w 473297"/>
                  <a:gd name="connsiteY2" fmla="*/ 1145857 h 1145857"/>
                  <a:gd name="connsiteX3" fmla="*/ 473297 w 473297"/>
                  <a:gd name="connsiteY3" fmla="*/ 0 h 1145857"/>
                  <a:gd name="connsiteX4" fmla="*/ 346424 w 473297"/>
                  <a:gd name="connsiteY4" fmla="*/ 8382 h 1145857"/>
                  <a:gd name="connsiteX5" fmla="*/ 222790 w 473297"/>
                  <a:gd name="connsiteY5" fmla="*/ 0 h 1145857"/>
                  <a:gd name="connsiteX6" fmla="*/ 0 w 473297"/>
                  <a:gd name="connsiteY6" fmla="*/ 1145857 h 114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73297" h="1145857">
                    <a:moveTo>
                      <a:pt x="95" y="1145857"/>
                    </a:moveTo>
                    <a:cubicBezTo>
                      <a:pt x="42481" y="1142524"/>
                      <a:pt x="85249" y="1137571"/>
                      <a:pt x="126968" y="1137571"/>
                    </a:cubicBezTo>
                    <a:cubicBezTo>
                      <a:pt x="168688" y="1137571"/>
                      <a:pt x="209550" y="1142619"/>
                      <a:pt x="250603" y="1145857"/>
                    </a:cubicBezTo>
                    <a:lnTo>
                      <a:pt x="473297" y="0"/>
                    </a:lnTo>
                    <a:cubicBezTo>
                      <a:pt x="430911" y="3239"/>
                      <a:pt x="388144" y="8382"/>
                      <a:pt x="346424" y="8382"/>
                    </a:cubicBezTo>
                    <a:cubicBezTo>
                      <a:pt x="304705" y="8382"/>
                      <a:pt x="263843" y="3334"/>
                      <a:pt x="222790" y="0"/>
                    </a:cubicBezTo>
                    <a:lnTo>
                      <a:pt x="0" y="114585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1544"/>
              </a:p>
            </p:txBody>
          </p:sp>
        </p:grpSp>
        <p:sp>
          <p:nvSpPr>
            <p:cNvPr id="555" name="Forme libre : forme 16">
              <a:extLst>
                <a:ext uri="{FF2B5EF4-FFF2-40B4-BE49-F238E27FC236}">
                  <a16:creationId xmlns:a16="http://schemas.microsoft.com/office/drawing/2014/main" id="{E7B6B7CA-3DE0-4C36-9EE5-E961269BC7F5}"/>
                </a:ext>
              </a:extLst>
            </p:cNvPr>
            <p:cNvSpPr/>
            <p:nvPr/>
          </p:nvSpPr>
          <p:spPr>
            <a:xfrm>
              <a:off x="9751570" y="15324933"/>
              <a:ext cx="5453729" cy="812387"/>
            </a:xfrm>
            <a:custGeom>
              <a:avLst/>
              <a:gdLst>
                <a:gd name="connsiteX0" fmla="*/ 5395722 w 5453729"/>
                <a:gd name="connsiteY0" fmla="*/ 166592 h 812387"/>
                <a:gd name="connsiteX1" fmla="*/ 5453730 w 5453729"/>
                <a:gd name="connsiteY1" fmla="*/ 54388 h 812387"/>
                <a:gd name="connsiteX2" fmla="*/ 5285328 w 5453729"/>
                <a:gd name="connsiteY2" fmla="*/ 0 h 812387"/>
                <a:gd name="connsiteX3" fmla="*/ 4977384 w 5453729"/>
                <a:gd name="connsiteY3" fmla="*/ 237839 h 812387"/>
                <a:gd name="connsiteX4" fmla="*/ 5239417 w 5453729"/>
                <a:gd name="connsiteY4" fmla="*/ 626459 h 812387"/>
                <a:gd name="connsiteX5" fmla="*/ 5083969 w 5453729"/>
                <a:gd name="connsiteY5" fmla="*/ 744188 h 812387"/>
                <a:gd name="connsiteX6" fmla="*/ 4951953 w 5453729"/>
                <a:gd name="connsiteY6" fmla="*/ 619601 h 812387"/>
                <a:gd name="connsiteX7" fmla="*/ 4930331 w 5453729"/>
                <a:gd name="connsiteY7" fmla="*/ 619601 h 812387"/>
                <a:gd name="connsiteX8" fmla="*/ 4869561 w 5453729"/>
                <a:gd name="connsiteY8" fmla="*/ 763429 h 812387"/>
                <a:gd name="connsiteX9" fmla="*/ 5042535 w 5453729"/>
                <a:gd name="connsiteY9" fmla="*/ 812197 h 812387"/>
                <a:gd name="connsiteX10" fmla="*/ 5391055 w 5453729"/>
                <a:gd name="connsiteY10" fmla="*/ 562928 h 812387"/>
                <a:gd name="connsiteX11" fmla="*/ 5121307 w 5453729"/>
                <a:gd name="connsiteY11" fmla="*/ 178975 h 812387"/>
                <a:gd name="connsiteX12" fmla="*/ 5267516 w 5453729"/>
                <a:gd name="connsiteY12" fmla="*/ 67913 h 812387"/>
                <a:gd name="connsiteX13" fmla="*/ 5378577 w 5453729"/>
                <a:gd name="connsiteY13" fmla="*/ 166592 h 812387"/>
                <a:gd name="connsiteX14" fmla="*/ 5395627 w 5453729"/>
                <a:gd name="connsiteY14" fmla="*/ 166592 h 812387"/>
                <a:gd name="connsiteX15" fmla="*/ 4776692 w 5453729"/>
                <a:gd name="connsiteY15" fmla="*/ 659320 h 812387"/>
                <a:gd name="connsiteX16" fmla="*/ 4557427 w 5453729"/>
                <a:gd name="connsiteY16" fmla="*/ 744284 h 812387"/>
                <a:gd name="connsiteX17" fmla="*/ 4351878 w 5453729"/>
                <a:gd name="connsiteY17" fmla="*/ 414719 h 812387"/>
                <a:gd name="connsiteX18" fmla="*/ 4683157 w 5453729"/>
                <a:gd name="connsiteY18" fmla="*/ 68008 h 812387"/>
                <a:gd name="connsiteX19" fmla="*/ 4850987 w 5453729"/>
                <a:gd name="connsiteY19" fmla="*/ 172307 h 812387"/>
                <a:gd name="connsiteX20" fmla="*/ 4866799 w 5453729"/>
                <a:gd name="connsiteY20" fmla="*/ 172307 h 812387"/>
                <a:gd name="connsiteX21" fmla="*/ 4915567 w 5453729"/>
                <a:gd name="connsiteY21" fmla="*/ 55626 h 812387"/>
                <a:gd name="connsiteX22" fmla="*/ 4695254 w 5453729"/>
                <a:gd name="connsiteY22" fmla="*/ 191 h 812387"/>
                <a:gd name="connsiteX23" fmla="*/ 4160806 w 5453729"/>
                <a:gd name="connsiteY23" fmla="*/ 430625 h 812387"/>
                <a:gd name="connsiteX24" fmla="*/ 4512469 w 5453729"/>
                <a:gd name="connsiteY24" fmla="*/ 812387 h 812387"/>
                <a:gd name="connsiteX25" fmla="*/ 4746212 w 5453729"/>
                <a:gd name="connsiteY25" fmla="*/ 763619 h 812387"/>
                <a:gd name="connsiteX26" fmla="*/ 4790028 w 5453729"/>
                <a:gd name="connsiteY26" fmla="*/ 666178 h 812387"/>
                <a:gd name="connsiteX27" fmla="*/ 4776692 w 5453729"/>
                <a:gd name="connsiteY27" fmla="*/ 659416 h 812387"/>
                <a:gd name="connsiteX28" fmla="*/ 3802571 w 5453729"/>
                <a:gd name="connsiteY28" fmla="*/ 797433 h 812387"/>
                <a:gd name="connsiteX29" fmla="*/ 3888677 w 5453729"/>
                <a:gd name="connsiteY29" fmla="*/ 791813 h 812387"/>
                <a:gd name="connsiteX30" fmla="*/ 3972497 w 5453729"/>
                <a:gd name="connsiteY30" fmla="*/ 797433 h 812387"/>
                <a:gd name="connsiteX31" fmla="*/ 4123468 w 5453729"/>
                <a:gd name="connsiteY31" fmla="*/ 20383 h 812387"/>
                <a:gd name="connsiteX32" fmla="*/ 4037457 w 5453729"/>
                <a:gd name="connsiteY32" fmla="*/ 26003 h 812387"/>
                <a:gd name="connsiteX33" fmla="*/ 3953542 w 5453729"/>
                <a:gd name="connsiteY33" fmla="*/ 20383 h 812387"/>
                <a:gd name="connsiteX34" fmla="*/ 3802476 w 5453729"/>
                <a:gd name="connsiteY34" fmla="*/ 797433 h 812387"/>
                <a:gd name="connsiteX35" fmla="*/ 3625120 w 5453729"/>
                <a:gd name="connsiteY35" fmla="*/ 100775 h 812387"/>
                <a:gd name="connsiteX36" fmla="*/ 3824764 w 5453729"/>
                <a:gd name="connsiteY36" fmla="*/ 116586 h 812387"/>
                <a:gd name="connsiteX37" fmla="*/ 3828574 w 5453729"/>
                <a:gd name="connsiteY37" fmla="*/ 67818 h 812387"/>
                <a:gd name="connsiteX38" fmla="*/ 3843528 w 5453729"/>
                <a:gd name="connsiteY38" fmla="*/ 20288 h 812387"/>
                <a:gd name="connsiteX39" fmla="*/ 3260122 w 5453729"/>
                <a:gd name="connsiteY39" fmla="*/ 20288 h 812387"/>
                <a:gd name="connsiteX40" fmla="*/ 3256503 w 5453729"/>
                <a:gd name="connsiteY40" fmla="*/ 67818 h 812387"/>
                <a:gd name="connsiteX41" fmla="*/ 3241358 w 5453729"/>
                <a:gd name="connsiteY41" fmla="*/ 116586 h 812387"/>
                <a:gd name="connsiteX42" fmla="*/ 3455194 w 5453729"/>
                <a:gd name="connsiteY42" fmla="*/ 100775 h 812387"/>
                <a:gd name="connsiteX43" fmla="*/ 3319749 w 5453729"/>
                <a:gd name="connsiteY43" fmla="*/ 797433 h 812387"/>
                <a:gd name="connsiteX44" fmla="*/ 3405759 w 5453729"/>
                <a:gd name="connsiteY44" fmla="*/ 791813 h 812387"/>
                <a:gd name="connsiteX45" fmla="*/ 3489674 w 5453729"/>
                <a:gd name="connsiteY45" fmla="*/ 797433 h 812387"/>
                <a:gd name="connsiteX46" fmla="*/ 3625025 w 5453729"/>
                <a:gd name="connsiteY46" fmla="*/ 100775 h 812387"/>
                <a:gd name="connsiteX47" fmla="*/ 3116676 w 5453729"/>
                <a:gd name="connsiteY47" fmla="*/ 166592 h 812387"/>
                <a:gd name="connsiteX48" fmla="*/ 3174778 w 5453729"/>
                <a:gd name="connsiteY48" fmla="*/ 54388 h 812387"/>
                <a:gd name="connsiteX49" fmla="*/ 3006376 w 5453729"/>
                <a:gd name="connsiteY49" fmla="*/ 0 h 812387"/>
                <a:gd name="connsiteX50" fmla="*/ 2698433 w 5453729"/>
                <a:gd name="connsiteY50" fmla="*/ 237839 h 812387"/>
                <a:gd name="connsiteX51" fmla="*/ 2960561 w 5453729"/>
                <a:gd name="connsiteY51" fmla="*/ 626459 h 812387"/>
                <a:gd name="connsiteX52" fmla="*/ 2805113 w 5453729"/>
                <a:gd name="connsiteY52" fmla="*/ 744188 h 812387"/>
                <a:gd name="connsiteX53" fmla="*/ 2673001 w 5453729"/>
                <a:gd name="connsiteY53" fmla="*/ 619601 h 812387"/>
                <a:gd name="connsiteX54" fmla="*/ 2651379 w 5453729"/>
                <a:gd name="connsiteY54" fmla="*/ 619601 h 812387"/>
                <a:gd name="connsiteX55" fmla="*/ 2590610 w 5453729"/>
                <a:gd name="connsiteY55" fmla="*/ 763429 h 812387"/>
                <a:gd name="connsiteX56" fmla="*/ 2763584 w 5453729"/>
                <a:gd name="connsiteY56" fmla="*/ 812197 h 812387"/>
                <a:gd name="connsiteX57" fmla="*/ 3112199 w 5453729"/>
                <a:gd name="connsiteY57" fmla="*/ 562928 h 812387"/>
                <a:gd name="connsiteX58" fmla="*/ 2842546 w 5453729"/>
                <a:gd name="connsiteY58" fmla="*/ 178975 h 812387"/>
                <a:gd name="connsiteX59" fmla="*/ 2988660 w 5453729"/>
                <a:gd name="connsiteY59" fmla="*/ 67913 h 812387"/>
                <a:gd name="connsiteX60" fmla="*/ 3099816 w 5453729"/>
                <a:gd name="connsiteY60" fmla="*/ 166592 h 812387"/>
                <a:gd name="connsiteX61" fmla="*/ 3116771 w 5453729"/>
                <a:gd name="connsiteY61" fmla="*/ 166592 h 812387"/>
                <a:gd name="connsiteX62" fmla="*/ 2287238 w 5453729"/>
                <a:gd name="connsiteY62" fmla="*/ 797433 h 812387"/>
                <a:gd name="connsiteX63" fmla="*/ 2373345 w 5453729"/>
                <a:gd name="connsiteY63" fmla="*/ 791813 h 812387"/>
                <a:gd name="connsiteX64" fmla="*/ 2457164 w 5453729"/>
                <a:gd name="connsiteY64" fmla="*/ 797433 h 812387"/>
                <a:gd name="connsiteX65" fmla="*/ 2608231 w 5453729"/>
                <a:gd name="connsiteY65" fmla="*/ 20383 h 812387"/>
                <a:gd name="connsiteX66" fmla="*/ 2522220 w 5453729"/>
                <a:gd name="connsiteY66" fmla="*/ 26003 h 812387"/>
                <a:gd name="connsiteX67" fmla="*/ 2438305 w 5453729"/>
                <a:gd name="connsiteY67" fmla="*/ 20383 h 812387"/>
                <a:gd name="connsiteX68" fmla="*/ 2287238 w 5453729"/>
                <a:gd name="connsiteY68" fmla="*/ 797433 h 812387"/>
                <a:gd name="connsiteX69" fmla="*/ 2206086 w 5453729"/>
                <a:gd name="connsiteY69" fmla="*/ 447485 h 812387"/>
                <a:gd name="connsiteX70" fmla="*/ 2120075 w 5453729"/>
                <a:gd name="connsiteY70" fmla="*/ 453104 h 812387"/>
                <a:gd name="connsiteX71" fmla="*/ 2036255 w 5453729"/>
                <a:gd name="connsiteY71" fmla="*/ 447485 h 812387"/>
                <a:gd name="connsiteX72" fmla="*/ 1984820 w 5453729"/>
                <a:gd name="connsiteY72" fmla="*/ 712470 h 812387"/>
                <a:gd name="connsiteX73" fmla="*/ 1853946 w 5453729"/>
                <a:gd name="connsiteY73" fmla="*/ 744188 h 812387"/>
                <a:gd name="connsiteX74" fmla="*/ 1643348 w 5453729"/>
                <a:gd name="connsiteY74" fmla="*/ 429292 h 812387"/>
                <a:gd name="connsiteX75" fmla="*/ 1995678 w 5453729"/>
                <a:gd name="connsiteY75" fmla="*/ 67913 h 812387"/>
                <a:gd name="connsiteX76" fmla="*/ 2196370 w 5453729"/>
                <a:gd name="connsiteY76" fmla="*/ 183452 h 812387"/>
                <a:gd name="connsiteX77" fmla="*/ 2212181 w 5453729"/>
                <a:gd name="connsiteY77" fmla="*/ 183452 h 812387"/>
                <a:gd name="connsiteX78" fmla="*/ 2266188 w 5453729"/>
                <a:gd name="connsiteY78" fmla="*/ 69056 h 812387"/>
                <a:gd name="connsiteX79" fmla="*/ 2006632 w 5453729"/>
                <a:gd name="connsiteY79" fmla="*/ 0 h 812387"/>
                <a:gd name="connsiteX80" fmla="*/ 1455992 w 5453729"/>
                <a:gd name="connsiteY80" fmla="*/ 425863 h 812387"/>
                <a:gd name="connsiteX81" fmla="*/ 1832896 w 5453729"/>
                <a:gd name="connsiteY81" fmla="*/ 812197 h 812387"/>
                <a:gd name="connsiteX82" fmla="*/ 2145316 w 5453729"/>
                <a:gd name="connsiteY82" fmla="*/ 761238 h 812387"/>
                <a:gd name="connsiteX83" fmla="*/ 2206276 w 5453729"/>
                <a:gd name="connsiteY83" fmla="*/ 447485 h 812387"/>
                <a:gd name="connsiteX84" fmla="*/ 1022033 w 5453729"/>
                <a:gd name="connsiteY84" fmla="*/ 67913 h 812387"/>
                <a:gd name="connsiteX85" fmla="*/ 1198817 w 5453729"/>
                <a:gd name="connsiteY85" fmla="*/ 381762 h 812387"/>
                <a:gd name="connsiteX86" fmla="*/ 875824 w 5453729"/>
                <a:gd name="connsiteY86" fmla="*/ 744188 h 812387"/>
                <a:gd name="connsiteX87" fmla="*/ 697992 w 5453729"/>
                <a:gd name="connsiteY87" fmla="*/ 440627 h 812387"/>
                <a:gd name="connsiteX88" fmla="*/ 1021937 w 5453729"/>
                <a:gd name="connsiteY88" fmla="*/ 67913 h 812387"/>
                <a:gd name="connsiteX89" fmla="*/ 1382649 w 5453729"/>
                <a:gd name="connsiteY89" fmla="*/ 403193 h 812387"/>
                <a:gd name="connsiteX90" fmla="*/ 1041940 w 5453729"/>
                <a:gd name="connsiteY90" fmla="*/ 0 h 812387"/>
                <a:gd name="connsiteX91" fmla="*/ 516350 w 5453729"/>
                <a:gd name="connsiteY91" fmla="*/ 407765 h 812387"/>
                <a:gd name="connsiteX92" fmla="*/ 856964 w 5453729"/>
                <a:gd name="connsiteY92" fmla="*/ 812197 h 812387"/>
                <a:gd name="connsiteX93" fmla="*/ 1382744 w 5453729"/>
                <a:gd name="connsiteY93" fmla="*/ 403289 h 812387"/>
                <a:gd name="connsiteX94" fmla="*/ 319850 w 5453729"/>
                <a:gd name="connsiteY94" fmla="*/ 20479 h 812387"/>
                <a:gd name="connsiteX95" fmla="*/ 233839 w 5453729"/>
                <a:gd name="connsiteY95" fmla="*/ 26098 h 812387"/>
                <a:gd name="connsiteX96" fmla="*/ 149924 w 5453729"/>
                <a:gd name="connsiteY96" fmla="*/ 20479 h 812387"/>
                <a:gd name="connsiteX97" fmla="*/ 0 w 5453729"/>
                <a:gd name="connsiteY97" fmla="*/ 791909 h 812387"/>
                <a:gd name="connsiteX98" fmla="*/ 429292 w 5453729"/>
                <a:gd name="connsiteY98" fmla="*/ 791909 h 812387"/>
                <a:gd name="connsiteX99" fmla="*/ 433197 w 5453729"/>
                <a:gd name="connsiteY99" fmla="*/ 743236 h 812387"/>
                <a:gd name="connsiteX100" fmla="*/ 448342 w 5453729"/>
                <a:gd name="connsiteY100" fmla="*/ 694468 h 812387"/>
                <a:gd name="connsiteX101" fmla="*/ 185833 w 5453729"/>
                <a:gd name="connsiteY101" fmla="*/ 710279 h 812387"/>
                <a:gd name="connsiteX102" fmla="*/ 319945 w 5453729"/>
                <a:gd name="connsiteY102" fmla="*/ 20479 h 81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453729" h="812387">
                  <a:moveTo>
                    <a:pt x="5395722" y="166592"/>
                  </a:moveTo>
                  <a:cubicBezTo>
                    <a:pt x="5414487" y="128016"/>
                    <a:pt x="5433156" y="90583"/>
                    <a:pt x="5453730" y="54388"/>
                  </a:cubicBezTo>
                  <a:cubicBezTo>
                    <a:pt x="5433537" y="30575"/>
                    <a:pt x="5366862" y="0"/>
                    <a:pt x="5285328" y="0"/>
                  </a:cubicBezTo>
                  <a:cubicBezTo>
                    <a:pt x="5113115" y="0"/>
                    <a:pt x="5002816" y="107633"/>
                    <a:pt x="4977384" y="237839"/>
                  </a:cubicBezTo>
                  <a:cubicBezTo>
                    <a:pt x="4924330" y="510826"/>
                    <a:pt x="5274660" y="445198"/>
                    <a:pt x="5239417" y="626459"/>
                  </a:cubicBezTo>
                  <a:cubicBezTo>
                    <a:pt x="5224272" y="704564"/>
                    <a:pt x="5154264" y="744188"/>
                    <a:pt x="5083969" y="744188"/>
                  </a:cubicBezTo>
                  <a:cubicBezTo>
                    <a:pt x="5005864" y="744188"/>
                    <a:pt x="4953667" y="697802"/>
                    <a:pt x="4951953" y="619601"/>
                  </a:cubicBezTo>
                  <a:lnTo>
                    <a:pt x="4930331" y="619601"/>
                  </a:lnTo>
                  <a:cubicBezTo>
                    <a:pt x="4914138" y="668274"/>
                    <a:pt x="4892421" y="715899"/>
                    <a:pt x="4869561" y="763429"/>
                  </a:cubicBezTo>
                  <a:cubicBezTo>
                    <a:pt x="4916234" y="797433"/>
                    <a:pt x="4980147" y="812197"/>
                    <a:pt x="5042535" y="812197"/>
                  </a:cubicBezTo>
                  <a:cubicBezTo>
                    <a:pt x="5217986" y="812197"/>
                    <a:pt x="5362956" y="707993"/>
                    <a:pt x="5391055" y="562928"/>
                  </a:cubicBezTo>
                  <a:cubicBezTo>
                    <a:pt x="5441537" y="303562"/>
                    <a:pt x="5091589" y="331851"/>
                    <a:pt x="5121307" y="178975"/>
                  </a:cubicBezTo>
                  <a:cubicBezTo>
                    <a:pt x="5133880" y="114395"/>
                    <a:pt x="5177981" y="67913"/>
                    <a:pt x="5267516" y="67913"/>
                  </a:cubicBezTo>
                  <a:cubicBezTo>
                    <a:pt x="5332095" y="67913"/>
                    <a:pt x="5367624" y="106490"/>
                    <a:pt x="5378577" y="166592"/>
                  </a:cubicBezTo>
                  <a:lnTo>
                    <a:pt x="5395627" y="166592"/>
                  </a:lnTo>
                  <a:close/>
                  <a:moveTo>
                    <a:pt x="4776692" y="659320"/>
                  </a:moveTo>
                  <a:cubicBezTo>
                    <a:pt x="4716209" y="707993"/>
                    <a:pt x="4627627" y="744284"/>
                    <a:pt x="4557427" y="744284"/>
                  </a:cubicBezTo>
                  <a:cubicBezTo>
                    <a:pt x="4382929" y="744284"/>
                    <a:pt x="4314254" y="608362"/>
                    <a:pt x="4351878" y="414719"/>
                  </a:cubicBezTo>
                  <a:cubicBezTo>
                    <a:pt x="4384262" y="248126"/>
                    <a:pt x="4495133" y="68008"/>
                    <a:pt x="4683157" y="68008"/>
                  </a:cubicBezTo>
                  <a:cubicBezTo>
                    <a:pt x="4756785" y="68008"/>
                    <a:pt x="4820889" y="111157"/>
                    <a:pt x="4850987" y="172307"/>
                  </a:cubicBezTo>
                  <a:lnTo>
                    <a:pt x="4866799" y="172307"/>
                  </a:lnTo>
                  <a:cubicBezTo>
                    <a:pt x="4883659" y="132779"/>
                    <a:pt x="4897851" y="94202"/>
                    <a:pt x="4915567" y="55626"/>
                  </a:cubicBezTo>
                  <a:cubicBezTo>
                    <a:pt x="4856893" y="19431"/>
                    <a:pt x="4770025" y="191"/>
                    <a:pt x="4695254" y="191"/>
                  </a:cubicBezTo>
                  <a:cubicBezTo>
                    <a:pt x="4448271" y="191"/>
                    <a:pt x="4218147" y="134874"/>
                    <a:pt x="4160806" y="430625"/>
                  </a:cubicBezTo>
                  <a:cubicBezTo>
                    <a:pt x="4115562" y="662845"/>
                    <a:pt x="4270058" y="812387"/>
                    <a:pt x="4512469" y="812387"/>
                  </a:cubicBezTo>
                  <a:cubicBezTo>
                    <a:pt x="4588384" y="812387"/>
                    <a:pt x="4671441" y="798862"/>
                    <a:pt x="4746212" y="763619"/>
                  </a:cubicBezTo>
                  <a:lnTo>
                    <a:pt x="4790028" y="666178"/>
                  </a:lnTo>
                  <a:lnTo>
                    <a:pt x="4776692" y="659416"/>
                  </a:lnTo>
                  <a:close/>
                  <a:moveTo>
                    <a:pt x="3802571" y="797433"/>
                  </a:moveTo>
                  <a:cubicBezTo>
                    <a:pt x="3831336" y="795147"/>
                    <a:pt x="3860387" y="791813"/>
                    <a:pt x="3888677" y="791813"/>
                  </a:cubicBezTo>
                  <a:cubicBezTo>
                    <a:pt x="3916966" y="791813"/>
                    <a:pt x="3944684" y="795147"/>
                    <a:pt x="3972497" y="797433"/>
                  </a:cubicBezTo>
                  <a:lnTo>
                    <a:pt x="4123468" y="20383"/>
                  </a:lnTo>
                  <a:cubicBezTo>
                    <a:pt x="4094798" y="22574"/>
                    <a:pt x="4065747" y="26003"/>
                    <a:pt x="4037457" y="26003"/>
                  </a:cubicBezTo>
                  <a:cubicBezTo>
                    <a:pt x="4009168" y="26003"/>
                    <a:pt x="3981450" y="22574"/>
                    <a:pt x="3953542" y="20383"/>
                  </a:cubicBezTo>
                  <a:lnTo>
                    <a:pt x="3802476" y="797433"/>
                  </a:lnTo>
                  <a:close/>
                  <a:moveTo>
                    <a:pt x="3625120" y="100775"/>
                  </a:moveTo>
                  <a:cubicBezTo>
                    <a:pt x="3694176" y="100775"/>
                    <a:pt x="3759518" y="108680"/>
                    <a:pt x="3824764" y="116586"/>
                  </a:cubicBezTo>
                  <a:cubicBezTo>
                    <a:pt x="3825526" y="100775"/>
                    <a:pt x="3825240" y="84868"/>
                    <a:pt x="3828574" y="67818"/>
                  </a:cubicBezTo>
                  <a:cubicBezTo>
                    <a:pt x="3831622" y="52006"/>
                    <a:pt x="3838194" y="36195"/>
                    <a:pt x="3843528" y="20288"/>
                  </a:cubicBezTo>
                  <a:lnTo>
                    <a:pt x="3260122" y="20288"/>
                  </a:lnTo>
                  <a:cubicBezTo>
                    <a:pt x="3259265" y="36195"/>
                    <a:pt x="3259646" y="51911"/>
                    <a:pt x="3256503" y="67818"/>
                  </a:cubicBezTo>
                  <a:cubicBezTo>
                    <a:pt x="3253168" y="84868"/>
                    <a:pt x="3246691" y="100679"/>
                    <a:pt x="3241358" y="116586"/>
                  </a:cubicBezTo>
                  <a:cubicBezTo>
                    <a:pt x="3301842" y="108680"/>
                    <a:pt x="3374803" y="100775"/>
                    <a:pt x="3455194" y="100775"/>
                  </a:cubicBezTo>
                  <a:lnTo>
                    <a:pt x="3319749" y="797433"/>
                  </a:lnTo>
                  <a:cubicBezTo>
                    <a:pt x="3348609" y="795147"/>
                    <a:pt x="3377565" y="791813"/>
                    <a:pt x="3405759" y="791813"/>
                  </a:cubicBezTo>
                  <a:cubicBezTo>
                    <a:pt x="3433953" y="791813"/>
                    <a:pt x="3461671" y="795147"/>
                    <a:pt x="3489674" y="797433"/>
                  </a:cubicBezTo>
                  <a:lnTo>
                    <a:pt x="3625025" y="100775"/>
                  </a:lnTo>
                  <a:close/>
                  <a:moveTo>
                    <a:pt x="3116676" y="166592"/>
                  </a:moveTo>
                  <a:cubicBezTo>
                    <a:pt x="3135535" y="128016"/>
                    <a:pt x="3154109" y="90583"/>
                    <a:pt x="3174778" y="54388"/>
                  </a:cubicBezTo>
                  <a:cubicBezTo>
                    <a:pt x="3154490" y="30575"/>
                    <a:pt x="3088005" y="0"/>
                    <a:pt x="3006376" y="0"/>
                  </a:cubicBezTo>
                  <a:cubicBezTo>
                    <a:pt x="2834164" y="0"/>
                    <a:pt x="2723769" y="107633"/>
                    <a:pt x="2698433" y="237839"/>
                  </a:cubicBezTo>
                  <a:cubicBezTo>
                    <a:pt x="2645378" y="510826"/>
                    <a:pt x="2995708" y="445198"/>
                    <a:pt x="2960561" y="626459"/>
                  </a:cubicBezTo>
                  <a:cubicBezTo>
                    <a:pt x="2945321" y="704564"/>
                    <a:pt x="2875312" y="744188"/>
                    <a:pt x="2805113" y="744188"/>
                  </a:cubicBezTo>
                  <a:cubicBezTo>
                    <a:pt x="2726912" y="744188"/>
                    <a:pt x="2674811" y="697802"/>
                    <a:pt x="2673001" y="619601"/>
                  </a:cubicBezTo>
                  <a:lnTo>
                    <a:pt x="2651379" y="619601"/>
                  </a:lnTo>
                  <a:cubicBezTo>
                    <a:pt x="2635091" y="668274"/>
                    <a:pt x="2613470" y="715899"/>
                    <a:pt x="2590610" y="763429"/>
                  </a:cubicBezTo>
                  <a:cubicBezTo>
                    <a:pt x="2637282" y="797433"/>
                    <a:pt x="2701290" y="812197"/>
                    <a:pt x="2763584" y="812197"/>
                  </a:cubicBezTo>
                  <a:cubicBezTo>
                    <a:pt x="2939129" y="812197"/>
                    <a:pt x="3084005" y="707993"/>
                    <a:pt x="3112199" y="562928"/>
                  </a:cubicBezTo>
                  <a:cubicBezTo>
                    <a:pt x="3162681" y="303562"/>
                    <a:pt x="2812828" y="331851"/>
                    <a:pt x="2842546" y="178975"/>
                  </a:cubicBezTo>
                  <a:cubicBezTo>
                    <a:pt x="2855119" y="114395"/>
                    <a:pt x="2899124" y="67913"/>
                    <a:pt x="2988660" y="67913"/>
                  </a:cubicBezTo>
                  <a:cubicBezTo>
                    <a:pt x="3053239" y="67913"/>
                    <a:pt x="3088767" y="106490"/>
                    <a:pt x="3099816" y="166592"/>
                  </a:cubicBezTo>
                  <a:lnTo>
                    <a:pt x="3116771" y="166592"/>
                  </a:lnTo>
                  <a:close/>
                  <a:moveTo>
                    <a:pt x="2287238" y="797433"/>
                  </a:moveTo>
                  <a:cubicBezTo>
                    <a:pt x="2316004" y="795147"/>
                    <a:pt x="2344960" y="791813"/>
                    <a:pt x="2373345" y="791813"/>
                  </a:cubicBezTo>
                  <a:cubicBezTo>
                    <a:pt x="2401729" y="791813"/>
                    <a:pt x="2429352" y="795147"/>
                    <a:pt x="2457164" y="797433"/>
                  </a:cubicBezTo>
                  <a:lnTo>
                    <a:pt x="2608231" y="20383"/>
                  </a:lnTo>
                  <a:cubicBezTo>
                    <a:pt x="2579465" y="22574"/>
                    <a:pt x="2550510" y="26003"/>
                    <a:pt x="2522220" y="26003"/>
                  </a:cubicBezTo>
                  <a:cubicBezTo>
                    <a:pt x="2493931" y="26003"/>
                    <a:pt x="2466213" y="22574"/>
                    <a:pt x="2438305" y="20383"/>
                  </a:cubicBezTo>
                  <a:lnTo>
                    <a:pt x="2287238" y="797433"/>
                  </a:lnTo>
                  <a:close/>
                  <a:moveTo>
                    <a:pt x="2206086" y="447485"/>
                  </a:moveTo>
                  <a:cubicBezTo>
                    <a:pt x="2177320" y="449675"/>
                    <a:pt x="2148364" y="453104"/>
                    <a:pt x="2120075" y="453104"/>
                  </a:cubicBezTo>
                  <a:cubicBezTo>
                    <a:pt x="2091785" y="453104"/>
                    <a:pt x="2064068" y="449675"/>
                    <a:pt x="2036255" y="447485"/>
                  </a:cubicBezTo>
                  <a:lnTo>
                    <a:pt x="1984820" y="712470"/>
                  </a:lnTo>
                  <a:cubicBezTo>
                    <a:pt x="1954530" y="728282"/>
                    <a:pt x="1910620" y="744188"/>
                    <a:pt x="1853946" y="744188"/>
                  </a:cubicBezTo>
                  <a:cubicBezTo>
                    <a:pt x="1681829" y="744188"/>
                    <a:pt x="1605058" y="626459"/>
                    <a:pt x="1643348" y="429292"/>
                  </a:cubicBezTo>
                  <a:cubicBezTo>
                    <a:pt x="1680401" y="238982"/>
                    <a:pt x="1806607" y="67913"/>
                    <a:pt x="1995678" y="67913"/>
                  </a:cubicBezTo>
                  <a:cubicBezTo>
                    <a:pt x="2085118" y="67913"/>
                    <a:pt x="2158937" y="107633"/>
                    <a:pt x="2196370" y="183452"/>
                  </a:cubicBezTo>
                  <a:lnTo>
                    <a:pt x="2212181" y="183452"/>
                  </a:lnTo>
                  <a:cubicBezTo>
                    <a:pt x="2224183" y="144971"/>
                    <a:pt x="2243233" y="105251"/>
                    <a:pt x="2266188" y="69056"/>
                  </a:cubicBezTo>
                  <a:cubicBezTo>
                    <a:pt x="2190655" y="20383"/>
                    <a:pt x="2103978" y="0"/>
                    <a:pt x="2006632" y="0"/>
                  </a:cubicBezTo>
                  <a:cubicBezTo>
                    <a:pt x="1744980" y="0"/>
                    <a:pt x="1510760" y="143827"/>
                    <a:pt x="1455992" y="425863"/>
                  </a:cubicBezTo>
                  <a:cubicBezTo>
                    <a:pt x="1404271" y="691991"/>
                    <a:pt x="1593818" y="812197"/>
                    <a:pt x="1832896" y="812197"/>
                  </a:cubicBezTo>
                  <a:cubicBezTo>
                    <a:pt x="1932623" y="812197"/>
                    <a:pt x="2037779" y="789527"/>
                    <a:pt x="2145316" y="761238"/>
                  </a:cubicBezTo>
                  <a:lnTo>
                    <a:pt x="2206276" y="447485"/>
                  </a:lnTo>
                  <a:close/>
                  <a:moveTo>
                    <a:pt x="1022033" y="67913"/>
                  </a:moveTo>
                  <a:cubicBezTo>
                    <a:pt x="1191959" y="67913"/>
                    <a:pt x="1227296" y="235553"/>
                    <a:pt x="1198817" y="381762"/>
                  </a:cubicBezTo>
                  <a:cubicBezTo>
                    <a:pt x="1162336" y="569690"/>
                    <a:pt x="1050227" y="744188"/>
                    <a:pt x="875824" y="744188"/>
                  </a:cubicBezTo>
                  <a:cubicBezTo>
                    <a:pt x="701421" y="744188"/>
                    <a:pt x="669417" y="587883"/>
                    <a:pt x="697992" y="440627"/>
                  </a:cubicBezTo>
                  <a:cubicBezTo>
                    <a:pt x="747332" y="186881"/>
                    <a:pt x="864394" y="67913"/>
                    <a:pt x="1021937" y="67913"/>
                  </a:cubicBezTo>
                  <a:moveTo>
                    <a:pt x="1382649" y="403193"/>
                  </a:moveTo>
                  <a:cubicBezTo>
                    <a:pt x="1415606" y="227552"/>
                    <a:pt x="1364742" y="0"/>
                    <a:pt x="1041940" y="0"/>
                  </a:cubicBezTo>
                  <a:cubicBezTo>
                    <a:pt x="759905" y="0"/>
                    <a:pt x="560165" y="182404"/>
                    <a:pt x="516350" y="407765"/>
                  </a:cubicBezTo>
                  <a:cubicBezTo>
                    <a:pt x="466344" y="664940"/>
                    <a:pt x="606552" y="812197"/>
                    <a:pt x="856964" y="812197"/>
                  </a:cubicBezTo>
                  <a:cubicBezTo>
                    <a:pt x="1134523" y="812197"/>
                    <a:pt x="1340930" y="624173"/>
                    <a:pt x="1382744" y="403289"/>
                  </a:cubicBezTo>
                  <a:moveTo>
                    <a:pt x="319850" y="20479"/>
                  </a:moveTo>
                  <a:cubicBezTo>
                    <a:pt x="291084" y="22669"/>
                    <a:pt x="262128" y="26098"/>
                    <a:pt x="233839" y="26098"/>
                  </a:cubicBezTo>
                  <a:cubicBezTo>
                    <a:pt x="205550" y="26098"/>
                    <a:pt x="177832" y="22669"/>
                    <a:pt x="149924" y="20479"/>
                  </a:cubicBezTo>
                  <a:lnTo>
                    <a:pt x="0" y="791909"/>
                  </a:lnTo>
                  <a:lnTo>
                    <a:pt x="429292" y="791909"/>
                  </a:lnTo>
                  <a:cubicBezTo>
                    <a:pt x="430149" y="776002"/>
                    <a:pt x="430054" y="759047"/>
                    <a:pt x="433197" y="743236"/>
                  </a:cubicBezTo>
                  <a:cubicBezTo>
                    <a:pt x="436150" y="727424"/>
                    <a:pt x="442817" y="710374"/>
                    <a:pt x="448342" y="694468"/>
                  </a:cubicBezTo>
                  <a:cubicBezTo>
                    <a:pt x="369761" y="702374"/>
                    <a:pt x="284321" y="710279"/>
                    <a:pt x="185833" y="710279"/>
                  </a:cubicBezTo>
                  <a:lnTo>
                    <a:pt x="319945" y="2047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1544"/>
            </a:p>
          </p:txBody>
        </p:sp>
      </p:grpSp>
      <p:sp>
        <p:nvSpPr>
          <p:cNvPr id="559" name="Espace réservé du pied de page 10">
            <a:extLst>
              <a:ext uri="{FF2B5EF4-FFF2-40B4-BE49-F238E27FC236}">
                <a16:creationId xmlns:a16="http://schemas.microsoft.com/office/drawing/2014/main" id="{49B5F393-E291-45C3-8436-AEA105CC29D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74952" y="6549509"/>
            <a:ext cx="1030271" cy="169277"/>
          </a:xfrm>
        </p:spPr>
        <p:txBody>
          <a:bodyPr/>
          <a:lstStyle/>
          <a:p>
            <a:pPr>
              <a:spcBef>
                <a:spcPts val="2438"/>
              </a:spcBef>
            </a:pPr>
            <a:r>
              <a:rPr lang="fr-FR"/>
              <a:t>Section title</a:t>
            </a:r>
            <a:endParaRPr lang="fr-FR" dirty="0"/>
          </a:p>
        </p:txBody>
      </p:sp>
      <p:sp>
        <p:nvSpPr>
          <p:cNvPr id="560" name="Espace réservé du numéro de diapositive 7">
            <a:extLst>
              <a:ext uri="{FF2B5EF4-FFF2-40B4-BE49-F238E27FC236}">
                <a16:creationId xmlns:a16="http://schemas.microsoft.com/office/drawing/2014/main" id="{9B38318A-AF0A-4408-B9E1-57DF9ED0D50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523992" y="6469380"/>
            <a:ext cx="241736" cy="297521"/>
          </a:xfrm>
        </p:spPr>
        <p:txBody>
          <a:bodyPr/>
          <a:lstStyle/>
          <a:p>
            <a:fld id="{4BF46CD0-FBDC-4232-8F32-5100991AA63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B8D8EF7C-A131-44DB-818D-662C3658107E}"/>
              </a:ext>
            </a:extLst>
          </p:cNvPr>
          <p:cNvSpPr/>
          <p:nvPr userDrawn="1"/>
        </p:nvSpPr>
        <p:spPr>
          <a:xfrm>
            <a:off x="5988631" y="1"/>
            <a:ext cx="4071169" cy="2274677"/>
          </a:xfrm>
          <a:custGeom>
            <a:avLst/>
            <a:gdLst>
              <a:gd name="connsiteX0" fmla="*/ 4987279 w 5010670"/>
              <a:gd name="connsiteY0" fmla="*/ 2240091 h 2274677"/>
              <a:gd name="connsiteX1" fmla="*/ 5009612 w 5010670"/>
              <a:gd name="connsiteY1" fmla="*/ 2250520 h 2274677"/>
              <a:gd name="connsiteX2" fmla="*/ 4999210 w 5010670"/>
              <a:gd name="connsiteY2" fmla="*/ 2272853 h 2274677"/>
              <a:gd name="connsiteX3" fmla="*/ 4975885 w 5010670"/>
              <a:gd name="connsiteY3" fmla="*/ 2265078 h 2274677"/>
              <a:gd name="connsiteX4" fmla="*/ 4983928 w 5010670"/>
              <a:gd name="connsiteY4" fmla="*/ 2241754 h 2274677"/>
              <a:gd name="connsiteX5" fmla="*/ 4987279 w 5010670"/>
              <a:gd name="connsiteY5" fmla="*/ 2240091 h 2274677"/>
              <a:gd name="connsiteX6" fmla="*/ 4771285 w 5010670"/>
              <a:gd name="connsiteY6" fmla="*/ 1813537 h 2274677"/>
              <a:gd name="connsiteX7" fmla="*/ 4782850 w 5010670"/>
              <a:gd name="connsiteY7" fmla="*/ 1823514 h 2274677"/>
              <a:gd name="connsiteX8" fmla="*/ 4773735 w 5010670"/>
              <a:gd name="connsiteY8" fmla="*/ 1850324 h 2274677"/>
              <a:gd name="connsiteX9" fmla="*/ 4774003 w 5010670"/>
              <a:gd name="connsiteY9" fmla="*/ 1850861 h 2274677"/>
              <a:gd name="connsiteX10" fmla="*/ 4748748 w 5010670"/>
              <a:gd name="connsiteY10" fmla="*/ 1842282 h 2274677"/>
              <a:gd name="connsiteX11" fmla="*/ 4756040 w 5010670"/>
              <a:gd name="connsiteY11" fmla="*/ 1814399 h 2274677"/>
              <a:gd name="connsiteX12" fmla="*/ 4771285 w 5010670"/>
              <a:gd name="connsiteY12" fmla="*/ 1813537 h 2274677"/>
              <a:gd name="connsiteX13" fmla="*/ 4461679 w 5010670"/>
              <a:gd name="connsiteY13" fmla="*/ 1764920 h 2274677"/>
              <a:gd name="connsiteX14" fmla="*/ 4472708 w 5010670"/>
              <a:gd name="connsiteY14" fmla="*/ 1773915 h 2274677"/>
              <a:gd name="connsiteX15" fmla="*/ 4465416 w 5010670"/>
              <a:gd name="connsiteY15" fmla="*/ 1801798 h 2274677"/>
              <a:gd name="connsiteX16" fmla="*/ 4440161 w 5010670"/>
              <a:gd name="connsiteY16" fmla="*/ 1793219 h 2274677"/>
              <a:gd name="connsiteX17" fmla="*/ 4447453 w 5010670"/>
              <a:gd name="connsiteY17" fmla="*/ 1765336 h 2274677"/>
              <a:gd name="connsiteX18" fmla="*/ 4461679 w 5010670"/>
              <a:gd name="connsiteY18" fmla="*/ 1764920 h 2274677"/>
              <a:gd name="connsiteX19" fmla="*/ 859317 w 5010670"/>
              <a:gd name="connsiteY19" fmla="*/ 1474632 h 2274677"/>
              <a:gd name="connsiteX20" fmla="*/ 865054 w 5010670"/>
              <a:gd name="connsiteY20" fmla="*/ 1476590 h 2274677"/>
              <a:gd name="connsiteX21" fmla="*/ 862909 w 5010670"/>
              <a:gd name="connsiteY21" fmla="*/ 1482488 h 2274677"/>
              <a:gd name="connsiteX22" fmla="*/ 857279 w 5010670"/>
              <a:gd name="connsiteY22" fmla="*/ 1480343 h 2274677"/>
              <a:gd name="connsiteX23" fmla="*/ 857118 w 5010670"/>
              <a:gd name="connsiteY23" fmla="*/ 1480021 h 2274677"/>
              <a:gd name="connsiteX24" fmla="*/ 859156 w 5010670"/>
              <a:gd name="connsiteY24" fmla="*/ 1474713 h 2274677"/>
              <a:gd name="connsiteX25" fmla="*/ 859317 w 5010670"/>
              <a:gd name="connsiteY25" fmla="*/ 1474632 h 2274677"/>
              <a:gd name="connsiteX26" fmla="*/ 4821378 w 5010670"/>
              <a:gd name="connsiteY26" fmla="*/ 1471300 h 2274677"/>
              <a:gd name="connsiteX27" fmla="*/ 4821378 w 5010670"/>
              <a:gd name="connsiteY27" fmla="*/ 1511570 h 2274677"/>
              <a:gd name="connsiteX28" fmla="*/ 4812610 w 5010670"/>
              <a:gd name="connsiteY28" fmla="*/ 1503936 h 2274677"/>
              <a:gd name="connsiteX29" fmla="*/ 4811176 w 5010670"/>
              <a:gd name="connsiteY29" fmla="*/ 1483017 h 2274677"/>
              <a:gd name="connsiteX30" fmla="*/ 4537419 w 5010670"/>
              <a:gd name="connsiteY30" fmla="*/ 1419678 h 2274677"/>
              <a:gd name="connsiteX31" fmla="*/ 4550673 w 5010670"/>
              <a:gd name="connsiteY31" fmla="*/ 1431280 h 2274677"/>
              <a:gd name="connsiteX32" fmla="*/ 4540217 w 5010670"/>
              <a:gd name="connsiteY32" fmla="*/ 1462380 h 2274677"/>
              <a:gd name="connsiteX33" fmla="*/ 4509117 w 5010670"/>
              <a:gd name="connsiteY33" fmla="*/ 1451924 h 2274677"/>
              <a:gd name="connsiteX34" fmla="*/ 4519841 w 5010670"/>
              <a:gd name="connsiteY34" fmla="*/ 1420824 h 2274677"/>
              <a:gd name="connsiteX35" fmla="*/ 4537419 w 5010670"/>
              <a:gd name="connsiteY35" fmla="*/ 1419678 h 2274677"/>
              <a:gd name="connsiteX36" fmla="*/ 3911028 w 5010670"/>
              <a:gd name="connsiteY36" fmla="*/ 1415587 h 2274677"/>
              <a:gd name="connsiteX37" fmla="*/ 3921380 w 5010670"/>
              <a:gd name="connsiteY37" fmla="*/ 1423747 h 2274677"/>
              <a:gd name="connsiteX38" fmla="*/ 3915268 w 5010670"/>
              <a:gd name="connsiteY38" fmla="*/ 1451120 h 2274677"/>
              <a:gd name="connsiteX39" fmla="*/ 3911434 w 5010670"/>
              <a:gd name="connsiteY39" fmla="*/ 1453024 h 2274677"/>
              <a:gd name="connsiteX40" fmla="*/ 3885991 w 5010670"/>
              <a:gd name="connsiteY40" fmla="*/ 1441174 h 2274677"/>
              <a:gd name="connsiteX41" fmla="*/ 3897841 w 5010670"/>
              <a:gd name="connsiteY41" fmla="*/ 1415731 h 2274677"/>
              <a:gd name="connsiteX42" fmla="*/ 3911028 w 5010670"/>
              <a:gd name="connsiteY42" fmla="*/ 1415587 h 2274677"/>
              <a:gd name="connsiteX43" fmla="*/ 4223580 w 5010670"/>
              <a:gd name="connsiteY43" fmla="*/ 1407024 h 2274677"/>
              <a:gd name="connsiteX44" fmla="*/ 4232702 w 5010670"/>
              <a:gd name="connsiteY44" fmla="*/ 1414926 h 2274677"/>
              <a:gd name="connsiteX45" fmla="*/ 4232943 w 5010670"/>
              <a:gd name="connsiteY45" fmla="*/ 1415436 h 2274677"/>
              <a:gd name="connsiteX46" fmla="*/ 4225463 w 5010670"/>
              <a:gd name="connsiteY46" fmla="*/ 1436106 h 2274677"/>
              <a:gd name="connsiteX47" fmla="*/ 4225061 w 5010670"/>
              <a:gd name="connsiteY47" fmla="*/ 1436294 h 2274677"/>
              <a:gd name="connsiteX48" fmla="*/ 4204283 w 5010670"/>
              <a:gd name="connsiteY48" fmla="*/ 1429136 h 2274677"/>
              <a:gd name="connsiteX49" fmla="*/ 4204122 w 5010670"/>
              <a:gd name="connsiteY49" fmla="*/ 1428787 h 2274677"/>
              <a:gd name="connsiteX50" fmla="*/ 4211522 w 5010670"/>
              <a:gd name="connsiteY50" fmla="*/ 1407688 h 2274677"/>
              <a:gd name="connsiteX51" fmla="*/ 4223580 w 5010670"/>
              <a:gd name="connsiteY51" fmla="*/ 1407024 h 2274677"/>
              <a:gd name="connsiteX52" fmla="*/ 15836 w 5010670"/>
              <a:gd name="connsiteY52" fmla="*/ 1399373 h 2274677"/>
              <a:gd name="connsiteX53" fmla="*/ 22137 w 5010670"/>
              <a:gd name="connsiteY53" fmla="*/ 1405542 h 2274677"/>
              <a:gd name="connsiteX54" fmla="*/ 22229 w 5010670"/>
              <a:gd name="connsiteY54" fmla="*/ 1405730 h 2274677"/>
              <a:gd name="connsiteX55" fmla="*/ 16775 w 5010670"/>
              <a:gd name="connsiteY55" fmla="*/ 1421092 h 2274677"/>
              <a:gd name="connsiteX56" fmla="*/ 16427 w 5010670"/>
              <a:gd name="connsiteY56" fmla="*/ 1421253 h 2274677"/>
              <a:gd name="connsiteX57" fmla="*/ 1493 w 5010670"/>
              <a:gd name="connsiteY57" fmla="*/ 1415730 h 2274677"/>
              <a:gd name="connsiteX58" fmla="*/ 925 w 5010670"/>
              <a:gd name="connsiteY58" fmla="*/ 1414577 h 2274677"/>
              <a:gd name="connsiteX59" fmla="*/ 7014 w 5010670"/>
              <a:gd name="connsiteY59" fmla="*/ 1399457 h 2274677"/>
              <a:gd name="connsiteX60" fmla="*/ 15836 w 5010670"/>
              <a:gd name="connsiteY60" fmla="*/ 1399373 h 2274677"/>
              <a:gd name="connsiteX61" fmla="*/ 1079269 w 5010670"/>
              <a:gd name="connsiteY61" fmla="*/ 1252993 h 2274677"/>
              <a:gd name="connsiteX62" fmla="*/ 1084899 w 5010670"/>
              <a:gd name="connsiteY62" fmla="*/ 1255137 h 2274677"/>
              <a:gd name="connsiteX63" fmla="*/ 1085060 w 5010670"/>
              <a:gd name="connsiteY63" fmla="*/ 1255459 h 2274677"/>
              <a:gd name="connsiteX64" fmla="*/ 1083022 w 5010670"/>
              <a:gd name="connsiteY64" fmla="*/ 1260768 h 2274677"/>
              <a:gd name="connsiteX65" fmla="*/ 1082862 w 5010670"/>
              <a:gd name="connsiteY65" fmla="*/ 1260848 h 2274677"/>
              <a:gd name="connsiteX66" fmla="*/ 1077125 w 5010670"/>
              <a:gd name="connsiteY66" fmla="*/ 1258891 h 2274677"/>
              <a:gd name="connsiteX67" fmla="*/ 1079269 w 5010670"/>
              <a:gd name="connsiteY67" fmla="*/ 1252993 h 2274677"/>
              <a:gd name="connsiteX68" fmla="*/ 2266968 w 5010670"/>
              <a:gd name="connsiteY68" fmla="*/ 1230204 h 2274677"/>
              <a:gd name="connsiteX69" fmla="*/ 2275547 w 5010670"/>
              <a:gd name="connsiteY69" fmla="*/ 1232885 h 2274677"/>
              <a:gd name="connsiteX70" fmla="*/ 2275601 w 5010670"/>
              <a:gd name="connsiteY70" fmla="*/ 1233019 h 2274677"/>
              <a:gd name="connsiteX71" fmla="*/ 2272598 w 5010670"/>
              <a:gd name="connsiteY71" fmla="*/ 1241196 h 2274677"/>
              <a:gd name="connsiteX72" fmla="*/ 2272089 w 5010670"/>
              <a:gd name="connsiteY72" fmla="*/ 1241464 h 2274677"/>
              <a:gd name="connsiteX73" fmla="*/ 2264287 w 5010670"/>
              <a:gd name="connsiteY73" fmla="*/ 1238515 h 2274677"/>
              <a:gd name="connsiteX74" fmla="*/ 2264287 w 5010670"/>
              <a:gd name="connsiteY74" fmla="*/ 1238488 h 2274677"/>
              <a:gd name="connsiteX75" fmla="*/ 2266968 w 5010670"/>
              <a:gd name="connsiteY75" fmla="*/ 1230204 h 2274677"/>
              <a:gd name="connsiteX76" fmla="*/ 642716 w 5010670"/>
              <a:gd name="connsiteY76" fmla="*/ 1195046 h 2274677"/>
              <a:gd name="connsiteX77" fmla="*/ 650036 w 5010670"/>
              <a:gd name="connsiteY77" fmla="*/ 1201249 h 2274677"/>
              <a:gd name="connsiteX78" fmla="*/ 644405 w 5010670"/>
              <a:gd name="connsiteY78" fmla="*/ 1218139 h 2274677"/>
              <a:gd name="connsiteX79" fmla="*/ 628239 w 5010670"/>
              <a:gd name="connsiteY79" fmla="*/ 1212751 h 2274677"/>
              <a:gd name="connsiteX80" fmla="*/ 633145 w 5010670"/>
              <a:gd name="connsiteY80" fmla="*/ 1195619 h 2274677"/>
              <a:gd name="connsiteX81" fmla="*/ 642716 w 5010670"/>
              <a:gd name="connsiteY81" fmla="*/ 1195046 h 2274677"/>
              <a:gd name="connsiteX82" fmla="*/ 3367328 w 5010670"/>
              <a:gd name="connsiteY82" fmla="*/ 1159371 h 2274677"/>
              <a:gd name="connsiteX83" fmla="*/ 3373994 w 5010670"/>
              <a:gd name="connsiteY83" fmla="*/ 1165457 h 2274677"/>
              <a:gd name="connsiteX84" fmla="*/ 3368337 w 5010670"/>
              <a:gd name="connsiteY84" fmla="*/ 1181141 h 2274677"/>
              <a:gd name="connsiteX85" fmla="*/ 3352787 w 5010670"/>
              <a:gd name="connsiteY85" fmla="*/ 1175779 h 2274677"/>
              <a:gd name="connsiteX86" fmla="*/ 3352653 w 5010670"/>
              <a:gd name="connsiteY86" fmla="*/ 1175484 h 2274677"/>
              <a:gd name="connsiteX87" fmla="*/ 3358310 w 5010670"/>
              <a:gd name="connsiteY87" fmla="*/ 1159800 h 2274677"/>
              <a:gd name="connsiteX88" fmla="*/ 3367328 w 5010670"/>
              <a:gd name="connsiteY88" fmla="*/ 1159371 h 2274677"/>
              <a:gd name="connsiteX89" fmla="*/ 211864 w 5010670"/>
              <a:gd name="connsiteY89" fmla="*/ 1156151 h 2274677"/>
              <a:gd name="connsiteX90" fmla="*/ 218577 w 5010670"/>
              <a:gd name="connsiteY90" fmla="*/ 1161864 h 2274677"/>
              <a:gd name="connsiteX91" fmla="*/ 213563 w 5010670"/>
              <a:gd name="connsiteY91" fmla="*/ 1177388 h 2274677"/>
              <a:gd name="connsiteX92" fmla="*/ 213488 w 5010670"/>
              <a:gd name="connsiteY92" fmla="*/ 1177414 h 2274677"/>
              <a:gd name="connsiteX93" fmla="*/ 198013 w 5010670"/>
              <a:gd name="connsiteY93" fmla="*/ 1172294 h 2274677"/>
              <a:gd name="connsiteX94" fmla="*/ 203070 w 5010670"/>
              <a:gd name="connsiteY94" fmla="*/ 1156851 h 2274677"/>
              <a:gd name="connsiteX95" fmla="*/ 211864 w 5010670"/>
              <a:gd name="connsiteY95" fmla="*/ 1156151 h 2274677"/>
              <a:gd name="connsiteX96" fmla="*/ 3675255 w 5010670"/>
              <a:gd name="connsiteY96" fmla="*/ 1094591 h 2274677"/>
              <a:gd name="connsiteX97" fmla="*/ 3685315 w 5010670"/>
              <a:gd name="connsiteY97" fmla="*/ 1103365 h 2274677"/>
              <a:gd name="connsiteX98" fmla="*/ 3677460 w 5010670"/>
              <a:gd name="connsiteY98" fmla="*/ 1126717 h 2274677"/>
              <a:gd name="connsiteX99" fmla="*/ 3654135 w 5010670"/>
              <a:gd name="connsiteY99" fmla="*/ 1118942 h 2274677"/>
              <a:gd name="connsiteX100" fmla="*/ 3654108 w 5010670"/>
              <a:gd name="connsiteY100" fmla="*/ 1118861 h 2274677"/>
              <a:gd name="connsiteX101" fmla="*/ 3661937 w 5010670"/>
              <a:gd name="connsiteY101" fmla="*/ 1095510 h 2274677"/>
              <a:gd name="connsiteX102" fmla="*/ 3675255 w 5010670"/>
              <a:gd name="connsiteY102" fmla="*/ 1094591 h 2274677"/>
              <a:gd name="connsiteX103" fmla="*/ 2543650 w 5010670"/>
              <a:gd name="connsiteY103" fmla="*/ 1085697 h 2274677"/>
              <a:gd name="connsiteX104" fmla="*/ 2552229 w 5010670"/>
              <a:gd name="connsiteY104" fmla="*/ 1088378 h 2274677"/>
              <a:gd name="connsiteX105" fmla="*/ 2552283 w 5010670"/>
              <a:gd name="connsiteY105" fmla="*/ 1088512 h 2274677"/>
              <a:gd name="connsiteX106" fmla="*/ 2549280 w 5010670"/>
              <a:gd name="connsiteY106" fmla="*/ 1096689 h 2274677"/>
              <a:gd name="connsiteX107" fmla="*/ 2548771 w 5010670"/>
              <a:gd name="connsiteY107" fmla="*/ 1096957 h 2274677"/>
              <a:gd name="connsiteX108" fmla="*/ 2540969 w 5010670"/>
              <a:gd name="connsiteY108" fmla="*/ 1094008 h 2274677"/>
              <a:gd name="connsiteX109" fmla="*/ 2540969 w 5010670"/>
              <a:gd name="connsiteY109" fmla="*/ 1093981 h 2274677"/>
              <a:gd name="connsiteX110" fmla="*/ 2543650 w 5010670"/>
              <a:gd name="connsiteY110" fmla="*/ 1085697 h 2274677"/>
              <a:gd name="connsiteX111" fmla="*/ 4614948 w 5010670"/>
              <a:gd name="connsiteY111" fmla="*/ 1066069 h 2274677"/>
              <a:gd name="connsiteX112" fmla="*/ 4635475 w 5010670"/>
              <a:gd name="connsiteY112" fmla="*/ 1084035 h 2274677"/>
              <a:gd name="connsiteX113" fmla="*/ 4619307 w 5010670"/>
              <a:gd name="connsiteY113" fmla="*/ 1131810 h 2274677"/>
              <a:gd name="connsiteX114" fmla="*/ 4618905 w 5010670"/>
              <a:gd name="connsiteY114" fmla="*/ 1131998 h 2274677"/>
              <a:gd name="connsiteX115" fmla="*/ 4571585 w 5010670"/>
              <a:gd name="connsiteY115" fmla="*/ 1115724 h 2274677"/>
              <a:gd name="connsiteX116" fmla="*/ 4571532 w 5010670"/>
              <a:gd name="connsiteY116" fmla="*/ 1115644 h 2274677"/>
              <a:gd name="connsiteX117" fmla="*/ 4587725 w 5010670"/>
              <a:gd name="connsiteY117" fmla="*/ 1067868 h 2274677"/>
              <a:gd name="connsiteX118" fmla="*/ 4614948 w 5010670"/>
              <a:gd name="connsiteY118" fmla="*/ 1066069 h 2274677"/>
              <a:gd name="connsiteX119" fmla="*/ 3972830 w 5010670"/>
              <a:gd name="connsiteY119" fmla="*/ 1055696 h 2274677"/>
              <a:gd name="connsiteX120" fmla="*/ 4004895 w 5010670"/>
              <a:gd name="connsiteY120" fmla="*/ 1069450 h 2274677"/>
              <a:gd name="connsiteX121" fmla="*/ 3991141 w 5010670"/>
              <a:gd name="connsiteY121" fmla="*/ 1101515 h 2274677"/>
              <a:gd name="connsiteX122" fmla="*/ 3960926 w 5010670"/>
              <a:gd name="connsiteY122" fmla="*/ 1091434 h 2274677"/>
              <a:gd name="connsiteX123" fmla="*/ 3969157 w 5010670"/>
              <a:gd name="connsiteY123" fmla="*/ 1057546 h 2274677"/>
              <a:gd name="connsiteX124" fmla="*/ 3972830 w 5010670"/>
              <a:gd name="connsiteY124" fmla="*/ 1055696 h 2274677"/>
              <a:gd name="connsiteX125" fmla="*/ 4300686 w 5010670"/>
              <a:gd name="connsiteY125" fmla="*/ 1050501 h 2274677"/>
              <a:gd name="connsiteX126" fmla="*/ 4316216 w 5010670"/>
              <a:gd name="connsiteY126" fmla="*/ 1063927 h 2274677"/>
              <a:gd name="connsiteX127" fmla="*/ 4304286 w 5010670"/>
              <a:gd name="connsiteY127" fmla="*/ 1099906 h 2274677"/>
              <a:gd name="connsiteX128" fmla="*/ 4303884 w 5010670"/>
              <a:gd name="connsiteY128" fmla="*/ 1100120 h 2274677"/>
              <a:gd name="connsiteX129" fmla="*/ 4268092 w 5010670"/>
              <a:gd name="connsiteY129" fmla="*/ 1087573 h 2274677"/>
              <a:gd name="connsiteX130" fmla="*/ 4280210 w 5010670"/>
              <a:gd name="connsiteY130" fmla="*/ 1051996 h 2274677"/>
              <a:gd name="connsiteX131" fmla="*/ 4300686 w 5010670"/>
              <a:gd name="connsiteY131" fmla="*/ 1050501 h 2274677"/>
              <a:gd name="connsiteX132" fmla="*/ 1313403 w 5010670"/>
              <a:gd name="connsiteY132" fmla="*/ 1044893 h 2274677"/>
              <a:gd name="connsiteX133" fmla="*/ 1321902 w 5010670"/>
              <a:gd name="connsiteY133" fmla="*/ 1048163 h 2274677"/>
              <a:gd name="connsiteX134" fmla="*/ 1318953 w 5010670"/>
              <a:gd name="connsiteY134" fmla="*/ 1057278 h 2274677"/>
              <a:gd name="connsiteX135" fmla="*/ 1318712 w 5010670"/>
              <a:gd name="connsiteY135" fmla="*/ 1057385 h 2274677"/>
              <a:gd name="connsiteX136" fmla="*/ 1309838 w 5010670"/>
              <a:gd name="connsiteY136" fmla="*/ 1054060 h 2274677"/>
              <a:gd name="connsiteX137" fmla="*/ 1312787 w 5010670"/>
              <a:gd name="connsiteY137" fmla="*/ 1045214 h 2274677"/>
              <a:gd name="connsiteX138" fmla="*/ 1313403 w 5010670"/>
              <a:gd name="connsiteY138" fmla="*/ 1044893 h 2274677"/>
              <a:gd name="connsiteX139" fmla="*/ 865299 w 5010670"/>
              <a:gd name="connsiteY139" fmla="*/ 972434 h 2274677"/>
              <a:gd name="connsiteX140" fmla="*/ 874170 w 5010670"/>
              <a:gd name="connsiteY140" fmla="*/ 980065 h 2274677"/>
              <a:gd name="connsiteX141" fmla="*/ 874196 w 5010670"/>
              <a:gd name="connsiteY141" fmla="*/ 980119 h 2274677"/>
              <a:gd name="connsiteX142" fmla="*/ 867199 w 5010670"/>
              <a:gd name="connsiteY142" fmla="*/ 1000977 h 2274677"/>
              <a:gd name="connsiteX143" fmla="*/ 867199 w 5010670"/>
              <a:gd name="connsiteY143" fmla="*/ 1000173 h 2274677"/>
              <a:gd name="connsiteX144" fmla="*/ 862454 w 5010670"/>
              <a:gd name="connsiteY144" fmla="*/ 1002586 h 2274677"/>
              <a:gd name="connsiteX145" fmla="*/ 843365 w 5010670"/>
              <a:gd name="connsiteY145" fmla="*/ 992451 h 2274677"/>
              <a:gd name="connsiteX146" fmla="*/ 853526 w 5010670"/>
              <a:gd name="connsiteY146" fmla="*/ 973363 h 2274677"/>
              <a:gd name="connsiteX147" fmla="*/ 853633 w 5010670"/>
              <a:gd name="connsiteY147" fmla="*/ 973309 h 2274677"/>
              <a:gd name="connsiteX148" fmla="*/ 865299 w 5010670"/>
              <a:gd name="connsiteY148" fmla="*/ 972434 h 2274677"/>
              <a:gd name="connsiteX149" fmla="*/ 2829557 w 5010670"/>
              <a:gd name="connsiteY149" fmla="*/ 959932 h 2274677"/>
              <a:gd name="connsiteX150" fmla="*/ 2843873 w 5010670"/>
              <a:gd name="connsiteY150" fmla="*/ 964945 h 2274677"/>
              <a:gd name="connsiteX151" fmla="*/ 2838833 w 5010670"/>
              <a:gd name="connsiteY151" fmla="*/ 979262 h 2274677"/>
              <a:gd name="connsiteX152" fmla="*/ 2838565 w 5010670"/>
              <a:gd name="connsiteY152" fmla="*/ 979396 h 2274677"/>
              <a:gd name="connsiteX153" fmla="*/ 2824623 w 5010670"/>
              <a:gd name="connsiteY153" fmla="*/ 974436 h 2274677"/>
              <a:gd name="connsiteX154" fmla="*/ 2824516 w 5010670"/>
              <a:gd name="connsiteY154" fmla="*/ 974222 h 2274677"/>
              <a:gd name="connsiteX155" fmla="*/ 2829557 w 5010670"/>
              <a:gd name="connsiteY155" fmla="*/ 959932 h 2274677"/>
              <a:gd name="connsiteX156" fmla="*/ 2044200 w 5010670"/>
              <a:gd name="connsiteY156" fmla="*/ 956179 h 2274677"/>
              <a:gd name="connsiteX157" fmla="*/ 2053825 w 5010670"/>
              <a:gd name="connsiteY157" fmla="*/ 959691 h 2274677"/>
              <a:gd name="connsiteX158" fmla="*/ 2050608 w 5010670"/>
              <a:gd name="connsiteY158" fmla="*/ 969343 h 2274677"/>
              <a:gd name="connsiteX159" fmla="*/ 2040822 w 5010670"/>
              <a:gd name="connsiteY159" fmla="*/ 965991 h 2274677"/>
              <a:gd name="connsiteX160" fmla="*/ 2044173 w 5010670"/>
              <a:gd name="connsiteY160" fmla="*/ 956206 h 2274677"/>
              <a:gd name="connsiteX161" fmla="*/ 2044200 w 5010670"/>
              <a:gd name="connsiteY161" fmla="*/ 956179 h 2274677"/>
              <a:gd name="connsiteX162" fmla="*/ 411906 w 5010670"/>
              <a:gd name="connsiteY162" fmla="*/ 923441 h 2274677"/>
              <a:gd name="connsiteX163" fmla="*/ 428046 w 5010670"/>
              <a:gd name="connsiteY163" fmla="*/ 931002 h 2274677"/>
              <a:gd name="connsiteX164" fmla="*/ 422416 w 5010670"/>
              <a:gd name="connsiteY164" fmla="*/ 946820 h 2274677"/>
              <a:gd name="connsiteX165" fmla="*/ 422255 w 5010670"/>
              <a:gd name="connsiteY165" fmla="*/ 946900 h 2274677"/>
              <a:gd name="connsiteX166" fmla="*/ 405525 w 5010670"/>
              <a:gd name="connsiteY166" fmla="*/ 941994 h 2274677"/>
              <a:gd name="connsiteX167" fmla="*/ 404345 w 5010670"/>
              <a:gd name="connsiteY167" fmla="*/ 939608 h 2274677"/>
              <a:gd name="connsiteX168" fmla="*/ 411906 w 5010670"/>
              <a:gd name="connsiteY168" fmla="*/ 923441 h 2274677"/>
              <a:gd name="connsiteX169" fmla="*/ 3135780 w 5010670"/>
              <a:gd name="connsiteY169" fmla="*/ 856609 h 2274677"/>
              <a:gd name="connsiteX170" fmla="*/ 3145275 w 5010670"/>
              <a:gd name="connsiteY170" fmla="*/ 864783 h 2274677"/>
              <a:gd name="connsiteX171" fmla="*/ 3138036 w 5010670"/>
              <a:gd name="connsiteY171" fmla="*/ 886767 h 2274677"/>
              <a:gd name="connsiteX172" fmla="*/ 3116051 w 5010670"/>
              <a:gd name="connsiteY172" fmla="*/ 879529 h 2274677"/>
              <a:gd name="connsiteX173" fmla="*/ 3123290 w 5010670"/>
              <a:gd name="connsiteY173" fmla="*/ 857544 h 2274677"/>
              <a:gd name="connsiteX174" fmla="*/ 3135780 w 5010670"/>
              <a:gd name="connsiteY174" fmla="*/ 856609 h 2274677"/>
              <a:gd name="connsiteX175" fmla="*/ 1559711 w 5010670"/>
              <a:gd name="connsiteY175" fmla="*/ 852985 h 2274677"/>
              <a:gd name="connsiteX176" fmla="*/ 1573384 w 5010670"/>
              <a:gd name="connsiteY176" fmla="*/ 857543 h 2274677"/>
              <a:gd name="connsiteX177" fmla="*/ 1568827 w 5010670"/>
              <a:gd name="connsiteY177" fmla="*/ 871216 h 2274677"/>
              <a:gd name="connsiteX178" fmla="*/ 1568719 w 5010670"/>
              <a:gd name="connsiteY178" fmla="*/ 871270 h 2274677"/>
              <a:gd name="connsiteX179" fmla="*/ 1555153 w 5010670"/>
              <a:gd name="connsiteY179" fmla="*/ 866390 h 2274677"/>
              <a:gd name="connsiteX180" fmla="*/ 1555073 w 5010670"/>
              <a:gd name="connsiteY180" fmla="*/ 866229 h 2274677"/>
              <a:gd name="connsiteX181" fmla="*/ 1559711 w 5010670"/>
              <a:gd name="connsiteY181" fmla="*/ 852985 h 2274677"/>
              <a:gd name="connsiteX182" fmla="*/ 2325170 w 5010670"/>
              <a:gd name="connsiteY182" fmla="*/ 802375 h 2274677"/>
              <a:gd name="connsiteX183" fmla="*/ 2331849 w 5010670"/>
              <a:gd name="connsiteY183" fmla="*/ 808213 h 2274677"/>
              <a:gd name="connsiteX184" fmla="*/ 2331876 w 5010670"/>
              <a:gd name="connsiteY184" fmla="*/ 808293 h 2274677"/>
              <a:gd name="connsiteX185" fmla="*/ 2326755 w 5010670"/>
              <a:gd name="connsiteY185" fmla="*/ 823763 h 2274677"/>
              <a:gd name="connsiteX186" fmla="*/ 2313189 w 5010670"/>
              <a:gd name="connsiteY186" fmla="*/ 819232 h 2274677"/>
              <a:gd name="connsiteX187" fmla="*/ 2316299 w 5010670"/>
              <a:gd name="connsiteY187" fmla="*/ 802851 h 2274677"/>
              <a:gd name="connsiteX188" fmla="*/ 2325170 w 5010670"/>
              <a:gd name="connsiteY188" fmla="*/ 802375 h 2274677"/>
              <a:gd name="connsiteX189" fmla="*/ 3443842 w 5010670"/>
              <a:gd name="connsiteY189" fmla="*/ 776429 h 2274677"/>
              <a:gd name="connsiteX190" fmla="*/ 3456865 w 5010670"/>
              <a:gd name="connsiteY190" fmla="*/ 788936 h 2274677"/>
              <a:gd name="connsiteX191" fmla="*/ 3444747 w 5010670"/>
              <a:gd name="connsiteY191" fmla="*/ 820009 h 2274677"/>
              <a:gd name="connsiteX192" fmla="*/ 3442521 w 5010670"/>
              <a:gd name="connsiteY192" fmla="*/ 821135 h 2274677"/>
              <a:gd name="connsiteX193" fmla="*/ 3411448 w 5010670"/>
              <a:gd name="connsiteY193" fmla="*/ 808990 h 2274677"/>
              <a:gd name="connsiteX194" fmla="*/ 3423566 w 5010670"/>
              <a:gd name="connsiteY194" fmla="*/ 777917 h 2274677"/>
              <a:gd name="connsiteX195" fmla="*/ 3425792 w 5010670"/>
              <a:gd name="connsiteY195" fmla="*/ 776791 h 2274677"/>
              <a:gd name="connsiteX196" fmla="*/ 3443842 w 5010670"/>
              <a:gd name="connsiteY196" fmla="*/ 776429 h 2274677"/>
              <a:gd name="connsiteX197" fmla="*/ 1100118 w 5010670"/>
              <a:gd name="connsiteY197" fmla="*/ 763656 h 2274677"/>
              <a:gd name="connsiteX198" fmla="*/ 1111683 w 5010670"/>
              <a:gd name="connsiteY198" fmla="*/ 772849 h 2274677"/>
              <a:gd name="connsiteX199" fmla="*/ 1104203 w 5010670"/>
              <a:gd name="connsiteY199" fmla="*/ 799097 h 2274677"/>
              <a:gd name="connsiteX200" fmla="*/ 1102621 w 5010670"/>
              <a:gd name="connsiteY200" fmla="*/ 799901 h 2274677"/>
              <a:gd name="connsiteX201" fmla="*/ 1077393 w 5010670"/>
              <a:gd name="connsiteY201" fmla="*/ 790517 h 2274677"/>
              <a:gd name="connsiteX202" fmla="*/ 1085436 w 5010670"/>
              <a:gd name="connsiteY202" fmla="*/ 765342 h 2274677"/>
              <a:gd name="connsiteX203" fmla="*/ 1100118 w 5010670"/>
              <a:gd name="connsiteY203" fmla="*/ 763656 h 2274677"/>
              <a:gd name="connsiteX204" fmla="*/ 3752874 w 5010670"/>
              <a:gd name="connsiteY204" fmla="*/ 720440 h 2274677"/>
              <a:gd name="connsiteX205" fmla="*/ 3771270 w 5010670"/>
              <a:gd name="connsiteY205" fmla="*/ 736523 h 2274677"/>
              <a:gd name="connsiteX206" fmla="*/ 3756819 w 5010670"/>
              <a:gd name="connsiteY206" fmla="*/ 779258 h 2274677"/>
              <a:gd name="connsiteX207" fmla="*/ 3756578 w 5010670"/>
              <a:gd name="connsiteY207" fmla="*/ 779392 h 2274677"/>
              <a:gd name="connsiteX208" fmla="*/ 3714191 w 5010670"/>
              <a:gd name="connsiteY208" fmla="*/ 765049 h 2274677"/>
              <a:gd name="connsiteX209" fmla="*/ 3714083 w 5010670"/>
              <a:gd name="connsiteY209" fmla="*/ 764807 h 2274677"/>
              <a:gd name="connsiteX210" fmla="*/ 3728507 w 5010670"/>
              <a:gd name="connsiteY210" fmla="*/ 722072 h 2274677"/>
              <a:gd name="connsiteX211" fmla="*/ 3752874 w 5010670"/>
              <a:gd name="connsiteY211" fmla="*/ 720440 h 2274677"/>
              <a:gd name="connsiteX212" fmla="*/ 4690204 w 5010670"/>
              <a:gd name="connsiteY212" fmla="*/ 719863 h 2274677"/>
              <a:gd name="connsiteX213" fmla="*/ 4714404 w 5010670"/>
              <a:gd name="connsiteY213" fmla="*/ 740839 h 2274677"/>
              <a:gd name="connsiteX214" fmla="*/ 4695717 w 5010670"/>
              <a:gd name="connsiteY214" fmla="*/ 796952 h 2274677"/>
              <a:gd name="connsiteX215" fmla="*/ 4695368 w 5010670"/>
              <a:gd name="connsiteY215" fmla="*/ 797140 h 2274677"/>
              <a:gd name="connsiteX216" fmla="*/ 4639415 w 5010670"/>
              <a:gd name="connsiteY216" fmla="*/ 777917 h 2274677"/>
              <a:gd name="connsiteX217" fmla="*/ 4658263 w 5010670"/>
              <a:gd name="connsiteY217" fmla="*/ 722152 h 2274677"/>
              <a:gd name="connsiteX218" fmla="*/ 4690204 w 5010670"/>
              <a:gd name="connsiteY218" fmla="*/ 719863 h 2274677"/>
              <a:gd name="connsiteX219" fmla="*/ 4064467 w 5010670"/>
              <a:gd name="connsiteY219" fmla="*/ 696958 h 2274677"/>
              <a:gd name="connsiteX220" fmla="*/ 4083261 w 5010670"/>
              <a:gd name="connsiteY220" fmla="*/ 713493 h 2274677"/>
              <a:gd name="connsiteX221" fmla="*/ 4068354 w 5010670"/>
              <a:gd name="connsiteY221" fmla="*/ 757274 h 2274677"/>
              <a:gd name="connsiteX222" fmla="*/ 4024653 w 5010670"/>
              <a:gd name="connsiteY222" fmla="*/ 742528 h 2274677"/>
              <a:gd name="connsiteX223" fmla="*/ 4024573 w 5010670"/>
              <a:gd name="connsiteY223" fmla="*/ 742367 h 2274677"/>
              <a:gd name="connsiteX224" fmla="*/ 4039480 w 5010670"/>
              <a:gd name="connsiteY224" fmla="*/ 698560 h 2274677"/>
              <a:gd name="connsiteX225" fmla="*/ 4064467 w 5010670"/>
              <a:gd name="connsiteY225" fmla="*/ 696958 h 2274677"/>
              <a:gd name="connsiteX226" fmla="*/ 4379653 w 5010670"/>
              <a:gd name="connsiteY226" fmla="*/ 690654 h 2274677"/>
              <a:gd name="connsiteX227" fmla="*/ 4403860 w 5010670"/>
              <a:gd name="connsiteY227" fmla="*/ 711911 h 2274677"/>
              <a:gd name="connsiteX228" fmla="*/ 4384717 w 5010670"/>
              <a:gd name="connsiteY228" fmla="*/ 768266 h 2274677"/>
              <a:gd name="connsiteX229" fmla="*/ 4328415 w 5010670"/>
              <a:gd name="connsiteY229" fmla="*/ 749231 h 2274677"/>
              <a:gd name="connsiteX230" fmla="*/ 4328362 w 5010670"/>
              <a:gd name="connsiteY230" fmla="*/ 749123 h 2274677"/>
              <a:gd name="connsiteX231" fmla="*/ 4347505 w 5010670"/>
              <a:gd name="connsiteY231" fmla="*/ 692741 h 2274677"/>
              <a:gd name="connsiteX232" fmla="*/ 4379653 w 5010670"/>
              <a:gd name="connsiteY232" fmla="*/ 690654 h 2274677"/>
              <a:gd name="connsiteX233" fmla="*/ 1830136 w 5010670"/>
              <a:gd name="connsiteY233" fmla="*/ 676283 h 2274677"/>
              <a:gd name="connsiteX234" fmla="*/ 1838538 w 5010670"/>
              <a:gd name="connsiteY234" fmla="*/ 683813 h 2274677"/>
              <a:gd name="connsiteX235" fmla="*/ 1831836 w 5010670"/>
              <a:gd name="connsiteY235" fmla="*/ 703920 h 2274677"/>
              <a:gd name="connsiteX236" fmla="*/ 1811728 w 5010670"/>
              <a:gd name="connsiteY236" fmla="*/ 697218 h 2274677"/>
              <a:gd name="connsiteX237" fmla="*/ 1818430 w 5010670"/>
              <a:gd name="connsiteY237" fmla="*/ 677110 h 2274677"/>
              <a:gd name="connsiteX238" fmla="*/ 1818860 w 5010670"/>
              <a:gd name="connsiteY238" fmla="*/ 676896 h 2274677"/>
              <a:gd name="connsiteX239" fmla="*/ 1830136 w 5010670"/>
              <a:gd name="connsiteY239" fmla="*/ 676283 h 2274677"/>
              <a:gd name="connsiteX240" fmla="*/ 637094 w 5010670"/>
              <a:gd name="connsiteY240" fmla="*/ 671337 h 2274677"/>
              <a:gd name="connsiteX241" fmla="*/ 681002 w 5010670"/>
              <a:gd name="connsiteY241" fmla="*/ 696815 h 2274677"/>
              <a:gd name="connsiteX242" fmla="*/ 660224 w 5010670"/>
              <a:gd name="connsiteY242" fmla="*/ 758344 h 2274677"/>
              <a:gd name="connsiteX243" fmla="*/ 598694 w 5010670"/>
              <a:gd name="connsiteY243" fmla="*/ 737567 h 2274677"/>
              <a:gd name="connsiteX244" fmla="*/ 619472 w 5010670"/>
              <a:gd name="connsiteY244" fmla="*/ 676037 h 2274677"/>
              <a:gd name="connsiteX245" fmla="*/ 637094 w 5010670"/>
              <a:gd name="connsiteY245" fmla="*/ 671337 h 2274677"/>
              <a:gd name="connsiteX246" fmla="*/ 2610559 w 5010670"/>
              <a:gd name="connsiteY246" fmla="*/ 669420 h 2274677"/>
              <a:gd name="connsiteX247" fmla="*/ 2620059 w 5010670"/>
              <a:gd name="connsiteY247" fmla="*/ 677111 h 2274677"/>
              <a:gd name="connsiteX248" fmla="*/ 2613893 w 5010670"/>
              <a:gd name="connsiteY248" fmla="*/ 700972 h 2274677"/>
              <a:gd name="connsiteX249" fmla="*/ 2613866 w 5010670"/>
              <a:gd name="connsiteY249" fmla="*/ 700999 h 2274677"/>
              <a:gd name="connsiteX250" fmla="*/ 2590568 w 5010670"/>
              <a:gd name="connsiteY250" fmla="*/ 692929 h 2274677"/>
              <a:gd name="connsiteX251" fmla="*/ 2590273 w 5010670"/>
              <a:gd name="connsiteY251" fmla="*/ 692366 h 2274677"/>
              <a:gd name="connsiteX252" fmla="*/ 2598343 w 5010670"/>
              <a:gd name="connsiteY252" fmla="*/ 669873 h 2274677"/>
              <a:gd name="connsiteX253" fmla="*/ 2610559 w 5010670"/>
              <a:gd name="connsiteY253" fmla="*/ 669420 h 2274677"/>
              <a:gd name="connsiteX254" fmla="*/ 1351019 w 5010670"/>
              <a:gd name="connsiteY254" fmla="*/ 569109 h 2274677"/>
              <a:gd name="connsiteX255" fmla="*/ 1365014 w 5010670"/>
              <a:gd name="connsiteY255" fmla="*/ 581156 h 2274677"/>
              <a:gd name="connsiteX256" fmla="*/ 1354343 w 5010670"/>
              <a:gd name="connsiteY256" fmla="*/ 613570 h 2274677"/>
              <a:gd name="connsiteX257" fmla="*/ 1354290 w 5010670"/>
              <a:gd name="connsiteY257" fmla="*/ 613597 h 2274677"/>
              <a:gd name="connsiteX258" fmla="*/ 1321902 w 5010670"/>
              <a:gd name="connsiteY258" fmla="*/ 602846 h 2274677"/>
              <a:gd name="connsiteX259" fmla="*/ 1332600 w 5010670"/>
              <a:gd name="connsiteY259" fmla="*/ 570488 h 2274677"/>
              <a:gd name="connsiteX260" fmla="*/ 1351019 w 5010670"/>
              <a:gd name="connsiteY260" fmla="*/ 569109 h 2274677"/>
              <a:gd name="connsiteX261" fmla="*/ 2906890 w 5010670"/>
              <a:gd name="connsiteY261" fmla="*/ 555761 h 2274677"/>
              <a:gd name="connsiteX262" fmla="*/ 2921086 w 5010670"/>
              <a:gd name="connsiteY262" fmla="*/ 567889 h 2274677"/>
              <a:gd name="connsiteX263" fmla="*/ 2910415 w 5010670"/>
              <a:gd name="connsiteY263" fmla="*/ 600702 h 2274677"/>
              <a:gd name="connsiteX264" fmla="*/ 2877439 w 5010670"/>
              <a:gd name="connsiteY264" fmla="*/ 589709 h 2274677"/>
              <a:gd name="connsiteX265" fmla="*/ 2888270 w 5010670"/>
              <a:gd name="connsiteY265" fmla="*/ 557223 h 2274677"/>
              <a:gd name="connsiteX266" fmla="*/ 2906890 w 5010670"/>
              <a:gd name="connsiteY266" fmla="*/ 555761 h 2274677"/>
              <a:gd name="connsiteX267" fmla="*/ 2104792 w 5010670"/>
              <a:gd name="connsiteY267" fmla="*/ 518178 h 2274677"/>
              <a:gd name="connsiteX268" fmla="*/ 2117097 w 5010670"/>
              <a:gd name="connsiteY268" fmla="*/ 528850 h 2274677"/>
              <a:gd name="connsiteX269" fmla="*/ 2106641 w 5010670"/>
              <a:gd name="connsiteY269" fmla="*/ 555661 h 2274677"/>
              <a:gd name="connsiteX270" fmla="*/ 2079027 w 5010670"/>
              <a:gd name="connsiteY270" fmla="*/ 547885 h 2274677"/>
              <a:gd name="connsiteX271" fmla="*/ 2088544 w 5010670"/>
              <a:gd name="connsiteY271" fmla="*/ 519332 h 2274677"/>
              <a:gd name="connsiteX272" fmla="*/ 2104792 w 5010670"/>
              <a:gd name="connsiteY272" fmla="*/ 518178 h 2274677"/>
              <a:gd name="connsiteX273" fmla="*/ 872734 w 5010670"/>
              <a:gd name="connsiteY273" fmla="*/ 466128 h 2274677"/>
              <a:gd name="connsiteX274" fmla="*/ 917871 w 5010670"/>
              <a:gd name="connsiteY274" fmla="*/ 492387 h 2274677"/>
              <a:gd name="connsiteX275" fmla="*/ 896423 w 5010670"/>
              <a:gd name="connsiteY275" fmla="*/ 555659 h 2274677"/>
              <a:gd name="connsiteX276" fmla="*/ 833150 w 5010670"/>
              <a:gd name="connsiteY276" fmla="*/ 534211 h 2274677"/>
              <a:gd name="connsiteX277" fmla="*/ 854599 w 5010670"/>
              <a:gd name="connsiteY277" fmla="*/ 470939 h 2274677"/>
              <a:gd name="connsiteX278" fmla="*/ 872734 w 5010670"/>
              <a:gd name="connsiteY278" fmla="*/ 466128 h 2274677"/>
              <a:gd name="connsiteX279" fmla="*/ 3210987 w 5010670"/>
              <a:gd name="connsiteY279" fmla="*/ 463378 h 2274677"/>
              <a:gd name="connsiteX280" fmla="*/ 3229513 w 5010670"/>
              <a:gd name="connsiteY280" fmla="*/ 479892 h 2274677"/>
              <a:gd name="connsiteX281" fmla="*/ 3214445 w 5010670"/>
              <a:gd name="connsiteY281" fmla="*/ 523220 h 2274677"/>
              <a:gd name="connsiteX282" fmla="*/ 3214311 w 5010670"/>
              <a:gd name="connsiteY282" fmla="*/ 523293 h 2274677"/>
              <a:gd name="connsiteX283" fmla="*/ 3171281 w 5010670"/>
              <a:gd name="connsiteY283" fmla="*/ 508474 h 2274677"/>
              <a:gd name="connsiteX284" fmla="*/ 3171119 w 5010670"/>
              <a:gd name="connsiteY284" fmla="*/ 508139 h 2274677"/>
              <a:gd name="connsiteX285" fmla="*/ 3186187 w 5010670"/>
              <a:gd name="connsiteY285" fmla="*/ 464811 h 2274677"/>
              <a:gd name="connsiteX286" fmla="*/ 3210987 w 5010670"/>
              <a:gd name="connsiteY286" fmla="*/ 463378 h 2274677"/>
              <a:gd name="connsiteX287" fmla="*/ 3519329 w 5010670"/>
              <a:gd name="connsiteY287" fmla="*/ 392998 h 2274677"/>
              <a:gd name="connsiteX288" fmla="*/ 3543328 w 5010670"/>
              <a:gd name="connsiteY288" fmla="*/ 413878 h 2274677"/>
              <a:gd name="connsiteX289" fmla="*/ 3524641 w 5010670"/>
              <a:gd name="connsiteY289" fmla="*/ 469600 h 2274677"/>
              <a:gd name="connsiteX290" fmla="*/ 3524560 w 5010670"/>
              <a:gd name="connsiteY290" fmla="*/ 469643 h 2274677"/>
              <a:gd name="connsiteX291" fmla="*/ 3468875 w 5010670"/>
              <a:gd name="connsiteY291" fmla="*/ 450833 h 2274677"/>
              <a:gd name="connsiteX292" fmla="*/ 3487589 w 5010670"/>
              <a:gd name="connsiteY292" fmla="*/ 395199 h 2274677"/>
              <a:gd name="connsiteX293" fmla="*/ 3519329 w 5010670"/>
              <a:gd name="connsiteY293" fmla="*/ 392998 h 2274677"/>
              <a:gd name="connsiteX294" fmla="*/ 1611726 w 5010670"/>
              <a:gd name="connsiteY294" fmla="*/ 391251 h 2274677"/>
              <a:gd name="connsiteX295" fmla="*/ 1629954 w 5010670"/>
              <a:gd name="connsiteY295" fmla="*/ 405253 h 2274677"/>
              <a:gd name="connsiteX296" fmla="*/ 1616548 w 5010670"/>
              <a:gd name="connsiteY296" fmla="*/ 445469 h 2274677"/>
              <a:gd name="connsiteX297" fmla="*/ 1576333 w 5010670"/>
              <a:gd name="connsiteY297" fmla="*/ 432063 h 2274677"/>
              <a:gd name="connsiteX298" fmla="*/ 1588934 w 5010670"/>
              <a:gd name="connsiteY298" fmla="*/ 394234 h 2274677"/>
              <a:gd name="connsiteX299" fmla="*/ 1611726 w 5010670"/>
              <a:gd name="connsiteY299" fmla="*/ 391251 h 2274677"/>
              <a:gd name="connsiteX300" fmla="*/ 2388073 w 5010670"/>
              <a:gd name="connsiteY300" fmla="*/ 376704 h 2274677"/>
              <a:gd name="connsiteX301" fmla="*/ 2404237 w 5010670"/>
              <a:gd name="connsiteY301" fmla="*/ 390777 h 2274677"/>
              <a:gd name="connsiteX302" fmla="*/ 2405309 w 5010670"/>
              <a:gd name="connsiteY302" fmla="*/ 392952 h 2274677"/>
              <a:gd name="connsiteX303" fmla="*/ 2391636 w 5010670"/>
              <a:gd name="connsiteY303" fmla="*/ 428312 h 2274677"/>
              <a:gd name="connsiteX304" fmla="*/ 2389464 w 5010670"/>
              <a:gd name="connsiteY304" fmla="*/ 429392 h 2274677"/>
              <a:gd name="connsiteX305" fmla="*/ 2354101 w 5010670"/>
              <a:gd name="connsiteY305" fmla="*/ 415711 h 2274677"/>
              <a:gd name="connsiteX306" fmla="*/ 2366702 w 5010670"/>
              <a:gd name="connsiteY306" fmla="*/ 378177 h 2274677"/>
              <a:gd name="connsiteX307" fmla="*/ 2388073 w 5010670"/>
              <a:gd name="connsiteY307" fmla="*/ 376704 h 2274677"/>
              <a:gd name="connsiteX308" fmla="*/ 4748673 w 5010670"/>
              <a:gd name="connsiteY308" fmla="*/ 362482 h 2274677"/>
              <a:gd name="connsiteX309" fmla="*/ 4799447 w 5010670"/>
              <a:gd name="connsiteY309" fmla="*/ 393073 h 2274677"/>
              <a:gd name="connsiteX310" fmla="*/ 4774004 w 5010670"/>
              <a:gd name="connsiteY310" fmla="*/ 464506 h 2274677"/>
              <a:gd name="connsiteX311" fmla="*/ 4703492 w 5010670"/>
              <a:gd name="connsiteY311" fmla="*/ 440913 h 2274677"/>
              <a:gd name="connsiteX312" fmla="*/ 4702581 w 5010670"/>
              <a:gd name="connsiteY312" fmla="*/ 439060 h 2274677"/>
              <a:gd name="connsiteX313" fmla="*/ 4728024 w 5010670"/>
              <a:gd name="connsiteY313" fmla="*/ 367626 h 2274677"/>
              <a:gd name="connsiteX314" fmla="*/ 4748673 w 5010670"/>
              <a:gd name="connsiteY314" fmla="*/ 362482 h 2274677"/>
              <a:gd name="connsiteX315" fmla="*/ 3810814 w 5010670"/>
              <a:gd name="connsiteY315" fmla="*/ 345788 h 2274677"/>
              <a:gd name="connsiteX316" fmla="*/ 3862183 w 5010670"/>
              <a:gd name="connsiteY316" fmla="*/ 370937 h 2274677"/>
              <a:gd name="connsiteX317" fmla="*/ 3838858 w 5010670"/>
              <a:gd name="connsiteY317" fmla="*/ 440109 h 2274677"/>
              <a:gd name="connsiteX318" fmla="*/ 3769687 w 5010670"/>
              <a:gd name="connsiteY318" fmla="*/ 416784 h 2274677"/>
              <a:gd name="connsiteX319" fmla="*/ 3791377 w 5010670"/>
              <a:gd name="connsiteY319" fmla="*/ 352465 h 2274677"/>
              <a:gd name="connsiteX320" fmla="*/ 3810814 w 5010670"/>
              <a:gd name="connsiteY320" fmla="*/ 345788 h 2274677"/>
              <a:gd name="connsiteX321" fmla="*/ 4140830 w 5010670"/>
              <a:gd name="connsiteY321" fmla="*/ 339436 h 2274677"/>
              <a:gd name="connsiteX322" fmla="*/ 4164604 w 5010670"/>
              <a:gd name="connsiteY322" fmla="*/ 359946 h 2274677"/>
              <a:gd name="connsiteX323" fmla="*/ 4146104 w 5010670"/>
              <a:gd name="connsiteY323" fmla="*/ 415175 h 2274677"/>
              <a:gd name="connsiteX324" fmla="*/ 4091331 w 5010670"/>
              <a:gd name="connsiteY324" fmla="*/ 396825 h 2274677"/>
              <a:gd name="connsiteX325" fmla="*/ 4109535 w 5010670"/>
              <a:gd name="connsiteY325" fmla="*/ 341743 h 2274677"/>
              <a:gd name="connsiteX326" fmla="*/ 4140830 w 5010670"/>
              <a:gd name="connsiteY326" fmla="*/ 339436 h 2274677"/>
              <a:gd name="connsiteX327" fmla="*/ 4436802 w 5010670"/>
              <a:gd name="connsiteY327" fmla="*/ 335081 h 2274677"/>
              <a:gd name="connsiteX328" fmla="*/ 4485819 w 5010670"/>
              <a:gd name="connsiteY328" fmla="*/ 363423 h 2274677"/>
              <a:gd name="connsiteX329" fmla="*/ 4462734 w 5010670"/>
              <a:gd name="connsiteY329" fmla="*/ 432066 h 2274677"/>
              <a:gd name="connsiteX330" fmla="*/ 4394100 w 5010670"/>
              <a:gd name="connsiteY330" fmla="*/ 409009 h 2274677"/>
              <a:gd name="connsiteX331" fmla="*/ 4394100 w 5010670"/>
              <a:gd name="connsiteY331" fmla="*/ 408991 h 2274677"/>
              <a:gd name="connsiteX332" fmla="*/ 4417157 w 5010670"/>
              <a:gd name="connsiteY332" fmla="*/ 340345 h 2274677"/>
              <a:gd name="connsiteX333" fmla="*/ 4436802 w 5010670"/>
              <a:gd name="connsiteY333" fmla="*/ 335081 h 2274677"/>
              <a:gd name="connsiteX334" fmla="*/ 1119827 w 5010670"/>
              <a:gd name="connsiteY334" fmla="*/ 271003 h 2274677"/>
              <a:gd name="connsiteX335" fmla="*/ 1168843 w 5010670"/>
              <a:gd name="connsiteY335" fmla="*/ 299345 h 2274677"/>
              <a:gd name="connsiteX336" fmla="*/ 1145760 w 5010670"/>
              <a:gd name="connsiteY336" fmla="*/ 367987 h 2274677"/>
              <a:gd name="connsiteX337" fmla="*/ 1077125 w 5010670"/>
              <a:gd name="connsiteY337" fmla="*/ 344930 h 2274677"/>
              <a:gd name="connsiteX338" fmla="*/ 1077125 w 5010670"/>
              <a:gd name="connsiteY338" fmla="*/ 344912 h 2274677"/>
              <a:gd name="connsiteX339" fmla="*/ 1100182 w 5010670"/>
              <a:gd name="connsiteY339" fmla="*/ 276267 h 2274677"/>
              <a:gd name="connsiteX340" fmla="*/ 1119827 w 5010670"/>
              <a:gd name="connsiteY340" fmla="*/ 271003 h 2274677"/>
              <a:gd name="connsiteX341" fmla="*/ 2681187 w 5010670"/>
              <a:gd name="connsiteY341" fmla="*/ 254885 h 2274677"/>
              <a:gd name="connsiteX342" fmla="*/ 2702072 w 5010670"/>
              <a:gd name="connsiteY342" fmla="*/ 273094 h 2274677"/>
              <a:gd name="connsiteX343" fmla="*/ 2685745 w 5010670"/>
              <a:gd name="connsiteY343" fmla="*/ 321607 h 2274677"/>
              <a:gd name="connsiteX344" fmla="*/ 2685718 w 5010670"/>
              <a:gd name="connsiteY344" fmla="*/ 321620 h 2274677"/>
              <a:gd name="connsiteX345" fmla="*/ 2637218 w 5010670"/>
              <a:gd name="connsiteY345" fmla="*/ 305253 h 2274677"/>
              <a:gd name="connsiteX346" fmla="*/ 2653546 w 5010670"/>
              <a:gd name="connsiteY346" fmla="*/ 256769 h 2274677"/>
              <a:gd name="connsiteX347" fmla="*/ 2681187 w 5010670"/>
              <a:gd name="connsiteY347" fmla="*/ 254885 h 2274677"/>
              <a:gd name="connsiteX348" fmla="*/ 1885312 w 5010670"/>
              <a:gd name="connsiteY348" fmla="*/ 226634 h 2274677"/>
              <a:gd name="connsiteX349" fmla="*/ 1906798 w 5010670"/>
              <a:gd name="connsiteY349" fmla="*/ 245379 h 2274677"/>
              <a:gd name="connsiteX350" fmla="*/ 1890014 w 5010670"/>
              <a:gd name="connsiteY350" fmla="*/ 295331 h 2274677"/>
              <a:gd name="connsiteX351" fmla="*/ 1840147 w 5010670"/>
              <a:gd name="connsiteY351" fmla="*/ 278709 h 2274677"/>
              <a:gd name="connsiteX352" fmla="*/ 1840067 w 5010670"/>
              <a:gd name="connsiteY352" fmla="*/ 278535 h 2274677"/>
              <a:gd name="connsiteX353" fmla="*/ 1856850 w 5010670"/>
              <a:gd name="connsiteY353" fmla="*/ 228582 h 2274677"/>
              <a:gd name="connsiteX354" fmla="*/ 1885312 w 5010670"/>
              <a:gd name="connsiteY354" fmla="*/ 226634 h 2274677"/>
              <a:gd name="connsiteX355" fmla="*/ 2964450 w 5010670"/>
              <a:gd name="connsiteY355" fmla="*/ 150066 h 2274677"/>
              <a:gd name="connsiteX356" fmla="*/ 3007872 w 5010670"/>
              <a:gd name="connsiteY356" fmla="*/ 175019 h 2274677"/>
              <a:gd name="connsiteX357" fmla="*/ 2987630 w 5010670"/>
              <a:gd name="connsiteY357" fmla="*/ 235814 h 2274677"/>
              <a:gd name="connsiteX358" fmla="*/ 2926770 w 5010670"/>
              <a:gd name="connsiteY358" fmla="*/ 215438 h 2274677"/>
              <a:gd name="connsiteX359" fmla="*/ 2947092 w 5010670"/>
              <a:gd name="connsiteY359" fmla="*/ 154775 h 2274677"/>
              <a:gd name="connsiteX360" fmla="*/ 2964450 w 5010670"/>
              <a:gd name="connsiteY360" fmla="*/ 150066 h 2274677"/>
              <a:gd name="connsiteX361" fmla="*/ 1379070 w 5010670"/>
              <a:gd name="connsiteY361" fmla="*/ 90592 h 2274677"/>
              <a:gd name="connsiteX362" fmla="*/ 1432683 w 5010670"/>
              <a:gd name="connsiteY362" fmla="*/ 122234 h 2274677"/>
              <a:gd name="connsiteX363" fmla="*/ 1406623 w 5010670"/>
              <a:gd name="connsiteY363" fmla="*/ 197475 h 2274677"/>
              <a:gd name="connsiteX364" fmla="*/ 1406355 w 5010670"/>
              <a:gd name="connsiteY364" fmla="*/ 197606 h 2274677"/>
              <a:gd name="connsiteX365" fmla="*/ 1331018 w 5010670"/>
              <a:gd name="connsiteY365" fmla="*/ 170664 h 2274677"/>
              <a:gd name="connsiteX366" fmla="*/ 1357426 w 5010670"/>
              <a:gd name="connsiteY366" fmla="*/ 96186 h 2274677"/>
              <a:gd name="connsiteX367" fmla="*/ 1379070 w 5010670"/>
              <a:gd name="connsiteY367" fmla="*/ 90592 h 2274677"/>
              <a:gd name="connsiteX368" fmla="*/ 2150077 w 5010670"/>
              <a:gd name="connsiteY368" fmla="*/ 78661 h 2274677"/>
              <a:gd name="connsiteX369" fmla="*/ 2192944 w 5010670"/>
              <a:gd name="connsiteY369" fmla="*/ 103379 h 2274677"/>
              <a:gd name="connsiteX370" fmla="*/ 2172863 w 5010670"/>
              <a:gd name="connsiteY370" fmla="*/ 163426 h 2274677"/>
              <a:gd name="connsiteX371" fmla="*/ 2172836 w 5010670"/>
              <a:gd name="connsiteY371" fmla="*/ 163434 h 2274677"/>
              <a:gd name="connsiteX372" fmla="*/ 2112808 w 5010670"/>
              <a:gd name="connsiteY372" fmla="*/ 143318 h 2274677"/>
              <a:gd name="connsiteX373" fmla="*/ 2132916 w 5010670"/>
              <a:gd name="connsiteY373" fmla="*/ 83287 h 2274677"/>
              <a:gd name="connsiteX374" fmla="*/ 2150077 w 5010670"/>
              <a:gd name="connsiteY374" fmla="*/ 78661 h 2274677"/>
              <a:gd name="connsiteX375" fmla="*/ 3268805 w 5010670"/>
              <a:gd name="connsiteY375" fmla="*/ 66588 h 2274677"/>
              <a:gd name="connsiteX376" fmla="*/ 3321874 w 5010670"/>
              <a:gd name="connsiteY376" fmla="*/ 97383 h 2274677"/>
              <a:gd name="connsiteX377" fmla="*/ 3296753 w 5010670"/>
              <a:gd name="connsiteY377" fmla="*/ 171738 h 2274677"/>
              <a:gd name="connsiteX378" fmla="*/ 3222488 w 5010670"/>
              <a:gd name="connsiteY378" fmla="*/ 146805 h 2274677"/>
              <a:gd name="connsiteX379" fmla="*/ 3222408 w 5010670"/>
              <a:gd name="connsiteY379" fmla="*/ 146620 h 2274677"/>
              <a:gd name="connsiteX380" fmla="*/ 3247502 w 5010670"/>
              <a:gd name="connsiteY380" fmla="*/ 72261 h 2274677"/>
              <a:gd name="connsiteX381" fmla="*/ 3268805 w 5010670"/>
              <a:gd name="connsiteY381" fmla="*/ 66588 h 2274677"/>
              <a:gd name="connsiteX382" fmla="*/ 3575740 w 5010670"/>
              <a:gd name="connsiteY382" fmla="*/ 14517 h 2274677"/>
              <a:gd name="connsiteX383" fmla="*/ 3628745 w 5010670"/>
              <a:gd name="connsiteY383" fmla="*/ 45424 h 2274677"/>
              <a:gd name="connsiteX384" fmla="*/ 3603463 w 5010670"/>
              <a:gd name="connsiteY384" fmla="*/ 119726 h 2274677"/>
              <a:gd name="connsiteX385" fmla="*/ 3603061 w 5010670"/>
              <a:gd name="connsiteY385" fmla="*/ 119925 h 2274677"/>
              <a:gd name="connsiteX386" fmla="*/ 3529199 w 5010670"/>
              <a:gd name="connsiteY386" fmla="*/ 94525 h 2274677"/>
              <a:gd name="connsiteX387" fmla="*/ 3529172 w 5010670"/>
              <a:gd name="connsiteY387" fmla="*/ 94447 h 2274677"/>
              <a:gd name="connsiteX388" fmla="*/ 3554427 w 5010670"/>
              <a:gd name="connsiteY388" fmla="*/ 20145 h 2274677"/>
              <a:gd name="connsiteX389" fmla="*/ 3575740 w 5010670"/>
              <a:gd name="connsiteY389" fmla="*/ 14517 h 2274677"/>
              <a:gd name="connsiteX390" fmla="*/ 4819372 w 5010670"/>
              <a:gd name="connsiteY390" fmla="*/ 2917 h 2274677"/>
              <a:gd name="connsiteX391" fmla="*/ 4821378 w 5010670"/>
              <a:gd name="connsiteY391" fmla="*/ 3380 h 2274677"/>
              <a:gd name="connsiteX392" fmla="*/ 4821378 w 5010670"/>
              <a:gd name="connsiteY392" fmla="*/ 149188 h 2274677"/>
              <a:gd name="connsiteX393" fmla="*/ 4800428 w 5010670"/>
              <a:gd name="connsiteY393" fmla="*/ 146385 h 2274677"/>
              <a:gd name="connsiteX394" fmla="*/ 4757917 w 5010670"/>
              <a:gd name="connsiteY394" fmla="*/ 109269 h 2274677"/>
              <a:gd name="connsiteX395" fmla="*/ 4791108 w 5010670"/>
              <a:gd name="connsiteY395" fmla="*/ 10527 h 2274677"/>
              <a:gd name="connsiteX396" fmla="*/ 4819372 w 5010670"/>
              <a:gd name="connsiteY396" fmla="*/ 2917 h 2274677"/>
              <a:gd name="connsiteX397" fmla="*/ 4454144 w 5010670"/>
              <a:gd name="connsiteY397" fmla="*/ 0 h 2274677"/>
              <a:gd name="connsiteX398" fmla="*/ 4571035 w 5010670"/>
              <a:gd name="connsiteY398" fmla="*/ 0 h 2274677"/>
              <a:gd name="connsiteX399" fmla="*/ 4580244 w 5010670"/>
              <a:gd name="connsiteY399" fmla="*/ 9764 h 2274677"/>
              <a:gd name="connsiteX400" fmla="*/ 4546651 w 5010670"/>
              <a:gd name="connsiteY400" fmla="*/ 109270 h 2274677"/>
              <a:gd name="connsiteX401" fmla="*/ 4447185 w 5010670"/>
              <a:gd name="connsiteY401" fmla="*/ 75758 h 2274677"/>
              <a:gd name="connsiteX402" fmla="*/ 4447131 w 5010670"/>
              <a:gd name="connsiteY402" fmla="*/ 75675 h 2274677"/>
              <a:gd name="connsiteX403" fmla="*/ 4443341 w 5010670"/>
              <a:gd name="connsiteY403" fmla="*/ 18962 h 2274677"/>
              <a:gd name="connsiteX404" fmla="*/ 4149217 w 5010670"/>
              <a:gd name="connsiteY404" fmla="*/ 0 h 2274677"/>
              <a:gd name="connsiteX405" fmla="*/ 4257393 w 5010670"/>
              <a:gd name="connsiteY405" fmla="*/ 0 h 2274677"/>
              <a:gd name="connsiteX406" fmla="*/ 4260317 w 5010670"/>
              <a:gd name="connsiteY406" fmla="*/ 3285 h 2274677"/>
              <a:gd name="connsiteX407" fmla="*/ 4229485 w 5010670"/>
              <a:gd name="connsiteY407" fmla="*/ 86482 h 2274677"/>
              <a:gd name="connsiteX408" fmla="*/ 4147981 w 5010670"/>
              <a:gd name="connsiteY408" fmla="*/ 59050 h 2274677"/>
              <a:gd name="connsiteX409" fmla="*/ 4143256 w 5010670"/>
              <a:gd name="connsiteY409" fmla="*/ 11266 h 2274677"/>
              <a:gd name="connsiteX410" fmla="*/ 3860379 w 5010670"/>
              <a:gd name="connsiteY410" fmla="*/ 0 h 2274677"/>
              <a:gd name="connsiteX411" fmla="*/ 3921495 w 5010670"/>
              <a:gd name="connsiteY411" fmla="*/ 0 h 2274677"/>
              <a:gd name="connsiteX412" fmla="*/ 3936582 w 5010670"/>
              <a:gd name="connsiteY412" fmla="*/ 15837 h 2274677"/>
              <a:gd name="connsiteX413" fmla="*/ 3913391 w 5010670"/>
              <a:gd name="connsiteY413" fmla="*/ 85678 h 2274677"/>
              <a:gd name="connsiteX414" fmla="*/ 3843550 w 5010670"/>
              <a:gd name="connsiteY414" fmla="*/ 62487 h 2274677"/>
              <a:gd name="connsiteX415" fmla="*/ 3840688 w 5010670"/>
              <a:gd name="connsiteY415" fmla="*/ 22764 h 2274677"/>
              <a:gd name="connsiteX416" fmla="*/ 2391233 w 5010670"/>
              <a:gd name="connsiteY416" fmla="*/ 0 h 2274677"/>
              <a:gd name="connsiteX417" fmla="*/ 2491395 w 5010670"/>
              <a:gd name="connsiteY417" fmla="*/ 0 h 2274677"/>
              <a:gd name="connsiteX418" fmla="*/ 2492784 w 5010670"/>
              <a:gd name="connsiteY418" fmla="*/ 19856 h 2274677"/>
              <a:gd name="connsiteX419" fmla="*/ 2465632 w 5010670"/>
              <a:gd name="connsiteY419" fmla="*/ 51092 h 2274677"/>
              <a:gd name="connsiteX420" fmla="*/ 2393110 w 5010670"/>
              <a:gd name="connsiteY420" fmla="*/ 26829 h 2274677"/>
              <a:gd name="connsiteX421" fmla="*/ 1592732 w 5010670"/>
              <a:gd name="connsiteY421" fmla="*/ 0 h 2274677"/>
              <a:gd name="connsiteX422" fmla="*/ 1708961 w 5010670"/>
              <a:gd name="connsiteY422" fmla="*/ 0 h 2274677"/>
              <a:gd name="connsiteX423" fmla="*/ 1709486 w 5010670"/>
              <a:gd name="connsiteY423" fmla="*/ 7656 h 2274677"/>
              <a:gd name="connsiteX424" fmla="*/ 1677944 w 5010670"/>
              <a:gd name="connsiteY424" fmla="*/ 43855 h 2274677"/>
              <a:gd name="connsiteX425" fmla="*/ 1677783 w 5010670"/>
              <a:gd name="connsiteY425" fmla="*/ 43935 h 2274677"/>
              <a:gd name="connsiteX426" fmla="*/ 1593759 w 5010670"/>
              <a:gd name="connsiteY426" fmla="*/ 15436 h 2274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</a:cxnLst>
            <a:rect l="l" t="t" r="r" b="b"/>
            <a:pathLst>
              <a:path w="5010670" h="2274677">
                <a:moveTo>
                  <a:pt x="4987279" y="2240091"/>
                </a:moveTo>
                <a:cubicBezTo>
                  <a:pt x="4996341" y="2236820"/>
                  <a:pt x="5006341" y="2241486"/>
                  <a:pt x="5009612" y="2250520"/>
                </a:cubicBezTo>
                <a:cubicBezTo>
                  <a:pt x="5012910" y="2259556"/>
                  <a:pt x="5008245" y="2269556"/>
                  <a:pt x="4999210" y="2272853"/>
                </a:cubicBezTo>
                <a:cubicBezTo>
                  <a:pt x="4990630" y="2277116"/>
                  <a:pt x="4980201" y="2273658"/>
                  <a:pt x="4975885" y="2265078"/>
                </a:cubicBezTo>
                <a:cubicBezTo>
                  <a:pt x="4971810" y="2256419"/>
                  <a:pt x="4975375" y="2246070"/>
                  <a:pt x="4983928" y="2241754"/>
                </a:cubicBezTo>
                <a:cubicBezTo>
                  <a:pt x="4984973" y="2241083"/>
                  <a:pt x="4986099" y="2240520"/>
                  <a:pt x="4987279" y="2240091"/>
                </a:cubicBezTo>
                <a:close/>
                <a:moveTo>
                  <a:pt x="4771285" y="1813537"/>
                </a:moveTo>
                <a:cubicBezTo>
                  <a:pt x="4776121" y="1815183"/>
                  <a:pt x="4780343" y="1818635"/>
                  <a:pt x="4782850" y="1823514"/>
                </a:cubicBezTo>
                <a:cubicBezTo>
                  <a:pt x="4787382" y="1833461"/>
                  <a:pt x="4783387" y="1845204"/>
                  <a:pt x="4773735" y="1850324"/>
                </a:cubicBezTo>
                <a:lnTo>
                  <a:pt x="4774003" y="1850861"/>
                </a:lnTo>
                <a:cubicBezTo>
                  <a:pt x="4764620" y="1854668"/>
                  <a:pt x="4753869" y="1851021"/>
                  <a:pt x="4748748" y="1842282"/>
                </a:cubicBezTo>
                <a:cubicBezTo>
                  <a:pt x="4743064" y="1832576"/>
                  <a:pt x="4746335" y="1820083"/>
                  <a:pt x="4756040" y="1814399"/>
                </a:cubicBezTo>
                <a:cubicBezTo>
                  <a:pt x="4761000" y="1812053"/>
                  <a:pt x="4766449" y="1811892"/>
                  <a:pt x="4771285" y="1813537"/>
                </a:cubicBezTo>
                <a:close/>
                <a:moveTo>
                  <a:pt x="4461679" y="1764920"/>
                </a:moveTo>
                <a:cubicBezTo>
                  <a:pt x="4466180" y="1766449"/>
                  <a:pt x="4470147" y="1769545"/>
                  <a:pt x="4472708" y="1773915"/>
                </a:cubicBezTo>
                <a:cubicBezTo>
                  <a:pt x="4478392" y="1783621"/>
                  <a:pt x="4475121" y="1796114"/>
                  <a:pt x="4465416" y="1801798"/>
                </a:cubicBezTo>
                <a:cubicBezTo>
                  <a:pt x="4456032" y="1805605"/>
                  <a:pt x="4445281" y="1801959"/>
                  <a:pt x="4440161" y="1793219"/>
                </a:cubicBezTo>
                <a:cubicBezTo>
                  <a:pt x="4434477" y="1783514"/>
                  <a:pt x="4437748" y="1771020"/>
                  <a:pt x="4447453" y="1765336"/>
                </a:cubicBezTo>
                <a:cubicBezTo>
                  <a:pt x="4452145" y="1763433"/>
                  <a:pt x="4457178" y="1763392"/>
                  <a:pt x="4461679" y="1764920"/>
                </a:cubicBezTo>
                <a:close/>
                <a:moveTo>
                  <a:pt x="859317" y="1474632"/>
                </a:moveTo>
                <a:cubicBezTo>
                  <a:pt x="861435" y="1473587"/>
                  <a:pt x="864009" y="1474471"/>
                  <a:pt x="865054" y="1476590"/>
                </a:cubicBezTo>
                <a:cubicBezTo>
                  <a:pt x="866019" y="1478815"/>
                  <a:pt x="865081" y="1481415"/>
                  <a:pt x="862909" y="1482488"/>
                </a:cubicBezTo>
                <a:cubicBezTo>
                  <a:pt x="860764" y="1483426"/>
                  <a:pt x="858244" y="1482488"/>
                  <a:pt x="857279" y="1480343"/>
                </a:cubicBezTo>
                <a:cubicBezTo>
                  <a:pt x="857226" y="1480236"/>
                  <a:pt x="857172" y="1480128"/>
                  <a:pt x="857118" y="1480021"/>
                </a:cubicBezTo>
                <a:cubicBezTo>
                  <a:pt x="856207" y="1477983"/>
                  <a:pt x="857118" y="1475624"/>
                  <a:pt x="859156" y="1474713"/>
                </a:cubicBezTo>
                <a:cubicBezTo>
                  <a:pt x="859209" y="1474686"/>
                  <a:pt x="859263" y="1474659"/>
                  <a:pt x="859317" y="1474632"/>
                </a:cubicBezTo>
                <a:close/>
                <a:moveTo>
                  <a:pt x="4821378" y="1471300"/>
                </a:moveTo>
                <a:lnTo>
                  <a:pt x="4821378" y="1511570"/>
                </a:lnTo>
                <a:lnTo>
                  <a:pt x="4812610" y="1503936"/>
                </a:lnTo>
                <a:cubicBezTo>
                  <a:pt x="4809246" y="1497167"/>
                  <a:pt x="4808944" y="1489666"/>
                  <a:pt x="4811176" y="1483017"/>
                </a:cubicBezTo>
                <a:close/>
                <a:moveTo>
                  <a:pt x="4537419" y="1419678"/>
                </a:moveTo>
                <a:cubicBezTo>
                  <a:pt x="4542999" y="1421568"/>
                  <a:pt x="4547858" y="1425583"/>
                  <a:pt x="4550673" y="1431280"/>
                </a:cubicBezTo>
                <a:cubicBezTo>
                  <a:pt x="4556304" y="1442755"/>
                  <a:pt x="4551638" y="1456643"/>
                  <a:pt x="4540217" y="1462380"/>
                </a:cubicBezTo>
                <a:cubicBezTo>
                  <a:pt x="4528715" y="1467849"/>
                  <a:pt x="4514961" y="1463238"/>
                  <a:pt x="4509117" y="1451924"/>
                </a:cubicBezTo>
                <a:cubicBezTo>
                  <a:pt x="4503540" y="1440369"/>
                  <a:pt x="4508313" y="1426481"/>
                  <a:pt x="4519841" y="1420824"/>
                </a:cubicBezTo>
                <a:cubicBezTo>
                  <a:pt x="4525539" y="1418023"/>
                  <a:pt x="4531839" y="1417788"/>
                  <a:pt x="4537419" y="1419678"/>
                </a:cubicBezTo>
                <a:close/>
                <a:moveTo>
                  <a:pt x="3911028" y="1415587"/>
                </a:moveTo>
                <a:cubicBezTo>
                  <a:pt x="3915194" y="1417004"/>
                  <a:pt x="3918887" y="1419806"/>
                  <a:pt x="3921380" y="1423747"/>
                </a:cubicBezTo>
                <a:cubicBezTo>
                  <a:pt x="3927252" y="1432997"/>
                  <a:pt x="3924517" y="1445249"/>
                  <a:pt x="3915268" y="1451120"/>
                </a:cubicBezTo>
                <a:cubicBezTo>
                  <a:pt x="3914061" y="1451898"/>
                  <a:pt x="3912774" y="1452514"/>
                  <a:pt x="3911434" y="1453024"/>
                </a:cubicBezTo>
                <a:cubicBezTo>
                  <a:pt x="3901139" y="1456750"/>
                  <a:pt x="3889744" y="1451469"/>
                  <a:pt x="3885991" y="1441174"/>
                </a:cubicBezTo>
                <a:cubicBezTo>
                  <a:pt x="3882237" y="1430879"/>
                  <a:pt x="3887546" y="1419484"/>
                  <a:pt x="3897841" y="1415731"/>
                </a:cubicBezTo>
                <a:cubicBezTo>
                  <a:pt x="3902225" y="1414136"/>
                  <a:pt x="3906863" y="1414169"/>
                  <a:pt x="3911028" y="1415587"/>
                </a:cubicBezTo>
                <a:close/>
                <a:moveTo>
                  <a:pt x="4223580" y="1407024"/>
                </a:moveTo>
                <a:cubicBezTo>
                  <a:pt x="4227400" y="1408331"/>
                  <a:pt x="4230731" y="1411066"/>
                  <a:pt x="4232702" y="1414926"/>
                </a:cubicBezTo>
                <a:cubicBezTo>
                  <a:pt x="4232782" y="1415087"/>
                  <a:pt x="4232863" y="1415248"/>
                  <a:pt x="4232943" y="1415436"/>
                </a:cubicBezTo>
                <a:cubicBezTo>
                  <a:pt x="4236589" y="1423211"/>
                  <a:pt x="4233238" y="1432460"/>
                  <a:pt x="4225463" y="1436106"/>
                </a:cubicBezTo>
                <a:cubicBezTo>
                  <a:pt x="4225329" y="1436187"/>
                  <a:pt x="4225195" y="1436241"/>
                  <a:pt x="4225061" y="1436294"/>
                </a:cubicBezTo>
                <a:cubicBezTo>
                  <a:pt x="4217366" y="1440075"/>
                  <a:pt x="4208037" y="1436857"/>
                  <a:pt x="4204283" y="1429136"/>
                </a:cubicBezTo>
                <a:cubicBezTo>
                  <a:pt x="4204230" y="1429029"/>
                  <a:pt x="4204176" y="1428921"/>
                  <a:pt x="4204122" y="1428787"/>
                </a:cubicBezTo>
                <a:cubicBezTo>
                  <a:pt x="4200342" y="1420932"/>
                  <a:pt x="4203640" y="1411468"/>
                  <a:pt x="4211522" y="1407688"/>
                </a:cubicBezTo>
                <a:cubicBezTo>
                  <a:pt x="4215449" y="1405838"/>
                  <a:pt x="4219759" y="1405717"/>
                  <a:pt x="4223580" y="1407024"/>
                </a:cubicBezTo>
                <a:close/>
                <a:moveTo>
                  <a:pt x="15836" y="1399373"/>
                </a:moveTo>
                <a:cubicBezTo>
                  <a:pt x="18573" y="1400475"/>
                  <a:pt x="20889" y="1402620"/>
                  <a:pt x="22137" y="1405542"/>
                </a:cubicBezTo>
                <a:cubicBezTo>
                  <a:pt x="22167" y="1405596"/>
                  <a:pt x="22199" y="1405676"/>
                  <a:pt x="22229" y="1405730"/>
                </a:cubicBezTo>
                <a:cubicBezTo>
                  <a:pt x="24966" y="1411468"/>
                  <a:pt x="22523" y="1418357"/>
                  <a:pt x="16775" y="1421092"/>
                </a:cubicBezTo>
                <a:cubicBezTo>
                  <a:pt x="16660" y="1421146"/>
                  <a:pt x="16545" y="1421199"/>
                  <a:pt x="16427" y="1421253"/>
                </a:cubicBezTo>
                <a:cubicBezTo>
                  <a:pt x="10775" y="1423854"/>
                  <a:pt x="4091" y="1421387"/>
                  <a:pt x="1493" y="1415730"/>
                </a:cubicBezTo>
                <a:cubicBezTo>
                  <a:pt x="1282" y="1415355"/>
                  <a:pt x="1094" y="1414980"/>
                  <a:pt x="925" y="1414577"/>
                </a:cubicBezTo>
                <a:cubicBezTo>
                  <a:pt x="-1571" y="1408706"/>
                  <a:pt x="1156" y="1401950"/>
                  <a:pt x="7014" y="1399457"/>
                </a:cubicBezTo>
                <a:cubicBezTo>
                  <a:pt x="9943" y="1398210"/>
                  <a:pt x="13100" y="1398270"/>
                  <a:pt x="15836" y="1399373"/>
                </a:cubicBezTo>
                <a:close/>
                <a:moveTo>
                  <a:pt x="1079269" y="1252993"/>
                </a:moveTo>
                <a:cubicBezTo>
                  <a:pt x="1081414" y="1252054"/>
                  <a:pt x="1083934" y="1252993"/>
                  <a:pt x="1084899" y="1255137"/>
                </a:cubicBezTo>
                <a:cubicBezTo>
                  <a:pt x="1084953" y="1255245"/>
                  <a:pt x="1085007" y="1255352"/>
                  <a:pt x="1085060" y="1255459"/>
                </a:cubicBezTo>
                <a:cubicBezTo>
                  <a:pt x="1085972" y="1257497"/>
                  <a:pt x="1085060" y="1259856"/>
                  <a:pt x="1083022" y="1260768"/>
                </a:cubicBezTo>
                <a:cubicBezTo>
                  <a:pt x="1082969" y="1260795"/>
                  <a:pt x="1082915" y="1260821"/>
                  <a:pt x="1082862" y="1260848"/>
                </a:cubicBezTo>
                <a:cubicBezTo>
                  <a:pt x="1080744" y="1261894"/>
                  <a:pt x="1078170" y="1261009"/>
                  <a:pt x="1077125" y="1258891"/>
                </a:cubicBezTo>
                <a:cubicBezTo>
                  <a:pt x="1076159" y="1256666"/>
                  <a:pt x="1077098" y="1254065"/>
                  <a:pt x="1079269" y="1252993"/>
                </a:cubicBezTo>
                <a:close/>
                <a:moveTo>
                  <a:pt x="2266968" y="1230204"/>
                </a:moveTo>
                <a:cubicBezTo>
                  <a:pt x="2270078" y="1228622"/>
                  <a:pt x="2273885" y="1229802"/>
                  <a:pt x="2275547" y="1232885"/>
                </a:cubicBezTo>
                <a:cubicBezTo>
                  <a:pt x="2275574" y="1232938"/>
                  <a:pt x="2275601" y="1232965"/>
                  <a:pt x="2275601" y="1233019"/>
                </a:cubicBezTo>
                <a:cubicBezTo>
                  <a:pt x="2277049" y="1236102"/>
                  <a:pt x="2275681" y="1239775"/>
                  <a:pt x="2272598" y="1241196"/>
                </a:cubicBezTo>
                <a:cubicBezTo>
                  <a:pt x="2272437" y="1241303"/>
                  <a:pt x="2272276" y="1241384"/>
                  <a:pt x="2272089" y="1241464"/>
                </a:cubicBezTo>
                <a:cubicBezTo>
                  <a:pt x="2269113" y="1242805"/>
                  <a:pt x="2265627" y="1241491"/>
                  <a:pt x="2264287" y="1238515"/>
                </a:cubicBezTo>
                <a:cubicBezTo>
                  <a:pt x="2264287" y="1238515"/>
                  <a:pt x="2264287" y="1238515"/>
                  <a:pt x="2264287" y="1238488"/>
                </a:cubicBezTo>
                <a:cubicBezTo>
                  <a:pt x="2262732" y="1235459"/>
                  <a:pt x="2263938" y="1231759"/>
                  <a:pt x="2266968" y="1230204"/>
                </a:cubicBezTo>
                <a:close/>
                <a:moveTo>
                  <a:pt x="642716" y="1195046"/>
                </a:moveTo>
                <a:cubicBezTo>
                  <a:pt x="645760" y="1196061"/>
                  <a:pt x="648427" y="1198206"/>
                  <a:pt x="650036" y="1201249"/>
                </a:cubicBezTo>
                <a:cubicBezTo>
                  <a:pt x="653146" y="1207469"/>
                  <a:pt x="650626" y="1215029"/>
                  <a:pt x="644405" y="1218139"/>
                </a:cubicBezTo>
                <a:cubicBezTo>
                  <a:pt x="638427" y="1220820"/>
                  <a:pt x="631402" y="1218461"/>
                  <a:pt x="628239" y="1212751"/>
                </a:cubicBezTo>
                <a:cubicBezTo>
                  <a:pt x="624861" y="1206664"/>
                  <a:pt x="627059" y="1198997"/>
                  <a:pt x="633145" y="1195619"/>
                </a:cubicBezTo>
                <a:cubicBezTo>
                  <a:pt x="636255" y="1194145"/>
                  <a:pt x="639673" y="1194031"/>
                  <a:pt x="642716" y="1195046"/>
                </a:cubicBezTo>
                <a:close/>
                <a:moveTo>
                  <a:pt x="3367328" y="1159371"/>
                </a:moveTo>
                <a:cubicBezTo>
                  <a:pt x="3370167" y="1160397"/>
                  <a:pt x="3372613" y="1162508"/>
                  <a:pt x="3373994" y="1165457"/>
                </a:cubicBezTo>
                <a:cubicBezTo>
                  <a:pt x="3376755" y="1171355"/>
                  <a:pt x="3374235" y="1178379"/>
                  <a:pt x="3368337" y="1181141"/>
                </a:cubicBezTo>
                <a:cubicBezTo>
                  <a:pt x="3362546" y="1183849"/>
                  <a:pt x="3355656" y="1181489"/>
                  <a:pt x="3352787" y="1175779"/>
                </a:cubicBezTo>
                <a:cubicBezTo>
                  <a:pt x="3352733" y="1175671"/>
                  <a:pt x="3352679" y="1175591"/>
                  <a:pt x="3352653" y="1175484"/>
                </a:cubicBezTo>
                <a:cubicBezTo>
                  <a:pt x="3349864" y="1169586"/>
                  <a:pt x="3352411" y="1162561"/>
                  <a:pt x="3358310" y="1159800"/>
                </a:cubicBezTo>
                <a:cubicBezTo>
                  <a:pt x="3361259" y="1158406"/>
                  <a:pt x="3364490" y="1158346"/>
                  <a:pt x="3367328" y="1159371"/>
                </a:cubicBezTo>
                <a:close/>
                <a:moveTo>
                  <a:pt x="211864" y="1156151"/>
                </a:moveTo>
                <a:cubicBezTo>
                  <a:pt x="214670" y="1157059"/>
                  <a:pt x="217129" y="1159036"/>
                  <a:pt x="218577" y="1161864"/>
                </a:cubicBezTo>
                <a:cubicBezTo>
                  <a:pt x="221472" y="1167548"/>
                  <a:pt x="219220" y="1174492"/>
                  <a:pt x="213563" y="1177388"/>
                </a:cubicBezTo>
                <a:cubicBezTo>
                  <a:pt x="213539" y="1177388"/>
                  <a:pt x="213513" y="1177414"/>
                  <a:pt x="213488" y="1177414"/>
                </a:cubicBezTo>
                <a:cubicBezTo>
                  <a:pt x="207799" y="1180283"/>
                  <a:pt x="200869" y="1177977"/>
                  <a:pt x="198013" y="1172294"/>
                </a:cubicBezTo>
                <a:cubicBezTo>
                  <a:pt x="195172" y="1166637"/>
                  <a:pt x="197429" y="1159746"/>
                  <a:pt x="203070" y="1156851"/>
                </a:cubicBezTo>
                <a:cubicBezTo>
                  <a:pt x="205905" y="1155403"/>
                  <a:pt x="209058" y="1155242"/>
                  <a:pt x="211864" y="1156151"/>
                </a:cubicBezTo>
                <a:close/>
                <a:moveTo>
                  <a:pt x="3675255" y="1094591"/>
                </a:moveTo>
                <a:cubicBezTo>
                  <a:pt x="3679484" y="1096012"/>
                  <a:pt x="3683170" y="1099049"/>
                  <a:pt x="3685315" y="1103365"/>
                </a:cubicBezTo>
                <a:cubicBezTo>
                  <a:pt x="3689605" y="1111971"/>
                  <a:pt x="3686066" y="1122427"/>
                  <a:pt x="3677460" y="1126717"/>
                </a:cubicBezTo>
                <a:cubicBezTo>
                  <a:pt x="3668881" y="1130980"/>
                  <a:pt x="3658451" y="1127521"/>
                  <a:pt x="3654135" y="1118942"/>
                </a:cubicBezTo>
                <a:cubicBezTo>
                  <a:pt x="3654135" y="1118915"/>
                  <a:pt x="3654108" y="1118888"/>
                  <a:pt x="3654108" y="1118861"/>
                </a:cubicBezTo>
                <a:cubicBezTo>
                  <a:pt x="3649819" y="1110255"/>
                  <a:pt x="3653331" y="1099799"/>
                  <a:pt x="3661937" y="1095510"/>
                </a:cubicBezTo>
                <a:cubicBezTo>
                  <a:pt x="3666254" y="1093365"/>
                  <a:pt x="3671026" y="1093171"/>
                  <a:pt x="3675255" y="1094591"/>
                </a:cubicBezTo>
                <a:close/>
                <a:moveTo>
                  <a:pt x="2543650" y="1085697"/>
                </a:moveTo>
                <a:cubicBezTo>
                  <a:pt x="2546760" y="1084115"/>
                  <a:pt x="2550567" y="1085295"/>
                  <a:pt x="2552229" y="1088378"/>
                </a:cubicBezTo>
                <a:cubicBezTo>
                  <a:pt x="2552256" y="1088432"/>
                  <a:pt x="2552283" y="1088458"/>
                  <a:pt x="2552283" y="1088512"/>
                </a:cubicBezTo>
                <a:cubicBezTo>
                  <a:pt x="2553731" y="1091595"/>
                  <a:pt x="2552363" y="1095268"/>
                  <a:pt x="2549280" y="1096689"/>
                </a:cubicBezTo>
                <a:cubicBezTo>
                  <a:pt x="2549119" y="1096796"/>
                  <a:pt x="2548959" y="1096877"/>
                  <a:pt x="2548771" y="1096957"/>
                </a:cubicBezTo>
                <a:cubicBezTo>
                  <a:pt x="2545795" y="1098298"/>
                  <a:pt x="2542310" y="1096984"/>
                  <a:pt x="2540969" y="1094008"/>
                </a:cubicBezTo>
                <a:cubicBezTo>
                  <a:pt x="2540969" y="1094008"/>
                  <a:pt x="2540969" y="1094008"/>
                  <a:pt x="2540969" y="1093981"/>
                </a:cubicBezTo>
                <a:cubicBezTo>
                  <a:pt x="2539414" y="1090952"/>
                  <a:pt x="2540620" y="1087252"/>
                  <a:pt x="2543650" y="1085697"/>
                </a:cubicBezTo>
                <a:close/>
                <a:moveTo>
                  <a:pt x="4614948" y="1066069"/>
                </a:moveTo>
                <a:cubicBezTo>
                  <a:pt x="4623591" y="1068995"/>
                  <a:pt x="4631118" y="1075215"/>
                  <a:pt x="4635475" y="1084035"/>
                </a:cubicBezTo>
                <a:cubicBezTo>
                  <a:pt x="4644214" y="1101702"/>
                  <a:pt x="4636976" y="1123097"/>
                  <a:pt x="4619307" y="1131810"/>
                </a:cubicBezTo>
                <a:cubicBezTo>
                  <a:pt x="4619174" y="1131864"/>
                  <a:pt x="4619040" y="1131945"/>
                  <a:pt x="4618905" y="1131998"/>
                </a:cubicBezTo>
                <a:cubicBezTo>
                  <a:pt x="4601345" y="1140577"/>
                  <a:pt x="4580164" y="1133285"/>
                  <a:pt x="4571585" y="1115724"/>
                </a:cubicBezTo>
                <a:cubicBezTo>
                  <a:pt x="4571559" y="1115698"/>
                  <a:pt x="4571559" y="1115671"/>
                  <a:pt x="4571532" y="1115644"/>
                </a:cubicBezTo>
                <a:cubicBezTo>
                  <a:pt x="4562818" y="1097976"/>
                  <a:pt x="4570057" y="1076608"/>
                  <a:pt x="4587725" y="1067868"/>
                </a:cubicBezTo>
                <a:cubicBezTo>
                  <a:pt x="4596546" y="1063512"/>
                  <a:pt x="4606305" y="1063143"/>
                  <a:pt x="4614948" y="1066069"/>
                </a:cubicBezTo>
                <a:close/>
                <a:moveTo>
                  <a:pt x="3972830" y="1055696"/>
                </a:moveTo>
                <a:cubicBezTo>
                  <a:pt x="3985484" y="1050656"/>
                  <a:pt x="3999855" y="1056822"/>
                  <a:pt x="4004895" y="1069450"/>
                </a:cubicBezTo>
                <a:cubicBezTo>
                  <a:pt x="4009962" y="1082104"/>
                  <a:pt x="4003796" y="1096474"/>
                  <a:pt x="3991141" y="1101515"/>
                </a:cubicBezTo>
                <a:cubicBezTo>
                  <a:pt x="3979961" y="1105992"/>
                  <a:pt x="3967200" y="1101729"/>
                  <a:pt x="3960926" y="1091434"/>
                </a:cubicBezTo>
                <a:cubicBezTo>
                  <a:pt x="3953848" y="1079799"/>
                  <a:pt x="3957521" y="1064624"/>
                  <a:pt x="3969157" y="1057546"/>
                </a:cubicBezTo>
                <a:cubicBezTo>
                  <a:pt x="3970336" y="1056822"/>
                  <a:pt x="3971570" y="1056205"/>
                  <a:pt x="3972830" y="1055696"/>
                </a:cubicBezTo>
                <a:close/>
                <a:moveTo>
                  <a:pt x="4300686" y="1050501"/>
                </a:moveTo>
                <a:cubicBezTo>
                  <a:pt x="4307201" y="1052660"/>
                  <a:pt x="4312892" y="1057305"/>
                  <a:pt x="4316216" y="1063927"/>
                </a:cubicBezTo>
                <a:cubicBezTo>
                  <a:pt x="4322865" y="1077144"/>
                  <a:pt x="4317530" y="1093257"/>
                  <a:pt x="4304286" y="1099906"/>
                </a:cubicBezTo>
                <a:cubicBezTo>
                  <a:pt x="4304152" y="1099986"/>
                  <a:pt x="4304018" y="1100040"/>
                  <a:pt x="4303884" y="1100120"/>
                </a:cubicBezTo>
                <a:cubicBezTo>
                  <a:pt x="4290532" y="1106528"/>
                  <a:pt x="4274500" y="1100925"/>
                  <a:pt x="4268092" y="1087573"/>
                </a:cubicBezTo>
                <a:cubicBezTo>
                  <a:pt x="4261738" y="1074383"/>
                  <a:pt x="4267154" y="1058565"/>
                  <a:pt x="4280210" y="1051996"/>
                </a:cubicBezTo>
                <a:cubicBezTo>
                  <a:pt x="4286832" y="1048672"/>
                  <a:pt x="4294171" y="1048345"/>
                  <a:pt x="4300686" y="1050501"/>
                </a:cubicBezTo>
                <a:close/>
                <a:moveTo>
                  <a:pt x="1313403" y="1044893"/>
                </a:moveTo>
                <a:cubicBezTo>
                  <a:pt x="1316648" y="1043445"/>
                  <a:pt x="1320455" y="1044919"/>
                  <a:pt x="1321902" y="1048163"/>
                </a:cubicBezTo>
                <a:cubicBezTo>
                  <a:pt x="1323484" y="1051514"/>
                  <a:pt x="1322197" y="1055508"/>
                  <a:pt x="1318953" y="1057278"/>
                </a:cubicBezTo>
                <a:cubicBezTo>
                  <a:pt x="1318873" y="1057331"/>
                  <a:pt x="1318792" y="1057358"/>
                  <a:pt x="1318712" y="1057385"/>
                </a:cubicBezTo>
                <a:cubicBezTo>
                  <a:pt x="1315334" y="1058913"/>
                  <a:pt x="1311366" y="1057439"/>
                  <a:pt x="1309838" y="1054060"/>
                </a:cubicBezTo>
                <a:cubicBezTo>
                  <a:pt x="1308283" y="1050790"/>
                  <a:pt x="1309570" y="1046876"/>
                  <a:pt x="1312787" y="1045214"/>
                </a:cubicBezTo>
                <a:cubicBezTo>
                  <a:pt x="1313001" y="1045107"/>
                  <a:pt x="1313189" y="1045000"/>
                  <a:pt x="1313403" y="1044893"/>
                </a:cubicBezTo>
                <a:close/>
                <a:moveTo>
                  <a:pt x="865299" y="972434"/>
                </a:moveTo>
                <a:cubicBezTo>
                  <a:pt x="869016" y="973657"/>
                  <a:pt x="872266" y="976298"/>
                  <a:pt x="874170" y="980065"/>
                </a:cubicBezTo>
                <a:cubicBezTo>
                  <a:pt x="874170" y="980092"/>
                  <a:pt x="874196" y="980119"/>
                  <a:pt x="874196" y="980119"/>
                </a:cubicBezTo>
                <a:cubicBezTo>
                  <a:pt x="878030" y="987813"/>
                  <a:pt x="874894" y="997143"/>
                  <a:pt x="867199" y="1000977"/>
                </a:cubicBezTo>
                <a:lnTo>
                  <a:pt x="867199" y="1000173"/>
                </a:lnTo>
                <a:cubicBezTo>
                  <a:pt x="865778" y="1001245"/>
                  <a:pt x="864169" y="1002076"/>
                  <a:pt x="862454" y="1002586"/>
                </a:cubicBezTo>
                <a:cubicBezTo>
                  <a:pt x="854384" y="1005052"/>
                  <a:pt x="845831" y="1000521"/>
                  <a:pt x="843365" y="992451"/>
                </a:cubicBezTo>
                <a:cubicBezTo>
                  <a:pt x="840898" y="984381"/>
                  <a:pt x="845456" y="975829"/>
                  <a:pt x="853526" y="973363"/>
                </a:cubicBezTo>
                <a:cubicBezTo>
                  <a:pt x="853553" y="973336"/>
                  <a:pt x="853606" y="973336"/>
                  <a:pt x="853633" y="973309"/>
                </a:cubicBezTo>
                <a:cubicBezTo>
                  <a:pt x="857400" y="971405"/>
                  <a:pt x="861582" y="971211"/>
                  <a:pt x="865299" y="972434"/>
                </a:cubicBezTo>
                <a:close/>
                <a:moveTo>
                  <a:pt x="2829557" y="959932"/>
                </a:moveTo>
                <a:cubicBezTo>
                  <a:pt x="2834891" y="957358"/>
                  <a:pt x="2841299" y="959610"/>
                  <a:pt x="2843873" y="964945"/>
                </a:cubicBezTo>
                <a:cubicBezTo>
                  <a:pt x="2846420" y="970280"/>
                  <a:pt x="2844168" y="976688"/>
                  <a:pt x="2838833" y="979262"/>
                </a:cubicBezTo>
                <a:cubicBezTo>
                  <a:pt x="2838753" y="979316"/>
                  <a:pt x="2838645" y="979342"/>
                  <a:pt x="2838565" y="979396"/>
                </a:cubicBezTo>
                <a:cubicBezTo>
                  <a:pt x="2833337" y="981863"/>
                  <a:pt x="2827090" y="979664"/>
                  <a:pt x="2824623" y="974436"/>
                </a:cubicBezTo>
                <a:cubicBezTo>
                  <a:pt x="2824597" y="974382"/>
                  <a:pt x="2824543" y="974302"/>
                  <a:pt x="2824516" y="974222"/>
                </a:cubicBezTo>
                <a:cubicBezTo>
                  <a:pt x="2821969" y="968886"/>
                  <a:pt x="2824221" y="962479"/>
                  <a:pt x="2829557" y="959932"/>
                </a:cubicBezTo>
                <a:close/>
                <a:moveTo>
                  <a:pt x="2044200" y="956179"/>
                </a:moveTo>
                <a:cubicBezTo>
                  <a:pt x="2047820" y="954490"/>
                  <a:pt x="2052136" y="956071"/>
                  <a:pt x="2053825" y="959691"/>
                </a:cubicBezTo>
                <a:cubicBezTo>
                  <a:pt x="2055434" y="963257"/>
                  <a:pt x="2054040" y="967466"/>
                  <a:pt x="2050608" y="969343"/>
                </a:cubicBezTo>
                <a:cubicBezTo>
                  <a:pt x="2046988" y="971112"/>
                  <a:pt x="2042591" y="969611"/>
                  <a:pt x="2040822" y="965991"/>
                </a:cubicBezTo>
                <a:cubicBezTo>
                  <a:pt x="2039053" y="962372"/>
                  <a:pt x="2040554" y="957975"/>
                  <a:pt x="2044173" y="956206"/>
                </a:cubicBezTo>
                <a:cubicBezTo>
                  <a:pt x="2044173" y="956206"/>
                  <a:pt x="2044200" y="956206"/>
                  <a:pt x="2044200" y="956179"/>
                </a:cubicBezTo>
                <a:close/>
                <a:moveTo>
                  <a:pt x="411906" y="923441"/>
                </a:moveTo>
                <a:cubicBezTo>
                  <a:pt x="418448" y="921082"/>
                  <a:pt x="425660" y="924460"/>
                  <a:pt x="428046" y="931002"/>
                </a:cubicBezTo>
                <a:cubicBezTo>
                  <a:pt x="430593" y="936927"/>
                  <a:pt x="428153" y="943844"/>
                  <a:pt x="422416" y="946820"/>
                </a:cubicBezTo>
                <a:cubicBezTo>
                  <a:pt x="422362" y="946847"/>
                  <a:pt x="422308" y="946874"/>
                  <a:pt x="422255" y="946900"/>
                </a:cubicBezTo>
                <a:cubicBezTo>
                  <a:pt x="416276" y="950171"/>
                  <a:pt x="408796" y="947973"/>
                  <a:pt x="405525" y="941994"/>
                </a:cubicBezTo>
                <a:cubicBezTo>
                  <a:pt x="405042" y="941243"/>
                  <a:pt x="404667" y="940439"/>
                  <a:pt x="404345" y="939608"/>
                </a:cubicBezTo>
                <a:cubicBezTo>
                  <a:pt x="401986" y="933066"/>
                  <a:pt x="405364" y="925827"/>
                  <a:pt x="411906" y="923441"/>
                </a:cubicBezTo>
                <a:close/>
                <a:moveTo>
                  <a:pt x="3135780" y="856609"/>
                </a:moveTo>
                <a:cubicBezTo>
                  <a:pt x="3139758" y="857920"/>
                  <a:pt x="3143237" y="860748"/>
                  <a:pt x="3145275" y="864783"/>
                </a:cubicBezTo>
                <a:cubicBezTo>
                  <a:pt x="3149350" y="872853"/>
                  <a:pt x="3146106" y="882692"/>
                  <a:pt x="3138036" y="886767"/>
                </a:cubicBezTo>
                <a:cubicBezTo>
                  <a:pt x="3129966" y="890843"/>
                  <a:pt x="3120127" y="887599"/>
                  <a:pt x="3116051" y="879529"/>
                </a:cubicBezTo>
                <a:cubicBezTo>
                  <a:pt x="3111976" y="871459"/>
                  <a:pt x="3115220" y="861620"/>
                  <a:pt x="3123290" y="857544"/>
                </a:cubicBezTo>
                <a:cubicBezTo>
                  <a:pt x="3127325" y="855507"/>
                  <a:pt x="3131802" y="855299"/>
                  <a:pt x="3135780" y="856609"/>
                </a:cubicBezTo>
                <a:close/>
                <a:moveTo>
                  <a:pt x="1559711" y="852985"/>
                </a:moveTo>
                <a:cubicBezTo>
                  <a:pt x="1564751" y="850465"/>
                  <a:pt x="1570864" y="852503"/>
                  <a:pt x="1573384" y="857543"/>
                </a:cubicBezTo>
                <a:cubicBezTo>
                  <a:pt x="1575744" y="862583"/>
                  <a:pt x="1573759" y="868589"/>
                  <a:pt x="1568827" y="871216"/>
                </a:cubicBezTo>
                <a:cubicBezTo>
                  <a:pt x="1568800" y="871243"/>
                  <a:pt x="1568746" y="871243"/>
                  <a:pt x="1568719" y="871270"/>
                </a:cubicBezTo>
                <a:cubicBezTo>
                  <a:pt x="1563625" y="873656"/>
                  <a:pt x="1557539" y="871484"/>
                  <a:pt x="1555153" y="866390"/>
                </a:cubicBezTo>
                <a:cubicBezTo>
                  <a:pt x="1555126" y="866337"/>
                  <a:pt x="1555099" y="866283"/>
                  <a:pt x="1555073" y="866229"/>
                </a:cubicBezTo>
                <a:cubicBezTo>
                  <a:pt x="1552687" y="861296"/>
                  <a:pt x="1554778" y="855371"/>
                  <a:pt x="1559711" y="852985"/>
                </a:cubicBezTo>
                <a:close/>
                <a:moveTo>
                  <a:pt x="2325170" y="802375"/>
                </a:moveTo>
                <a:cubicBezTo>
                  <a:pt x="2327975" y="803340"/>
                  <a:pt x="2330415" y="805358"/>
                  <a:pt x="2331849" y="808213"/>
                </a:cubicBezTo>
                <a:cubicBezTo>
                  <a:pt x="2331849" y="808240"/>
                  <a:pt x="2331876" y="808267"/>
                  <a:pt x="2331876" y="808293"/>
                </a:cubicBezTo>
                <a:cubicBezTo>
                  <a:pt x="2334744" y="813977"/>
                  <a:pt x="2332438" y="820894"/>
                  <a:pt x="2326755" y="823763"/>
                </a:cubicBezTo>
                <a:cubicBezTo>
                  <a:pt x="2321741" y="825479"/>
                  <a:pt x="2316191" y="823629"/>
                  <a:pt x="2313189" y="819232"/>
                </a:cubicBezTo>
                <a:cubicBezTo>
                  <a:pt x="2309516" y="813870"/>
                  <a:pt x="2310910" y="806524"/>
                  <a:pt x="2316299" y="802851"/>
                </a:cubicBezTo>
                <a:cubicBezTo>
                  <a:pt x="2319195" y="801497"/>
                  <a:pt x="2322365" y="801410"/>
                  <a:pt x="2325170" y="802375"/>
                </a:cubicBezTo>
                <a:close/>
                <a:moveTo>
                  <a:pt x="3443842" y="776429"/>
                </a:moveTo>
                <a:cubicBezTo>
                  <a:pt x="3449465" y="778628"/>
                  <a:pt x="3454251" y="782971"/>
                  <a:pt x="3456865" y="788936"/>
                </a:cubicBezTo>
                <a:cubicBezTo>
                  <a:pt x="3462120" y="800867"/>
                  <a:pt x="3456677" y="814781"/>
                  <a:pt x="3444747" y="820009"/>
                </a:cubicBezTo>
                <a:cubicBezTo>
                  <a:pt x="3444022" y="820411"/>
                  <a:pt x="3443272" y="820787"/>
                  <a:pt x="3442521" y="821135"/>
                </a:cubicBezTo>
                <a:cubicBezTo>
                  <a:pt x="3430591" y="826363"/>
                  <a:pt x="3416676" y="820921"/>
                  <a:pt x="3411448" y="808990"/>
                </a:cubicBezTo>
                <a:cubicBezTo>
                  <a:pt x="3406193" y="797060"/>
                  <a:pt x="3411636" y="783145"/>
                  <a:pt x="3423566" y="777917"/>
                </a:cubicBezTo>
                <a:cubicBezTo>
                  <a:pt x="3424290" y="777515"/>
                  <a:pt x="3425041" y="777140"/>
                  <a:pt x="3425792" y="776791"/>
                </a:cubicBezTo>
                <a:cubicBezTo>
                  <a:pt x="3431757" y="774177"/>
                  <a:pt x="3438218" y="774231"/>
                  <a:pt x="3443842" y="776429"/>
                </a:cubicBezTo>
                <a:close/>
                <a:moveTo>
                  <a:pt x="1100118" y="763656"/>
                </a:moveTo>
                <a:cubicBezTo>
                  <a:pt x="1104867" y="765014"/>
                  <a:pt x="1109096" y="768184"/>
                  <a:pt x="1111683" y="772849"/>
                </a:cubicBezTo>
                <a:cubicBezTo>
                  <a:pt x="1116884" y="782152"/>
                  <a:pt x="1113533" y="793922"/>
                  <a:pt x="1104203" y="799097"/>
                </a:cubicBezTo>
                <a:cubicBezTo>
                  <a:pt x="1103694" y="799392"/>
                  <a:pt x="1103157" y="799659"/>
                  <a:pt x="1102621" y="799901"/>
                </a:cubicBezTo>
                <a:cubicBezTo>
                  <a:pt x="1093050" y="804271"/>
                  <a:pt x="1081763" y="800088"/>
                  <a:pt x="1077393" y="790517"/>
                </a:cubicBezTo>
                <a:cubicBezTo>
                  <a:pt x="1073023" y="781321"/>
                  <a:pt x="1076535" y="770302"/>
                  <a:pt x="1085436" y="765342"/>
                </a:cubicBezTo>
                <a:cubicBezTo>
                  <a:pt x="1090101" y="762755"/>
                  <a:pt x="1095369" y="762299"/>
                  <a:pt x="1100118" y="763656"/>
                </a:cubicBezTo>
                <a:close/>
                <a:moveTo>
                  <a:pt x="3752874" y="720440"/>
                </a:moveTo>
                <a:cubicBezTo>
                  <a:pt x="3760613" y="723057"/>
                  <a:pt x="3767356" y="728627"/>
                  <a:pt x="3771270" y="736523"/>
                </a:cubicBezTo>
                <a:cubicBezTo>
                  <a:pt x="3779072" y="752314"/>
                  <a:pt x="3772610" y="771429"/>
                  <a:pt x="3756819" y="779258"/>
                </a:cubicBezTo>
                <a:cubicBezTo>
                  <a:pt x="3756738" y="779312"/>
                  <a:pt x="3756658" y="779339"/>
                  <a:pt x="3756578" y="779392"/>
                </a:cubicBezTo>
                <a:cubicBezTo>
                  <a:pt x="3740920" y="787113"/>
                  <a:pt x="3721939" y="780706"/>
                  <a:pt x="3714191" y="765049"/>
                </a:cubicBezTo>
                <a:cubicBezTo>
                  <a:pt x="3714164" y="764968"/>
                  <a:pt x="3714110" y="764888"/>
                  <a:pt x="3714083" y="764807"/>
                </a:cubicBezTo>
                <a:cubicBezTo>
                  <a:pt x="3706255" y="749016"/>
                  <a:pt x="3712716" y="729874"/>
                  <a:pt x="3728507" y="722072"/>
                </a:cubicBezTo>
                <a:cubicBezTo>
                  <a:pt x="3736403" y="718158"/>
                  <a:pt x="3745136" y="717823"/>
                  <a:pt x="3752874" y="720440"/>
                </a:cubicBezTo>
                <a:close/>
                <a:moveTo>
                  <a:pt x="4690204" y="719863"/>
                </a:moveTo>
                <a:cubicBezTo>
                  <a:pt x="4700362" y="723245"/>
                  <a:pt x="4709230" y="730504"/>
                  <a:pt x="4714404" y="740839"/>
                </a:cubicBezTo>
                <a:cubicBezTo>
                  <a:pt x="4724726" y="761483"/>
                  <a:pt x="4716361" y="786604"/>
                  <a:pt x="4695717" y="796952"/>
                </a:cubicBezTo>
                <a:cubicBezTo>
                  <a:pt x="4695610" y="797006"/>
                  <a:pt x="4695475" y="797060"/>
                  <a:pt x="4695368" y="797140"/>
                </a:cubicBezTo>
                <a:cubicBezTo>
                  <a:pt x="4674590" y="807274"/>
                  <a:pt x="4649550" y="798668"/>
                  <a:pt x="4639415" y="777917"/>
                </a:cubicBezTo>
                <a:cubicBezTo>
                  <a:pt x="4629335" y="757300"/>
                  <a:pt x="4637753" y="732420"/>
                  <a:pt x="4658263" y="722152"/>
                </a:cubicBezTo>
                <a:cubicBezTo>
                  <a:pt x="4668598" y="716978"/>
                  <a:pt x="4680046" y="716481"/>
                  <a:pt x="4690204" y="719863"/>
                </a:cubicBezTo>
                <a:close/>
                <a:moveTo>
                  <a:pt x="4064467" y="696958"/>
                </a:moveTo>
                <a:cubicBezTo>
                  <a:pt x="4072389" y="699659"/>
                  <a:pt x="4079279" y="705383"/>
                  <a:pt x="4083261" y="713493"/>
                </a:cubicBezTo>
                <a:cubicBezTo>
                  <a:pt x="4091251" y="729686"/>
                  <a:pt x="4084575" y="749311"/>
                  <a:pt x="4068354" y="757274"/>
                </a:cubicBezTo>
                <a:cubicBezTo>
                  <a:pt x="4052215" y="765210"/>
                  <a:pt x="4032697" y="758615"/>
                  <a:pt x="4024653" y="742528"/>
                </a:cubicBezTo>
                <a:cubicBezTo>
                  <a:pt x="4024627" y="742475"/>
                  <a:pt x="4024600" y="742421"/>
                  <a:pt x="4024573" y="742367"/>
                </a:cubicBezTo>
                <a:cubicBezTo>
                  <a:pt x="4016611" y="726147"/>
                  <a:pt x="4023286" y="706549"/>
                  <a:pt x="4039480" y="698560"/>
                </a:cubicBezTo>
                <a:cubicBezTo>
                  <a:pt x="4047590" y="694578"/>
                  <a:pt x="4056545" y="694257"/>
                  <a:pt x="4064467" y="696958"/>
                </a:cubicBezTo>
                <a:close/>
                <a:moveTo>
                  <a:pt x="4379653" y="690654"/>
                </a:moveTo>
                <a:cubicBezTo>
                  <a:pt x="4389851" y="694122"/>
                  <a:pt x="4398726" y="701482"/>
                  <a:pt x="4403860" y="711911"/>
                </a:cubicBezTo>
                <a:cubicBezTo>
                  <a:pt x="4414155" y="732769"/>
                  <a:pt x="4405576" y="757997"/>
                  <a:pt x="4384717" y="768266"/>
                </a:cubicBezTo>
                <a:cubicBezTo>
                  <a:pt x="4363912" y="778507"/>
                  <a:pt x="4338738" y="770009"/>
                  <a:pt x="4328415" y="749231"/>
                </a:cubicBezTo>
                <a:cubicBezTo>
                  <a:pt x="4328389" y="749204"/>
                  <a:pt x="4328389" y="749150"/>
                  <a:pt x="4328362" y="749123"/>
                </a:cubicBezTo>
                <a:cubicBezTo>
                  <a:pt x="4318094" y="728265"/>
                  <a:pt x="4326646" y="703037"/>
                  <a:pt x="4347505" y="692741"/>
                </a:cubicBezTo>
                <a:cubicBezTo>
                  <a:pt x="4357934" y="687607"/>
                  <a:pt x="4369456" y="687185"/>
                  <a:pt x="4379653" y="690654"/>
                </a:cubicBezTo>
                <a:close/>
                <a:moveTo>
                  <a:pt x="1830136" y="676283"/>
                </a:moveTo>
                <a:cubicBezTo>
                  <a:pt x="1833699" y="677533"/>
                  <a:pt x="1836782" y="680140"/>
                  <a:pt x="1838538" y="683813"/>
                </a:cubicBezTo>
                <a:cubicBezTo>
                  <a:pt x="1842211" y="691212"/>
                  <a:pt x="1839235" y="700222"/>
                  <a:pt x="1831836" y="703920"/>
                </a:cubicBezTo>
                <a:cubicBezTo>
                  <a:pt x="1824409" y="707460"/>
                  <a:pt x="1815535" y="704484"/>
                  <a:pt x="1811728" y="697218"/>
                </a:cubicBezTo>
                <a:cubicBezTo>
                  <a:pt x="1808055" y="689818"/>
                  <a:pt x="1811031" y="680810"/>
                  <a:pt x="1818430" y="677110"/>
                </a:cubicBezTo>
                <a:cubicBezTo>
                  <a:pt x="1818565" y="677030"/>
                  <a:pt x="1818725" y="676949"/>
                  <a:pt x="1818860" y="676896"/>
                </a:cubicBezTo>
                <a:cubicBezTo>
                  <a:pt x="1822533" y="675140"/>
                  <a:pt x="1826574" y="675033"/>
                  <a:pt x="1830136" y="676283"/>
                </a:cubicBezTo>
                <a:close/>
                <a:moveTo>
                  <a:pt x="637094" y="671337"/>
                </a:moveTo>
                <a:cubicBezTo>
                  <a:pt x="654957" y="670268"/>
                  <a:pt x="672557" y="679764"/>
                  <a:pt x="681002" y="696815"/>
                </a:cubicBezTo>
                <a:cubicBezTo>
                  <a:pt x="692262" y="719550"/>
                  <a:pt x="682959" y="747084"/>
                  <a:pt x="660224" y="758344"/>
                </a:cubicBezTo>
                <a:cubicBezTo>
                  <a:pt x="637489" y="769605"/>
                  <a:pt x="609955" y="760302"/>
                  <a:pt x="598694" y="737567"/>
                </a:cubicBezTo>
                <a:cubicBezTo>
                  <a:pt x="587434" y="714831"/>
                  <a:pt x="596737" y="687297"/>
                  <a:pt x="619472" y="676037"/>
                </a:cubicBezTo>
                <a:cubicBezTo>
                  <a:pt x="625156" y="673222"/>
                  <a:pt x="631139" y="671693"/>
                  <a:pt x="637094" y="671337"/>
                </a:cubicBezTo>
                <a:close/>
                <a:moveTo>
                  <a:pt x="2610559" y="669420"/>
                </a:moveTo>
                <a:cubicBezTo>
                  <a:pt x="2614429" y="670710"/>
                  <a:pt x="2617848" y="673358"/>
                  <a:pt x="2620059" y="677111"/>
                </a:cubicBezTo>
                <a:cubicBezTo>
                  <a:pt x="2624939" y="685396"/>
                  <a:pt x="2622178" y="696093"/>
                  <a:pt x="2613893" y="700972"/>
                </a:cubicBezTo>
                <a:cubicBezTo>
                  <a:pt x="2613893" y="700972"/>
                  <a:pt x="2613866" y="700972"/>
                  <a:pt x="2613866" y="700999"/>
                </a:cubicBezTo>
                <a:cubicBezTo>
                  <a:pt x="2605206" y="705208"/>
                  <a:pt x="2594777" y="701589"/>
                  <a:pt x="2590568" y="692929"/>
                </a:cubicBezTo>
                <a:cubicBezTo>
                  <a:pt x="2590461" y="692742"/>
                  <a:pt x="2590380" y="692554"/>
                  <a:pt x="2590273" y="692366"/>
                </a:cubicBezTo>
                <a:cubicBezTo>
                  <a:pt x="2586305" y="683921"/>
                  <a:pt x="2589898" y="673867"/>
                  <a:pt x="2598343" y="669873"/>
                </a:cubicBezTo>
                <a:cubicBezTo>
                  <a:pt x="2602365" y="668197"/>
                  <a:pt x="2606688" y="668130"/>
                  <a:pt x="2610559" y="669420"/>
                </a:cubicBezTo>
                <a:close/>
                <a:moveTo>
                  <a:pt x="1351019" y="569109"/>
                </a:moveTo>
                <a:cubicBezTo>
                  <a:pt x="1356884" y="571040"/>
                  <a:pt x="1362011" y="575208"/>
                  <a:pt x="1365014" y="581156"/>
                </a:cubicBezTo>
                <a:cubicBezTo>
                  <a:pt x="1371019" y="593055"/>
                  <a:pt x="1366247" y="607567"/>
                  <a:pt x="1354343" y="613570"/>
                </a:cubicBezTo>
                <a:cubicBezTo>
                  <a:pt x="1354316" y="613578"/>
                  <a:pt x="1354316" y="613589"/>
                  <a:pt x="1354290" y="613597"/>
                </a:cubicBezTo>
                <a:cubicBezTo>
                  <a:pt x="1342386" y="619573"/>
                  <a:pt x="1327881" y="614757"/>
                  <a:pt x="1321902" y="602846"/>
                </a:cubicBezTo>
                <a:cubicBezTo>
                  <a:pt x="1315951" y="590955"/>
                  <a:pt x="1320723" y="576481"/>
                  <a:pt x="1332600" y="570488"/>
                </a:cubicBezTo>
                <a:cubicBezTo>
                  <a:pt x="1338552" y="567485"/>
                  <a:pt x="1345154" y="567178"/>
                  <a:pt x="1351019" y="569109"/>
                </a:cubicBezTo>
                <a:close/>
                <a:moveTo>
                  <a:pt x="2906890" y="555761"/>
                </a:moveTo>
                <a:cubicBezTo>
                  <a:pt x="2912828" y="557691"/>
                  <a:pt x="2918030" y="561886"/>
                  <a:pt x="2921086" y="567889"/>
                </a:cubicBezTo>
                <a:cubicBezTo>
                  <a:pt x="2927199" y="579894"/>
                  <a:pt x="2922426" y="594586"/>
                  <a:pt x="2910415" y="600702"/>
                </a:cubicBezTo>
                <a:cubicBezTo>
                  <a:pt x="2898270" y="606721"/>
                  <a:pt x="2883551" y="601812"/>
                  <a:pt x="2877439" y="589709"/>
                </a:cubicBezTo>
                <a:cubicBezTo>
                  <a:pt x="2871567" y="577741"/>
                  <a:pt x="2876393" y="563275"/>
                  <a:pt x="2888270" y="557223"/>
                </a:cubicBezTo>
                <a:cubicBezTo>
                  <a:pt x="2894276" y="554166"/>
                  <a:pt x="2900951" y="553831"/>
                  <a:pt x="2906890" y="555761"/>
                </a:cubicBezTo>
                <a:close/>
                <a:moveTo>
                  <a:pt x="2104792" y="518178"/>
                </a:moveTo>
                <a:cubicBezTo>
                  <a:pt x="2109959" y="519900"/>
                  <a:pt x="2114470" y="523594"/>
                  <a:pt x="2117097" y="528850"/>
                </a:cubicBezTo>
                <a:cubicBezTo>
                  <a:pt x="2120878" y="539146"/>
                  <a:pt x="2116400" y="550647"/>
                  <a:pt x="2106641" y="555661"/>
                </a:cubicBezTo>
                <a:cubicBezTo>
                  <a:pt x="2096802" y="560513"/>
                  <a:pt x="2084898" y="557156"/>
                  <a:pt x="2079027" y="547885"/>
                </a:cubicBezTo>
                <a:cubicBezTo>
                  <a:pt x="2073772" y="537373"/>
                  <a:pt x="2078035" y="524591"/>
                  <a:pt x="2088544" y="519332"/>
                </a:cubicBezTo>
                <a:cubicBezTo>
                  <a:pt x="2093799" y="516704"/>
                  <a:pt x="2099624" y="516455"/>
                  <a:pt x="2104792" y="518178"/>
                </a:cubicBezTo>
                <a:close/>
                <a:moveTo>
                  <a:pt x="872734" y="466128"/>
                </a:moveTo>
                <a:cubicBezTo>
                  <a:pt x="891112" y="465053"/>
                  <a:pt x="909205" y="474842"/>
                  <a:pt x="917871" y="492387"/>
                </a:cubicBezTo>
                <a:cubicBezTo>
                  <a:pt x="929426" y="515782"/>
                  <a:pt x="919828" y="544109"/>
                  <a:pt x="896423" y="555659"/>
                </a:cubicBezTo>
                <a:cubicBezTo>
                  <a:pt x="873017" y="567209"/>
                  <a:pt x="844705" y="557606"/>
                  <a:pt x="833150" y="534211"/>
                </a:cubicBezTo>
                <a:cubicBezTo>
                  <a:pt x="821595" y="510816"/>
                  <a:pt x="831193" y="482489"/>
                  <a:pt x="854599" y="470939"/>
                </a:cubicBezTo>
                <a:cubicBezTo>
                  <a:pt x="860450" y="468052"/>
                  <a:pt x="866608" y="466486"/>
                  <a:pt x="872734" y="466128"/>
                </a:cubicBezTo>
                <a:close/>
                <a:moveTo>
                  <a:pt x="3210987" y="463378"/>
                </a:moveTo>
                <a:cubicBezTo>
                  <a:pt x="3218829" y="466107"/>
                  <a:pt x="3225625" y="471827"/>
                  <a:pt x="3229513" y="479892"/>
                </a:cubicBezTo>
                <a:cubicBezTo>
                  <a:pt x="3237314" y="496021"/>
                  <a:pt x="3230585" y="515418"/>
                  <a:pt x="3214445" y="523220"/>
                </a:cubicBezTo>
                <a:cubicBezTo>
                  <a:pt x="3214391" y="523244"/>
                  <a:pt x="3214338" y="523268"/>
                  <a:pt x="3214311" y="523293"/>
                </a:cubicBezTo>
                <a:cubicBezTo>
                  <a:pt x="3198332" y="531078"/>
                  <a:pt x="3179055" y="524445"/>
                  <a:pt x="3171281" y="508474"/>
                </a:cubicBezTo>
                <a:cubicBezTo>
                  <a:pt x="3171227" y="508365"/>
                  <a:pt x="3171173" y="508252"/>
                  <a:pt x="3171119" y="508139"/>
                </a:cubicBezTo>
                <a:cubicBezTo>
                  <a:pt x="3163318" y="492010"/>
                  <a:pt x="3170074" y="472613"/>
                  <a:pt x="3186187" y="464811"/>
                </a:cubicBezTo>
                <a:cubicBezTo>
                  <a:pt x="3194257" y="460912"/>
                  <a:pt x="3203145" y="460649"/>
                  <a:pt x="3210987" y="463378"/>
                </a:cubicBezTo>
                <a:close/>
                <a:moveTo>
                  <a:pt x="3519329" y="392998"/>
                </a:moveTo>
                <a:cubicBezTo>
                  <a:pt x="3529413" y="396378"/>
                  <a:pt x="3538207" y="403605"/>
                  <a:pt x="3543328" y="413878"/>
                </a:cubicBezTo>
                <a:cubicBezTo>
                  <a:pt x="3553543" y="434425"/>
                  <a:pt x="3545178" y="459372"/>
                  <a:pt x="3524641" y="469600"/>
                </a:cubicBezTo>
                <a:cubicBezTo>
                  <a:pt x="3524614" y="469616"/>
                  <a:pt x="3524587" y="469630"/>
                  <a:pt x="3524560" y="469643"/>
                </a:cubicBezTo>
                <a:cubicBezTo>
                  <a:pt x="3503970" y="479826"/>
                  <a:pt x="3479063" y="471402"/>
                  <a:pt x="3468875" y="450833"/>
                </a:cubicBezTo>
                <a:cubicBezTo>
                  <a:pt x="3458714" y="430299"/>
                  <a:pt x="3467079" y="405411"/>
                  <a:pt x="3487589" y="395199"/>
                </a:cubicBezTo>
                <a:cubicBezTo>
                  <a:pt x="3497870" y="390084"/>
                  <a:pt x="3509245" y="389618"/>
                  <a:pt x="3519329" y="392998"/>
                </a:cubicBezTo>
                <a:close/>
                <a:moveTo>
                  <a:pt x="1611726" y="391251"/>
                </a:moveTo>
                <a:cubicBezTo>
                  <a:pt x="1619149" y="393245"/>
                  <a:pt x="1625812" y="398070"/>
                  <a:pt x="1629954" y="405253"/>
                </a:cubicBezTo>
                <a:cubicBezTo>
                  <a:pt x="1637165" y="420074"/>
                  <a:pt x="1631214" y="437944"/>
                  <a:pt x="1616548" y="445469"/>
                </a:cubicBezTo>
                <a:cubicBezTo>
                  <a:pt x="1601722" y="452684"/>
                  <a:pt x="1583866" y="446728"/>
                  <a:pt x="1576333" y="432063"/>
                </a:cubicBezTo>
                <a:cubicBezTo>
                  <a:pt x="1570354" y="418080"/>
                  <a:pt x="1575770" y="401830"/>
                  <a:pt x="1588934" y="394234"/>
                </a:cubicBezTo>
                <a:cubicBezTo>
                  <a:pt x="1596119" y="390093"/>
                  <a:pt x="1604303" y="389256"/>
                  <a:pt x="1611726" y="391251"/>
                </a:cubicBezTo>
                <a:close/>
                <a:moveTo>
                  <a:pt x="2388073" y="376704"/>
                </a:moveTo>
                <a:cubicBezTo>
                  <a:pt x="2394866" y="378984"/>
                  <a:pt x="2400792" y="383855"/>
                  <a:pt x="2404237" y="390777"/>
                </a:cubicBezTo>
                <a:cubicBezTo>
                  <a:pt x="2404639" y="391485"/>
                  <a:pt x="2404987" y="392212"/>
                  <a:pt x="2405309" y="392952"/>
                </a:cubicBezTo>
                <a:cubicBezTo>
                  <a:pt x="2411314" y="406494"/>
                  <a:pt x="2405175" y="422325"/>
                  <a:pt x="2391636" y="428312"/>
                </a:cubicBezTo>
                <a:cubicBezTo>
                  <a:pt x="2390939" y="428703"/>
                  <a:pt x="2390215" y="429065"/>
                  <a:pt x="2389464" y="429392"/>
                </a:cubicBezTo>
                <a:cubicBezTo>
                  <a:pt x="2375925" y="435379"/>
                  <a:pt x="2360080" y="429253"/>
                  <a:pt x="2354101" y="415711"/>
                </a:cubicBezTo>
                <a:cubicBezTo>
                  <a:pt x="2347211" y="401866"/>
                  <a:pt x="2352868" y="385062"/>
                  <a:pt x="2366702" y="378177"/>
                </a:cubicBezTo>
                <a:cubicBezTo>
                  <a:pt x="2373619" y="374734"/>
                  <a:pt x="2381280" y="374423"/>
                  <a:pt x="2388073" y="376704"/>
                </a:cubicBezTo>
                <a:close/>
                <a:moveTo>
                  <a:pt x="4748673" y="362482"/>
                </a:moveTo>
                <a:cubicBezTo>
                  <a:pt x="4769541" y="361582"/>
                  <a:pt x="4789916" y="373007"/>
                  <a:pt x="4799447" y="393073"/>
                </a:cubicBezTo>
                <a:cubicBezTo>
                  <a:pt x="4812155" y="419823"/>
                  <a:pt x="4800760" y="451806"/>
                  <a:pt x="4774004" y="464506"/>
                </a:cubicBezTo>
                <a:cubicBezTo>
                  <a:pt x="4747971" y="476860"/>
                  <a:pt x="4716843" y="466442"/>
                  <a:pt x="4703492" y="440913"/>
                </a:cubicBezTo>
                <a:cubicBezTo>
                  <a:pt x="4703171" y="440302"/>
                  <a:pt x="4702875" y="439684"/>
                  <a:pt x="4702581" y="439060"/>
                </a:cubicBezTo>
                <a:cubicBezTo>
                  <a:pt x="4689873" y="412309"/>
                  <a:pt x="4701267" y="380326"/>
                  <a:pt x="4728024" y="367626"/>
                </a:cubicBezTo>
                <a:cubicBezTo>
                  <a:pt x="4734706" y="364451"/>
                  <a:pt x="4741717" y="362782"/>
                  <a:pt x="4748673" y="362482"/>
                </a:cubicBezTo>
                <a:close/>
                <a:moveTo>
                  <a:pt x="3810814" y="345788"/>
                </a:moveTo>
                <a:cubicBezTo>
                  <a:pt x="3830810" y="343173"/>
                  <a:pt x="3851345" y="352446"/>
                  <a:pt x="3862183" y="370937"/>
                </a:cubicBezTo>
                <a:cubicBezTo>
                  <a:pt x="3874757" y="396484"/>
                  <a:pt x="3864355" y="427400"/>
                  <a:pt x="3838858" y="440109"/>
                </a:cubicBezTo>
                <a:cubicBezTo>
                  <a:pt x="3813308" y="452693"/>
                  <a:pt x="3782395" y="442269"/>
                  <a:pt x="3769687" y="416784"/>
                </a:cubicBezTo>
                <a:cubicBezTo>
                  <a:pt x="3759875" y="392936"/>
                  <a:pt x="3769124" y="365505"/>
                  <a:pt x="3791377" y="352465"/>
                </a:cubicBezTo>
                <a:cubicBezTo>
                  <a:pt x="3797543" y="348853"/>
                  <a:pt x="3804149" y="346660"/>
                  <a:pt x="3810814" y="345788"/>
                </a:cubicBezTo>
                <a:close/>
                <a:moveTo>
                  <a:pt x="4140830" y="339436"/>
                </a:moveTo>
                <a:cubicBezTo>
                  <a:pt x="4150797" y="342730"/>
                  <a:pt x="4159510" y="349827"/>
                  <a:pt x="4164604" y="359946"/>
                </a:cubicBezTo>
                <a:cubicBezTo>
                  <a:pt x="4174524" y="380318"/>
                  <a:pt x="4166293" y="404891"/>
                  <a:pt x="4146104" y="415175"/>
                </a:cubicBezTo>
                <a:cubicBezTo>
                  <a:pt x="4125889" y="425138"/>
                  <a:pt x="4101439" y="416943"/>
                  <a:pt x="4091331" y="396825"/>
                </a:cubicBezTo>
                <a:cubicBezTo>
                  <a:pt x="4081143" y="376589"/>
                  <a:pt x="4089294" y="351926"/>
                  <a:pt x="4109535" y="341743"/>
                </a:cubicBezTo>
                <a:cubicBezTo>
                  <a:pt x="4119643" y="336651"/>
                  <a:pt x="4130863" y="336142"/>
                  <a:pt x="4140830" y="339436"/>
                </a:cubicBezTo>
                <a:close/>
                <a:moveTo>
                  <a:pt x="4436802" y="335081"/>
                </a:moveTo>
                <a:cubicBezTo>
                  <a:pt x="4456722" y="333866"/>
                  <a:pt x="4476368" y="344427"/>
                  <a:pt x="4485819" y="363423"/>
                </a:cubicBezTo>
                <a:cubicBezTo>
                  <a:pt x="4498393" y="388748"/>
                  <a:pt x="4488070" y="419484"/>
                  <a:pt x="4462734" y="432066"/>
                </a:cubicBezTo>
                <a:cubicBezTo>
                  <a:pt x="4437399" y="444487"/>
                  <a:pt x="4406782" y="434206"/>
                  <a:pt x="4394100" y="409009"/>
                </a:cubicBezTo>
                <a:cubicBezTo>
                  <a:pt x="4394100" y="409004"/>
                  <a:pt x="4394100" y="408996"/>
                  <a:pt x="4394100" y="408991"/>
                </a:cubicBezTo>
                <a:cubicBezTo>
                  <a:pt x="4381499" y="383662"/>
                  <a:pt x="4391848" y="352930"/>
                  <a:pt x="4417157" y="340345"/>
                </a:cubicBezTo>
                <a:cubicBezTo>
                  <a:pt x="4423491" y="337200"/>
                  <a:pt x="4430161" y="335486"/>
                  <a:pt x="4436802" y="335081"/>
                </a:cubicBezTo>
                <a:close/>
                <a:moveTo>
                  <a:pt x="1119827" y="271003"/>
                </a:moveTo>
                <a:cubicBezTo>
                  <a:pt x="1139747" y="269789"/>
                  <a:pt x="1159392" y="280350"/>
                  <a:pt x="1168843" y="299345"/>
                </a:cubicBezTo>
                <a:cubicBezTo>
                  <a:pt x="1181417" y="324670"/>
                  <a:pt x="1171095" y="355405"/>
                  <a:pt x="1145760" y="367987"/>
                </a:cubicBezTo>
                <a:cubicBezTo>
                  <a:pt x="1120451" y="380567"/>
                  <a:pt x="1089726" y="370245"/>
                  <a:pt x="1077125" y="344930"/>
                </a:cubicBezTo>
                <a:cubicBezTo>
                  <a:pt x="1077125" y="344925"/>
                  <a:pt x="1077125" y="344917"/>
                  <a:pt x="1077125" y="344912"/>
                </a:cubicBezTo>
                <a:cubicBezTo>
                  <a:pt x="1064524" y="319584"/>
                  <a:pt x="1074873" y="288852"/>
                  <a:pt x="1100182" y="276267"/>
                </a:cubicBezTo>
                <a:cubicBezTo>
                  <a:pt x="1106516" y="273122"/>
                  <a:pt x="1113187" y="271408"/>
                  <a:pt x="1119827" y="271003"/>
                </a:cubicBezTo>
                <a:close/>
                <a:moveTo>
                  <a:pt x="2681187" y="254885"/>
                </a:moveTo>
                <a:cubicBezTo>
                  <a:pt x="2689967" y="257839"/>
                  <a:pt x="2697622" y="264142"/>
                  <a:pt x="2702072" y="273094"/>
                </a:cubicBezTo>
                <a:cubicBezTo>
                  <a:pt x="2710946" y="290998"/>
                  <a:pt x="2703654" y="312719"/>
                  <a:pt x="2685745" y="321607"/>
                </a:cubicBezTo>
                <a:cubicBezTo>
                  <a:pt x="2685745" y="321612"/>
                  <a:pt x="2685718" y="321615"/>
                  <a:pt x="2685718" y="321620"/>
                </a:cubicBezTo>
                <a:cubicBezTo>
                  <a:pt x="2667809" y="330495"/>
                  <a:pt x="2646092" y="323165"/>
                  <a:pt x="2637218" y="305253"/>
                </a:cubicBezTo>
                <a:cubicBezTo>
                  <a:pt x="2628344" y="287352"/>
                  <a:pt x="2635663" y="265651"/>
                  <a:pt x="2653546" y="256769"/>
                </a:cubicBezTo>
                <a:cubicBezTo>
                  <a:pt x="2662501" y="252325"/>
                  <a:pt x="2672407" y="251931"/>
                  <a:pt x="2681187" y="254885"/>
                </a:cubicBezTo>
                <a:close/>
                <a:moveTo>
                  <a:pt x="1885312" y="226634"/>
                </a:moveTo>
                <a:cubicBezTo>
                  <a:pt x="1894351" y="229673"/>
                  <a:pt x="1902227" y="236162"/>
                  <a:pt x="1906798" y="245379"/>
                </a:cubicBezTo>
                <a:cubicBezTo>
                  <a:pt x="1915967" y="263811"/>
                  <a:pt x="1908460" y="286176"/>
                  <a:pt x="1890014" y="295331"/>
                </a:cubicBezTo>
                <a:cubicBezTo>
                  <a:pt x="1871649" y="304455"/>
                  <a:pt x="1849370" y="297026"/>
                  <a:pt x="1840147" y="278709"/>
                </a:cubicBezTo>
                <a:cubicBezTo>
                  <a:pt x="1840120" y="278650"/>
                  <a:pt x="1840093" y="278594"/>
                  <a:pt x="1840067" y="278535"/>
                </a:cubicBezTo>
                <a:cubicBezTo>
                  <a:pt x="1830897" y="260103"/>
                  <a:pt x="1838431" y="237738"/>
                  <a:pt x="1856850" y="228582"/>
                </a:cubicBezTo>
                <a:cubicBezTo>
                  <a:pt x="1866073" y="224003"/>
                  <a:pt x="1876274" y="223594"/>
                  <a:pt x="1885312" y="226634"/>
                </a:cubicBezTo>
                <a:close/>
                <a:moveTo>
                  <a:pt x="2964450" y="150066"/>
                </a:moveTo>
                <a:cubicBezTo>
                  <a:pt x="2982068" y="148940"/>
                  <a:pt x="2999487" y="158235"/>
                  <a:pt x="3007872" y="175019"/>
                </a:cubicBezTo>
                <a:cubicBezTo>
                  <a:pt x="3019078" y="197397"/>
                  <a:pt x="3010016" y="224618"/>
                  <a:pt x="2987630" y="235814"/>
                </a:cubicBezTo>
                <a:cubicBezTo>
                  <a:pt x="2965189" y="246878"/>
                  <a:pt x="2938030" y="237782"/>
                  <a:pt x="2926770" y="215438"/>
                </a:cubicBezTo>
                <a:cubicBezTo>
                  <a:pt x="2915671" y="193073"/>
                  <a:pt x="2924759" y="165946"/>
                  <a:pt x="2947092" y="154775"/>
                </a:cubicBezTo>
                <a:cubicBezTo>
                  <a:pt x="2952682" y="151975"/>
                  <a:pt x="2958577" y="150442"/>
                  <a:pt x="2964450" y="150066"/>
                </a:cubicBezTo>
                <a:close/>
                <a:moveTo>
                  <a:pt x="1379070" y="90592"/>
                </a:moveTo>
                <a:cubicBezTo>
                  <a:pt x="1400983" y="89451"/>
                  <a:pt x="1422488" y="101256"/>
                  <a:pt x="1432683" y="122234"/>
                </a:cubicBezTo>
                <a:cubicBezTo>
                  <a:pt x="1446249" y="150203"/>
                  <a:pt x="1434587" y="183890"/>
                  <a:pt x="1406623" y="197475"/>
                </a:cubicBezTo>
                <a:cubicBezTo>
                  <a:pt x="1406543" y="197518"/>
                  <a:pt x="1406436" y="197563"/>
                  <a:pt x="1406355" y="197606"/>
                </a:cubicBezTo>
                <a:cubicBezTo>
                  <a:pt x="1378097" y="210968"/>
                  <a:pt x="1344370" y="198906"/>
                  <a:pt x="1331018" y="170664"/>
                </a:cubicBezTo>
                <a:cubicBezTo>
                  <a:pt x="1317988" y="142793"/>
                  <a:pt x="1329758" y="109625"/>
                  <a:pt x="1357426" y="96186"/>
                </a:cubicBezTo>
                <a:cubicBezTo>
                  <a:pt x="1364417" y="92790"/>
                  <a:pt x="1371766" y="90972"/>
                  <a:pt x="1379070" y="90592"/>
                </a:cubicBezTo>
                <a:close/>
                <a:moveTo>
                  <a:pt x="2150077" y="78661"/>
                </a:moveTo>
                <a:cubicBezTo>
                  <a:pt x="2167488" y="77574"/>
                  <a:pt x="2184680" y="86783"/>
                  <a:pt x="2192944" y="103379"/>
                </a:cubicBezTo>
                <a:cubicBezTo>
                  <a:pt x="2203990" y="125508"/>
                  <a:pt x="2194982" y="152393"/>
                  <a:pt x="2172863" y="163426"/>
                </a:cubicBezTo>
                <a:cubicBezTo>
                  <a:pt x="2172863" y="163428"/>
                  <a:pt x="2172863" y="163431"/>
                  <a:pt x="2172836" y="163434"/>
                </a:cubicBezTo>
                <a:cubicBezTo>
                  <a:pt x="2150718" y="174458"/>
                  <a:pt x="2123827" y="165452"/>
                  <a:pt x="2112808" y="143318"/>
                </a:cubicBezTo>
                <a:cubicBezTo>
                  <a:pt x="2101789" y="121191"/>
                  <a:pt x="2110797" y="94317"/>
                  <a:pt x="2132916" y="83287"/>
                </a:cubicBezTo>
                <a:cubicBezTo>
                  <a:pt x="2138446" y="80529"/>
                  <a:pt x="2144273" y="79023"/>
                  <a:pt x="2150077" y="78661"/>
                </a:cubicBezTo>
                <a:close/>
                <a:moveTo>
                  <a:pt x="3268805" y="66588"/>
                </a:moveTo>
                <a:cubicBezTo>
                  <a:pt x="3290400" y="65303"/>
                  <a:pt x="3311679" y="76780"/>
                  <a:pt x="3321874" y="97383"/>
                </a:cubicBezTo>
                <a:cubicBezTo>
                  <a:pt x="3335467" y="124850"/>
                  <a:pt x="3324233" y="158143"/>
                  <a:pt x="3296753" y="171738"/>
                </a:cubicBezTo>
                <a:cubicBezTo>
                  <a:pt x="3269352" y="185299"/>
                  <a:pt x="3236161" y="174151"/>
                  <a:pt x="3222488" y="146805"/>
                </a:cubicBezTo>
                <a:cubicBezTo>
                  <a:pt x="3222461" y="146743"/>
                  <a:pt x="3222434" y="146681"/>
                  <a:pt x="3222408" y="146620"/>
                </a:cubicBezTo>
                <a:cubicBezTo>
                  <a:pt x="3208788" y="119150"/>
                  <a:pt x="3220048" y="85860"/>
                  <a:pt x="3247502" y="72261"/>
                </a:cubicBezTo>
                <a:cubicBezTo>
                  <a:pt x="3254372" y="68862"/>
                  <a:pt x="3261606" y="67016"/>
                  <a:pt x="3268805" y="66588"/>
                </a:cubicBezTo>
                <a:close/>
                <a:moveTo>
                  <a:pt x="3575740" y="14517"/>
                </a:moveTo>
                <a:cubicBezTo>
                  <a:pt x="3597337" y="13278"/>
                  <a:pt x="3618591" y="24799"/>
                  <a:pt x="3628745" y="45424"/>
                </a:cubicBezTo>
                <a:cubicBezTo>
                  <a:pt x="3642285" y="72924"/>
                  <a:pt x="3630971" y="106190"/>
                  <a:pt x="3603463" y="119726"/>
                </a:cubicBezTo>
                <a:cubicBezTo>
                  <a:pt x="3603329" y="119793"/>
                  <a:pt x="3603195" y="119860"/>
                  <a:pt x="3603061" y="119925"/>
                </a:cubicBezTo>
                <a:cubicBezTo>
                  <a:pt x="3575661" y="133308"/>
                  <a:pt x="3542577" y="121936"/>
                  <a:pt x="3529199" y="94525"/>
                </a:cubicBezTo>
                <a:cubicBezTo>
                  <a:pt x="3529199" y="94498"/>
                  <a:pt x="3529172" y="94474"/>
                  <a:pt x="3529172" y="94447"/>
                </a:cubicBezTo>
                <a:cubicBezTo>
                  <a:pt x="3515633" y="66948"/>
                  <a:pt x="3526947" y="33682"/>
                  <a:pt x="3554427" y="20145"/>
                </a:cubicBezTo>
                <a:cubicBezTo>
                  <a:pt x="3561304" y="16761"/>
                  <a:pt x="3568541" y="14930"/>
                  <a:pt x="3575740" y="14517"/>
                </a:cubicBezTo>
                <a:close/>
                <a:moveTo>
                  <a:pt x="4819372" y="2917"/>
                </a:moveTo>
                <a:lnTo>
                  <a:pt x="4821378" y="3380"/>
                </a:lnTo>
                <a:lnTo>
                  <a:pt x="4821378" y="149188"/>
                </a:lnTo>
                <a:lnTo>
                  <a:pt x="4800428" y="146385"/>
                </a:lnTo>
                <a:cubicBezTo>
                  <a:pt x="4782549" y="140358"/>
                  <a:pt x="4766965" y="127510"/>
                  <a:pt x="4757917" y="109269"/>
                </a:cubicBezTo>
                <a:cubicBezTo>
                  <a:pt x="4739846" y="72837"/>
                  <a:pt x="4754700" y="28659"/>
                  <a:pt x="4791108" y="10527"/>
                </a:cubicBezTo>
                <a:cubicBezTo>
                  <a:pt x="4800217" y="5988"/>
                  <a:pt x="4809815" y="3511"/>
                  <a:pt x="4819372" y="2917"/>
                </a:cubicBezTo>
                <a:close/>
                <a:moveTo>
                  <a:pt x="4454144" y="0"/>
                </a:moveTo>
                <a:lnTo>
                  <a:pt x="4571035" y="0"/>
                </a:lnTo>
                <a:lnTo>
                  <a:pt x="4580244" y="9764"/>
                </a:lnTo>
                <a:cubicBezTo>
                  <a:pt x="4598449" y="46518"/>
                  <a:pt x="4583408" y="91069"/>
                  <a:pt x="4546651" y="109270"/>
                </a:cubicBezTo>
                <a:cubicBezTo>
                  <a:pt x="4509921" y="127298"/>
                  <a:pt x="4465523" y="112337"/>
                  <a:pt x="4447185" y="75758"/>
                </a:cubicBezTo>
                <a:cubicBezTo>
                  <a:pt x="4447158" y="75731"/>
                  <a:pt x="4447158" y="75701"/>
                  <a:pt x="4447131" y="75675"/>
                </a:cubicBezTo>
                <a:cubicBezTo>
                  <a:pt x="4438043" y="57297"/>
                  <a:pt x="4437258" y="36970"/>
                  <a:pt x="4443341" y="18962"/>
                </a:cubicBezTo>
                <a:close/>
                <a:moveTo>
                  <a:pt x="4149217" y="0"/>
                </a:moveTo>
                <a:lnTo>
                  <a:pt x="4257393" y="0"/>
                </a:lnTo>
                <a:lnTo>
                  <a:pt x="4260317" y="3285"/>
                </a:lnTo>
                <a:cubicBezTo>
                  <a:pt x="4274768" y="34771"/>
                  <a:pt x="4260960" y="72018"/>
                  <a:pt x="4229485" y="86482"/>
                </a:cubicBezTo>
                <a:cubicBezTo>
                  <a:pt x="4199323" y="100333"/>
                  <a:pt x="4163612" y="88311"/>
                  <a:pt x="4147981" y="59050"/>
                </a:cubicBezTo>
                <a:cubicBezTo>
                  <a:pt x="4139804" y="43772"/>
                  <a:pt x="4138598" y="26630"/>
                  <a:pt x="4143256" y="11266"/>
                </a:cubicBezTo>
                <a:close/>
                <a:moveTo>
                  <a:pt x="3860379" y="0"/>
                </a:moveTo>
                <a:lnTo>
                  <a:pt x="3921495" y="0"/>
                </a:lnTo>
                <a:lnTo>
                  <a:pt x="3936582" y="15837"/>
                </a:lnTo>
                <a:cubicBezTo>
                  <a:pt x="3949451" y="41527"/>
                  <a:pt x="3939075" y="72796"/>
                  <a:pt x="3913391" y="85678"/>
                </a:cubicBezTo>
                <a:cubicBezTo>
                  <a:pt x="3887707" y="98560"/>
                  <a:pt x="3856419" y="88177"/>
                  <a:pt x="3843550" y="62487"/>
                </a:cubicBezTo>
                <a:cubicBezTo>
                  <a:pt x="3837115" y="49642"/>
                  <a:pt x="3836492" y="35403"/>
                  <a:pt x="3840688" y="22764"/>
                </a:cubicBezTo>
                <a:close/>
                <a:moveTo>
                  <a:pt x="2391233" y="0"/>
                </a:moveTo>
                <a:lnTo>
                  <a:pt x="2491395" y="0"/>
                </a:lnTo>
                <a:lnTo>
                  <a:pt x="2492784" y="19856"/>
                </a:lnTo>
                <a:cubicBezTo>
                  <a:pt x="2488394" y="32980"/>
                  <a:pt x="2478997" y="44429"/>
                  <a:pt x="2465632" y="51092"/>
                </a:cubicBezTo>
                <a:cubicBezTo>
                  <a:pt x="2438903" y="64419"/>
                  <a:pt x="2406435" y="53556"/>
                  <a:pt x="2393110" y="26829"/>
                </a:cubicBezTo>
                <a:close/>
                <a:moveTo>
                  <a:pt x="1592732" y="0"/>
                </a:moveTo>
                <a:lnTo>
                  <a:pt x="1708961" y="0"/>
                </a:lnTo>
                <a:lnTo>
                  <a:pt x="1709486" y="7656"/>
                </a:lnTo>
                <a:cubicBezTo>
                  <a:pt x="1704372" y="22876"/>
                  <a:pt x="1693454" y="36145"/>
                  <a:pt x="1677944" y="43855"/>
                </a:cubicBezTo>
                <a:cubicBezTo>
                  <a:pt x="1677890" y="43882"/>
                  <a:pt x="1677837" y="43909"/>
                  <a:pt x="1677783" y="43935"/>
                </a:cubicBezTo>
                <a:cubicBezTo>
                  <a:pt x="1646710" y="59268"/>
                  <a:pt x="1609095" y="46507"/>
                  <a:pt x="1593759" y="15436"/>
                </a:cubicBezTo>
                <a:close/>
              </a:path>
            </a:pathLst>
          </a:custGeom>
          <a:solidFill>
            <a:schemeClr val="tx1">
              <a:alpha val="5000"/>
            </a:schemeClr>
          </a:solidFill>
          <a:ln w="1447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fr-FR" sz="1544" dirty="0"/>
          </a:p>
        </p:txBody>
      </p:sp>
      <p:sp>
        <p:nvSpPr>
          <p:cNvPr id="562" name="Rectangle 561">
            <a:extLst>
              <a:ext uri="{FF2B5EF4-FFF2-40B4-BE49-F238E27FC236}">
                <a16:creationId xmlns:a16="http://schemas.microsoft.com/office/drawing/2014/main" id="{BABA2789-7FC9-411E-BCBB-09E056D07D56}"/>
              </a:ext>
            </a:extLst>
          </p:cNvPr>
          <p:cNvSpPr/>
          <p:nvPr userDrawn="1"/>
        </p:nvSpPr>
        <p:spPr>
          <a:xfrm>
            <a:off x="6556534" y="-774616"/>
            <a:ext cx="3349466" cy="7746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48332" indent="-148332" algn="l">
              <a:buClr>
                <a:schemeClr val="accent4"/>
              </a:buClr>
              <a:buFont typeface="Arial" panose="020B0604020202020204" pitchFamily="34" charset="0"/>
              <a:buChar char="•"/>
            </a:pPr>
            <a:endParaRPr lang="fr-FR" sz="975" dirty="0">
              <a:solidFill>
                <a:schemeClr val="accent1"/>
              </a:solidFill>
            </a:endParaRPr>
          </a:p>
        </p:txBody>
      </p:sp>
      <p:cxnSp>
        <p:nvCxnSpPr>
          <p:cNvPr id="1088" name="Connecteur droit 32">
            <a:extLst>
              <a:ext uri="{FF2B5EF4-FFF2-40B4-BE49-F238E27FC236}">
                <a16:creationId xmlns:a16="http://schemas.microsoft.com/office/drawing/2014/main" id="{22207EA1-29E9-4AEE-BA3E-300F7AEA3288}"/>
              </a:ext>
            </a:extLst>
          </p:cNvPr>
          <p:cNvCxnSpPr/>
          <p:nvPr userDrawn="1"/>
        </p:nvCxnSpPr>
        <p:spPr>
          <a:xfrm>
            <a:off x="332997" y="931569"/>
            <a:ext cx="220996" cy="0"/>
          </a:xfrm>
          <a:prstGeom prst="line">
            <a:avLst/>
          </a:prstGeom>
          <a:ln w="47625" cap="rnd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96AB26-6B6F-42CE-BC77-F57E9367A0A6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Click to add agenda title</a:t>
            </a:r>
            <a:endParaRPr lang="fr-FR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862D3A6-371B-459D-80A6-093853E28A3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39649" y="1290261"/>
            <a:ext cx="541227" cy="662624"/>
          </a:xfrm>
          <a:noFill/>
        </p:spPr>
        <p:txBody>
          <a:bodyPr anchor="ctr"/>
          <a:lstStyle>
            <a:lvl1pPr marL="0" indent="0" algn="ctr">
              <a:buFont typeface="Arial" panose="020B0604020202020204" pitchFamily="34" charset="0"/>
              <a:buChar char="​"/>
              <a:defRPr sz="26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1pPr>
            <a:lvl2pPr marL="0" indent="0" algn="ctr">
              <a:buFont typeface="Arial" panose="020B0604020202020204" pitchFamily="34" charset="0"/>
              <a:buChar char="​"/>
              <a:defRPr sz="26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2pPr>
            <a:lvl3pPr marL="0" indent="0" algn="ctr">
              <a:buFont typeface="Arial" panose="020B0604020202020204" pitchFamily="34" charset="0"/>
              <a:buChar char="​"/>
              <a:defRPr sz="26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3pPr>
            <a:lvl4pPr marL="0" indent="0" algn="ctr">
              <a:buFont typeface="Arial" panose="020B0604020202020204" pitchFamily="34" charset="0"/>
              <a:buChar char="​"/>
              <a:defRPr sz="26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4pPr>
            <a:lvl5pPr marL="0" indent="0" algn="ctr">
              <a:buFont typeface="Arial" panose="020B0604020202020204" pitchFamily="34" charset="0"/>
              <a:buChar char="​"/>
              <a:defRPr sz="26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5pPr>
            <a:lvl6pPr marL="0" indent="0" algn="ctr">
              <a:buFont typeface="Arial" panose="020B0604020202020204" pitchFamily="34" charset="0"/>
              <a:buChar char="​"/>
              <a:defRPr sz="26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6pPr>
            <a:lvl7pPr marL="0" indent="0" algn="ctr">
              <a:buFont typeface="Arial" panose="020B0604020202020204" pitchFamily="34" charset="0"/>
              <a:buChar char="​"/>
              <a:defRPr sz="26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7pPr>
            <a:lvl8pPr marL="0" indent="0" algn="ctr">
              <a:buFont typeface="Arial" panose="020B0604020202020204" pitchFamily="34" charset="0"/>
              <a:buChar char="​"/>
              <a:defRPr sz="26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8pPr>
            <a:lvl9pPr marL="0" indent="0" algn="ctr">
              <a:buFont typeface="Arial" panose="020B0604020202020204" pitchFamily="34" charset="0"/>
              <a:buChar char="​"/>
              <a:defRPr sz="26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9pPr>
          </a:lstStyle>
          <a:p>
            <a:pPr lvl="0"/>
            <a:r>
              <a:rPr lang="fr-FR"/>
              <a:t>XX</a:t>
            </a:r>
            <a:endParaRPr lang="fr-FR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D695242-FAF5-4117-83C2-18CEA62D067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187524" y="1297757"/>
            <a:ext cx="3361333" cy="647700"/>
          </a:xfrm>
        </p:spPr>
        <p:txBody>
          <a:bodyPr anchor="ctr">
            <a:noAutofit/>
          </a:bodyPr>
          <a:lstStyle>
            <a:lvl1pPr marL="0" indent="0" algn="l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None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0" indent="0" algn="l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None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2pPr>
            <a:lvl3pPr marL="0" indent="0" algn="l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None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3pPr>
            <a:lvl4pPr marL="0" indent="0" algn="l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None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4pPr>
            <a:lvl5pPr marL="0" indent="0" algn="l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None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5pPr>
            <a:lvl6pPr marL="0" indent="0" algn="l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None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6pPr>
            <a:lvl7pPr marL="0" indent="0" algn="l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None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7pPr>
            <a:lvl8pPr marL="0" indent="0" algn="l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None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8pPr>
            <a:lvl9pPr marL="0" indent="0" algn="l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None/>
              <a:defRPr lang="fr-FR" sz="1463" b="0" kern="1200" dirty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9pPr>
          </a:lstStyle>
          <a:p>
            <a:pPr lvl="0"/>
            <a:r>
              <a:rPr lang="fr-FR"/>
              <a:t>Click to add agenda point</a:t>
            </a:r>
            <a:endParaRPr lang="fr-FR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EA92701-D9A9-404B-B699-EDB659B8026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074240" y="1297725"/>
            <a:ext cx="815181" cy="647699"/>
          </a:xfrm>
        </p:spPr>
        <p:txBody>
          <a:bodyPr anchor="ctr">
            <a:noAutofit/>
          </a:bodyPr>
          <a:lstStyle>
            <a:lvl1pPr marL="0" indent="0" algn="r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Char char="​"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0" indent="0" algn="r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None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2pPr>
            <a:lvl3pPr marL="0" indent="0" algn="r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Char char="​"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3pPr>
            <a:lvl4pPr marL="0" indent="0" algn="r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Char char="​"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4pPr>
            <a:lvl5pPr marL="0" indent="0" algn="r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Char char="​"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5pPr>
            <a:lvl6pPr marL="0" indent="0" algn="r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Char char="​"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6pPr>
            <a:lvl7pPr marL="0" indent="0" algn="r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Char char="​"/>
              <a:defRPr lang="fr-FR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7pPr>
            <a:lvl8pPr marL="0" indent="0" algn="r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Char char="​"/>
              <a:defRPr lang="fr-FR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8pPr>
            <a:lvl9pPr marL="0" indent="0" algn="r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Char char="​"/>
              <a:defRPr lang="fr-FR" sz="1463" b="0" kern="1200" dirty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9pPr>
          </a:lstStyle>
          <a:p>
            <a:pPr lvl="0"/>
            <a:r>
              <a:rPr lang="fr-FR"/>
              <a:t>P.X</a:t>
            </a:r>
            <a:endParaRPr lang="fr-FR" dirty="0"/>
          </a:p>
        </p:txBody>
      </p:sp>
      <p:sp>
        <p:nvSpPr>
          <p:cNvPr id="51" name="Text Placeholder 11">
            <a:extLst>
              <a:ext uri="{FF2B5EF4-FFF2-40B4-BE49-F238E27FC236}">
                <a16:creationId xmlns:a16="http://schemas.microsoft.com/office/drawing/2014/main" id="{DF42EE5A-CA17-4395-B150-78F42B04CC4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239648" y="1893719"/>
            <a:ext cx="541227" cy="662624"/>
          </a:xfrm>
          <a:noFill/>
        </p:spPr>
        <p:txBody>
          <a:bodyPr anchor="ctr"/>
          <a:lstStyle>
            <a:lvl1pPr marL="0" indent="0" algn="ctr">
              <a:buFont typeface="Arial" panose="020B0604020202020204" pitchFamily="34" charset="0"/>
              <a:buChar char="​"/>
              <a:defRPr sz="26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1pPr>
            <a:lvl2pPr marL="0" indent="0" algn="ctr">
              <a:buFont typeface="Arial" panose="020B0604020202020204" pitchFamily="34" charset="0"/>
              <a:buChar char="​"/>
              <a:defRPr sz="26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2pPr>
            <a:lvl3pPr marL="0" indent="0" algn="ctr">
              <a:buFont typeface="Arial" panose="020B0604020202020204" pitchFamily="34" charset="0"/>
              <a:buChar char="​"/>
              <a:defRPr sz="26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3pPr>
            <a:lvl4pPr marL="0" indent="0" algn="ctr">
              <a:buFont typeface="Arial" panose="020B0604020202020204" pitchFamily="34" charset="0"/>
              <a:buChar char="​"/>
              <a:defRPr sz="26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4pPr>
            <a:lvl5pPr marL="0" indent="0" algn="ctr">
              <a:buFont typeface="Arial" panose="020B0604020202020204" pitchFamily="34" charset="0"/>
              <a:buChar char="​"/>
              <a:defRPr sz="26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5pPr>
            <a:lvl6pPr marL="0" indent="0" algn="ctr">
              <a:buFont typeface="Arial" panose="020B0604020202020204" pitchFamily="34" charset="0"/>
              <a:buChar char="​"/>
              <a:defRPr sz="26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6pPr>
            <a:lvl7pPr marL="0" indent="0" algn="ctr">
              <a:buFont typeface="Arial" panose="020B0604020202020204" pitchFamily="34" charset="0"/>
              <a:buChar char="​"/>
              <a:defRPr sz="26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7pPr>
            <a:lvl8pPr marL="0" indent="0" algn="ctr">
              <a:buFont typeface="Arial" panose="020B0604020202020204" pitchFamily="34" charset="0"/>
              <a:buChar char="​"/>
              <a:defRPr sz="26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8pPr>
            <a:lvl9pPr marL="0" indent="0" algn="ctr">
              <a:buFont typeface="Arial" panose="020B0604020202020204" pitchFamily="34" charset="0"/>
              <a:buChar char="​"/>
              <a:defRPr sz="26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9pPr>
          </a:lstStyle>
          <a:p>
            <a:pPr lvl="0"/>
            <a:r>
              <a:rPr lang="fr-FR"/>
              <a:t>XX</a:t>
            </a:r>
            <a:endParaRPr lang="fr-FR" dirty="0"/>
          </a:p>
        </p:txBody>
      </p:sp>
      <p:sp>
        <p:nvSpPr>
          <p:cNvPr id="52" name="Text Placeholder 13">
            <a:extLst>
              <a:ext uri="{FF2B5EF4-FFF2-40B4-BE49-F238E27FC236}">
                <a16:creationId xmlns:a16="http://schemas.microsoft.com/office/drawing/2014/main" id="{7A2AD319-10A2-42B2-AD18-192A9C5A814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187523" y="1901215"/>
            <a:ext cx="3361333" cy="647700"/>
          </a:xfrm>
        </p:spPr>
        <p:txBody>
          <a:bodyPr anchor="ctr">
            <a:noAutofit/>
          </a:bodyPr>
          <a:lstStyle>
            <a:lvl1pPr marL="0" indent="0" algn="l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None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0" indent="0" algn="l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None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2pPr>
            <a:lvl3pPr marL="0" indent="0" algn="l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None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3pPr>
            <a:lvl4pPr marL="0" indent="0" algn="l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None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4pPr>
            <a:lvl5pPr marL="0" indent="0" algn="l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None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5pPr>
            <a:lvl6pPr marL="0" indent="0" algn="l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None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6pPr>
            <a:lvl7pPr marL="0" indent="0" algn="l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None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7pPr>
            <a:lvl8pPr marL="0" indent="0" algn="l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None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8pPr>
            <a:lvl9pPr marL="0" indent="0" algn="l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None/>
              <a:defRPr lang="fr-FR" sz="1463" b="0" kern="1200" dirty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9pPr>
          </a:lstStyle>
          <a:p>
            <a:pPr lvl="0"/>
            <a:r>
              <a:rPr lang="fr-FR"/>
              <a:t>Click to add agenda point</a:t>
            </a:r>
            <a:endParaRPr lang="fr-FR" dirty="0"/>
          </a:p>
        </p:txBody>
      </p:sp>
      <p:sp>
        <p:nvSpPr>
          <p:cNvPr id="53" name="Text Placeholder 15">
            <a:extLst>
              <a:ext uri="{FF2B5EF4-FFF2-40B4-BE49-F238E27FC236}">
                <a16:creationId xmlns:a16="http://schemas.microsoft.com/office/drawing/2014/main" id="{0B392A36-0284-45CF-B971-9695EA9AF4A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074239" y="1901183"/>
            <a:ext cx="815181" cy="647699"/>
          </a:xfrm>
        </p:spPr>
        <p:txBody>
          <a:bodyPr anchor="ctr">
            <a:noAutofit/>
          </a:bodyPr>
          <a:lstStyle>
            <a:lvl1pPr marL="0" indent="0" algn="r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Char char="​"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0" indent="0" algn="r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None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2pPr>
            <a:lvl3pPr marL="0" indent="0" algn="r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Char char="​"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3pPr>
            <a:lvl4pPr marL="0" indent="0" algn="r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Char char="​"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4pPr>
            <a:lvl5pPr marL="0" indent="0" algn="r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Char char="​"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5pPr>
            <a:lvl6pPr marL="0" indent="0" algn="r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Char char="​"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6pPr>
            <a:lvl7pPr marL="0" indent="0" algn="r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Char char="​"/>
              <a:defRPr lang="fr-FR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7pPr>
            <a:lvl8pPr marL="0" indent="0" algn="r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Char char="​"/>
              <a:defRPr lang="fr-FR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8pPr>
            <a:lvl9pPr marL="0" indent="0" algn="r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Char char="​"/>
              <a:defRPr lang="fr-FR" sz="1463" b="0" kern="1200" dirty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9pPr>
          </a:lstStyle>
          <a:p>
            <a:pPr lvl="0"/>
            <a:r>
              <a:rPr lang="fr-FR"/>
              <a:t>P.X</a:t>
            </a:r>
            <a:endParaRPr lang="fr-FR" dirty="0"/>
          </a:p>
        </p:txBody>
      </p:sp>
      <p:sp>
        <p:nvSpPr>
          <p:cNvPr id="57" name="Text Placeholder 11">
            <a:extLst>
              <a:ext uri="{FF2B5EF4-FFF2-40B4-BE49-F238E27FC236}">
                <a16:creationId xmlns:a16="http://schemas.microsoft.com/office/drawing/2014/main" id="{56BB5ED8-9622-4FDE-9FD8-108F8CFAABA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239648" y="2485540"/>
            <a:ext cx="541227" cy="662624"/>
          </a:xfrm>
          <a:noFill/>
        </p:spPr>
        <p:txBody>
          <a:bodyPr anchor="ctr"/>
          <a:lstStyle>
            <a:lvl1pPr marL="0" indent="0" algn="ctr">
              <a:buFont typeface="Arial" panose="020B0604020202020204" pitchFamily="34" charset="0"/>
              <a:buChar char="​"/>
              <a:defRPr sz="26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1pPr>
            <a:lvl2pPr marL="0" indent="0" algn="ctr">
              <a:buFont typeface="Arial" panose="020B0604020202020204" pitchFamily="34" charset="0"/>
              <a:buChar char="​"/>
              <a:defRPr sz="26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2pPr>
            <a:lvl3pPr marL="0" indent="0" algn="ctr">
              <a:buFont typeface="Arial" panose="020B0604020202020204" pitchFamily="34" charset="0"/>
              <a:buChar char="​"/>
              <a:defRPr sz="26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3pPr>
            <a:lvl4pPr marL="0" indent="0" algn="ctr">
              <a:buFont typeface="Arial" panose="020B0604020202020204" pitchFamily="34" charset="0"/>
              <a:buChar char="​"/>
              <a:defRPr sz="26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4pPr>
            <a:lvl5pPr marL="0" indent="0" algn="ctr">
              <a:buFont typeface="Arial" panose="020B0604020202020204" pitchFamily="34" charset="0"/>
              <a:buChar char="​"/>
              <a:defRPr sz="26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5pPr>
            <a:lvl6pPr marL="0" indent="0" algn="ctr">
              <a:buFont typeface="Arial" panose="020B0604020202020204" pitchFamily="34" charset="0"/>
              <a:buChar char="​"/>
              <a:defRPr sz="26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6pPr>
            <a:lvl7pPr marL="0" indent="0" algn="ctr">
              <a:buFont typeface="Arial" panose="020B0604020202020204" pitchFamily="34" charset="0"/>
              <a:buChar char="​"/>
              <a:defRPr sz="26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7pPr>
            <a:lvl8pPr marL="0" indent="0" algn="ctr">
              <a:buFont typeface="Arial" panose="020B0604020202020204" pitchFamily="34" charset="0"/>
              <a:buChar char="​"/>
              <a:defRPr sz="26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8pPr>
            <a:lvl9pPr marL="0" indent="0" algn="ctr">
              <a:buFont typeface="Arial" panose="020B0604020202020204" pitchFamily="34" charset="0"/>
              <a:buChar char="​"/>
              <a:defRPr sz="26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9pPr>
          </a:lstStyle>
          <a:p>
            <a:pPr lvl="0"/>
            <a:r>
              <a:rPr lang="fr-FR"/>
              <a:t>XX</a:t>
            </a:r>
            <a:endParaRPr lang="fr-FR" dirty="0"/>
          </a:p>
        </p:txBody>
      </p:sp>
      <p:sp>
        <p:nvSpPr>
          <p:cNvPr id="58" name="Text Placeholder 13">
            <a:extLst>
              <a:ext uri="{FF2B5EF4-FFF2-40B4-BE49-F238E27FC236}">
                <a16:creationId xmlns:a16="http://schemas.microsoft.com/office/drawing/2014/main" id="{D4D9E4C7-0175-492B-92CA-815CFC4BE1D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187522" y="2493036"/>
            <a:ext cx="3361333" cy="647700"/>
          </a:xfrm>
        </p:spPr>
        <p:txBody>
          <a:bodyPr anchor="ctr">
            <a:noAutofit/>
          </a:bodyPr>
          <a:lstStyle>
            <a:lvl1pPr marL="0" indent="0" algn="l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None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0" indent="0" algn="l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None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2pPr>
            <a:lvl3pPr marL="0" indent="0" algn="l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None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3pPr>
            <a:lvl4pPr marL="0" indent="0" algn="l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None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4pPr>
            <a:lvl5pPr marL="0" indent="0" algn="l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None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5pPr>
            <a:lvl6pPr marL="0" indent="0" algn="l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None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6pPr>
            <a:lvl7pPr marL="0" indent="0" algn="l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None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7pPr>
            <a:lvl8pPr marL="0" indent="0" algn="l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None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8pPr>
            <a:lvl9pPr marL="0" indent="0" algn="l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None/>
              <a:defRPr lang="fr-FR" sz="1463" b="0" kern="1200" dirty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9pPr>
          </a:lstStyle>
          <a:p>
            <a:pPr lvl="0"/>
            <a:r>
              <a:rPr lang="fr-FR"/>
              <a:t>Click to add agenda point</a:t>
            </a:r>
            <a:endParaRPr lang="fr-FR" dirty="0"/>
          </a:p>
        </p:txBody>
      </p:sp>
      <p:sp>
        <p:nvSpPr>
          <p:cNvPr id="59" name="Text Placeholder 15">
            <a:extLst>
              <a:ext uri="{FF2B5EF4-FFF2-40B4-BE49-F238E27FC236}">
                <a16:creationId xmlns:a16="http://schemas.microsoft.com/office/drawing/2014/main" id="{8E468B7C-2F32-4329-9B85-41183920253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74238" y="2493004"/>
            <a:ext cx="815181" cy="647699"/>
          </a:xfrm>
        </p:spPr>
        <p:txBody>
          <a:bodyPr anchor="ctr">
            <a:noAutofit/>
          </a:bodyPr>
          <a:lstStyle>
            <a:lvl1pPr marL="0" indent="0" algn="r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Char char="​"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0" indent="0" algn="r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None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2pPr>
            <a:lvl3pPr marL="0" indent="0" algn="r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Char char="​"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3pPr>
            <a:lvl4pPr marL="0" indent="0" algn="r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Char char="​"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4pPr>
            <a:lvl5pPr marL="0" indent="0" algn="r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Char char="​"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5pPr>
            <a:lvl6pPr marL="0" indent="0" algn="r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Char char="​"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6pPr>
            <a:lvl7pPr marL="0" indent="0" algn="r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Char char="​"/>
              <a:defRPr lang="fr-FR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7pPr>
            <a:lvl8pPr marL="0" indent="0" algn="r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Char char="​"/>
              <a:defRPr lang="fr-FR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8pPr>
            <a:lvl9pPr marL="0" indent="0" algn="r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Char char="​"/>
              <a:defRPr lang="fr-FR" sz="1463" b="0" kern="1200" dirty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9pPr>
          </a:lstStyle>
          <a:p>
            <a:pPr lvl="0"/>
            <a:r>
              <a:rPr lang="fr-FR"/>
              <a:t>P.X</a:t>
            </a:r>
            <a:endParaRPr lang="fr-FR" dirty="0"/>
          </a:p>
        </p:txBody>
      </p:sp>
      <p:sp>
        <p:nvSpPr>
          <p:cNvPr id="60" name="Text Placeholder 11">
            <a:extLst>
              <a:ext uri="{FF2B5EF4-FFF2-40B4-BE49-F238E27FC236}">
                <a16:creationId xmlns:a16="http://schemas.microsoft.com/office/drawing/2014/main" id="{B3E5DDC1-B9F6-4D66-9FD4-83E5EBEE457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39647" y="3102631"/>
            <a:ext cx="541227" cy="662624"/>
          </a:xfrm>
          <a:noFill/>
        </p:spPr>
        <p:txBody>
          <a:bodyPr anchor="ctr"/>
          <a:lstStyle>
            <a:lvl1pPr marL="0" indent="0" algn="ctr">
              <a:buFont typeface="Arial" panose="020B0604020202020204" pitchFamily="34" charset="0"/>
              <a:buChar char="​"/>
              <a:defRPr sz="26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1pPr>
            <a:lvl2pPr marL="0" indent="0" algn="ctr">
              <a:buFont typeface="Arial" panose="020B0604020202020204" pitchFamily="34" charset="0"/>
              <a:buChar char="​"/>
              <a:defRPr sz="26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2pPr>
            <a:lvl3pPr marL="0" indent="0" algn="ctr">
              <a:buFont typeface="Arial" panose="020B0604020202020204" pitchFamily="34" charset="0"/>
              <a:buChar char="​"/>
              <a:defRPr sz="26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3pPr>
            <a:lvl4pPr marL="0" indent="0" algn="ctr">
              <a:buFont typeface="Arial" panose="020B0604020202020204" pitchFamily="34" charset="0"/>
              <a:buChar char="​"/>
              <a:defRPr sz="26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4pPr>
            <a:lvl5pPr marL="0" indent="0" algn="ctr">
              <a:buFont typeface="Arial" panose="020B0604020202020204" pitchFamily="34" charset="0"/>
              <a:buChar char="​"/>
              <a:defRPr sz="26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5pPr>
            <a:lvl6pPr marL="0" indent="0" algn="ctr">
              <a:buFont typeface="Arial" panose="020B0604020202020204" pitchFamily="34" charset="0"/>
              <a:buChar char="​"/>
              <a:defRPr sz="26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6pPr>
            <a:lvl7pPr marL="0" indent="0" algn="ctr">
              <a:buFont typeface="Arial" panose="020B0604020202020204" pitchFamily="34" charset="0"/>
              <a:buChar char="​"/>
              <a:defRPr sz="26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7pPr>
            <a:lvl8pPr marL="0" indent="0" algn="ctr">
              <a:buFont typeface="Arial" panose="020B0604020202020204" pitchFamily="34" charset="0"/>
              <a:buChar char="​"/>
              <a:defRPr sz="26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8pPr>
            <a:lvl9pPr marL="0" indent="0" algn="ctr">
              <a:buFont typeface="Arial" panose="020B0604020202020204" pitchFamily="34" charset="0"/>
              <a:buChar char="​"/>
              <a:defRPr sz="26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9pPr>
          </a:lstStyle>
          <a:p>
            <a:pPr lvl="0"/>
            <a:r>
              <a:rPr lang="fr-FR"/>
              <a:t>XX</a:t>
            </a:r>
            <a:endParaRPr lang="fr-FR" dirty="0"/>
          </a:p>
        </p:txBody>
      </p:sp>
      <p:sp>
        <p:nvSpPr>
          <p:cNvPr id="61" name="Text Placeholder 13">
            <a:extLst>
              <a:ext uri="{FF2B5EF4-FFF2-40B4-BE49-F238E27FC236}">
                <a16:creationId xmlns:a16="http://schemas.microsoft.com/office/drawing/2014/main" id="{28ECB165-7A72-4582-898D-08DDD3749C7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187522" y="3110127"/>
            <a:ext cx="3361333" cy="647700"/>
          </a:xfrm>
        </p:spPr>
        <p:txBody>
          <a:bodyPr anchor="ctr">
            <a:noAutofit/>
          </a:bodyPr>
          <a:lstStyle>
            <a:lvl1pPr marL="0" indent="0" algn="l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None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0" indent="0" algn="l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None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2pPr>
            <a:lvl3pPr marL="0" indent="0" algn="l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None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3pPr>
            <a:lvl4pPr marL="0" indent="0" algn="l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None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4pPr>
            <a:lvl5pPr marL="0" indent="0" algn="l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None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5pPr>
            <a:lvl6pPr marL="0" indent="0" algn="l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None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6pPr>
            <a:lvl7pPr marL="0" indent="0" algn="l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None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7pPr>
            <a:lvl8pPr marL="0" indent="0" algn="l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None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8pPr>
            <a:lvl9pPr marL="0" indent="0" algn="l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None/>
              <a:defRPr lang="fr-FR" sz="1463" b="0" kern="1200" dirty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9pPr>
          </a:lstStyle>
          <a:p>
            <a:pPr lvl="0"/>
            <a:r>
              <a:rPr lang="fr-FR"/>
              <a:t>Click to add agenda point</a:t>
            </a:r>
            <a:endParaRPr lang="fr-FR" dirty="0"/>
          </a:p>
        </p:txBody>
      </p:sp>
      <p:sp>
        <p:nvSpPr>
          <p:cNvPr id="62" name="Text Placeholder 15">
            <a:extLst>
              <a:ext uri="{FF2B5EF4-FFF2-40B4-BE49-F238E27FC236}">
                <a16:creationId xmlns:a16="http://schemas.microsoft.com/office/drawing/2014/main" id="{C03C4673-7DDA-4DF3-B3EB-637665A1E16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074238" y="3110094"/>
            <a:ext cx="815181" cy="647699"/>
          </a:xfrm>
        </p:spPr>
        <p:txBody>
          <a:bodyPr anchor="ctr">
            <a:noAutofit/>
          </a:bodyPr>
          <a:lstStyle>
            <a:lvl1pPr marL="0" indent="0" algn="r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Char char="​"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0" indent="0" algn="r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None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2pPr>
            <a:lvl3pPr marL="0" indent="0" algn="r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Char char="​"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3pPr>
            <a:lvl4pPr marL="0" indent="0" algn="r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Char char="​"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4pPr>
            <a:lvl5pPr marL="0" indent="0" algn="r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Char char="​"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5pPr>
            <a:lvl6pPr marL="0" indent="0" algn="r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Char char="​"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6pPr>
            <a:lvl7pPr marL="0" indent="0" algn="r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Char char="​"/>
              <a:defRPr lang="fr-FR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7pPr>
            <a:lvl8pPr marL="0" indent="0" algn="r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Char char="​"/>
              <a:defRPr lang="fr-FR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8pPr>
            <a:lvl9pPr marL="0" indent="0" algn="r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Char char="​"/>
              <a:defRPr lang="fr-FR" sz="1463" b="0" kern="1200" dirty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9pPr>
          </a:lstStyle>
          <a:p>
            <a:pPr lvl="0"/>
            <a:r>
              <a:rPr lang="fr-FR"/>
              <a:t>P.X</a:t>
            </a:r>
            <a:endParaRPr lang="fr-FR" dirty="0"/>
          </a:p>
        </p:txBody>
      </p:sp>
      <p:sp>
        <p:nvSpPr>
          <p:cNvPr id="63" name="Text Placeholder 11">
            <a:extLst>
              <a:ext uri="{FF2B5EF4-FFF2-40B4-BE49-F238E27FC236}">
                <a16:creationId xmlns:a16="http://schemas.microsoft.com/office/drawing/2014/main" id="{CEB81D5D-F72D-4AA4-8EAC-B348BAD48B7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239646" y="3701828"/>
            <a:ext cx="541227" cy="662624"/>
          </a:xfrm>
          <a:noFill/>
        </p:spPr>
        <p:txBody>
          <a:bodyPr anchor="ctr"/>
          <a:lstStyle>
            <a:lvl1pPr marL="0" indent="0" algn="ctr">
              <a:buFont typeface="Arial" panose="020B0604020202020204" pitchFamily="34" charset="0"/>
              <a:buChar char="​"/>
              <a:defRPr sz="26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1pPr>
            <a:lvl2pPr marL="0" indent="0" algn="ctr">
              <a:buFont typeface="Arial" panose="020B0604020202020204" pitchFamily="34" charset="0"/>
              <a:buChar char="​"/>
              <a:defRPr sz="26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2pPr>
            <a:lvl3pPr marL="0" indent="0" algn="ctr">
              <a:buFont typeface="Arial" panose="020B0604020202020204" pitchFamily="34" charset="0"/>
              <a:buChar char="​"/>
              <a:defRPr sz="26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3pPr>
            <a:lvl4pPr marL="0" indent="0" algn="ctr">
              <a:buFont typeface="Arial" panose="020B0604020202020204" pitchFamily="34" charset="0"/>
              <a:buChar char="​"/>
              <a:defRPr sz="26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4pPr>
            <a:lvl5pPr marL="0" indent="0" algn="ctr">
              <a:buFont typeface="Arial" panose="020B0604020202020204" pitchFamily="34" charset="0"/>
              <a:buChar char="​"/>
              <a:defRPr sz="26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5pPr>
            <a:lvl6pPr marL="0" indent="0" algn="ctr">
              <a:buFont typeface="Arial" panose="020B0604020202020204" pitchFamily="34" charset="0"/>
              <a:buChar char="​"/>
              <a:defRPr sz="26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6pPr>
            <a:lvl7pPr marL="0" indent="0" algn="ctr">
              <a:buFont typeface="Arial" panose="020B0604020202020204" pitchFamily="34" charset="0"/>
              <a:buChar char="​"/>
              <a:defRPr sz="26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7pPr>
            <a:lvl8pPr marL="0" indent="0" algn="ctr">
              <a:buFont typeface="Arial" panose="020B0604020202020204" pitchFamily="34" charset="0"/>
              <a:buChar char="​"/>
              <a:defRPr sz="26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8pPr>
            <a:lvl9pPr marL="0" indent="0" algn="ctr">
              <a:buFont typeface="Arial" panose="020B0604020202020204" pitchFamily="34" charset="0"/>
              <a:buChar char="​"/>
              <a:defRPr sz="26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9pPr>
          </a:lstStyle>
          <a:p>
            <a:pPr lvl="0"/>
            <a:r>
              <a:rPr lang="fr-FR"/>
              <a:t>XX</a:t>
            </a:r>
            <a:endParaRPr lang="fr-FR" dirty="0"/>
          </a:p>
        </p:txBody>
      </p:sp>
      <p:sp>
        <p:nvSpPr>
          <p:cNvPr id="64" name="Text Placeholder 13">
            <a:extLst>
              <a:ext uri="{FF2B5EF4-FFF2-40B4-BE49-F238E27FC236}">
                <a16:creationId xmlns:a16="http://schemas.microsoft.com/office/drawing/2014/main" id="{6C4DF4A5-CCCF-4C34-ADBE-1BA0FA65387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187521" y="3709324"/>
            <a:ext cx="3361333" cy="647700"/>
          </a:xfrm>
        </p:spPr>
        <p:txBody>
          <a:bodyPr anchor="ctr">
            <a:noAutofit/>
          </a:bodyPr>
          <a:lstStyle>
            <a:lvl1pPr marL="0" indent="0" algn="l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None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0" indent="0" algn="l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None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2pPr>
            <a:lvl3pPr marL="0" indent="0" algn="l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None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3pPr>
            <a:lvl4pPr marL="0" indent="0" algn="l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None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4pPr>
            <a:lvl5pPr marL="0" indent="0" algn="l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None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5pPr>
            <a:lvl6pPr marL="0" indent="0" algn="l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None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6pPr>
            <a:lvl7pPr marL="0" indent="0" algn="l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None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7pPr>
            <a:lvl8pPr marL="0" indent="0" algn="l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None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8pPr>
            <a:lvl9pPr marL="0" indent="0" algn="l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None/>
              <a:defRPr lang="fr-FR" sz="1463" b="0" kern="1200" dirty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9pPr>
          </a:lstStyle>
          <a:p>
            <a:pPr lvl="0"/>
            <a:r>
              <a:rPr lang="fr-FR"/>
              <a:t>Click to add agenda point</a:t>
            </a:r>
            <a:endParaRPr lang="fr-FR" dirty="0"/>
          </a:p>
        </p:txBody>
      </p:sp>
      <p:sp>
        <p:nvSpPr>
          <p:cNvPr id="65" name="Text Placeholder 15">
            <a:extLst>
              <a:ext uri="{FF2B5EF4-FFF2-40B4-BE49-F238E27FC236}">
                <a16:creationId xmlns:a16="http://schemas.microsoft.com/office/drawing/2014/main" id="{4E0A8621-8BDB-45F6-B43B-25FD66ECFBA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074237" y="3709292"/>
            <a:ext cx="815181" cy="647699"/>
          </a:xfrm>
        </p:spPr>
        <p:txBody>
          <a:bodyPr anchor="ctr">
            <a:noAutofit/>
          </a:bodyPr>
          <a:lstStyle>
            <a:lvl1pPr marL="0" indent="0" algn="r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Char char="​"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0" indent="0" algn="r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None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2pPr>
            <a:lvl3pPr marL="0" indent="0" algn="r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Char char="​"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3pPr>
            <a:lvl4pPr marL="0" indent="0" algn="r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Char char="​"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4pPr>
            <a:lvl5pPr marL="0" indent="0" algn="r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Char char="​"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5pPr>
            <a:lvl6pPr marL="0" indent="0" algn="r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Char char="​"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6pPr>
            <a:lvl7pPr marL="0" indent="0" algn="r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Char char="​"/>
              <a:defRPr lang="fr-FR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7pPr>
            <a:lvl8pPr marL="0" indent="0" algn="r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Char char="​"/>
              <a:defRPr lang="fr-FR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8pPr>
            <a:lvl9pPr marL="0" indent="0" algn="r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Char char="​"/>
              <a:defRPr lang="fr-FR" sz="1463" b="0" kern="1200" dirty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9pPr>
          </a:lstStyle>
          <a:p>
            <a:pPr lvl="0"/>
            <a:r>
              <a:rPr lang="fr-FR"/>
              <a:t>P.X</a:t>
            </a:r>
            <a:endParaRPr lang="fr-FR" dirty="0"/>
          </a:p>
        </p:txBody>
      </p:sp>
      <p:sp>
        <p:nvSpPr>
          <p:cNvPr id="66" name="Text Placeholder 11">
            <a:extLst>
              <a:ext uri="{FF2B5EF4-FFF2-40B4-BE49-F238E27FC236}">
                <a16:creationId xmlns:a16="http://schemas.microsoft.com/office/drawing/2014/main" id="{A879D6F3-E834-45C6-B684-C099608387E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239645" y="4313627"/>
            <a:ext cx="541227" cy="662624"/>
          </a:xfrm>
          <a:noFill/>
        </p:spPr>
        <p:txBody>
          <a:bodyPr anchor="ctr"/>
          <a:lstStyle>
            <a:lvl1pPr marL="0" indent="0" algn="ctr">
              <a:buFont typeface="Arial" panose="020B0604020202020204" pitchFamily="34" charset="0"/>
              <a:buChar char="​"/>
              <a:defRPr sz="26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1pPr>
            <a:lvl2pPr marL="0" indent="0" algn="ctr">
              <a:buFont typeface="Arial" panose="020B0604020202020204" pitchFamily="34" charset="0"/>
              <a:buChar char="​"/>
              <a:defRPr sz="26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2pPr>
            <a:lvl3pPr marL="0" indent="0" algn="ctr">
              <a:buFont typeface="Arial" panose="020B0604020202020204" pitchFamily="34" charset="0"/>
              <a:buChar char="​"/>
              <a:defRPr sz="26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3pPr>
            <a:lvl4pPr marL="0" indent="0" algn="ctr">
              <a:buFont typeface="Arial" panose="020B0604020202020204" pitchFamily="34" charset="0"/>
              <a:buChar char="​"/>
              <a:defRPr sz="26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4pPr>
            <a:lvl5pPr marL="0" indent="0" algn="ctr">
              <a:buFont typeface="Arial" panose="020B0604020202020204" pitchFamily="34" charset="0"/>
              <a:buChar char="​"/>
              <a:defRPr sz="26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5pPr>
            <a:lvl6pPr marL="0" indent="0" algn="ctr">
              <a:buFont typeface="Arial" panose="020B0604020202020204" pitchFamily="34" charset="0"/>
              <a:buChar char="​"/>
              <a:defRPr sz="26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6pPr>
            <a:lvl7pPr marL="0" indent="0" algn="ctr">
              <a:buFont typeface="Arial" panose="020B0604020202020204" pitchFamily="34" charset="0"/>
              <a:buChar char="​"/>
              <a:defRPr sz="26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7pPr>
            <a:lvl8pPr marL="0" indent="0" algn="ctr">
              <a:buFont typeface="Arial" panose="020B0604020202020204" pitchFamily="34" charset="0"/>
              <a:buChar char="​"/>
              <a:defRPr sz="26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8pPr>
            <a:lvl9pPr marL="0" indent="0" algn="ctr">
              <a:buFont typeface="Arial" panose="020B0604020202020204" pitchFamily="34" charset="0"/>
              <a:buChar char="​"/>
              <a:defRPr sz="26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9pPr>
          </a:lstStyle>
          <a:p>
            <a:pPr lvl="0"/>
            <a:r>
              <a:rPr lang="fr-FR"/>
              <a:t>XX</a:t>
            </a:r>
            <a:endParaRPr lang="fr-FR" dirty="0"/>
          </a:p>
        </p:txBody>
      </p:sp>
      <p:sp>
        <p:nvSpPr>
          <p:cNvPr id="67" name="Text Placeholder 13">
            <a:extLst>
              <a:ext uri="{FF2B5EF4-FFF2-40B4-BE49-F238E27FC236}">
                <a16:creationId xmlns:a16="http://schemas.microsoft.com/office/drawing/2014/main" id="{A60C22D5-A084-41A3-A33E-10FF4378A1A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187520" y="4321123"/>
            <a:ext cx="3361333" cy="647700"/>
          </a:xfrm>
        </p:spPr>
        <p:txBody>
          <a:bodyPr anchor="ctr">
            <a:noAutofit/>
          </a:bodyPr>
          <a:lstStyle>
            <a:lvl1pPr marL="0" indent="0" algn="l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None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0" indent="0" algn="l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None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2pPr>
            <a:lvl3pPr marL="0" indent="0" algn="l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None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3pPr>
            <a:lvl4pPr marL="0" indent="0" algn="l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None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4pPr>
            <a:lvl5pPr marL="0" indent="0" algn="l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None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5pPr>
            <a:lvl6pPr marL="0" indent="0" algn="l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None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6pPr>
            <a:lvl7pPr marL="0" indent="0" algn="l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None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7pPr>
            <a:lvl8pPr marL="0" indent="0" algn="l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None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8pPr>
            <a:lvl9pPr marL="0" indent="0" algn="l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None/>
              <a:defRPr lang="fr-FR" sz="1463" b="0" kern="1200" dirty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9pPr>
          </a:lstStyle>
          <a:p>
            <a:pPr lvl="0"/>
            <a:r>
              <a:rPr lang="fr-FR"/>
              <a:t>Click to add agenda point</a:t>
            </a:r>
            <a:endParaRPr lang="fr-FR" dirty="0"/>
          </a:p>
        </p:txBody>
      </p:sp>
      <p:sp>
        <p:nvSpPr>
          <p:cNvPr id="68" name="Text Placeholder 15">
            <a:extLst>
              <a:ext uri="{FF2B5EF4-FFF2-40B4-BE49-F238E27FC236}">
                <a16:creationId xmlns:a16="http://schemas.microsoft.com/office/drawing/2014/main" id="{2A5BB103-DF35-486A-A5D5-DB14EF7E659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074236" y="4321091"/>
            <a:ext cx="815181" cy="647699"/>
          </a:xfrm>
        </p:spPr>
        <p:txBody>
          <a:bodyPr anchor="ctr">
            <a:noAutofit/>
          </a:bodyPr>
          <a:lstStyle>
            <a:lvl1pPr marL="0" indent="0" algn="r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Char char="​"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0" indent="0" algn="r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None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2pPr>
            <a:lvl3pPr marL="0" indent="0" algn="r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Char char="​"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3pPr>
            <a:lvl4pPr marL="0" indent="0" algn="r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Char char="​"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4pPr>
            <a:lvl5pPr marL="0" indent="0" algn="r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Char char="​"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5pPr>
            <a:lvl6pPr marL="0" indent="0" algn="r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Char char="​"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6pPr>
            <a:lvl7pPr marL="0" indent="0" algn="r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Char char="​"/>
              <a:defRPr lang="fr-FR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7pPr>
            <a:lvl8pPr marL="0" indent="0" algn="r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Char char="​"/>
              <a:defRPr lang="fr-FR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8pPr>
            <a:lvl9pPr marL="0" indent="0" algn="r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Char char="​"/>
              <a:defRPr lang="fr-FR" sz="1463" b="0" kern="1200" dirty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9pPr>
          </a:lstStyle>
          <a:p>
            <a:pPr lvl="0"/>
            <a:r>
              <a:rPr lang="fr-FR"/>
              <a:t>P.X</a:t>
            </a:r>
            <a:endParaRPr lang="fr-FR" dirty="0"/>
          </a:p>
        </p:txBody>
      </p:sp>
      <p:sp>
        <p:nvSpPr>
          <p:cNvPr id="69" name="Text Placeholder 11">
            <a:extLst>
              <a:ext uri="{FF2B5EF4-FFF2-40B4-BE49-F238E27FC236}">
                <a16:creationId xmlns:a16="http://schemas.microsoft.com/office/drawing/2014/main" id="{FFA1784F-1ED6-478C-9792-F84C6AFED42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239644" y="4932854"/>
            <a:ext cx="541227" cy="662624"/>
          </a:xfrm>
          <a:noFill/>
        </p:spPr>
        <p:txBody>
          <a:bodyPr anchor="ctr"/>
          <a:lstStyle>
            <a:lvl1pPr marL="0" indent="0" algn="ctr">
              <a:buFont typeface="Arial" panose="020B0604020202020204" pitchFamily="34" charset="0"/>
              <a:buChar char="​"/>
              <a:defRPr sz="26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1pPr>
            <a:lvl2pPr marL="0" indent="0" algn="ctr">
              <a:buFont typeface="Arial" panose="020B0604020202020204" pitchFamily="34" charset="0"/>
              <a:buChar char="​"/>
              <a:defRPr sz="26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2pPr>
            <a:lvl3pPr marL="0" indent="0" algn="ctr">
              <a:buFont typeface="Arial" panose="020B0604020202020204" pitchFamily="34" charset="0"/>
              <a:buChar char="​"/>
              <a:defRPr sz="26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3pPr>
            <a:lvl4pPr marL="0" indent="0" algn="ctr">
              <a:buFont typeface="Arial" panose="020B0604020202020204" pitchFamily="34" charset="0"/>
              <a:buChar char="​"/>
              <a:defRPr sz="26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4pPr>
            <a:lvl5pPr marL="0" indent="0" algn="ctr">
              <a:buFont typeface="Arial" panose="020B0604020202020204" pitchFamily="34" charset="0"/>
              <a:buChar char="​"/>
              <a:defRPr sz="26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5pPr>
            <a:lvl6pPr marL="0" indent="0" algn="ctr">
              <a:buFont typeface="Arial" panose="020B0604020202020204" pitchFamily="34" charset="0"/>
              <a:buChar char="​"/>
              <a:defRPr sz="26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6pPr>
            <a:lvl7pPr marL="0" indent="0" algn="ctr">
              <a:buFont typeface="Arial" panose="020B0604020202020204" pitchFamily="34" charset="0"/>
              <a:buChar char="​"/>
              <a:defRPr sz="26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7pPr>
            <a:lvl8pPr marL="0" indent="0" algn="ctr">
              <a:buFont typeface="Arial" panose="020B0604020202020204" pitchFamily="34" charset="0"/>
              <a:buChar char="​"/>
              <a:defRPr sz="26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8pPr>
            <a:lvl9pPr marL="0" indent="0" algn="ctr">
              <a:buFont typeface="Arial" panose="020B0604020202020204" pitchFamily="34" charset="0"/>
              <a:buChar char="​"/>
              <a:defRPr sz="26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9pPr>
          </a:lstStyle>
          <a:p>
            <a:pPr lvl="0"/>
            <a:r>
              <a:rPr lang="fr-FR"/>
              <a:t>XX</a:t>
            </a:r>
            <a:endParaRPr lang="fr-FR" dirty="0"/>
          </a:p>
        </p:txBody>
      </p:sp>
      <p:sp>
        <p:nvSpPr>
          <p:cNvPr id="70" name="Text Placeholder 13">
            <a:extLst>
              <a:ext uri="{FF2B5EF4-FFF2-40B4-BE49-F238E27FC236}">
                <a16:creationId xmlns:a16="http://schemas.microsoft.com/office/drawing/2014/main" id="{C9420F78-4C39-4D68-8D65-F40DA3F83E1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187519" y="4940350"/>
            <a:ext cx="3361333" cy="647700"/>
          </a:xfrm>
        </p:spPr>
        <p:txBody>
          <a:bodyPr anchor="ctr">
            <a:noAutofit/>
          </a:bodyPr>
          <a:lstStyle>
            <a:lvl1pPr marL="0" indent="0" algn="l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None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0" indent="0" algn="l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None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2pPr>
            <a:lvl3pPr marL="0" indent="0" algn="l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None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3pPr>
            <a:lvl4pPr marL="0" indent="0" algn="l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None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4pPr>
            <a:lvl5pPr marL="0" indent="0" algn="l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None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5pPr>
            <a:lvl6pPr marL="0" indent="0" algn="l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None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6pPr>
            <a:lvl7pPr marL="0" indent="0" algn="l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None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7pPr>
            <a:lvl8pPr marL="0" indent="0" algn="l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None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8pPr>
            <a:lvl9pPr marL="0" indent="0" algn="l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None/>
              <a:defRPr lang="fr-FR" sz="1463" b="0" kern="1200" dirty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9pPr>
          </a:lstStyle>
          <a:p>
            <a:pPr lvl="0"/>
            <a:r>
              <a:rPr lang="fr-FR"/>
              <a:t>Click to add agenda point</a:t>
            </a:r>
            <a:endParaRPr lang="fr-FR" dirty="0"/>
          </a:p>
        </p:txBody>
      </p:sp>
      <p:sp>
        <p:nvSpPr>
          <p:cNvPr id="71" name="Text Placeholder 15">
            <a:extLst>
              <a:ext uri="{FF2B5EF4-FFF2-40B4-BE49-F238E27FC236}">
                <a16:creationId xmlns:a16="http://schemas.microsoft.com/office/drawing/2014/main" id="{2C051199-1172-4489-8515-A737EB52DBC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074235" y="4940318"/>
            <a:ext cx="815181" cy="647699"/>
          </a:xfrm>
        </p:spPr>
        <p:txBody>
          <a:bodyPr anchor="ctr">
            <a:noAutofit/>
          </a:bodyPr>
          <a:lstStyle>
            <a:lvl1pPr marL="0" indent="0" algn="r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Char char="​"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0" indent="0" algn="r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None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2pPr>
            <a:lvl3pPr marL="0" indent="0" algn="r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Char char="​"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3pPr>
            <a:lvl4pPr marL="0" indent="0" algn="r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Char char="​"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4pPr>
            <a:lvl5pPr marL="0" indent="0" algn="r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Char char="​"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5pPr>
            <a:lvl6pPr marL="0" indent="0" algn="r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Char char="​"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6pPr>
            <a:lvl7pPr marL="0" indent="0" algn="r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Char char="​"/>
              <a:defRPr lang="fr-FR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7pPr>
            <a:lvl8pPr marL="0" indent="0" algn="r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Char char="​"/>
              <a:defRPr lang="fr-FR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8pPr>
            <a:lvl9pPr marL="0" indent="0" algn="r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Char char="​"/>
              <a:defRPr lang="fr-FR" sz="1463" b="0" kern="1200" dirty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9pPr>
          </a:lstStyle>
          <a:p>
            <a:pPr lvl="0"/>
            <a:r>
              <a:rPr lang="fr-FR"/>
              <a:t>P.X</a:t>
            </a:r>
            <a:endParaRPr lang="fr-FR" dirty="0"/>
          </a:p>
        </p:txBody>
      </p:sp>
      <p:sp>
        <p:nvSpPr>
          <p:cNvPr id="72" name="Text Placeholder 11">
            <a:extLst>
              <a:ext uri="{FF2B5EF4-FFF2-40B4-BE49-F238E27FC236}">
                <a16:creationId xmlns:a16="http://schemas.microsoft.com/office/drawing/2014/main" id="{C50A6304-C20C-492C-8632-FAF2C2BC180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239644" y="5532017"/>
            <a:ext cx="541227" cy="662624"/>
          </a:xfrm>
          <a:noFill/>
        </p:spPr>
        <p:txBody>
          <a:bodyPr anchor="ctr"/>
          <a:lstStyle>
            <a:lvl1pPr marL="0" indent="0" algn="ctr">
              <a:buFont typeface="Arial" panose="020B0604020202020204" pitchFamily="34" charset="0"/>
              <a:buChar char="​"/>
              <a:defRPr sz="26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1pPr>
            <a:lvl2pPr marL="0" indent="0" algn="ctr">
              <a:buFont typeface="Arial" panose="020B0604020202020204" pitchFamily="34" charset="0"/>
              <a:buChar char="​"/>
              <a:defRPr sz="26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2pPr>
            <a:lvl3pPr marL="0" indent="0" algn="ctr">
              <a:buFont typeface="Arial" panose="020B0604020202020204" pitchFamily="34" charset="0"/>
              <a:buChar char="​"/>
              <a:defRPr sz="26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3pPr>
            <a:lvl4pPr marL="0" indent="0" algn="ctr">
              <a:buFont typeface="Arial" panose="020B0604020202020204" pitchFamily="34" charset="0"/>
              <a:buChar char="​"/>
              <a:defRPr sz="26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4pPr>
            <a:lvl5pPr marL="0" indent="0" algn="ctr">
              <a:buFont typeface="Arial" panose="020B0604020202020204" pitchFamily="34" charset="0"/>
              <a:buChar char="​"/>
              <a:defRPr sz="26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5pPr>
            <a:lvl6pPr marL="0" indent="0" algn="ctr">
              <a:buFont typeface="Arial" panose="020B0604020202020204" pitchFamily="34" charset="0"/>
              <a:buChar char="​"/>
              <a:defRPr sz="26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6pPr>
            <a:lvl7pPr marL="0" indent="0" algn="ctr">
              <a:buFont typeface="Arial" panose="020B0604020202020204" pitchFamily="34" charset="0"/>
              <a:buChar char="​"/>
              <a:defRPr sz="26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7pPr>
            <a:lvl8pPr marL="0" indent="0" algn="ctr">
              <a:buFont typeface="Arial" panose="020B0604020202020204" pitchFamily="34" charset="0"/>
              <a:buChar char="​"/>
              <a:defRPr sz="26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8pPr>
            <a:lvl9pPr marL="0" indent="0" algn="ctr">
              <a:buFont typeface="Arial" panose="020B0604020202020204" pitchFamily="34" charset="0"/>
              <a:buChar char="​"/>
              <a:defRPr sz="2600" b="1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  <a:latin typeface="+mj-lt"/>
              </a:defRPr>
            </a:lvl9pPr>
          </a:lstStyle>
          <a:p>
            <a:pPr lvl="0"/>
            <a:r>
              <a:rPr lang="fr-FR"/>
              <a:t>XX</a:t>
            </a:r>
            <a:endParaRPr lang="fr-FR" dirty="0"/>
          </a:p>
        </p:txBody>
      </p:sp>
      <p:sp>
        <p:nvSpPr>
          <p:cNvPr id="73" name="Text Placeholder 13">
            <a:extLst>
              <a:ext uri="{FF2B5EF4-FFF2-40B4-BE49-F238E27FC236}">
                <a16:creationId xmlns:a16="http://schemas.microsoft.com/office/drawing/2014/main" id="{CC4C6B99-AC73-4CD8-997F-DAB5843B0FC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187519" y="5539513"/>
            <a:ext cx="3361333" cy="647700"/>
          </a:xfrm>
        </p:spPr>
        <p:txBody>
          <a:bodyPr anchor="ctr">
            <a:noAutofit/>
          </a:bodyPr>
          <a:lstStyle>
            <a:lvl1pPr marL="0" indent="0" algn="l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None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0" indent="0" algn="l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None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2pPr>
            <a:lvl3pPr marL="0" indent="0" algn="l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None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3pPr>
            <a:lvl4pPr marL="0" indent="0" algn="l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None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4pPr>
            <a:lvl5pPr marL="0" indent="0" algn="l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None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5pPr>
            <a:lvl6pPr marL="0" indent="0" algn="l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None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6pPr>
            <a:lvl7pPr marL="0" indent="0" algn="l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None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7pPr>
            <a:lvl8pPr marL="0" indent="0" algn="l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None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8pPr>
            <a:lvl9pPr marL="0" indent="0" algn="l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None/>
              <a:defRPr lang="fr-FR" sz="1463" b="0" kern="1200" dirty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9pPr>
          </a:lstStyle>
          <a:p>
            <a:pPr lvl="0"/>
            <a:r>
              <a:rPr lang="fr-FR"/>
              <a:t>Click to add agenda point</a:t>
            </a:r>
            <a:endParaRPr lang="fr-FR" dirty="0"/>
          </a:p>
        </p:txBody>
      </p:sp>
      <p:sp>
        <p:nvSpPr>
          <p:cNvPr id="74" name="Text Placeholder 15">
            <a:extLst>
              <a:ext uri="{FF2B5EF4-FFF2-40B4-BE49-F238E27FC236}">
                <a16:creationId xmlns:a16="http://schemas.microsoft.com/office/drawing/2014/main" id="{7F90DADD-533A-489F-B86B-B9EA0BFA0E8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074235" y="5539481"/>
            <a:ext cx="815181" cy="647699"/>
          </a:xfrm>
        </p:spPr>
        <p:txBody>
          <a:bodyPr anchor="ctr">
            <a:noAutofit/>
          </a:bodyPr>
          <a:lstStyle>
            <a:lvl1pPr marL="0" indent="0" algn="r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Char char="​"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0" indent="0" algn="r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None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2pPr>
            <a:lvl3pPr marL="0" indent="0" algn="r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Char char="​"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3pPr>
            <a:lvl4pPr marL="0" indent="0" algn="r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Char char="​"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4pPr>
            <a:lvl5pPr marL="0" indent="0" algn="r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Char char="​"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5pPr>
            <a:lvl6pPr marL="0" indent="0" algn="r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Char char="​"/>
              <a:defRPr lang="en-US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6pPr>
            <a:lvl7pPr marL="0" indent="0" algn="r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Char char="​"/>
              <a:defRPr lang="fr-FR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7pPr>
            <a:lvl8pPr marL="0" indent="0" algn="r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Char char="​"/>
              <a:defRPr lang="fr-FR" sz="1463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8pPr>
            <a:lvl9pPr marL="0" indent="0" algn="r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 typeface="Arial" panose="020B0604020202020204" pitchFamily="34" charset="0"/>
              <a:buChar char="​"/>
              <a:defRPr lang="fr-FR" sz="1463" b="0" kern="1200" dirty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9pPr>
          </a:lstStyle>
          <a:p>
            <a:pPr lvl="0"/>
            <a:r>
              <a:rPr lang="fr-FR"/>
              <a:t>P.X</a:t>
            </a:r>
            <a:endParaRPr lang="fr-FR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789612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extLst>
              <a:ext uri="{FF2B5EF4-FFF2-40B4-BE49-F238E27FC236}">
                <a16:creationId xmlns:a16="http://schemas.microsoft.com/office/drawing/2014/main" id="{62F38F47-C921-BB85-101F-7AD3C6F9FDDF}"/>
              </a:ext>
            </a:extLst>
          </p:cNvPr>
          <p:cNvSpPr/>
          <p:nvPr userDrawn="1"/>
        </p:nvSpPr>
        <p:spPr>
          <a:xfrm>
            <a:off x="656912" y="844950"/>
            <a:ext cx="3665204" cy="4511443"/>
          </a:xfrm>
          <a:prstGeom prst="ellipse">
            <a:avLst/>
          </a:prstGeom>
          <a:gradFill>
            <a:gsLst>
              <a:gs pos="0">
                <a:schemeClr val="tx2"/>
              </a:gs>
              <a:gs pos="100000">
                <a:schemeClr val="bg2"/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rtlCol="0" anchor="t">
            <a:noAutofit/>
          </a:bodyPr>
          <a:lstStyle/>
          <a:p>
            <a:pPr algn="l">
              <a:buClr>
                <a:schemeClr val="accent4"/>
              </a:buClr>
            </a:pPr>
            <a:endParaRPr lang="fr-FR" sz="975" dirty="0" err="1">
              <a:solidFill>
                <a:schemeClr val="bg1">
                  <a:lumMod val="100000"/>
                </a:schemeClr>
              </a:solidFill>
              <a:latin typeface="Segoe UI Semilight" panose="020B0402040204020203" pitchFamily="34" charset="0"/>
            </a:endParaRPr>
          </a:p>
        </p:txBody>
      </p:sp>
      <p:pic>
        <p:nvPicPr>
          <p:cNvPr id="17" name="Graphique 16">
            <a:extLst>
              <a:ext uri="{FF2B5EF4-FFF2-40B4-BE49-F238E27FC236}">
                <a16:creationId xmlns:a16="http://schemas.microsoft.com/office/drawing/2014/main" id="{2A921758-2357-E2E4-7B6A-D082EAFFCDA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8861" t="-3712" r="37096" b="61920"/>
          <a:stretch/>
        </p:blipFill>
        <p:spPr>
          <a:xfrm>
            <a:off x="5420714" y="-31080"/>
            <a:ext cx="4485287" cy="4448196"/>
          </a:xfrm>
          <a:prstGeom prst="rect">
            <a:avLst/>
          </a:prstGeom>
        </p:spPr>
      </p:pic>
      <p:pic>
        <p:nvPicPr>
          <p:cNvPr id="18" name="Graphique 17">
            <a:extLst>
              <a:ext uri="{FF2B5EF4-FFF2-40B4-BE49-F238E27FC236}">
                <a16:creationId xmlns:a16="http://schemas.microsoft.com/office/drawing/2014/main" id="{DA05AF54-C2F8-B447-E830-1EC08F33AC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8861" t="-3712" r="64117" b="61920"/>
          <a:stretch/>
        </p:blipFill>
        <p:spPr>
          <a:xfrm rot="10800000">
            <a:off x="-1" y="1886193"/>
            <a:ext cx="2242643" cy="4448196"/>
          </a:xfrm>
          <a:prstGeom prst="rect">
            <a:avLst/>
          </a:prstGeom>
        </p:spPr>
      </p:pic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0FD4F7F-6DD8-9D49-9E21-5D29466BC07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66640" y="844949"/>
            <a:ext cx="3580255" cy="4406468"/>
          </a:xfrm>
          <a:prstGeom prst="ellipse">
            <a:avLst/>
          </a:prstGeom>
          <a:solidFill>
            <a:schemeClr val="accent3"/>
          </a:solidFill>
          <a:effectLst/>
        </p:spPr>
        <p:txBody>
          <a:bodyPr tIns="720000" anchor="ctr" anchorCtr="1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marL="70942" marR="0" lvl="0" indent="-70942" algn="ctr" defTabSz="742950" rtl="0" eaLnBrk="1" fontAlgn="auto" latinLnBrk="0" hangingPunct="1">
              <a:lnSpc>
                <a:spcPct val="100000"/>
              </a:lnSpc>
              <a:spcBef>
                <a:spcPts val="2438"/>
              </a:spcBef>
              <a:spcAft>
                <a:spcPts val="0"/>
              </a:spcAft>
              <a:buClrTx/>
              <a:buSzTx/>
              <a:buFont typeface="Malgun Gothic" panose="020B0503020000020004" pitchFamily="34" charset="-127"/>
              <a:buChar char="​"/>
              <a:tabLst/>
              <a:defRPr/>
            </a:pPr>
            <a:r>
              <a:rPr lang="fr-FR" sz="1463"/>
              <a:t>Click icon to add picture</a:t>
            </a:r>
            <a:endParaRPr lang="fr-FR" sz="1463" dirty="0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38331C31-6630-E8B7-688D-0F53468FB2EF}"/>
              </a:ext>
            </a:extLst>
          </p:cNvPr>
          <p:cNvCxnSpPr>
            <a:cxnSpLocks/>
          </p:cNvCxnSpPr>
          <p:nvPr userDrawn="1"/>
        </p:nvCxnSpPr>
        <p:spPr>
          <a:xfrm flipV="1">
            <a:off x="4953000" y="1892300"/>
            <a:ext cx="0" cy="4965700"/>
          </a:xfrm>
          <a:prstGeom prst="line">
            <a:avLst/>
          </a:prstGeom>
          <a:ln w="19050" cap="rnd" cmpd="sng" algn="ctr">
            <a:gradFill flip="none"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5400000" scaled="1"/>
              <a:tileRect/>
            </a:gra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e 8">
            <a:extLst>
              <a:ext uri="{FF2B5EF4-FFF2-40B4-BE49-F238E27FC236}">
                <a16:creationId xmlns:a16="http://schemas.microsoft.com/office/drawing/2014/main" id="{A1C31873-3E9F-65A7-1561-678A4DA175E7}"/>
              </a:ext>
            </a:extLst>
          </p:cNvPr>
          <p:cNvGrpSpPr/>
          <p:nvPr userDrawn="1"/>
        </p:nvGrpSpPr>
        <p:grpSpPr>
          <a:xfrm>
            <a:off x="227061" y="6214971"/>
            <a:ext cx="1328326" cy="325606"/>
            <a:chOff x="7804375" y="14663327"/>
            <a:chExt cx="7400924" cy="1473993"/>
          </a:xfrm>
          <a:solidFill>
            <a:schemeClr val="accent1"/>
          </a:solidFill>
        </p:grpSpPr>
        <p:grpSp>
          <p:nvGrpSpPr>
            <p:cNvPr id="10" name="Graphique 37">
              <a:extLst>
                <a:ext uri="{FF2B5EF4-FFF2-40B4-BE49-F238E27FC236}">
                  <a16:creationId xmlns:a16="http://schemas.microsoft.com/office/drawing/2014/main" id="{97971C10-5D99-4C6F-72C8-319C0EA7CAA3}"/>
                </a:ext>
              </a:extLst>
            </p:cNvPr>
            <p:cNvGrpSpPr/>
            <p:nvPr/>
          </p:nvGrpSpPr>
          <p:grpSpPr>
            <a:xfrm>
              <a:off x="7804375" y="14663327"/>
              <a:ext cx="2394966" cy="1473326"/>
              <a:chOff x="7804375" y="14663327"/>
              <a:chExt cx="2394966" cy="1473326"/>
            </a:xfrm>
            <a:grpFill/>
          </p:grpSpPr>
          <p:sp>
            <p:nvSpPr>
              <p:cNvPr id="12" name="Forme libre : forme 11">
                <a:extLst>
                  <a:ext uri="{FF2B5EF4-FFF2-40B4-BE49-F238E27FC236}">
                    <a16:creationId xmlns:a16="http://schemas.microsoft.com/office/drawing/2014/main" id="{1A97C1C7-C9CB-55F6-BEA2-812698B33035}"/>
                  </a:ext>
                </a:extLst>
              </p:cNvPr>
              <p:cNvSpPr/>
              <p:nvPr/>
            </p:nvSpPr>
            <p:spPr>
              <a:xfrm>
                <a:off x="8464266" y="14990796"/>
                <a:ext cx="1206016" cy="1137570"/>
              </a:xfrm>
              <a:custGeom>
                <a:avLst/>
                <a:gdLst>
                  <a:gd name="connsiteX0" fmla="*/ 221075 w 1206016"/>
                  <a:gd name="connsiteY0" fmla="*/ 0 h 1137570"/>
                  <a:gd name="connsiteX1" fmla="*/ 0 w 1206016"/>
                  <a:gd name="connsiteY1" fmla="*/ 1137571 h 1137570"/>
                  <a:gd name="connsiteX2" fmla="*/ 467678 w 1206016"/>
                  <a:gd name="connsiteY2" fmla="*/ 1137571 h 1137570"/>
                  <a:gd name="connsiteX3" fmla="*/ 1192530 w 1206016"/>
                  <a:gd name="connsiteY3" fmla="*/ 536258 h 1137570"/>
                  <a:gd name="connsiteX4" fmla="*/ 792290 w 1206016"/>
                  <a:gd name="connsiteY4" fmla="*/ 95 h 1137570"/>
                  <a:gd name="connsiteX5" fmla="*/ 221075 w 1206016"/>
                  <a:gd name="connsiteY5" fmla="*/ 95 h 1137570"/>
                  <a:gd name="connsiteX6" fmla="*/ 452723 w 1206016"/>
                  <a:gd name="connsiteY6" fmla="*/ 96869 h 1137570"/>
                  <a:gd name="connsiteX7" fmla="*/ 616458 w 1206016"/>
                  <a:gd name="connsiteY7" fmla="*/ 96869 h 1137570"/>
                  <a:gd name="connsiteX8" fmla="*/ 915638 w 1206016"/>
                  <a:gd name="connsiteY8" fmla="*/ 534543 h 1137570"/>
                  <a:gd name="connsiteX9" fmla="*/ 411290 w 1206016"/>
                  <a:gd name="connsiteY9" fmla="*/ 1040606 h 1137570"/>
                  <a:gd name="connsiteX10" fmla="*/ 269367 w 1206016"/>
                  <a:gd name="connsiteY10" fmla="*/ 1040606 h 1137570"/>
                  <a:gd name="connsiteX11" fmla="*/ 452723 w 1206016"/>
                  <a:gd name="connsiteY11" fmla="*/ 96774 h 1137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206016" h="1137570">
                    <a:moveTo>
                      <a:pt x="221075" y="0"/>
                    </a:moveTo>
                    <a:lnTo>
                      <a:pt x="0" y="1137571"/>
                    </a:lnTo>
                    <a:lnTo>
                      <a:pt x="467678" y="1137571"/>
                    </a:lnTo>
                    <a:cubicBezTo>
                      <a:pt x="810101" y="1137571"/>
                      <a:pt x="1119188" y="913733"/>
                      <a:pt x="1192530" y="536258"/>
                    </a:cubicBezTo>
                    <a:cubicBezTo>
                      <a:pt x="1245775" y="262318"/>
                      <a:pt x="1147191" y="13430"/>
                      <a:pt x="792290" y="95"/>
                    </a:cubicBezTo>
                    <a:lnTo>
                      <a:pt x="221075" y="95"/>
                    </a:lnTo>
                    <a:close/>
                    <a:moveTo>
                      <a:pt x="452723" y="96869"/>
                    </a:moveTo>
                    <a:lnTo>
                      <a:pt x="616458" y="96869"/>
                    </a:lnTo>
                    <a:cubicBezTo>
                      <a:pt x="851916" y="96869"/>
                      <a:pt x="976598" y="220504"/>
                      <a:pt x="915638" y="534543"/>
                    </a:cubicBezTo>
                    <a:cubicBezTo>
                      <a:pt x="839629" y="925354"/>
                      <a:pt x="641795" y="1040606"/>
                      <a:pt x="411290" y="1040606"/>
                    </a:cubicBezTo>
                    <a:lnTo>
                      <a:pt x="269367" y="1040606"/>
                    </a:lnTo>
                    <a:lnTo>
                      <a:pt x="452723" y="96774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1544"/>
              </a:p>
            </p:txBody>
          </p:sp>
          <p:sp>
            <p:nvSpPr>
              <p:cNvPr id="13" name="Forme libre : forme 12">
                <a:extLst>
                  <a:ext uri="{FF2B5EF4-FFF2-40B4-BE49-F238E27FC236}">
                    <a16:creationId xmlns:a16="http://schemas.microsoft.com/office/drawing/2014/main" id="{A2367F20-25A9-E404-7F60-3D60889ED070}"/>
                  </a:ext>
                </a:extLst>
              </p:cNvPr>
              <p:cNvSpPr/>
              <p:nvPr/>
            </p:nvSpPr>
            <p:spPr>
              <a:xfrm>
                <a:off x="7804375" y="14663327"/>
                <a:ext cx="2394966" cy="1136017"/>
              </a:xfrm>
              <a:custGeom>
                <a:avLst/>
                <a:gdLst>
                  <a:gd name="connsiteX0" fmla="*/ 1852232 w 2394966"/>
                  <a:gd name="connsiteY0" fmla="*/ 299752 h 1136017"/>
                  <a:gd name="connsiteX1" fmla="*/ 1816132 w 2394966"/>
                  <a:gd name="connsiteY1" fmla="*/ 148781 h 1136017"/>
                  <a:gd name="connsiteX2" fmla="*/ 2265426 w 2394966"/>
                  <a:gd name="connsiteY2" fmla="*/ 0 h 1136017"/>
                  <a:gd name="connsiteX3" fmla="*/ 2394966 w 2394966"/>
                  <a:gd name="connsiteY3" fmla="*/ 451961 h 1136017"/>
                  <a:gd name="connsiteX4" fmla="*/ 2237804 w 2394966"/>
                  <a:gd name="connsiteY4" fmla="*/ 487775 h 1136017"/>
                  <a:gd name="connsiteX5" fmla="*/ 2207514 w 2394966"/>
                  <a:gd name="connsiteY5" fmla="*/ 303086 h 1136017"/>
                  <a:gd name="connsiteX6" fmla="*/ 0 w 2394966"/>
                  <a:gd name="connsiteY6" fmla="*/ 1074801 h 1136017"/>
                  <a:gd name="connsiteX7" fmla="*/ 17812 w 2394966"/>
                  <a:gd name="connsiteY7" fmla="*/ 1033272 h 1136017"/>
                  <a:gd name="connsiteX8" fmla="*/ 2028349 w 2394966"/>
                  <a:gd name="connsiteY8" fmla="*/ 231458 h 1136017"/>
                  <a:gd name="connsiteX9" fmla="*/ 1852232 w 2394966"/>
                  <a:gd name="connsiteY9" fmla="*/ 299752 h 1136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394966" h="1136017">
                    <a:moveTo>
                      <a:pt x="1852232" y="299752"/>
                    </a:moveTo>
                    <a:cubicBezTo>
                      <a:pt x="1851946" y="217742"/>
                      <a:pt x="1838611" y="205264"/>
                      <a:pt x="1816132" y="148781"/>
                    </a:cubicBezTo>
                    <a:lnTo>
                      <a:pt x="2265426" y="0"/>
                    </a:lnTo>
                    <a:lnTo>
                      <a:pt x="2394966" y="451961"/>
                    </a:lnTo>
                    <a:cubicBezTo>
                      <a:pt x="2348103" y="449199"/>
                      <a:pt x="2298478" y="454724"/>
                      <a:pt x="2237804" y="487775"/>
                    </a:cubicBezTo>
                    <a:lnTo>
                      <a:pt x="2207514" y="303086"/>
                    </a:lnTo>
                    <a:cubicBezTo>
                      <a:pt x="2042160" y="609124"/>
                      <a:pt x="1223677" y="1353217"/>
                      <a:pt x="0" y="1074801"/>
                    </a:cubicBezTo>
                    <a:cubicBezTo>
                      <a:pt x="7906" y="1068038"/>
                      <a:pt x="14002" y="1043654"/>
                      <a:pt x="17812" y="1033272"/>
                    </a:cubicBezTo>
                    <a:cubicBezTo>
                      <a:pt x="1146429" y="1185005"/>
                      <a:pt x="1915478" y="481679"/>
                      <a:pt x="2028349" y="231458"/>
                    </a:cubicBezTo>
                    <a:lnTo>
                      <a:pt x="1852232" y="299752"/>
                    </a:lnTo>
                    <a:close/>
                  </a:path>
                </a:pathLst>
              </a:custGeom>
              <a:solidFill>
                <a:schemeClr val="accent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1544"/>
              </a:p>
            </p:txBody>
          </p:sp>
          <p:sp>
            <p:nvSpPr>
              <p:cNvPr id="14" name="Forme libre : forme 13">
                <a:extLst>
                  <a:ext uri="{FF2B5EF4-FFF2-40B4-BE49-F238E27FC236}">
                    <a16:creationId xmlns:a16="http://schemas.microsoft.com/office/drawing/2014/main" id="{128E6044-04FD-C9F2-60D6-97F5CE4001C7}"/>
                  </a:ext>
                </a:extLst>
              </p:cNvPr>
              <p:cNvSpPr/>
              <p:nvPr/>
            </p:nvSpPr>
            <p:spPr>
              <a:xfrm>
                <a:off x="8045167" y="14990796"/>
                <a:ext cx="473297" cy="1145857"/>
              </a:xfrm>
              <a:custGeom>
                <a:avLst/>
                <a:gdLst>
                  <a:gd name="connsiteX0" fmla="*/ 95 w 473297"/>
                  <a:gd name="connsiteY0" fmla="*/ 1145857 h 1145857"/>
                  <a:gd name="connsiteX1" fmla="*/ 126968 w 473297"/>
                  <a:gd name="connsiteY1" fmla="*/ 1137571 h 1145857"/>
                  <a:gd name="connsiteX2" fmla="*/ 250603 w 473297"/>
                  <a:gd name="connsiteY2" fmla="*/ 1145857 h 1145857"/>
                  <a:gd name="connsiteX3" fmla="*/ 473297 w 473297"/>
                  <a:gd name="connsiteY3" fmla="*/ 0 h 1145857"/>
                  <a:gd name="connsiteX4" fmla="*/ 346424 w 473297"/>
                  <a:gd name="connsiteY4" fmla="*/ 8382 h 1145857"/>
                  <a:gd name="connsiteX5" fmla="*/ 222790 w 473297"/>
                  <a:gd name="connsiteY5" fmla="*/ 0 h 1145857"/>
                  <a:gd name="connsiteX6" fmla="*/ 0 w 473297"/>
                  <a:gd name="connsiteY6" fmla="*/ 1145857 h 114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73297" h="1145857">
                    <a:moveTo>
                      <a:pt x="95" y="1145857"/>
                    </a:moveTo>
                    <a:cubicBezTo>
                      <a:pt x="42481" y="1142524"/>
                      <a:pt x="85249" y="1137571"/>
                      <a:pt x="126968" y="1137571"/>
                    </a:cubicBezTo>
                    <a:cubicBezTo>
                      <a:pt x="168688" y="1137571"/>
                      <a:pt x="209550" y="1142619"/>
                      <a:pt x="250603" y="1145857"/>
                    </a:cubicBezTo>
                    <a:lnTo>
                      <a:pt x="473297" y="0"/>
                    </a:lnTo>
                    <a:cubicBezTo>
                      <a:pt x="430911" y="3239"/>
                      <a:pt x="388144" y="8382"/>
                      <a:pt x="346424" y="8382"/>
                    </a:cubicBezTo>
                    <a:cubicBezTo>
                      <a:pt x="304705" y="8382"/>
                      <a:pt x="263843" y="3334"/>
                      <a:pt x="222790" y="0"/>
                    </a:cubicBezTo>
                    <a:lnTo>
                      <a:pt x="0" y="114585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1544"/>
              </a:p>
            </p:txBody>
          </p:sp>
        </p:grpSp>
        <p:sp>
          <p:nvSpPr>
            <p:cNvPr id="11" name="Forme libre : forme 10">
              <a:extLst>
                <a:ext uri="{FF2B5EF4-FFF2-40B4-BE49-F238E27FC236}">
                  <a16:creationId xmlns:a16="http://schemas.microsoft.com/office/drawing/2014/main" id="{D5A225B5-55F7-802C-B87B-0E0D7AE630E2}"/>
                </a:ext>
              </a:extLst>
            </p:cNvPr>
            <p:cNvSpPr/>
            <p:nvPr/>
          </p:nvSpPr>
          <p:spPr>
            <a:xfrm>
              <a:off x="9751570" y="15324933"/>
              <a:ext cx="5453729" cy="812387"/>
            </a:xfrm>
            <a:custGeom>
              <a:avLst/>
              <a:gdLst>
                <a:gd name="connsiteX0" fmla="*/ 5395722 w 5453729"/>
                <a:gd name="connsiteY0" fmla="*/ 166592 h 812387"/>
                <a:gd name="connsiteX1" fmla="*/ 5453730 w 5453729"/>
                <a:gd name="connsiteY1" fmla="*/ 54388 h 812387"/>
                <a:gd name="connsiteX2" fmla="*/ 5285328 w 5453729"/>
                <a:gd name="connsiteY2" fmla="*/ 0 h 812387"/>
                <a:gd name="connsiteX3" fmla="*/ 4977384 w 5453729"/>
                <a:gd name="connsiteY3" fmla="*/ 237839 h 812387"/>
                <a:gd name="connsiteX4" fmla="*/ 5239417 w 5453729"/>
                <a:gd name="connsiteY4" fmla="*/ 626459 h 812387"/>
                <a:gd name="connsiteX5" fmla="*/ 5083969 w 5453729"/>
                <a:gd name="connsiteY5" fmla="*/ 744188 h 812387"/>
                <a:gd name="connsiteX6" fmla="*/ 4951953 w 5453729"/>
                <a:gd name="connsiteY6" fmla="*/ 619601 h 812387"/>
                <a:gd name="connsiteX7" fmla="*/ 4930331 w 5453729"/>
                <a:gd name="connsiteY7" fmla="*/ 619601 h 812387"/>
                <a:gd name="connsiteX8" fmla="*/ 4869561 w 5453729"/>
                <a:gd name="connsiteY8" fmla="*/ 763429 h 812387"/>
                <a:gd name="connsiteX9" fmla="*/ 5042535 w 5453729"/>
                <a:gd name="connsiteY9" fmla="*/ 812197 h 812387"/>
                <a:gd name="connsiteX10" fmla="*/ 5391055 w 5453729"/>
                <a:gd name="connsiteY10" fmla="*/ 562928 h 812387"/>
                <a:gd name="connsiteX11" fmla="*/ 5121307 w 5453729"/>
                <a:gd name="connsiteY11" fmla="*/ 178975 h 812387"/>
                <a:gd name="connsiteX12" fmla="*/ 5267516 w 5453729"/>
                <a:gd name="connsiteY12" fmla="*/ 67913 h 812387"/>
                <a:gd name="connsiteX13" fmla="*/ 5378577 w 5453729"/>
                <a:gd name="connsiteY13" fmla="*/ 166592 h 812387"/>
                <a:gd name="connsiteX14" fmla="*/ 5395627 w 5453729"/>
                <a:gd name="connsiteY14" fmla="*/ 166592 h 812387"/>
                <a:gd name="connsiteX15" fmla="*/ 4776692 w 5453729"/>
                <a:gd name="connsiteY15" fmla="*/ 659320 h 812387"/>
                <a:gd name="connsiteX16" fmla="*/ 4557427 w 5453729"/>
                <a:gd name="connsiteY16" fmla="*/ 744284 h 812387"/>
                <a:gd name="connsiteX17" fmla="*/ 4351878 w 5453729"/>
                <a:gd name="connsiteY17" fmla="*/ 414719 h 812387"/>
                <a:gd name="connsiteX18" fmla="*/ 4683157 w 5453729"/>
                <a:gd name="connsiteY18" fmla="*/ 68008 h 812387"/>
                <a:gd name="connsiteX19" fmla="*/ 4850987 w 5453729"/>
                <a:gd name="connsiteY19" fmla="*/ 172307 h 812387"/>
                <a:gd name="connsiteX20" fmla="*/ 4866799 w 5453729"/>
                <a:gd name="connsiteY20" fmla="*/ 172307 h 812387"/>
                <a:gd name="connsiteX21" fmla="*/ 4915567 w 5453729"/>
                <a:gd name="connsiteY21" fmla="*/ 55626 h 812387"/>
                <a:gd name="connsiteX22" fmla="*/ 4695254 w 5453729"/>
                <a:gd name="connsiteY22" fmla="*/ 191 h 812387"/>
                <a:gd name="connsiteX23" fmla="*/ 4160806 w 5453729"/>
                <a:gd name="connsiteY23" fmla="*/ 430625 h 812387"/>
                <a:gd name="connsiteX24" fmla="*/ 4512469 w 5453729"/>
                <a:gd name="connsiteY24" fmla="*/ 812387 h 812387"/>
                <a:gd name="connsiteX25" fmla="*/ 4746212 w 5453729"/>
                <a:gd name="connsiteY25" fmla="*/ 763619 h 812387"/>
                <a:gd name="connsiteX26" fmla="*/ 4790028 w 5453729"/>
                <a:gd name="connsiteY26" fmla="*/ 666178 h 812387"/>
                <a:gd name="connsiteX27" fmla="*/ 4776692 w 5453729"/>
                <a:gd name="connsiteY27" fmla="*/ 659416 h 812387"/>
                <a:gd name="connsiteX28" fmla="*/ 3802571 w 5453729"/>
                <a:gd name="connsiteY28" fmla="*/ 797433 h 812387"/>
                <a:gd name="connsiteX29" fmla="*/ 3888677 w 5453729"/>
                <a:gd name="connsiteY29" fmla="*/ 791813 h 812387"/>
                <a:gd name="connsiteX30" fmla="*/ 3972497 w 5453729"/>
                <a:gd name="connsiteY30" fmla="*/ 797433 h 812387"/>
                <a:gd name="connsiteX31" fmla="*/ 4123468 w 5453729"/>
                <a:gd name="connsiteY31" fmla="*/ 20383 h 812387"/>
                <a:gd name="connsiteX32" fmla="*/ 4037457 w 5453729"/>
                <a:gd name="connsiteY32" fmla="*/ 26003 h 812387"/>
                <a:gd name="connsiteX33" fmla="*/ 3953542 w 5453729"/>
                <a:gd name="connsiteY33" fmla="*/ 20383 h 812387"/>
                <a:gd name="connsiteX34" fmla="*/ 3802476 w 5453729"/>
                <a:gd name="connsiteY34" fmla="*/ 797433 h 812387"/>
                <a:gd name="connsiteX35" fmla="*/ 3625120 w 5453729"/>
                <a:gd name="connsiteY35" fmla="*/ 100775 h 812387"/>
                <a:gd name="connsiteX36" fmla="*/ 3824764 w 5453729"/>
                <a:gd name="connsiteY36" fmla="*/ 116586 h 812387"/>
                <a:gd name="connsiteX37" fmla="*/ 3828574 w 5453729"/>
                <a:gd name="connsiteY37" fmla="*/ 67818 h 812387"/>
                <a:gd name="connsiteX38" fmla="*/ 3843528 w 5453729"/>
                <a:gd name="connsiteY38" fmla="*/ 20288 h 812387"/>
                <a:gd name="connsiteX39" fmla="*/ 3260122 w 5453729"/>
                <a:gd name="connsiteY39" fmla="*/ 20288 h 812387"/>
                <a:gd name="connsiteX40" fmla="*/ 3256503 w 5453729"/>
                <a:gd name="connsiteY40" fmla="*/ 67818 h 812387"/>
                <a:gd name="connsiteX41" fmla="*/ 3241358 w 5453729"/>
                <a:gd name="connsiteY41" fmla="*/ 116586 h 812387"/>
                <a:gd name="connsiteX42" fmla="*/ 3455194 w 5453729"/>
                <a:gd name="connsiteY42" fmla="*/ 100775 h 812387"/>
                <a:gd name="connsiteX43" fmla="*/ 3319749 w 5453729"/>
                <a:gd name="connsiteY43" fmla="*/ 797433 h 812387"/>
                <a:gd name="connsiteX44" fmla="*/ 3405759 w 5453729"/>
                <a:gd name="connsiteY44" fmla="*/ 791813 h 812387"/>
                <a:gd name="connsiteX45" fmla="*/ 3489674 w 5453729"/>
                <a:gd name="connsiteY45" fmla="*/ 797433 h 812387"/>
                <a:gd name="connsiteX46" fmla="*/ 3625025 w 5453729"/>
                <a:gd name="connsiteY46" fmla="*/ 100775 h 812387"/>
                <a:gd name="connsiteX47" fmla="*/ 3116676 w 5453729"/>
                <a:gd name="connsiteY47" fmla="*/ 166592 h 812387"/>
                <a:gd name="connsiteX48" fmla="*/ 3174778 w 5453729"/>
                <a:gd name="connsiteY48" fmla="*/ 54388 h 812387"/>
                <a:gd name="connsiteX49" fmla="*/ 3006376 w 5453729"/>
                <a:gd name="connsiteY49" fmla="*/ 0 h 812387"/>
                <a:gd name="connsiteX50" fmla="*/ 2698433 w 5453729"/>
                <a:gd name="connsiteY50" fmla="*/ 237839 h 812387"/>
                <a:gd name="connsiteX51" fmla="*/ 2960561 w 5453729"/>
                <a:gd name="connsiteY51" fmla="*/ 626459 h 812387"/>
                <a:gd name="connsiteX52" fmla="*/ 2805113 w 5453729"/>
                <a:gd name="connsiteY52" fmla="*/ 744188 h 812387"/>
                <a:gd name="connsiteX53" fmla="*/ 2673001 w 5453729"/>
                <a:gd name="connsiteY53" fmla="*/ 619601 h 812387"/>
                <a:gd name="connsiteX54" fmla="*/ 2651379 w 5453729"/>
                <a:gd name="connsiteY54" fmla="*/ 619601 h 812387"/>
                <a:gd name="connsiteX55" fmla="*/ 2590610 w 5453729"/>
                <a:gd name="connsiteY55" fmla="*/ 763429 h 812387"/>
                <a:gd name="connsiteX56" fmla="*/ 2763584 w 5453729"/>
                <a:gd name="connsiteY56" fmla="*/ 812197 h 812387"/>
                <a:gd name="connsiteX57" fmla="*/ 3112199 w 5453729"/>
                <a:gd name="connsiteY57" fmla="*/ 562928 h 812387"/>
                <a:gd name="connsiteX58" fmla="*/ 2842546 w 5453729"/>
                <a:gd name="connsiteY58" fmla="*/ 178975 h 812387"/>
                <a:gd name="connsiteX59" fmla="*/ 2988660 w 5453729"/>
                <a:gd name="connsiteY59" fmla="*/ 67913 h 812387"/>
                <a:gd name="connsiteX60" fmla="*/ 3099816 w 5453729"/>
                <a:gd name="connsiteY60" fmla="*/ 166592 h 812387"/>
                <a:gd name="connsiteX61" fmla="*/ 3116771 w 5453729"/>
                <a:gd name="connsiteY61" fmla="*/ 166592 h 812387"/>
                <a:gd name="connsiteX62" fmla="*/ 2287238 w 5453729"/>
                <a:gd name="connsiteY62" fmla="*/ 797433 h 812387"/>
                <a:gd name="connsiteX63" fmla="*/ 2373345 w 5453729"/>
                <a:gd name="connsiteY63" fmla="*/ 791813 h 812387"/>
                <a:gd name="connsiteX64" fmla="*/ 2457164 w 5453729"/>
                <a:gd name="connsiteY64" fmla="*/ 797433 h 812387"/>
                <a:gd name="connsiteX65" fmla="*/ 2608231 w 5453729"/>
                <a:gd name="connsiteY65" fmla="*/ 20383 h 812387"/>
                <a:gd name="connsiteX66" fmla="*/ 2522220 w 5453729"/>
                <a:gd name="connsiteY66" fmla="*/ 26003 h 812387"/>
                <a:gd name="connsiteX67" fmla="*/ 2438305 w 5453729"/>
                <a:gd name="connsiteY67" fmla="*/ 20383 h 812387"/>
                <a:gd name="connsiteX68" fmla="*/ 2287238 w 5453729"/>
                <a:gd name="connsiteY68" fmla="*/ 797433 h 812387"/>
                <a:gd name="connsiteX69" fmla="*/ 2206086 w 5453729"/>
                <a:gd name="connsiteY69" fmla="*/ 447485 h 812387"/>
                <a:gd name="connsiteX70" fmla="*/ 2120075 w 5453729"/>
                <a:gd name="connsiteY70" fmla="*/ 453104 h 812387"/>
                <a:gd name="connsiteX71" fmla="*/ 2036255 w 5453729"/>
                <a:gd name="connsiteY71" fmla="*/ 447485 h 812387"/>
                <a:gd name="connsiteX72" fmla="*/ 1984820 w 5453729"/>
                <a:gd name="connsiteY72" fmla="*/ 712470 h 812387"/>
                <a:gd name="connsiteX73" fmla="*/ 1853946 w 5453729"/>
                <a:gd name="connsiteY73" fmla="*/ 744188 h 812387"/>
                <a:gd name="connsiteX74" fmla="*/ 1643348 w 5453729"/>
                <a:gd name="connsiteY74" fmla="*/ 429292 h 812387"/>
                <a:gd name="connsiteX75" fmla="*/ 1995678 w 5453729"/>
                <a:gd name="connsiteY75" fmla="*/ 67913 h 812387"/>
                <a:gd name="connsiteX76" fmla="*/ 2196370 w 5453729"/>
                <a:gd name="connsiteY76" fmla="*/ 183452 h 812387"/>
                <a:gd name="connsiteX77" fmla="*/ 2212181 w 5453729"/>
                <a:gd name="connsiteY77" fmla="*/ 183452 h 812387"/>
                <a:gd name="connsiteX78" fmla="*/ 2266188 w 5453729"/>
                <a:gd name="connsiteY78" fmla="*/ 69056 h 812387"/>
                <a:gd name="connsiteX79" fmla="*/ 2006632 w 5453729"/>
                <a:gd name="connsiteY79" fmla="*/ 0 h 812387"/>
                <a:gd name="connsiteX80" fmla="*/ 1455992 w 5453729"/>
                <a:gd name="connsiteY80" fmla="*/ 425863 h 812387"/>
                <a:gd name="connsiteX81" fmla="*/ 1832896 w 5453729"/>
                <a:gd name="connsiteY81" fmla="*/ 812197 h 812387"/>
                <a:gd name="connsiteX82" fmla="*/ 2145316 w 5453729"/>
                <a:gd name="connsiteY82" fmla="*/ 761238 h 812387"/>
                <a:gd name="connsiteX83" fmla="*/ 2206276 w 5453729"/>
                <a:gd name="connsiteY83" fmla="*/ 447485 h 812387"/>
                <a:gd name="connsiteX84" fmla="*/ 1022033 w 5453729"/>
                <a:gd name="connsiteY84" fmla="*/ 67913 h 812387"/>
                <a:gd name="connsiteX85" fmla="*/ 1198817 w 5453729"/>
                <a:gd name="connsiteY85" fmla="*/ 381762 h 812387"/>
                <a:gd name="connsiteX86" fmla="*/ 875824 w 5453729"/>
                <a:gd name="connsiteY86" fmla="*/ 744188 h 812387"/>
                <a:gd name="connsiteX87" fmla="*/ 697992 w 5453729"/>
                <a:gd name="connsiteY87" fmla="*/ 440627 h 812387"/>
                <a:gd name="connsiteX88" fmla="*/ 1021937 w 5453729"/>
                <a:gd name="connsiteY88" fmla="*/ 67913 h 812387"/>
                <a:gd name="connsiteX89" fmla="*/ 1382649 w 5453729"/>
                <a:gd name="connsiteY89" fmla="*/ 403193 h 812387"/>
                <a:gd name="connsiteX90" fmla="*/ 1041940 w 5453729"/>
                <a:gd name="connsiteY90" fmla="*/ 0 h 812387"/>
                <a:gd name="connsiteX91" fmla="*/ 516350 w 5453729"/>
                <a:gd name="connsiteY91" fmla="*/ 407765 h 812387"/>
                <a:gd name="connsiteX92" fmla="*/ 856964 w 5453729"/>
                <a:gd name="connsiteY92" fmla="*/ 812197 h 812387"/>
                <a:gd name="connsiteX93" fmla="*/ 1382744 w 5453729"/>
                <a:gd name="connsiteY93" fmla="*/ 403289 h 812387"/>
                <a:gd name="connsiteX94" fmla="*/ 319850 w 5453729"/>
                <a:gd name="connsiteY94" fmla="*/ 20479 h 812387"/>
                <a:gd name="connsiteX95" fmla="*/ 233839 w 5453729"/>
                <a:gd name="connsiteY95" fmla="*/ 26098 h 812387"/>
                <a:gd name="connsiteX96" fmla="*/ 149924 w 5453729"/>
                <a:gd name="connsiteY96" fmla="*/ 20479 h 812387"/>
                <a:gd name="connsiteX97" fmla="*/ 0 w 5453729"/>
                <a:gd name="connsiteY97" fmla="*/ 791909 h 812387"/>
                <a:gd name="connsiteX98" fmla="*/ 429292 w 5453729"/>
                <a:gd name="connsiteY98" fmla="*/ 791909 h 812387"/>
                <a:gd name="connsiteX99" fmla="*/ 433197 w 5453729"/>
                <a:gd name="connsiteY99" fmla="*/ 743236 h 812387"/>
                <a:gd name="connsiteX100" fmla="*/ 448342 w 5453729"/>
                <a:gd name="connsiteY100" fmla="*/ 694468 h 812387"/>
                <a:gd name="connsiteX101" fmla="*/ 185833 w 5453729"/>
                <a:gd name="connsiteY101" fmla="*/ 710279 h 812387"/>
                <a:gd name="connsiteX102" fmla="*/ 319945 w 5453729"/>
                <a:gd name="connsiteY102" fmla="*/ 20479 h 81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453729" h="812387">
                  <a:moveTo>
                    <a:pt x="5395722" y="166592"/>
                  </a:moveTo>
                  <a:cubicBezTo>
                    <a:pt x="5414487" y="128016"/>
                    <a:pt x="5433156" y="90583"/>
                    <a:pt x="5453730" y="54388"/>
                  </a:cubicBezTo>
                  <a:cubicBezTo>
                    <a:pt x="5433537" y="30575"/>
                    <a:pt x="5366862" y="0"/>
                    <a:pt x="5285328" y="0"/>
                  </a:cubicBezTo>
                  <a:cubicBezTo>
                    <a:pt x="5113115" y="0"/>
                    <a:pt x="5002816" y="107633"/>
                    <a:pt x="4977384" y="237839"/>
                  </a:cubicBezTo>
                  <a:cubicBezTo>
                    <a:pt x="4924330" y="510826"/>
                    <a:pt x="5274660" y="445198"/>
                    <a:pt x="5239417" y="626459"/>
                  </a:cubicBezTo>
                  <a:cubicBezTo>
                    <a:pt x="5224272" y="704564"/>
                    <a:pt x="5154264" y="744188"/>
                    <a:pt x="5083969" y="744188"/>
                  </a:cubicBezTo>
                  <a:cubicBezTo>
                    <a:pt x="5005864" y="744188"/>
                    <a:pt x="4953667" y="697802"/>
                    <a:pt x="4951953" y="619601"/>
                  </a:cubicBezTo>
                  <a:lnTo>
                    <a:pt x="4930331" y="619601"/>
                  </a:lnTo>
                  <a:cubicBezTo>
                    <a:pt x="4914138" y="668274"/>
                    <a:pt x="4892421" y="715899"/>
                    <a:pt x="4869561" y="763429"/>
                  </a:cubicBezTo>
                  <a:cubicBezTo>
                    <a:pt x="4916234" y="797433"/>
                    <a:pt x="4980147" y="812197"/>
                    <a:pt x="5042535" y="812197"/>
                  </a:cubicBezTo>
                  <a:cubicBezTo>
                    <a:pt x="5217986" y="812197"/>
                    <a:pt x="5362956" y="707993"/>
                    <a:pt x="5391055" y="562928"/>
                  </a:cubicBezTo>
                  <a:cubicBezTo>
                    <a:pt x="5441537" y="303562"/>
                    <a:pt x="5091589" y="331851"/>
                    <a:pt x="5121307" y="178975"/>
                  </a:cubicBezTo>
                  <a:cubicBezTo>
                    <a:pt x="5133880" y="114395"/>
                    <a:pt x="5177981" y="67913"/>
                    <a:pt x="5267516" y="67913"/>
                  </a:cubicBezTo>
                  <a:cubicBezTo>
                    <a:pt x="5332095" y="67913"/>
                    <a:pt x="5367624" y="106490"/>
                    <a:pt x="5378577" y="166592"/>
                  </a:cubicBezTo>
                  <a:lnTo>
                    <a:pt x="5395627" y="166592"/>
                  </a:lnTo>
                  <a:close/>
                  <a:moveTo>
                    <a:pt x="4776692" y="659320"/>
                  </a:moveTo>
                  <a:cubicBezTo>
                    <a:pt x="4716209" y="707993"/>
                    <a:pt x="4627627" y="744284"/>
                    <a:pt x="4557427" y="744284"/>
                  </a:cubicBezTo>
                  <a:cubicBezTo>
                    <a:pt x="4382929" y="744284"/>
                    <a:pt x="4314254" y="608362"/>
                    <a:pt x="4351878" y="414719"/>
                  </a:cubicBezTo>
                  <a:cubicBezTo>
                    <a:pt x="4384262" y="248126"/>
                    <a:pt x="4495133" y="68008"/>
                    <a:pt x="4683157" y="68008"/>
                  </a:cubicBezTo>
                  <a:cubicBezTo>
                    <a:pt x="4756785" y="68008"/>
                    <a:pt x="4820889" y="111157"/>
                    <a:pt x="4850987" y="172307"/>
                  </a:cubicBezTo>
                  <a:lnTo>
                    <a:pt x="4866799" y="172307"/>
                  </a:lnTo>
                  <a:cubicBezTo>
                    <a:pt x="4883659" y="132779"/>
                    <a:pt x="4897851" y="94202"/>
                    <a:pt x="4915567" y="55626"/>
                  </a:cubicBezTo>
                  <a:cubicBezTo>
                    <a:pt x="4856893" y="19431"/>
                    <a:pt x="4770025" y="191"/>
                    <a:pt x="4695254" y="191"/>
                  </a:cubicBezTo>
                  <a:cubicBezTo>
                    <a:pt x="4448271" y="191"/>
                    <a:pt x="4218147" y="134874"/>
                    <a:pt x="4160806" y="430625"/>
                  </a:cubicBezTo>
                  <a:cubicBezTo>
                    <a:pt x="4115562" y="662845"/>
                    <a:pt x="4270058" y="812387"/>
                    <a:pt x="4512469" y="812387"/>
                  </a:cubicBezTo>
                  <a:cubicBezTo>
                    <a:pt x="4588384" y="812387"/>
                    <a:pt x="4671441" y="798862"/>
                    <a:pt x="4746212" y="763619"/>
                  </a:cubicBezTo>
                  <a:lnTo>
                    <a:pt x="4790028" y="666178"/>
                  </a:lnTo>
                  <a:lnTo>
                    <a:pt x="4776692" y="659416"/>
                  </a:lnTo>
                  <a:close/>
                  <a:moveTo>
                    <a:pt x="3802571" y="797433"/>
                  </a:moveTo>
                  <a:cubicBezTo>
                    <a:pt x="3831336" y="795147"/>
                    <a:pt x="3860387" y="791813"/>
                    <a:pt x="3888677" y="791813"/>
                  </a:cubicBezTo>
                  <a:cubicBezTo>
                    <a:pt x="3916966" y="791813"/>
                    <a:pt x="3944684" y="795147"/>
                    <a:pt x="3972497" y="797433"/>
                  </a:cubicBezTo>
                  <a:lnTo>
                    <a:pt x="4123468" y="20383"/>
                  </a:lnTo>
                  <a:cubicBezTo>
                    <a:pt x="4094798" y="22574"/>
                    <a:pt x="4065747" y="26003"/>
                    <a:pt x="4037457" y="26003"/>
                  </a:cubicBezTo>
                  <a:cubicBezTo>
                    <a:pt x="4009168" y="26003"/>
                    <a:pt x="3981450" y="22574"/>
                    <a:pt x="3953542" y="20383"/>
                  </a:cubicBezTo>
                  <a:lnTo>
                    <a:pt x="3802476" y="797433"/>
                  </a:lnTo>
                  <a:close/>
                  <a:moveTo>
                    <a:pt x="3625120" y="100775"/>
                  </a:moveTo>
                  <a:cubicBezTo>
                    <a:pt x="3694176" y="100775"/>
                    <a:pt x="3759518" y="108680"/>
                    <a:pt x="3824764" y="116586"/>
                  </a:cubicBezTo>
                  <a:cubicBezTo>
                    <a:pt x="3825526" y="100775"/>
                    <a:pt x="3825240" y="84868"/>
                    <a:pt x="3828574" y="67818"/>
                  </a:cubicBezTo>
                  <a:cubicBezTo>
                    <a:pt x="3831622" y="52006"/>
                    <a:pt x="3838194" y="36195"/>
                    <a:pt x="3843528" y="20288"/>
                  </a:cubicBezTo>
                  <a:lnTo>
                    <a:pt x="3260122" y="20288"/>
                  </a:lnTo>
                  <a:cubicBezTo>
                    <a:pt x="3259265" y="36195"/>
                    <a:pt x="3259646" y="51911"/>
                    <a:pt x="3256503" y="67818"/>
                  </a:cubicBezTo>
                  <a:cubicBezTo>
                    <a:pt x="3253168" y="84868"/>
                    <a:pt x="3246691" y="100679"/>
                    <a:pt x="3241358" y="116586"/>
                  </a:cubicBezTo>
                  <a:cubicBezTo>
                    <a:pt x="3301842" y="108680"/>
                    <a:pt x="3374803" y="100775"/>
                    <a:pt x="3455194" y="100775"/>
                  </a:cubicBezTo>
                  <a:lnTo>
                    <a:pt x="3319749" y="797433"/>
                  </a:lnTo>
                  <a:cubicBezTo>
                    <a:pt x="3348609" y="795147"/>
                    <a:pt x="3377565" y="791813"/>
                    <a:pt x="3405759" y="791813"/>
                  </a:cubicBezTo>
                  <a:cubicBezTo>
                    <a:pt x="3433953" y="791813"/>
                    <a:pt x="3461671" y="795147"/>
                    <a:pt x="3489674" y="797433"/>
                  </a:cubicBezTo>
                  <a:lnTo>
                    <a:pt x="3625025" y="100775"/>
                  </a:lnTo>
                  <a:close/>
                  <a:moveTo>
                    <a:pt x="3116676" y="166592"/>
                  </a:moveTo>
                  <a:cubicBezTo>
                    <a:pt x="3135535" y="128016"/>
                    <a:pt x="3154109" y="90583"/>
                    <a:pt x="3174778" y="54388"/>
                  </a:cubicBezTo>
                  <a:cubicBezTo>
                    <a:pt x="3154490" y="30575"/>
                    <a:pt x="3088005" y="0"/>
                    <a:pt x="3006376" y="0"/>
                  </a:cubicBezTo>
                  <a:cubicBezTo>
                    <a:pt x="2834164" y="0"/>
                    <a:pt x="2723769" y="107633"/>
                    <a:pt x="2698433" y="237839"/>
                  </a:cubicBezTo>
                  <a:cubicBezTo>
                    <a:pt x="2645378" y="510826"/>
                    <a:pt x="2995708" y="445198"/>
                    <a:pt x="2960561" y="626459"/>
                  </a:cubicBezTo>
                  <a:cubicBezTo>
                    <a:pt x="2945321" y="704564"/>
                    <a:pt x="2875312" y="744188"/>
                    <a:pt x="2805113" y="744188"/>
                  </a:cubicBezTo>
                  <a:cubicBezTo>
                    <a:pt x="2726912" y="744188"/>
                    <a:pt x="2674811" y="697802"/>
                    <a:pt x="2673001" y="619601"/>
                  </a:cubicBezTo>
                  <a:lnTo>
                    <a:pt x="2651379" y="619601"/>
                  </a:lnTo>
                  <a:cubicBezTo>
                    <a:pt x="2635091" y="668274"/>
                    <a:pt x="2613470" y="715899"/>
                    <a:pt x="2590610" y="763429"/>
                  </a:cubicBezTo>
                  <a:cubicBezTo>
                    <a:pt x="2637282" y="797433"/>
                    <a:pt x="2701290" y="812197"/>
                    <a:pt x="2763584" y="812197"/>
                  </a:cubicBezTo>
                  <a:cubicBezTo>
                    <a:pt x="2939129" y="812197"/>
                    <a:pt x="3084005" y="707993"/>
                    <a:pt x="3112199" y="562928"/>
                  </a:cubicBezTo>
                  <a:cubicBezTo>
                    <a:pt x="3162681" y="303562"/>
                    <a:pt x="2812828" y="331851"/>
                    <a:pt x="2842546" y="178975"/>
                  </a:cubicBezTo>
                  <a:cubicBezTo>
                    <a:pt x="2855119" y="114395"/>
                    <a:pt x="2899124" y="67913"/>
                    <a:pt x="2988660" y="67913"/>
                  </a:cubicBezTo>
                  <a:cubicBezTo>
                    <a:pt x="3053239" y="67913"/>
                    <a:pt x="3088767" y="106490"/>
                    <a:pt x="3099816" y="166592"/>
                  </a:cubicBezTo>
                  <a:lnTo>
                    <a:pt x="3116771" y="166592"/>
                  </a:lnTo>
                  <a:close/>
                  <a:moveTo>
                    <a:pt x="2287238" y="797433"/>
                  </a:moveTo>
                  <a:cubicBezTo>
                    <a:pt x="2316004" y="795147"/>
                    <a:pt x="2344960" y="791813"/>
                    <a:pt x="2373345" y="791813"/>
                  </a:cubicBezTo>
                  <a:cubicBezTo>
                    <a:pt x="2401729" y="791813"/>
                    <a:pt x="2429352" y="795147"/>
                    <a:pt x="2457164" y="797433"/>
                  </a:cubicBezTo>
                  <a:lnTo>
                    <a:pt x="2608231" y="20383"/>
                  </a:lnTo>
                  <a:cubicBezTo>
                    <a:pt x="2579465" y="22574"/>
                    <a:pt x="2550510" y="26003"/>
                    <a:pt x="2522220" y="26003"/>
                  </a:cubicBezTo>
                  <a:cubicBezTo>
                    <a:pt x="2493931" y="26003"/>
                    <a:pt x="2466213" y="22574"/>
                    <a:pt x="2438305" y="20383"/>
                  </a:cubicBezTo>
                  <a:lnTo>
                    <a:pt x="2287238" y="797433"/>
                  </a:lnTo>
                  <a:close/>
                  <a:moveTo>
                    <a:pt x="2206086" y="447485"/>
                  </a:moveTo>
                  <a:cubicBezTo>
                    <a:pt x="2177320" y="449675"/>
                    <a:pt x="2148364" y="453104"/>
                    <a:pt x="2120075" y="453104"/>
                  </a:cubicBezTo>
                  <a:cubicBezTo>
                    <a:pt x="2091785" y="453104"/>
                    <a:pt x="2064068" y="449675"/>
                    <a:pt x="2036255" y="447485"/>
                  </a:cubicBezTo>
                  <a:lnTo>
                    <a:pt x="1984820" y="712470"/>
                  </a:lnTo>
                  <a:cubicBezTo>
                    <a:pt x="1954530" y="728282"/>
                    <a:pt x="1910620" y="744188"/>
                    <a:pt x="1853946" y="744188"/>
                  </a:cubicBezTo>
                  <a:cubicBezTo>
                    <a:pt x="1681829" y="744188"/>
                    <a:pt x="1605058" y="626459"/>
                    <a:pt x="1643348" y="429292"/>
                  </a:cubicBezTo>
                  <a:cubicBezTo>
                    <a:pt x="1680401" y="238982"/>
                    <a:pt x="1806607" y="67913"/>
                    <a:pt x="1995678" y="67913"/>
                  </a:cubicBezTo>
                  <a:cubicBezTo>
                    <a:pt x="2085118" y="67913"/>
                    <a:pt x="2158937" y="107633"/>
                    <a:pt x="2196370" y="183452"/>
                  </a:cubicBezTo>
                  <a:lnTo>
                    <a:pt x="2212181" y="183452"/>
                  </a:lnTo>
                  <a:cubicBezTo>
                    <a:pt x="2224183" y="144971"/>
                    <a:pt x="2243233" y="105251"/>
                    <a:pt x="2266188" y="69056"/>
                  </a:cubicBezTo>
                  <a:cubicBezTo>
                    <a:pt x="2190655" y="20383"/>
                    <a:pt x="2103978" y="0"/>
                    <a:pt x="2006632" y="0"/>
                  </a:cubicBezTo>
                  <a:cubicBezTo>
                    <a:pt x="1744980" y="0"/>
                    <a:pt x="1510760" y="143827"/>
                    <a:pt x="1455992" y="425863"/>
                  </a:cubicBezTo>
                  <a:cubicBezTo>
                    <a:pt x="1404271" y="691991"/>
                    <a:pt x="1593818" y="812197"/>
                    <a:pt x="1832896" y="812197"/>
                  </a:cubicBezTo>
                  <a:cubicBezTo>
                    <a:pt x="1932623" y="812197"/>
                    <a:pt x="2037779" y="789527"/>
                    <a:pt x="2145316" y="761238"/>
                  </a:cubicBezTo>
                  <a:lnTo>
                    <a:pt x="2206276" y="447485"/>
                  </a:lnTo>
                  <a:close/>
                  <a:moveTo>
                    <a:pt x="1022033" y="67913"/>
                  </a:moveTo>
                  <a:cubicBezTo>
                    <a:pt x="1191959" y="67913"/>
                    <a:pt x="1227296" y="235553"/>
                    <a:pt x="1198817" y="381762"/>
                  </a:cubicBezTo>
                  <a:cubicBezTo>
                    <a:pt x="1162336" y="569690"/>
                    <a:pt x="1050227" y="744188"/>
                    <a:pt x="875824" y="744188"/>
                  </a:cubicBezTo>
                  <a:cubicBezTo>
                    <a:pt x="701421" y="744188"/>
                    <a:pt x="669417" y="587883"/>
                    <a:pt x="697992" y="440627"/>
                  </a:cubicBezTo>
                  <a:cubicBezTo>
                    <a:pt x="747332" y="186881"/>
                    <a:pt x="864394" y="67913"/>
                    <a:pt x="1021937" y="67913"/>
                  </a:cubicBezTo>
                  <a:moveTo>
                    <a:pt x="1382649" y="403193"/>
                  </a:moveTo>
                  <a:cubicBezTo>
                    <a:pt x="1415606" y="227552"/>
                    <a:pt x="1364742" y="0"/>
                    <a:pt x="1041940" y="0"/>
                  </a:cubicBezTo>
                  <a:cubicBezTo>
                    <a:pt x="759905" y="0"/>
                    <a:pt x="560165" y="182404"/>
                    <a:pt x="516350" y="407765"/>
                  </a:cubicBezTo>
                  <a:cubicBezTo>
                    <a:pt x="466344" y="664940"/>
                    <a:pt x="606552" y="812197"/>
                    <a:pt x="856964" y="812197"/>
                  </a:cubicBezTo>
                  <a:cubicBezTo>
                    <a:pt x="1134523" y="812197"/>
                    <a:pt x="1340930" y="624173"/>
                    <a:pt x="1382744" y="403289"/>
                  </a:cubicBezTo>
                  <a:moveTo>
                    <a:pt x="319850" y="20479"/>
                  </a:moveTo>
                  <a:cubicBezTo>
                    <a:pt x="291084" y="22669"/>
                    <a:pt x="262128" y="26098"/>
                    <a:pt x="233839" y="26098"/>
                  </a:cubicBezTo>
                  <a:cubicBezTo>
                    <a:pt x="205550" y="26098"/>
                    <a:pt x="177832" y="22669"/>
                    <a:pt x="149924" y="20479"/>
                  </a:cubicBezTo>
                  <a:lnTo>
                    <a:pt x="0" y="791909"/>
                  </a:lnTo>
                  <a:lnTo>
                    <a:pt x="429292" y="791909"/>
                  </a:lnTo>
                  <a:cubicBezTo>
                    <a:pt x="430149" y="776002"/>
                    <a:pt x="430054" y="759047"/>
                    <a:pt x="433197" y="743236"/>
                  </a:cubicBezTo>
                  <a:cubicBezTo>
                    <a:pt x="436150" y="727424"/>
                    <a:pt x="442817" y="710374"/>
                    <a:pt x="448342" y="694468"/>
                  </a:cubicBezTo>
                  <a:cubicBezTo>
                    <a:pt x="369761" y="702374"/>
                    <a:pt x="284321" y="710279"/>
                    <a:pt x="185833" y="710279"/>
                  </a:cubicBezTo>
                  <a:lnTo>
                    <a:pt x="319945" y="2047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1544"/>
            </a:p>
          </p:txBody>
        </p:sp>
      </p:grp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F40700-64B7-CD82-9231-F0CF8DB0CBF6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4BF46CD0-FBDC-4232-8F32-5100991AA63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2" name="Espace réservé du texte 7">
            <a:extLst>
              <a:ext uri="{FF2B5EF4-FFF2-40B4-BE49-F238E27FC236}">
                <a16:creationId xmlns:a16="http://schemas.microsoft.com/office/drawing/2014/main" id="{3CB1F40A-62C6-9B52-5350-FCDE1357FA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86734" y="2780052"/>
            <a:ext cx="4685123" cy="2024063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3900" b="0" cap="all" baseline="0">
                <a:solidFill>
                  <a:schemeClr val="accent1"/>
                </a:solidFill>
                <a:latin typeface="+mj-lt"/>
              </a:defRPr>
            </a:lvl1pPr>
            <a:lvl2pPr marL="0" indent="0">
              <a:buFont typeface="Arial" panose="020B0604020202020204" pitchFamily="34" charset="0"/>
              <a:buChar char="​"/>
              <a:defRPr sz="3900" b="0" i="0" u="none" strike="noStrike" cap="all" baseline="0">
                <a:solidFill>
                  <a:schemeClr val="bg1">
                    <a:lumMod val="100000"/>
                  </a:schemeClr>
                </a:solidFill>
                <a:latin typeface="Bahnschrift" panose="020B0502040204020203" pitchFamily="34" charset="0"/>
              </a:defRPr>
            </a:lvl2pPr>
            <a:lvl3pPr marL="0" indent="0">
              <a:buFont typeface="Arial" panose="020B0604020202020204" pitchFamily="34" charset="0"/>
              <a:buChar char="​"/>
              <a:defRPr sz="3900" b="0" i="0" u="none" strike="noStrike" cap="all" baseline="0">
                <a:solidFill>
                  <a:schemeClr val="bg1">
                    <a:lumMod val="100000"/>
                  </a:schemeClr>
                </a:solidFill>
                <a:latin typeface="Bahnschrift" panose="020B0502040204020203" pitchFamily="34" charset="0"/>
              </a:defRPr>
            </a:lvl3pPr>
            <a:lvl4pPr>
              <a:defRPr sz="3900" b="0" i="0" u="none" strike="noStrike" cap="all" baseline="0">
                <a:solidFill>
                  <a:schemeClr val="bg1">
                    <a:lumMod val="100000"/>
                  </a:schemeClr>
                </a:solidFill>
                <a:latin typeface="Bahnschrift" panose="020B0502040204020203" pitchFamily="34" charset="0"/>
              </a:defRPr>
            </a:lvl4pPr>
            <a:lvl5pPr>
              <a:defRPr sz="3900" b="0" i="0" u="none" strike="noStrike" cap="all" baseline="0">
                <a:solidFill>
                  <a:schemeClr val="bg1">
                    <a:lumMod val="100000"/>
                  </a:schemeClr>
                </a:solidFill>
                <a:latin typeface="Bahnschrift" panose="020B0502040204020203" pitchFamily="34" charset="0"/>
              </a:defRPr>
            </a:lvl5pPr>
            <a:lvl6pPr marL="0" indent="0">
              <a:buFont typeface="Arial" panose="020B0604020202020204" pitchFamily="34" charset="0"/>
              <a:buChar char="​"/>
              <a:defRPr sz="3900" b="0" i="0" u="none" strike="noStrike" cap="all" baseline="0">
                <a:solidFill>
                  <a:schemeClr val="bg1">
                    <a:lumMod val="100000"/>
                  </a:schemeClr>
                </a:solidFill>
                <a:latin typeface="Bahnschrift" panose="020B0502040204020203" pitchFamily="34" charset="0"/>
              </a:defRPr>
            </a:lvl6pPr>
            <a:lvl7pPr>
              <a:defRPr sz="3900" b="0" i="0" u="none" strike="noStrike" cap="all" baseline="0">
                <a:solidFill>
                  <a:schemeClr val="bg1">
                    <a:lumMod val="100000"/>
                  </a:schemeClr>
                </a:solidFill>
                <a:latin typeface="Bahnschrift" panose="020B0502040204020203" pitchFamily="34" charset="0"/>
              </a:defRPr>
            </a:lvl7pPr>
            <a:lvl8pPr>
              <a:defRPr sz="3900" b="0" i="0" u="none" strike="noStrike" cap="all" baseline="0">
                <a:solidFill>
                  <a:schemeClr val="bg1">
                    <a:lumMod val="100000"/>
                  </a:schemeClr>
                </a:solidFill>
                <a:latin typeface="Bahnschrift" panose="020B0502040204020203" pitchFamily="34" charset="0"/>
              </a:defRPr>
            </a:lvl8pPr>
            <a:lvl9pPr>
              <a:defRPr sz="3900" b="0" i="0" u="none" strike="noStrike" cap="all" baseline="0">
                <a:solidFill>
                  <a:schemeClr val="bg1">
                    <a:lumMod val="100000"/>
                  </a:schemeClr>
                </a:solidFill>
                <a:latin typeface="Bahnschrift" panose="020B0502040204020203" pitchFamily="34" charset="0"/>
              </a:defRPr>
            </a:lvl9pPr>
          </a:lstStyle>
          <a:p>
            <a:pPr lvl="0"/>
            <a:r>
              <a:rPr lang="fr-FR" dirty="0"/>
              <a:t>Click to </a:t>
            </a:r>
            <a:r>
              <a:rPr lang="fr-FR" dirty="0" err="1"/>
              <a:t>add</a:t>
            </a:r>
            <a:r>
              <a:rPr lang="fr-FR" dirty="0"/>
              <a:t> section </a:t>
            </a:r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5" name="Espace réservé du texte 5">
            <a:extLst>
              <a:ext uri="{FF2B5EF4-FFF2-40B4-BE49-F238E27FC236}">
                <a16:creationId xmlns:a16="http://schemas.microsoft.com/office/drawing/2014/main" id="{0A566E59-3CFF-9478-FAC4-28370142465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86733" y="1789283"/>
            <a:ext cx="1384320" cy="990769"/>
          </a:xfrm>
          <a:prstGeom prst="rect">
            <a:avLst/>
          </a:prstGeom>
          <a:effectLst/>
        </p:spPr>
        <p:txBody>
          <a:bodyPr anchor="ctr">
            <a:noAutofit/>
          </a:bodyPr>
          <a:lstStyle>
            <a:lvl1pPr marL="0" indent="0">
              <a:buNone/>
              <a:defRPr sz="7150" b="0"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5000000" scaled="0"/>
                </a:gradFill>
                <a:latin typeface="+mj-lt"/>
              </a:defRPr>
            </a:lvl1pPr>
            <a:lvl2pPr marL="0" indent="0">
              <a:buFont typeface="Arial" panose="020B0604020202020204" pitchFamily="34" charset="0"/>
              <a:buChar char="​"/>
              <a:defRPr sz="7150" b="0" i="0" u="none" strike="noStrike">
                <a:solidFill>
                  <a:schemeClr val="bg1">
                    <a:lumMod val="100000"/>
                  </a:schemeClr>
                </a:solidFill>
                <a:latin typeface="Bahnschrift" panose="020B0502040204020203" pitchFamily="34" charset="0"/>
              </a:defRPr>
            </a:lvl2pPr>
            <a:lvl3pPr marL="0" indent="0">
              <a:buFont typeface="Arial" panose="020B0604020202020204" pitchFamily="34" charset="0"/>
              <a:buChar char="​"/>
              <a:defRPr sz="7150" b="0" i="0" u="none" strike="noStrike">
                <a:solidFill>
                  <a:schemeClr val="bg1">
                    <a:lumMod val="100000"/>
                  </a:schemeClr>
                </a:solidFill>
                <a:latin typeface="Bahnschrift" panose="020B0502040204020203" pitchFamily="34" charset="0"/>
              </a:defRPr>
            </a:lvl3pPr>
            <a:lvl4pPr>
              <a:defRPr sz="7150" b="0" i="0" u="none" strike="noStrike">
                <a:solidFill>
                  <a:schemeClr val="bg1">
                    <a:lumMod val="100000"/>
                  </a:schemeClr>
                </a:solidFill>
                <a:latin typeface="Bahnschrift" panose="020B0502040204020203" pitchFamily="34" charset="0"/>
              </a:defRPr>
            </a:lvl4pPr>
            <a:lvl5pPr>
              <a:defRPr sz="7150" b="0" i="0" u="none" strike="noStrike">
                <a:solidFill>
                  <a:schemeClr val="bg1">
                    <a:lumMod val="100000"/>
                  </a:schemeClr>
                </a:solidFill>
                <a:latin typeface="Bahnschrift" panose="020B0502040204020203" pitchFamily="34" charset="0"/>
              </a:defRPr>
            </a:lvl5pPr>
            <a:lvl6pPr marL="0" indent="0">
              <a:buFont typeface="Arial" panose="020B0604020202020204" pitchFamily="34" charset="0"/>
              <a:buChar char="​"/>
              <a:defRPr sz="7150" b="0" i="0" u="none" strike="noStrike">
                <a:solidFill>
                  <a:schemeClr val="bg1">
                    <a:lumMod val="100000"/>
                  </a:schemeClr>
                </a:solidFill>
                <a:latin typeface="Bahnschrift" panose="020B0502040204020203" pitchFamily="34" charset="0"/>
              </a:defRPr>
            </a:lvl6pPr>
            <a:lvl7pPr>
              <a:defRPr sz="7150" b="0" i="0" u="none" strike="noStrike">
                <a:solidFill>
                  <a:schemeClr val="bg1">
                    <a:lumMod val="100000"/>
                  </a:schemeClr>
                </a:solidFill>
                <a:latin typeface="Bahnschrift" panose="020B0502040204020203" pitchFamily="34" charset="0"/>
              </a:defRPr>
            </a:lvl7pPr>
            <a:lvl8pPr>
              <a:defRPr sz="7150" b="0" i="0" u="none" strike="noStrike">
                <a:solidFill>
                  <a:schemeClr val="bg1">
                    <a:lumMod val="100000"/>
                  </a:schemeClr>
                </a:solidFill>
                <a:latin typeface="Bahnschrift" panose="020B0502040204020203" pitchFamily="34" charset="0"/>
              </a:defRPr>
            </a:lvl8pPr>
            <a:lvl9pPr>
              <a:defRPr sz="7150" b="0" i="0" u="none" strike="noStrike">
                <a:solidFill>
                  <a:schemeClr val="bg1">
                    <a:lumMod val="100000"/>
                  </a:schemeClr>
                </a:solidFill>
                <a:latin typeface="Bahnschrift" panose="020B0502040204020203" pitchFamily="34" charset="0"/>
              </a:defRPr>
            </a:lvl9pPr>
          </a:lstStyle>
          <a:p>
            <a:pPr lvl="0"/>
            <a:r>
              <a:rPr lang="fr-FR"/>
              <a:t>01</a:t>
            </a:r>
            <a:endParaRPr lang="fr-FR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70881995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section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raphique 16">
            <a:extLst>
              <a:ext uri="{FF2B5EF4-FFF2-40B4-BE49-F238E27FC236}">
                <a16:creationId xmlns:a16="http://schemas.microsoft.com/office/drawing/2014/main" id="{2A921758-2357-E2E4-7B6A-D082EAFFCDA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8861" t="-3712" r="37096" b="61920"/>
          <a:stretch/>
        </p:blipFill>
        <p:spPr>
          <a:xfrm>
            <a:off x="5420714" y="-31080"/>
            <a:ext cx="4485287" cy="4448196"/>
          </a:xfrm>
          <a:prstGeom prst="rect">
            <a:avLst/>
          </a:prstGeom>
        </p:spPr>
      </p:pic>
      <p:pic>
        <p:nvPicPr>
          <p:cNvPr id="18" name="Graphique 17">
            <a:extLst>
              <a:ext uri="{FF2B5EF4-FFF2-40B4-BE49-F238E27FC236}">
                <a16:creationId xmlns:a16="http://schemas.microsoft.com/office/drawing/2014/main" id="{DA05AF54-C2F8-B447-E830-1EC08F33AC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8861" t="-3712" r="64117" b="61920"/>
          <a:stretch/>
        </p:blipFill>
        <p:spPr>
          <a:xfrm rot="10800000">
            <a:off x="-1" y="1886193"/>
            <a:ext cx="2242643" cy="4448196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F40700-64B7-CD82-9231-F0CF8DB0CBF6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4BF46CD0-FBDC-4232-8F32-5100991AA63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21" name="Espace réservé du texte 5">
            <a:extLst>
              <a:ext uri="{FF2B5EF4-FFF2-40B4-BE49-F238E27FC236}">
                <a16:creationId xmlns:a16="http://schemas.microsoft.com/office/drawing/2014/main" id="{C61A572D-AA4E-A9DF-B259-82A53906F3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90546" y="2030142"/>
            <a:ext cx="1338755" cy="781773"/>
          </a:xfrm>
          <a:prstGeom prst="rect">
            <a:avLst/>
          </a:prstGeom>
          <a:effectLst/>
        </p:spPr>
        <p:txBody>
          <a:bodyPr wrap="none" anchor="ctr">
            <a:noAutofit/>
          </a:bodyPr>
          <a:lstStyle>
            <a:lvl1pPr marL="0" indent="0" algn="l">
              <a:buNone/>
              <a:defRPr sz="6500" b="0">
                <a:gradFill>
                  <a:gsLst>
                    <a:gs pos="0">
                      <a:schemeClr val="accent2">
                        <a:lumMod val="67000"/>
                      </a:schemeClr>
                    </a:gs>
                    <a:gs pos="22000">
                      <a:schemeClr val="tx2"/>
                    </a:gs>
                    <a:gs pos="89000">
                      <a:schemeClr val="bg2"/>
                    </a:gs>
                  </a:gsLst>
                  <a:lin ang="16200000" scaled="1"/>
                </a:gradFill>
                <a:latin typeface="+mj-lt"/>
              </a:defRPr>
            </a:lvl1pPr>
            <a:lvl2pPr marL="0" indent="0">
              <a:buFont typeface="Arial" panose="020B0604020202020204" pitchFamily="34" charset="0"/>
              <a:buChar char="​"/>
              <a:defRPr sz="7150" b="0" i="0" u="none" strike="noStrike">
                <a:solidFill>
                  <a:schemeClr val="bg1">
                    <a:lumMod val="100000"/>
                  </a:schemeClr>
                </a:solidFill>
                <a:latin typeface="Bahnschrift" panose="020B0502040204020203" pitchFamily="34" charset="0"/>
              </a:defRPr>
            </a:lvl2pPr>
            <a:lvl3pPr marL="0" indent="0">
              <a:buFont typeface="Arial" panose="020B0604020202020204" pitchFamily="34" charset="0"/>
              <a:buChar char="​"/>
              <a:defRPr sz="7150" b="0" i="0" u="none" strike="noStrike">
                <a:solidFill>
                  <a:schemeClr val="bg1">
                    <a:lumMod val="100000"/>
                  </a:schemeClr>
                </a:solidFill>
                <a:latin typeface="Bahnschrift" panose="020B0502040204020203" pitchFamily="34" charset="0"/>
              </a:defRPr>
            </a:lvl3pPr>
            <a:lvl4pPr>
              <a:defRPr sz="7150" b="0" i="0" u="none" strike="noStrike">
                <a:solidFill>
                  <a:schemeClr val="bg1">
                    <a:lumMod val="100000"/>
                  </a:schemeClr>
                </a:solidFill>
                <a:latin typeface="Bahnschrift" panose="020B0502040204020203" pitchFamily="34" charset="0"/>
              </a:defRPr>
            </a:lvl4pPr>
            <a:lvl5pPr>
              <a:defRPr sz="7150" b="0" i="0" u="none" strike="noStrike">
                <a:solidFill>
                  <a:schemeClr val="bg1">
                    <a:lumMod val="100000"/>
                  </a:schemeClr>
                </a:solidFill>
                <a:latin typeface="Bahnschrift" panose="020B0502040204020203" pitchFamily="34" charset="0"/>
              </a:defRPr>
            </a:lvl5pPr>
            <a:lvl6pPr marL="0" indent="0">
              <a:buFont typeface="Arial" panose="020B0604020202020204" pitchFamily="34" charset="0"/>
              <a:buChar char="​"/>
              <a:defRPr sz="7150" b="0" i="0" u="none" strike="noStrike">
                <a:solidFill>
                  <a:schemeClr val="bg1">
                    <a:lumMod val="100000"/>
                  </a:schemeClr>
                </a:solidFill>
                <a:latin typeface="Bahnschrift" panose="020B0502040204020203" pitchFamily="34" charset="0"/>
              </a:defRPr>
            </a:lvl6pPr>
            <a:lvl7pPr>
              <a:defRPr sz="7150" b="0" i="0" u="none" strike="noStrike">
                <a:solidFill>
                  <a:schemeClr val="bg1">
                    <a:lumMod val="100000"/>
                  </a:schemeClr>
                </a:solidFill>
                <a:latin typeface="Bahnschrift" panose="020B0502040204020203" pitchFamily="34" charset="0"/>
              </a:defRPr>
            </a:lvl7pPr>
            <a:lvl8pPr>
              <a:defRPr sz="7150" b="0" i="0" u="none" strike="noStrike">
                <a:solidFill>
                  <a:schemeClr val="bg1">
                    <a:lumMod val="100000"/>
                  </a:schemeClr>
                </a:solidFill>
                <a:latin typeface="Bahnschrift" panose="020B0502040204020203" pitchFamily="34" charset="0"/>
              </a:defRPr>
            </a:lvl8pPr>
            <a:lvl9pPr>
              <a:defRPr sz="7150" b="0" i="0" u="none" strike="noStrike">
                <a:solidFill>
                  <a:schemeClr val="bg1">
                    <a:lumMod val="100000"/>
                  </a:schemeClr>
                </a:solidFill>
                <a:latin typeface="Bahnschrift" panose="020B0502040204020203" pitchFamily="34" charset="0"/>
              </a:defRPr>
            </a:lvl9pPr>
          </a:lstStyle>
          <a:p>
            <a:pPr lvl="0"/>
            <a:r>
              <a:rPr lang="fr-FR" dirty="0"/>
              <a:t>01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B1660685-F833-ABEC-578B-9BEB016EBAF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690546" y="3096926"/>
            <a:ext cx="2443757" cy="31657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2">
                  <a:lumMod val="67000"/>
                </a:schemeClr>
              </a:gs>
              <a:gs pos="22000">
                <a:schemeClr val="tx2"/>
              </a:gs>
              <a:gs pos="89000">
                <a:schemeClr val="bg2"/>
              </a:gs>
            </a:gsLst>
            <a:lin ang="15000000" scaled="0"/>
          </a:gradFill>
        </p:spPr>
        <p:txBody>
          <a:bodyPr wrap="none" lIns="72000" rIns="72000" anchor="ctr">
            <a:spAutoFit/>
          </a:bodyPr>
          <a:lstStyle>
            <a:lvl1pPr marL="0" indent="0" algn="l">
              <a:buNone/>
              <a:defRPr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143172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fr-FR" dirty="0"/>
              <a:t>Section </a:t>
            </a:r>
            <a:r>
              <a:rPr lang="fr-FR" dirty="0" err="1"/>
              <a:t>title</a:t>
            </a:r>
            <a:r>
              <a:rPr lang="fr-FR" dirty="0"/>
              <a:t> </a:t>
            </a:r>
            <a:r>
              <a:rPr lang="fr-FR" dirty="0" err="1"/>
              <a:t>reminder</a:t>
            </a:r>
            <a:endParaRPr lang="fr-FR" dirty="0"/>
          </a:p>
        </p:txBody>
      </p:sp>
      <p:grpSp>
        <p:nvGrpSpPr>
          <p:cNvPr id="3" name="Groupe 8">
            <a:extLst>
              <a:ext uri="{FF2B5EF4-FFF2-40B4-BE49-F238E27FC236}">
                <a16:creationId xmlns:a16="http://schemas.microsoft.com/office/drawing/2014/main" id="{2488CDA4-2931-1F30-8C40-995A320E2A82}"/>
              </a:ext>
            </a:extLst>
          </p:cNvPr>
          <p:cNvGrpSpPr/>
          <p:nvPr userDrawn="1"/>
        </p:nvGrpSpPr>
        <p:grpSpPr>
          <a:xfrm>
            <a:off x="227061" y="6214971"/>
            <a:ext cx="1328326" cy="325606"/>
            <a:chOff x="7804375" y="14663327"/>
            <a:chExt cx="7400924" cy="1473993"/>
          </a:xfrm>
          <a:solidFill>
            <a:schemeClr val="accent1"/>
          </a:solidFill>
        </p:grpSpPr>
        <p:grpSp>
          <p:nvGrpSpPr>
            <p:cNvPr id="4" name="Graphique 37">
              <a:extLst>
                <a:ext uri="{FF2B5EF4-FFF2-40B4-BE49-F238E27FC236}">
                  <a16:creationId xmlns:a16="http://schemas.microsoft.com/office/drawing/2014/main" id="{18CCAFC1-C99F-117F-3DCE-DD6E595BBCC1}"/>
                </a:ext>
              </a:extLst>
            </p:cNvPr>
            <p:cNvGrpSpPr/>
            <p:nvPr/>
          </p:nvGrpSpPr>
          <p:grpSpPr>
            <a:xfrm>
              <a:off x="7804375" y="14663327"/>
              <a:ext cx="2394966" cy="1473326"/>
              <a:chOff x="7804375" y="14663327"/>
              <a:chExt cx="2394966" cy="1473326"/>
            </a:xfrm>
            <a:grpFill/>
          </p:grpSpPr>
          <p:sp>
            <p:nvSpPr>
              <p:cNvPr id="8" name="Forme libre : forme 11">
                <a:extLst>
                  <a:ext uri="{FF2B5EF4-FFF2-40B4-BE49-F238E27FC236}">
                    <a16:creationId xmlns:a16="http://schemas.microsoft.com/office/drawing/2014/main" id="{B51745F8-62A8-01A4-ABFE-D22C09F27F35}"/>
                  </a:ext>
                </a:extLst>
              </p:cNvPr>
              <p:cNvSpPr/>
              <p:nvPr/>
            </p:nvSpPr>
            <p:spPr>
              <a:xfrm>
                <a:off x="8464266" y="14990796"/>
                <a:ext cx="1206016" cy="1137570"/>
              </a:xfrm>
              <a:custGeom>
                <a:avLst/>
                <a:gdLst>
                  <a:gd name="connsiteX0" fmla="*/ 221075 w 1206016"/>
                  <a:gd name="connsiteY0" fmla="*/ 0 h 1137570"/>
                  <a:gd name="connsiteX1" fmla="*/ 0 w 1206016"/>
                  <a:gd name="connsiteY1" fmla="*/ 1137571 h 1137570"/>
                  <a:gd name="connsiteX2" fmla="*/ 467678 w 1206016"/>
                  <a:gd name="connsiteY2" fmla="*/ 1137571 h 1137570"/>
                  <a:gd name="connsiteX3" fmla="*/ 1192530 w 1206016"/>
                  <a:gd name="connsiteY3" fmla="*/ 536258 h 1137570"/>
                  <a:gd name="connsiteX4" fmla="*/ 792290 w 1206016"/>
                  <a:gd name="connsiteY4" fmla="*/ 95 h 1137570"/>
                  <a:gd name="connsiteX5" fmla="*/ 221075 w 1206016"/>
                  <a:gd name="connsiteY5" fmla="*/ 95 h 1137570"/>
                  <a:gd name="connsiteX6" fmla="*/ 452723 w 1206016"/>
                  <a:gd name="connsiteY6" fmla="*/ 96869 h 1137570"/>
                  <a:gd name="connsiteX7" fmla="*/ 616458 w 1206016"/>
                  <a:gd name="connsiteY7" fmla="*/ 96869 h 1137570"/>
                  <a:gd name="connsiteX8" fmla="*/ 915638 w 1206016"/>
                  <a:gd name="connsiteY8" fmla="*/ 534543 h 1137570"/>
                  <a:gd name="connsiteX9" fmla="*/ 411290 w 1206016"/>
                  <a:gd name="connsiteY9" fmla="*/ 1040606 h 1137570"/>
                  <a:gd name="connsiteX10" fmla="*/ 269367 w 1206016"/>
                  <a:gd name="connsiteY10" fmla="*/ 1040606 h 1137570"/>
                  <a:gd name="connsiteX11" fmla="*/ 452723 w 1206016"/>
                  <a:gd name="connsiteY11" fmla="*/ 96774 h 1137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206016" h="1137570">
                    <a:moveTo>
                      <a:pt x="221075" y="0"/>
                    </a:moveTo>
                    <a:lnTo>
                      <a:pt x="0" y="1137571"/>
                    </a:lnTo>
                    <a:lnTo>
                      <a:pt x="467678" y="1137571"/>
                    </a:lnTo>
                    <a:cubicBezTo>
                      <a:pt x="810101" y="1137571"/>
                      <a:pt x="1119188" y="913733"/>
                      <a:pt x="1192530" y="536258"/>
                    </a:cubicBezTo>
                    <a:cubicBezTo>
                      <a:pt x="1245775" y="262318"/>
                      <a:pt x="1147191" y="13430"/>
                      <a:pt x="792290" y="95"/>
                    </a:cubicBezTo>
                    <a:lnTo>
                      <a:pt x="221075" y="95"/>
                    </a:lnTo>
                    <a:close/>
                    <a:moveTo>
                      <a:pt x="452723" y="96869"/>
                    </a:moveTo>
                    <a:lnTo>
                      <a:pt x="616458" y="96869"/>
                    </a:lnTo>
                    <a:cubicBezTo>
                      <a:pt x="851916" y="96869"/>
                      <a:pt x="976598" y="220504"/>
                      <a:pt x="915638" y="534543"/>
                    </a:cubicBezTo>
                    <a:cubicBezTo>
                      <a:pt x="839629" y="925354"/>
                      <a:pt x="641795" y="1040606"/>
                      <a:pt x="411290" y="1040606"/>
                    </a:cubicBezTo>
                    <a:lnTo>
                      <a:pt x="269367" y="1040606"/>
                    </a:lnTo>
                    <a:lnTo>
                      <a:pt x="452723" y="96774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1544"/>
              </a:p>
            </p:txBody>
          </p:sp>
          <p:sp>
            <p:nvSpPr>
              <p:cNvPr id="9" name="Forme libre : forme 12">
                <a:extLst>
                  <a:ext uri="{FF2B5EF4-FFF2-40B4-BE49-F238E27FC236}">
                    <a16:creationId xmlns:a16="http://schemas.microsoft.com/office/drawing/2014/main" id="{1B6B8151-B497-07FF-64B2-4DB278ED6FF7}"/>
                  </a:ext>
                </a:extLst>
              </p:cNvPr>
              <p:cNvSpPr/>
              <p:nvPr/>
            </p:nvSpPr>
            <p:spPr>
              <a:xfrm>
                <a:off x="7804375" y="14663327"/>
                <a:ext cx="2394966" cy="1136017"/>
              </a:xfrm>
              <a:custGeom>
                <a:avLst/>
                <a:gdLst>
                  <a:gd name="connsiteX0" fmla="*/ 1852232 w 2394966"/>
                  <a:gd name="connsiteY0" fmla="*/ 299752 h 1136017"/>
                  <a:gd name="connsiteX1" fmla="*/ 1816132 w 2394966"/>
                  <a:gd name="connsiteY1" fmla="*/ 148781 h 1136017"/>
                  <a:gd name="connsiteX2" fmla="*/ 2265426 w 2394966"/>
                  <a:gd name="connsiteY2" fmla="*/ 0 h 1136017"/>
                  <a:gd name="connsiteX3" fmla="*/ 2394966 w 2394966"/>
                  <a:gd name="connsiteY3" fmla="*/ 451961 h 1136017"/>
                  <a:gd name="connsiteX4" fmla="*/ 2237804 w 2394966"/>
                  <a:gd name="connsiteY4" fmla="*/ 487775 h 1136017"/>
                  <a:gd name="connsiteX5" fmla="*/ 2207514 w 2394966"/>
                  <a:gd name="connsiteY5" fmla="*/ 303086 h 1136017"/>
                  <a:gd name="connsiteX6" fmla="*/ 0 w 2394966"/>
                  <a:gd name="connsiteY6" fmla="*/ 1074801 h 1136017"/>
                  <a:gd name="connsiteX7" fmla="*/ 17812 w 2394966"/>
                  <a:gd name="connsiteY7" fmla="*/ 1033272 h 1136017"/>
                  <a:gd name="connsiteX8" fmla="*/ 2028349 w 2394966"/>
                  <a:gd name="connsiteY8" fmla="*/ 231458 h 1136017"/>
                  <a:gd name="connsiteX9" fmla="*/ 1852232 w 2394966"/>
                  <a:gd name="connsiteY9" fmla="*/ 299752 h 1136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394966" h="1136017">
                    <a:moveTo>
                      <a:pt x="1852232" y="299752"/>
                    </a:moveTo>
                    <a:cubicBezTo>
                      <a:pt x="1851946" y="217742"/>
                      <a:pt x="1838611" y="205264"/>
                      <a:pt x="1816132" y="148781"/>
                    </a:cubicBezTo>
                    <a:lnTo>
                      <a:pt x="2265426" y="0"/>
                    </a:lnTo>
                    <a:lnTo>
                      <a:pt x="2394966" y="451961"/>
                    </a:lnTo>
                    <a:cubicBezTo>
                      <a:pt x="2348103" y="449199"/>
                      <a:pt x="2298478" y="454724"/>
                      <a:pt x="2237804" y="487775"/>
                    </a:cubicBezTo>
                    <a:lnTo>
                      <a:pt x="2207514" y="303086"/>
                    </a:lnTo>
                    <a:cubicBezTo>
                      <a:pt x="2042160" y="609124"/>
                      <a:pt x="1223677" y="1353217"/>
                      <a:pt x="0" y="1074801"/>
                    </a:cubicBezTo>
                    <a:cubicBezTo>
                      <a:pt x="7906" y="1068038"/>
                      <a:pt x="14002" y="1043654"/>
                      <a:pt x="17812" y="1033272"/>
                    </a:cubicBezTo>
                    <a:cubicBezTo>
                      <a:pt x="1146429" y="1185005"/>
                      <a:pt x="1915478" y="481679"/>
                      <a:pt x="2028349" y="231458"/>
                    </a:cubicBezTo>
                    <a:lnTo>
                      <a:pt x="1852232" y="299752"/>
                    </a:lnTo>
                    <a:close/>
                  </a:path>
                </a:pathLst>
              </a:custGeom>
              <a:solidFill>
                <a:schemeClr val="accent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1544"/>
              </a:p>
            </p:txBody>
          </p:sp>
          <p:sp>
            <p:nvSpPr>
              <p:cNvPr id="10" name="Forme libre : forme 13">
                <a:extLst>
                  <a:ext uri="{FF2B5EF4-FFF2-40B4-BE49-F238E27FC236}">
                    <a16:creationId xmlns:a16="http://schemas.microsoft.com/office/drawing/2014/main" id="{CE4C259A-31DF-A08A-8073-1900D7DADBA5}"/>
                  </a:ext>
                </a:extLst>
              </p:cNvPr>
              <p:cNvSpPr/>
              <p:nvPr/>
            </p:nvSpPr>
            <p:spPr>
              <a:xfrm>
                <a:off x="8045167" y="14990796"/>
                <a:ext cx="473297" cy="1145857"/>
              </a:xfrm>
              <a:custGeom>
                <a:avLst/>
                <a:gdLst>
                  <a:gd name="connsiteX0" fmla="*/ 95 w 473297"/>
                  <a:gd name="connsiteY0" fmla="*/ 1145857 h 1145857"/>
                  <a:gd name="connsiteX1" fmla="*/ 126968 w 473297"/>
                  <a:gd name="connsiteY1" fmla="*/ 1137571 h 1145857"/>
                  <a:gd name="connsiteX2" fmla="*/ 250603 w 473297"/>
                  <a:gd name="connsiteY2" fmla="*/ 1145857 h 1145857"/>
                  <a:gd name="connsiteX3" fmla="*/ 473297 w 473297"/>
                  <a:gd name="connsiteY3" fmla="*/ 0 h 1145857"/>
                  <a:gd name="connsiteX4" fmla="*/ 346424 w 473297"/>
                  <a:gd name="connsiteY4" fmla="*/ 8382 h 1145857"/>
                  <a:gd name="connsiteX5" fmla="*/ 222790 w 473297"/>
                  <a:gd name="connsiteY5" fmla="*/ 0 h 1145857"/>
                  <a:gd name="connsiteX6" fmla="*/ 0 w 473297"/>
                  <a:gd name="connsiteY6" fmla="*/ 1145857 h 114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73297" h="1145857">
                    <a:moveTo>
                      <a:pt x="95" y="1145857"/>
                    </a:moveTo>
                    <a:cubicBezTo>
                      <a:pt x="42481" y="1142524"/>
                      <a:pt x="85249" y="1137571"/>
                      <a:pt x="126968" y="1137571"/>
                    </a:cubicBezTo>
                    <a:cubicBezTo>
                      <a:pt x="168688" y="1137571"/>
                      <a:pt x="209550" y="1142619"/>
                      <a:pt x="250603" y="1145857"/>
                    </a:cubicBezTo>
                    <a:lnTo>
                      <a:pt x="473297" y="0"/>
                    </a:lnTo>
                    <a:cubicBezTo>
                      <a:pt x="430911" y="3239"/>
                      <a:pt x="388144" y="8382"/>
                      <a:pt x="346424" y="8382"/>
                    </a:cubicBezTo>
                    <a:cubicBezTo>
                      <a:pt x="304705" y="8382"/>
                      <a:pt x="263843" y="3334"/>
                      <a:pt x="222790" y="0"/>
                    </a:cubicBezTo>
                    <a:lnTo>
                      <a:pt x="0" y="114585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1544"/>
              </a:p>
            </p:txBody>
          </p:sp>
        </p:grpSp>
        <p:sp>
          <p:nvSpPr>
            <p:cNvPr id="5" name="Forme libre : forme 10">
              <a:extLst>
                <a:ext uri="{FF2B5EF4-FFF2-40B4-BE49-F238E27FC236}">
                  <a16:creationId xmlns:a16="http://schemas.microsoft.com/office/drawing/2014/main" id="{91760123-5CD7-42B7-1CD5-37165B7BAC13}"/>
                </a:ext>
              </a:extLst>
            </p:cNvPr>
            <p:cNvSpPr/>
            <p:nvPr/>
          </p:nvSpPr>
          <p:spPr>
            <a:xfrm>
              <a:off x="9751570" y="15324933"/>
              <a:ext cx="5453729" cy="812387"/>
            </a:xfrm>
            <a:custGeom>
              <a:avLst/>
              <a:gdLst>
                <a:gd name="connsiteX0" fmla="*/ 5395722 w 5453729"/>
                <a:gd name="connsiteY0" fmla="*/ 166592 h 812387"/>
                <a:gd name="connsiteX1" fmla="*/ 5453730 w 5453729"/>
                <a:gd name="connsiteY1" fmla="*/ 54388 h 812387"/>
                <a:gd name="connsiteX2" fmla="*/ 5285328 w 5453729"/>
                <a:gd name="connsiteY2" fmla="*/ 0 h 812387"/>
                <a:gd name="connsiteX3" fmla="*/ 4977384 w 5453729"/>
                <a:gd name="connsiteY3" fmla="*/ 237839 h 812387"/>
                <a:gd name="connsiteX4" fmla="*/ 5239417 w 5453729"/>
                <a:gd name="connsiteY4" fmla="*/ 626459 h 812387"/>
                <a:gd name="connsiteX5" fmla="*/ 5083969 w 5453729"/>
                <a:gd name="connsiteY5" fmla="*/ 744188 h 812387"/>
                <a:gd name="connsiteX6" fmla="*/ 4951953 w 5453729"/>
                <a:gd name="connsiteY6" fmla="*/ 619601 h 812387"/>
                <a:gd name="connsiteX7" fmla="*/ 4930331 w 5453729"/>
                <a:gd name="connsiteY7" fmla="*/ 619601 h 812387"/>
                <a:gd name="connsiteX8" fmla="*/ 4869561 w 5453729"/>
                <a:gd name="connsiteY8" fmla="*/ 763429 h 812387"/>
                <a:gd name="connsiteX9" fmla="*/ 5042535 w 5453729"/>
                <a:gd name="connsiteY9" fmla="*/ 812197 h 812387"/>
                <a:gd name="connsiteX10" fmla="*/ 5391055 w 5453729"/>
                <a:gd name="connsiteY10" fmla="*/ 562928 h 812387"/>
                <a:gd name="connsiteX11" fmla="*/ 5121307 w 5453729"/>
                <a:gd name="connsiteY11" fmla="*/ 178975 h 812387"/>
                <a:gd name="connsiteX12" fmla="*/ 5267516 w 5453729"/>
                <a:gd name="connsiteY12" fmla="*/ 67913 h 812387"/>
                <a:gd name="connsiteX13" fmla="*/ 5378577 w 5453729"/>
                <a:gd name="connsiteY13" fmla="*/ 166592 h 812387"/>
                <a:gd name="connsiteX14" fmla="*/ 5395627 w 5453729"/>
                <a:gd name="connsiteY14" fmla="*/ 166592 h 812387"/>
                <a:gd name="connsiteX15" fmla="*/ 4776692 w 5453729"/>
                <a:gd name="connsiteY15" fmla="*/ 659320 h 812387"/>
                <a:gd name="connsiteX16" fmla="*/ 4557427 w 5453729"/>
                <a:gd name="connsiteY16" fmla="*/ 744284 h 812387"/>
                <a:gd name="connsiteX17" fmla="*/ 4351878 w 5453729"/>
                <a:gd name="connsiteY17" fmla="*/ 414719 h 812387"/>
                <a:gd name="connsiteX18" fmla="*/ 4683157 w 5453729"/>
                <a:gd name="connsiteY18" fmla="*/ 68008 h 812387"/>
                <a:gd name="connsiteX19" fmla="*/ 4850987 w 5453729"/>
                <a:gd name="connsiteY19" fmla="*/ 172307 h 812387"/>
                <a:gd name="connsiteX20" fmla="*/ 4866799 w 5453729"/>
                <a:gd name="connsiteY20" fmla="*/ 172307 h 812387"/>
                <a:gd name="connsiteX21" fmla="*/ 4915567 w 5453729"/>
                <a:gd name="connsiteY21" fmla="*/ 55626 h 812387"/>
                <a:gd name="connsiteX22" fmla="*/ 4695254 w 5453729"/>
                <a:gd name="connsiteY22" fmla="*/ 191 h 812387"/>
                <a:gd name="connsiteX23" fmla="*/ 4160806 w 5453729"/>
                <a:gd name="connsiteY23" fmla="*/ 430625 h 812387"/>
                <a:gd name="connsiteX24" fmla="*/ 4512469 w 5453729"/>
                <a:gd name="connsiteY24" fmla="*/ 812387 h 812387"/>
                <a:gd name="connsiteX25" fmla="*/ 4746212 w 5453729"/>
                <a:gd name="connsiteY25" fmla="*/ 763619 h 812387"/>
                <a:gd name="connsiteX26" fmla="*/ 4790028 w 5453729"/>
                <a:gd name="connsiteY26" fmla="*/ 666178 h 812387"/>
                <a:gd name="connsiteX27" fmla="*/ 4776692 w 5453729"/>
                <a:gd name="connsiteY27" fmla="*/ 659416 h 812387"/>
                <a:gd name="connsiteX28" fmla="*/ 3802571 w 5453729"/>
                <a:gd name="connsiteY28" fmla="*/ 797433 h 812387"/>
                <a:gd name="connsiteX29" fmla="*/ 3888677 w 5453729"/>
                <a:gd name="connsiteY29" fmla="*/ 791813 h 812387"/>
                <a:gd name="connsiteX30" fmla="*/ 3972497 w 5453729"/>
                <a:gd name="connsiteY30" fmla="*/ 797433 h 812387"/>
                <a:gd name="connsiteX31" fmla="*/ 4123468 w 5453729"/>
                <a:gd name="connsiteY31" fmla="*/ 20383 h 812387"/>
                <a:gd name="connsiteX32" fmla="*/ 4037457 w 5453729"/>
                <a:gd name="connsiteY32" fmla="*/ 26003 h 812387"/>
                <a:gd name="connsiteX33" fmla="*/ 3953542 w 5453729"/>
                <a:gd name="connsiteY33" fmla="*/ 20383 h 812387"/>
                <a:gd name="connsiteX34" fmla="*/ 3802476 w 5453729"/>
                <a:gd name="connsiteY34" fmla="*/ 797433 h 812387"/>
                <a:gd name="connsiteX35" fmla="*/ 3625120 w 5453729"/>
                <a:gd name="connsiteY35" fmla="*/ 100775 h 812387"/>
                <a:gd name="connsiteX36" fmla="*/ 3824764 w 5453729"/>
                <a:gd name="connsiteY36" fmla="*/ 116586 h 812387"/>
                <a:gd name="connsiteX37" fmla="*/ 3828574 w 5453729"/>
                <a:gd name="connsiteY37" fmla="*/ 67818 h 812387"/>
                <a:gd name="connsiteX38" fmla="*/ 3843528 w 5453729"/>
                <a:gd name="connsiteY38" fmla="*/ 20288 h 812387"/>
                <a:gd name="connsiteX39" fmla="*/ 3260122 w 5453729"/>
                <a:gd name="connsiteY39" fmla="*/ 20288 h 812387"/>
                <a:gd name="connsiteX40" fmla="*/ 3256503 w 5453729"/>
                <a:gd name="connsiteY40" fmla="*/ 67818 h 812387"/>
                <a:gd name="connsiteX41" fmla="*/ 3241358 w 5453729"/>
                <a:gd name="connsiteY41" fmla="*/ 116586 h 812387"/>
                <a:gd name="connsiteX42" fmla="*/ 3455194 w 5453729"/>
                <a:gd name="connsiteY42" fmla="*/ 100775 h 812387"/>
                <a:gd name="connsiteX43" fmla="*/ 3319749 w 5453729"/>
                <a:gd name="connsiteY43" fmla="*/ 797433 h 812387"/>
                <a:gd name="connsiteX44" fmla="*/ 3405759 w 5453729"/>
                <a:gd name="connsiteY44" fmla="*/ 791813 h 812387"/>
                <a:gd name="connsiteX45" fmla="*/ 3489674 w 5453729"/>
                <a:gd name="connsiteY45" fmla="*/ 797433 h 812387"/>
                <a:gd name="connsiteX46" fmla="*/ 3625025 w 5453729"/>
                <a:gd name="connsiteY46" fmla="*/ 100775 h 812387"/>
                <a:gd name="connsiteX47" fmla="*/ 3116676 w 5453729"/>
                <a:gd name="connsiteY47" fmla="*/ 166592 h 812387"/>
                <a:gd name="connsiteX48" fmla="*/ 3174778 w 5453729"/>
                <a:gd name="connsiteY48" fmla="*/ 54388 h 812387"/>
                <a:gd name="connsiteX49" fmla="*/ 3006376 w 5453729"/>
                <a:gd name="connsiteY49" fmla="*/ 0 h 812387"/>
                <a:gd name="connsiteX50" fmla="*/ 2698433 w 5453729"/>
                <a:gd name="connsiteY50" fmla="*/ 237839 h 812387"/>
                <a:gd name="connsiteX51" fmla="*/ 2960561 w 5453729"/>
                <a:gd name="connsiteY51" fmla="*/ 626459 h 812387"/>
                <a:gd name="connsiteX52" fmla="*/ 2805113 w 5453729"/>
                <a:gd name="connsiteY52" fmla="*/ 744188 h 812387"/>
                <a:gd name="connsiteX53" fmla="*/ 2673001 w 5453729"/>
                <a:gd name="connsiteY53" fmla="*/ 619601 h 812387"/>
                <a:gd name="connsiteX54" fmla="*/ 2651379 w 5453729"/>
                <a:gd name="connsiteY54" fmla="*/ 619601 h 812387"/>
                <a:gd name="connsiteX55" fmla="*/ 2590610 w 5453729"/>
                <a:gd name="connsiteY55" fmla="*/ 763429 h 812387"/>
                <a:gd name="connsiteX56" fmla="*/ 2763584 w 5453729"/>
                <a:gd name="connsiteY56" fmla="*/ 812197 h 812387"/>
                <a:gd name="connsiteX57" fmla="*/ 3112199 w 5453729"/>
                <a:gd name="connsiteY57" fmla="*/ 562928 h 812387"/>
                <a:gd name="connsiteX58" fmla="*/ 2842546 w 5453729"/>
                <a:gd name="connsiteY58" fmla="*/ 178975 h 812387"/>
                <a:gd name="connsiteX59" fmla="*/ 2988660 w 5453729"/>
                <a:gd name="connsiteY59" fmla="*/ 67913 h 812387"/>
                <a:gd name="connsiteX60" fmla="*/ 3099816 w 5453729"/>
                <a:gd name="connsiteY60" fmla="*/ 166592 h 812387"/>
                <a:gd name="connsiteX61" fmla="*/ 3116771 w 5453729"/>
                <a:gd name="connsiteY61" fmla="*/ 166592 h 812387"/>
                <a:gd name="connsiteX62" fmla="*/ 2287238 w 5453729"/>
                <a:gd name="connsiteY62" fmla="*/ 797433 h 812387"/>
                <a:gd name="connsiteX63" fmla="*/ 2373345 w 5453729"/>
                <a:gd name="connsiteY63" fmla="*/ 791813 h 812387"/>
                <a:gd name="connsiteX64" fmla="*/ 2457164 w 5453729"/>
                <a:gd name="connsiteY64" fmla="*/ 797433 h 812387"/>
                <a:gd name="connsiteX65" fmla="*/ 2608231 w 5453729"/>
                <a:gd name="connsiteY65" fmla="*/ 20383 h 812387"/>
                <a:gd name="connsiteX66" fmla="*/ 2522220 w 5453729"/>
                <a:gd name="connsiteY66" fmla="*/ 26003 h 812387"/>
                <a:gd name="connsiteX67" fmla="*/ 2438305 w 5453729"/>
                <a:gd name="connsiteY67" fmla="*/ 20383 h 812387"/>
                <a:gd name="connsiteX68" fmla="*/ 2287238 w 5453729"/>
                <a:gd name="connsiteY68" fmla="*/ 797433 h 812387"/>
                <a:gd name="connsiteX69" fmla="*/ 2206086 w 5453729"/>
                <a:gd name="connsiteY69" fmla="*/ 447485 h 812387"/>
                <a:gd name="connsiteX70" fmla="*/ 2120075 w 5453729"/>
                <a:gd name="connsiteY70" fmla="*/ 453104 h 812387"/>
                <a:gd name="connsiteX71" fmla="*/ 2036255 w 5453729"/>
                <a:gd name="connsiteY71" fmla="*/ 447485 h 812387"/>
                <a:gd name="connsiteX72" fmla="*/ 1984820 w 5453729"/>
                <a:gd name="connsiteY72" fmla="*/ 712470 h 812387"/>
                <a:gd name="connsiteX73" fmla="*/ 1853946 w 5453729"/>
                <a:gd name="connsiteY73" fmla="*/ 744188 h 812387"/>
                <a:gd name="connsiteX74" fmla="*/ 1643348 w 5453729"/>
                <a:gd name="connsiteY74" fmla="*/ 429292 h 812387"/>
                <a:gd name="connsiteX75" fmla="*/ 1995678 w 5453729"/>
                <a:gd name="connsiteY75" fmla="*/ 67913 h 812387"/>
                <a:gd name="connsiteX76" fmla="*/ 2196370 w 5453729"/>
                <a:gd name="connsiteY76" fmla="*/ 183452 h 812387"/>
                <a:gd name="connsiteX77" fmla="*/ 2212181 w 5453729"/>
                <a:gd name="connsiteY77" fmla="*/ 183452 h 812387"/>
                <a:gd name="connsiteX78" fmla="*/ 2266188 w 5453729"/>
                <a:gd name="connsiteY78" fmla="*/ 69056 h 812387"/>
                <a:gd name="connsiteX79" fmla="*/ 2006632 w 5453729"/>
                <a:gd name="connsiteY79" fmla="*/ 0 h 812387"/>
                <a:gd name="connsiteX80" fmla="*/ 1455992 w 5453729"/>
                <a:gd name="connsiteY80" fmla="*/ 425863 h 812387"/>
                <a:gd name="connsiteX81" fmla="*/ 1832896 w 5453729"/>
                <a:gd name="connsiteY81" fmla="*/ 812197 h 812387"/>
                <a:gd name="connsiteX82" fmla="*/ 2145316 w 5453729"/>
                <a:gd name="connsiteY82" fmla="*/ 761238 h 812387"/>
                <a:gd name="connsiteX83" fmla="*/ 2206276 w 5453729"/>
                <a:gd name="connsiteY83" fmla="*/ 447485 h 812387"/>
                <a:gd name="connsiteX84" fmla="*/ 1022033 w 5453729"/>
                <a:gd name="connsiteY84" fmla="*/ 67913 h 812387"/>
                <a:gd name="connsiteX85" fmla="*/ 1198817 w 5453729"/>
                <a:gd name="connsiteY85" fmla="*/ 381762 h 812387"/>
                <a:gd name="connsiteX86" fmla="*/ 875824 w 5453729"/>
                <a:gd name="connsiteY86" fmla="*/ 744188 h 812387"/>
                <a:gd name="connsiteX87" fmla="*/ 697992 w 5453729"/>
                <a:gd name="connsiteY87" fmla="*/ 440627 h 812387"/>
                <a:gd name="connsiteX88" fmla="*/ 1021937 w 5453729"/>
                <a:gd name="connsiteY88" fmla="*/ 67913 h 812387"/>
                <a:gd name="connsiteX89" fmla="*/ 1382649 w 5453729"/>
                <a:gd name="connsiteY89" fmla="*/ 403193 h 812387"/>
                <a:gd name="connsiteX90" fmla="*/ 1041940 w 5453729"/>
                <a:gd name="connsiteY90" fmla="*/ 0 h 812387"/>
                <a:gd name="connsiteX91" fmla="*/ 516350 w 5453729"/>
                <a:gd name="connsiteY91" fmla="*/ 407765 h 812387"/>
                <a:gd name="connsiteX92" fmla="*/ 856964 w 5453729"/>
                <a:gd name="connsiteY92" fmla="*/ 812197 h 812387"/>
                <a:gd name="connsiteX93" fmla="*/ 1382744 w 5453729"/>
                <a:gd name="connsiteY93" fmla="*/ 403289 h 812387"/>
                <a:gd name="connsiteX94" fmla="*/ 319850 w 5453729"/>
                <a:gd name="connsiteY94" fmla="*/ 20479 h 812387"/>
                <a:gd name="connsiteX95" fmla="*/ 233839 w 5453729"/>
                <a:gd name="connsiteY95" fmla="*/ 26098 h 812387"/>
                <a:gd name="connsiteX96" fmla="*/ 149924 w 5453729"/>
                <a:gd name="connsiteY96" fmla="*/ 20479 h 812387"/>
                <a:gd name="connsiteX97" fmla="*/ 0 w 5453729"/>
                <a:gd name="connsiteY97" fmla="*/ 791909 h 812387"/>
                <a:gd name="connsiteX98" fmla="*/ 429292 w 5453729"/>
                <a:gd name="connsiteY98" fmla="*/ 791909 h 812387"/>
                <a:gd name="connsiteX99" fmla="*/ 433197 w 5453729"/>
                <a:gd name="connsiteY99" fmla="*/ 743236 h 812387"/>
                <a:gd name="connsiteX100" fmla="*/ 448342 w 5453729"/>
                <a:gd name="connsiteY100" fmla="*/ 694468 h 812387"/>
                <a:gd name="connsiteX101" fmla="*/ 185833 w 5453729"/>
                <a:gd name="connsiteY101" fmla="*/ 710279 h 812387"/>
                <a:gd name="connsiteX102" fmla="*/ 319945 w 5453729"/>
                <a:gd name="connsiteY102" fmla="*/ 20479 h 81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453729" h="812387">
                  <a:moveTo>
                    <a:pt x="5395722" y="166592"/>
                  </a:moveTo>
                  <a:cubicBezTo>
                    <a:pt x="5414487" y="128016"/>
                    <a:pt x="5433156" y="90583"/>
                    <a:pt x="5453730" y="54388"/>
                  </a:cubicBezTo>
                  <a:cubicBezTo>
                    <a:pt x="5433537" y="30575"/>
                    <a:pt x="5366862" y="0"/>
                    <a:pt x="5285328" y="0"/>
                  </a:cubicBezTo>
                  <a:cubicBezTo>
                    <a:pt x="5113115" y="0"/>
                    <a:pt x="5002816" y="107633"/>
                    <a:pt x="4977384" y="237839"/>
                  </a:cubicBezTo>
                  <a:cubicBezTo>
                    <a:pt x="4924330" y="510826"/>
                    <a:pt x="5274660" y="445198"/>
                    <a:pt x="5239417" y="626459"/>
                  </a:cubicBezTo>
                  <a:cubicBezTo>
                    <a:pt x="5224272" y="704564"/>
                    <a:pt x="5154264" y="744188"/>
                    <a:pt x="5083969" y="744188"/>
                  </a:cubicBezTo>
                  <a:cubicBezTo>
                    <a:pt x="5005864" y="744188"/>
                    <a:pt x="4953667" y="697802"/>
                    <a:pt x="4951953" y="619601"/>
                  </a:cubicBezTo>
                  <a:lnTo>
                    <a:pt x="4930331" y="619601"/>
                  </a:lnTo>
                  <a:cubicBezTo>
                    <a:pt x="4914138" y="668274"/>
                    <a:pt x="4892421" y="715899"/>
                    <a:pt x="4869561" y="763429"/>
                  </a:cubicBezTo>
                  <a:cubicBezTo>
                    <a:pt x="4916234" y="797433"/>
                    <a:pt x="4980147" y="812197"/>
                    <a:pt x="5042535" y="812197"/>
                  </a:cubicBezTo>
                  <a:cubicBezTo>
                    <a:pt x="5217986" y="812197"/>
                    <a:pt x="5362956" y="707993"/>
                    <a:pt x="5391055" y="562928"/>
                  </a:cubicBezTo>
                  <a:cubicBezTo>
                    <a:pt x="5441537" y="303562"/>
                    <a:pt x="5091589" y="331851"/>
                    <a:pt x="5121307" y="178975"/>
                  </a:cubicBezTo>
                  <a:cubicBezTo>
                    <a:pt x="5133880" y="114395"/>
                    <a:pt x="5177981" y="67913"/>
                    <a:pt x="5267516" y="67913"/>
                  </a:cubicBezTo>
                  <a:cubicBezTo>
                    <a:pt x="5332095" y="67913"/>
                    <a:pt x="5367624" y="106490"/>
                    <a:pt x="5378577" y="166592"/>
                  </a:cubicBezTo>
                  <a:lnTo>
                    <a:pt x="5395627" y="166592"/>
                  </a:lnTo>
                  <a:close/>
                  <a:moveTo>
                    <a:pt x="4776692" y="659320"/>
                  </a:moveTo>
                  <a:cubicBezTo>
                    <a:pt x="4716209" y="707993"/>
                    <a:pt x="4627627" y="744284"/>
                    <a:pt x="4557427" y="744284"/>
                  </a:cubicBezTo>
                  <a:cubicBezTo>
                    <a:pt x="4382929" y="744284"/>
                    <a:pt x="4314254" y="608362"/>
                    <a:pt x="4351878" y="414719"/>
                  </a:cubicBezTo>
                  <a:cubicBezTo>
                    <a:pt x="4384262" y="248126"/>
                    <a:pt x="4495133" y="68008"/>
                    <a:pt x="4683157" y="68008"/>
                  </a:cubicBezTo>
                  <a:cubicBezTo>
                    <a:pt x="4756785" y="68008"/>
                    <a:pt x="4820889" y="111157"/>
                    <a:pt x="4850987" y="172307"/>
                  </a:cubicBezTo>
                  <a:lnTo>
                    <a:pt x="4866799" y="172307"/>
                  </a:lnTo>
                  <a:cubicBezTo>
                    <a:pt x="4883659" y="132779"/>
                    <a:pt x="4897851" y="94202"/>
                    <a:pt x="4915567" y="55626"/>
                  </a:cubicBezTo>
                  <a:cubicBezTo>
                    <a:pt x="4856893" y="19431"/>
                    <a:pt x="4770025" y="191"/>
                    <a:pt x="4695254" y="191"/>
                  </a:cubicBezTo>
                  <a:cubicBezTo>
                    <a:pt x="4448271" y="191"/>
                    <a:pt x="4218147" y="134874"/>
                    <a:pt x="4160806" y="430625"/>
                  </a:cubicBezTo>
                  <a:cubicBezTo>
                    <a:pt x="4115562" y="662845"/>
                    <a:pt x="4270058" y="812387"/>
                    <a:pt x="4512469" y="812387"/>
                  </a:cubicBezTo>
                  <a:cubicBezTo>
                    <a:pt x="4588384" y="812387"/>
                    <a:pt x="4671441" y="798862"/>
                    <a:pt x="4746212" y="763619"/>
                  </a:cubicBezTo>
                  <a:lnTo>
                    <a:pt x="4790028" y="666178"/>
                  </a:lnTo>
                  <a:lnTo>
                    <a:pt x="4776692" y="659416"/>
                  </a:lnTo>
                  <a:close/>
                  <a:moveTo>
                    <a:pt x="3802571" y="797433"/>
                  </a:moveTo>
                  <a:cubicBezTo>
                    <a:pt x="3831336" y="795147"/>
                    <a:pt x="3860387" y="791813"/>
                    <a:pt x="3888677" y="791813"/>
                  </a:cubicBezTo>
                  <a:cubicBezTo>
                    <a:pt x="3916966" y="791813"/>
                    <a:pt x="3944684" y="795147"/>
                    <a:pt x="3972497" y="797433"/>
                  </a:cubicBezTo>
                  <a:lnTo>
                    <a:pt x="4123468" y="20383"/>
                  </a:lnTo>
                  <a:cubicBezTo>
                    <a:pt x="4094798" y="22574"/>
                    <a:pt x="4065747" y="26003"/>
                    <a:pt x="4037457" y="26003"/>
                  </a:cubicBezTo>
                  <a:cubicBezTo>
                    <a:pt x="4009168" y="26003"/>
                    <a:pt x="3981450" y="22574"/>
                    <a:pt x="3953542" y="20383"/>
                  </a:cubicBezTo>
                  <a:lnTo>
                    <a:pt x="3802476" y="797433"/>
                  </a:lnTo>
                  <a:close/>
                  <a:moveTo>
                    <a:pt x="3625120" y="100775"/>
                  </a:moveTo>
                  <a:cubicBezTo>
                    <a:pt x="3694176" y="100775"/>
                    <a:pt x="3759518" y="108680"/>
                    <a:pt x="3824764" y="116586"/>
                  </a:cubicBezTo>
                  <a:cubicBezTo>
                    <a:pt x="3825526" y="100775"/>
                    <a:pt x="3825240" y="84868"/>
                    <a:pt x="3828574" y="67818"/>
                  </a:cubicBezTo>
                  <a:cubicBezTo>
                    <a:pt x="3831622" y="52006"/>
                    <a:pt x="3838194" y="36195"/>
                    <a:pt x="3843528" y="20288"/>
                  </a:cubicBezTo>
                  <a:lnTo>
                    <a:pt x="3260122" y="20288"/>
                  </a:lnTo>
                  <a:cubicBezTo>
                    <a:pt x="3259265" y="36195"/>
                    <a:pt x="3259646" y="51911"/>
                    <a:pt x="3256503" y="67818"/>
                  </a:cubicBezTo>
                  <a:cubicBezTo>
                    <a:pt x="3253168" y="84868"/>
                    <a:pt x="3246691" y="100679"/>
                    <a:pt x="3241358" y="116586"/>
                  </a:cubicBezTo>
                  <a:cubicBezTo>
                    <a:pt x="3301842" y="108680"/>
                    <a:pt x="3374803" y="100775"/>
                    <a:pt x="3455194" y="100775"/>
                  </a:cubicBezTo>
                  <a:lnTo>
                    <a:pt x="3319749" y="797433"/>
                  </a:lnTo>
                  <a:cubicBezTo>
                    <a:pt x="3348609" y="795147"/>
                    <a:pt x="3377565" y="791813"/>
                    <a:pt x="3405759" y="791813"/>
                  </a:cubicBezTo>
                  <a:cubicBezTo>
                    <a:pt x="3433953" y="791813"/>
                    <a:pt x="3461671" y="795147"/>
                    <a:pt x="3489674" y="797433"/>
                  </a:cubicBezTo>
                  <a:lnTo>
                    <a:pt x="3625025" y="100775"/>
                  </a:lnTo>
                  <a:close/>
                  <a:moveTo>
                    <a:pt x="3116676" y="166592"/>
                  </a:moveTo>
                  <a:cubicBezTo>
                    <a:pt x="3135535" y="128016"/>
                    <a:pt x="3154109" y="90583"/>
                    <a:pt x="3174778" y="54388"/>
                  </a:cubicBezTo>
                  <a:cubicBezTo>
                    <a:pt x="3154490" y="30575"/>
                    <a:pt x="3088005" y="0"/>
                    <a:pt x="3006376" y="0"/>
                  </a:cubicBezTo>
                  <a:cubicBezTo>
                    <a:pt x="2834164" y="0"/>
                    <a:pt x="2723769" y="107633"/>
                    <a:pt x="2698433" y="237839"/>
                  </a:cubicBezTo>
                  <a:cubicBezTo>
                    <a:pt x="2645378" y="510826"/>
                    <a:pt x="2995708" y="445198"/>
                    <a:pt x="2960561" y="626459"/>
                  </a:cubicBezTo>
                  <a:cubicBezTo>
                    <a:pt x="2945321" y="704564"/>
                    <a:pt x="2875312" y="744188"/>
                    <a:pt x="2805113" y="744188"/>
                  </a:cubicBezTo>
                  <a:cubicBezTo>
                    <a:pt x="2726912" y="744188"/>
                    <a:pt x="2674811" y="697802"/>
                    <a:pt x="2673001" y="619601"/>
                  </a:cubicBezTo>
                  <a:lnTo>
                    <a:pt x="2651379" y="619601"/>
                  </a:lnTo>
                  <a:cubicBezTo>
                    <a:pt x="2635091" y="668274"/>
                    <a:pt x="2613470" y="715899"/>
                    <a:pt x="2590610" y="763429"/>
                  </a:cubicBezTo>
                  <a:cubicBezTo>
                    <a:pt x="2637282" y="797433"/>
                    <a:pt x="2701290" y="812197"/>
                    <a:pt x="2763584" y="812197"/>
                  </a:cubicBezTo>
                  <a:cubicBezTo>
                    <a:pt x="2939129" y="812197"/>
                    <a:pt x="3084005" y="707993"/>
                    <a:pt x="3112199" y="562928"/>
                  </a:cubicBezTo>
                  <a:cubicBezTo>
                    <a:pt x="3162681" y="303562"/>
                    <a:pt x="2812828" y="331851"/>
                    <a:pt x="2842546" y="178975"/>
                  </a:cubicBezTo>
                  <a:cubicBezTo>
                    <a:pt x="2855119" y="114395"/>
                    <a:pt x="2899124" y="67913"/>
                    <a:pt x="2988660" y="67913"/>
                  </a:cubicBezTo>
                  <a:cubicBezTo>
                    <a:pt x="3053239" y="67913"/>
                    <a:pt x="3088767" y="106490"/>
                    <a:pt x="3099816" y="166592"/>
                  </a:cubicBezTo>
                  <a:lnTo>
                    <a:pt x="3116771" y="166592"/>
                  </a:lnTo>
                  <a:close/>
                  <a:moveTo>
                    <a:pt x="2287238" y="797433"/>
                  </a:moveTo>
                  <a:cubicBezTo>
                    <a:pt x="2316004" y="795147"/>
                    <a:pt x="2344960" y="791813"/>
                    <a:pt x="2373345" y="791813"/>
                  </a:cubicBezTo>
                  <a:cubicBezTo>
                    <a:pt x="2401729" y="791813"/>
                    <a:pt x="2429352" y="795147"/>
                    <a:pt x="2457164" y="797433"/>
                  </a:cubicBezTo>
                  <a:lnTo>
                    <a:pt x="2608231" y="20383"/>
                  </a:lnTo>
                  <a:cubicBezTo>
                    <a:pt x="2579465" y="22574"/>
                    <a:pt x="2550510" y="26003"/>
                    <a:pt x="2522220" y="26003"/>
                  </a:cubicBezTo>
                  <a:cubicBezTo>
                    <a:pt x="2493931" y="26003"/>
                    <a:pt x="2466213" y="22574"/>
                    <a:pt x="2438305" y="20383"/>
                  </a:cubicBezTo>
                  <a:lnTo>
                    <a:pt x="2287238" y="797433"/>
                  </a:lnTo>
                  <a:close/>
                  <a:moveTo>
                    <a:pt x="2206086" y="447485"/>
                  </a:moveTo>
                  <a:cubicBezTo>
                    <a:pt x="2177320" y="449675"/>
                    <a:pt x="2148364" y="453104"/>
                    <a:pt x="2120075" y="453104"/>
                  </a:cubicBezTo>
                  <a:cubicBezTo>
                    <a:pt x="2091785" y="453104"/>
                    <a:pt x="2064068" y="449675"/>
                    <a:pt x="2036255" y="447485"/>
                  </a:cubicBezTo>
                  <a:lnTo>
                    <a:pt x="1984820" y="712470"/>
                  </a:lnTo>
                  <a:cubicBezTo>
                    <a:pt x="1954530" y="728282"/>
                    <a:pt x="1910620" y="744188"/>
                    <a:pt x="1853946" y="744188"/>
                  </a:cubicBezTo>
                  <a:cubicBezTo>
                    <a:pt x="1681829" y="744188"/>
                    <a:pt x="1605058" y="626459"/>
                    <a:pt x="1643348" y="429292"/>
                  </a:cubicBezTo>
                  <a:cubicBezTo>
                    <a:pt x="1680401" y="238982"/>
                    <a:pt x="1806607" y="67913"/>
                    <a:pt x="1995678" y="67913"/>
                  </a:cubicBezTo>
                  <a:cubicBezTo>
                    <a:pt x="2085118" y="67913"/>
                    <a:pt x="2158937" y="107633"/>
                    <a:pt x="2196370" y="183452"/>
                  </a:cubicBezTo>
                  <a:lnTo>
                    <a:pt x="2212181" y="183452"/>
                  </a:lnTo>
                  <a:cubicBezTo>
                    <a:pt x="2224183" y="144971"/>
                    <a:pt x="2243233" y="105251"/>
                    <a:pt x="2266188" y="69056"/>
                  </a:cubicBezTo>
                  <a:cubicBezTo>
                    <a:pt x="2190655" y="20383"/>
                    <a:pt x="2103978" y="0"/>
                    <a:pt x="2006632" y="0"/>
                  </a:cubicBezTo>
                  <a:cubicBezTo>
                    <a:pt x="1744980" y="0"/>
                    <a:pt x="1510760" y="143827"/>
                    <a:pt x="1455992" y="425863"/>
                  </a:cubicBezTo>
                  <a:cubicBezTo>
                    <a:pt x="1404271" y="691991"/>
                    <a:pt x="1593818" y="812197"/>
                    <a:pt x="1832896" y="812197"/>
                  </a:cubicBezTo>
                  <a:cubicBezTo>
                    <a:pt x="1932623" y="812197"/>
                    <a:pt x="2037779" y="789527"/>
                    <a:pt x="2145316" y="761238"/>
                  </a:cubicBezTo>
                  <a:lnTo>
                    <a:pt x="2206276" y="447485"/>
                  </a:lnTo>
                  <a:close/>
                  <a:moveTo>
                    <a:pt x="1022033" y="67913"/>
                  </a:moveTo>
                  <a:cubicBezTo>
                    <a:pt x="1191959" y="67913"/>
                    <a:pt x="1227296" y="235553"/>
                    <a:pt x="1198817" y="381762"/>
                  </a:cubicBezTo>
                  <a:cubicBezTo>
                    <a:pt x="1162336" y="569690"/>
                    <a:pt x="1050227" y="744188"/>
                    <a:pt x="875824" y="744188"/>
                  </a:cubicBezTo>
                  <a:cubicBezTo>
                    <a:pt x="701421" y="744188"/>
                    <a:pt x="669417" y="587883"/>
                    <a:pt x="697992" y="440627"/>
                  </a:cubicBezTo>
                  <a:cubicBezTo>
                    <a:pt x="747332" y="186881"/>
                    <a:pt x="864394" y="67913"/>
                    <a:pt x="1021937" y="67913"/>
                  </a:cubicBezTo>
                  <a:moveTo>
                    <a:pt x="1382649" y="403193"/>
                  </a:moveTo>
                  <a:cubicBezTo>
                    <a:pt x="1415606" y="227552"/>
                    <a:pt x="1364742" y="0"/>
                    <a:pt x="1041940" y="0"/>
                  </a:cubicBezTo>
                  <a:cubicBezTo>
                    <a:pt x="759905" y="0"/>
                    <a:pt x="560165" y="182404"/>
                    <a:pt x="516350" y="407765"/>
                  </a:cubicBezTo>
                  <a:cubicBezTo>
                    <a:pt x="466344" y="664940"/>
                    <a:pt x="606552" y="812197"/>
                    <a:pt x="856964" y="812197"/>
                  </a:cubicBezTo>
                  <a:cubicBezTo>
                    <a:pt x="1134523" y="812197"/>
                    <a:pt x="1340930" y="624173"/>
                    <a:pt x="1382744" y="403289"/>
                  </a:cubicBezTo>
                  <a:moveTo>
                    <a:pt x="319850" y="20479"/>
                  </a:moveTo>
                  <a:cubicBezTo>
                    <a:pt x="291084" y="22669"/>
                    <a:pt x="262128" y="26098"/>
                    <a:pt x="233839" y="26098"/>
                  </a:cubicBezTo>
                  <a:cubicBezTo>
                    <a:pt x="205550" y="26098"/>
                    <a:pt x="177832" y="22669"/>
                    <a:pt x="149924" y="20479"/>
                  </a:cubicBezTo>
                  <a:lnTo>
                    <a:pt x="0" y="791909"/>
                  </a:lnTo>
                  <a:lnTo>
                    <a:pt x="429292" y="791909"/>
                  </a:lnTo>
                  <a:cubicBezTo>
                    <a:pt x="430149" y="776002"/>
                    <a:pt x="430054" y="759047"/>
                    <a:pt x="433197" y="743236"/>
                  </a:cubicBezTo>
                  <a:cubicBezTo>
                    <a:pt x="436150" y="727424"/>
                    <a:pt x="442817" y="710374"/>
                    <a:pt x="448342" y="694468"/>
                  </a:cubicBezTo>
                  <a:cubicBezTo>
                    <a:pt x="369761" y="702374"/>
                    <a:pt x="284321" y="710279"/>
                    <a:pt x="185833" y="710279"/>
                  </a:cubicBezTo>
                  <a:lnTo>
                    <a:pt x="319945" y="2047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1544"/>
            </a:p>
          </p:txBody>
        </p:sp>
      </p:grp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26F8DEAD-FDDA-3BAA-7422-CD2195E924E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690546" y="3758188"/>
            <a:ext cx="5715393" cy="1449387"/>
          </a:xfrm>
        </p:spPr>
        <p:txBody>
          <a:bodyPr rIns="36000">
            <a:noAutofit/>
          </a:bodyPr>
          <a:lstStyle>
            <a:lvl1pPr algn="l">
              <a:defRPr sz="2600" b="1" cap="all" baseline="0">
                <a:solidFill>
                  <a:schemeClr val="accent4"/>
                </a:solidFill>
                <a:latin typeface="+mj-lt"/>
              </a:defRPr>
            </a:lvl1pPr>
            <a:lvl2pPr algn="l">
              <a:defRPr sz="1463">
                <a:solidFill>
                  <a:schemeClr val="accent1"/>
                </a:solidFill>
              </a:defRPr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fr-FR" dirty="0"/>
              <a:t>Click to </a:t>
            </a:r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subsection</a:t>
            </a:r>
            <a:r>
              <a:rPr lang="fr-FR" dirty="0"/>
              <a:t> </a:t>
            </a:r>
            <a:r>
              <a:rPr lang="fr-FR" dirty="0" err="1"/>
              <a:t>title</a:t>
            </a:r>
            <a:endParaRPr lang="fr-FR" dirty="0"/>
          </a:p>
          <a:p>
            <a:pPr lvl="1"/>
            <a:r>
              <a:rPr lang="fr-FR" dirty="0"/>
              <a:t>Next </a:t>
            </a:r>
            <a:r>
              <a:rPr lang="fr-FR" dirty="0" err="1"/>
              <a:t>subsection</a:t>
            </a:r>
            <a:r>
              <a:rPr lang="fr-FR" dirty="0"/>
              <a:t> </a:t>
            </a:r>
            <a:r>
              <a:rPr lang="fr-FR" dirty="0" err="1"/>
              <a:t>title</a:t>
            </a:r>
            <a:endParaRPr lang="fr-FR" dirty="0"/>
          </a:p>
        </p:txBody>
      </p:sp>
      <p:cxnSp>
        <p:nvCxnSpPr>
          <p:cNvPr id="11" name="Connecteur droit 3">
            <a:extLst>
              <a:ext uri="{FF2B5EF4-FFF2-40B4-BE49-F238E27FC236}">
                <a16:creationId xmlns:a16="http://schemas.microsoft.com/office/drawing/2014/main" id="{FB5FEEA7-8B08-2E38-DAFA-4908213FAF5B}"/>
              </a:ext>
            </a:extLst>
          </p:cNvPr>
          <p:cNvCxnSpPr>
            <a:cxnSpLocks/>
          </p:cNvCxnSpPr>
          <p:nvPr userDrawn="1"/>
        </p:nvCxnSpPr>
        <p:spPr>
          <a:xfrm flipV="1">
            <a:off x="2466594" y="0"/>
            <a:ext cx="0" cy="5943600"/>
          </a:xfrm>
          <a:prstGeom prst="line">
            <a:avLst/>
          </a:prstGeom>
          <a:ln w="19050" cap="rnd" cmpd="sng" algn="ctr">
            <a:gradFill flip="none"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5400000" scaled="1"/>
              <a:tileRect/>
            </a:gra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352709749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| title subtitle text | dark">
    <p:bg>
      <p:bgPr>
        <a:gradFill>
          <a:gsLst>
            <a:gs pos="0">
              <a:schemeClr val="bg2"/>
            </a:gs>
            <a:gs pos="100000">
              <a:schemeClr val="tx2"/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raphique 20">
            <a:extLst>
              <a:ext uri="{FF2B5EF4-FFF2-40B4-BE49-F238E27FC236}">
                <a16:creationId xmlns:a16="http://schemas.microsoft.com/office/drawing/2014/main" id="{01F624E6-AAF3-4A9A-81BA-DB51253B3D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8861" t="-3712" r="64117" b="61920"/>
          <a:stretch/>
        </p:blipFill>
        <p:spPr>
          <a:xfrm rot="10800000">
            <a:off x="-31952" y="1915040"/>
            <a:ext cx="2242643" cy="4448196"/>
          </a:xfrm>
          <a:prstGeom prst="rect">
            <a:avLst/>
          </a:prstGeom>
        </p:spPr>
      </p:pic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CF821602-6F5B-4E68-AC5C-4848E0840D6B}"/>
              </a:ext>
            </a:extLst>
          </p:cNvPr>
          <p:cNvCxnSpPr>
            <a:cxnSpLocks/>
          </p:cNvCxnSpPr>
          <p:nvPr userDrawn="1"/>
        </p:nvCxnSpPr>
        <p:spPr>
          <a:xfrm>
            <a:off x="332997" y="1272237"/>
            <a:ext cx="220996" cy="0"/>
          </a:xfrm>
          <a:prstGeom prst="line">
            <a:avLst/>
          </a:prstGeom>
          <a:ln w="47625" cap="rnd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Graphique 19">
            <a:extLst>
              <a:ext uri="{FF2B5EF4-FFF2-40B4-BE49-F238E27FC236}">
                <a16:creationId xmlns:a16="http://schemas.microsoft.com/office/drawing/2014/main" id="{C3BA387A-FB08-4E8F-9F19-13FE2C6157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8861" t="-3712" r="37096" b="61920"/>
          <a:stretch/>
        </p:blipFill>
        <p:spPr>
          <a:xfrm>
            <a:off x="5420714" y="-31080"/>
            <a:ext cx="4485287" cy="4448196"/>
          </a:xfrm>
          <a:prstGeom prst="rect">
            <a:avLst/>
          </a:prstGeom>
        </p:spPr>
      </p:pic>
      <p:sp>
        <p:nvSpPr>
          <p:cNvPr id="24" name="Ellipse 23">
            <a:extLst>
              <a:ext uri="{FF2B5EF4-FFF2-40B4-BE49-F238E27FC236}">
                <a16:creationId xmlns:a16="http://schemas.microsoft.com/office/drawing/2014/main" id="{C2CB58D9-9EFF-4A71-AC43-B9411F176ED5}"/>
              </a:ext>
            </a:extLst>
          </p:cNvPr>
          <p:cNvSpPr/>
          <p:nvPr userDrawn="1"/>
        </p:nvSpPr>
        <p:spPr>
          <a:xfrm>
            <a:off x="1089370" y="6592896"/>
            <a:ext cx="63901" cy="78647"/>
          </a:xfrm>
          <a:prstGeom prst="ellipse">
            <a:avLst/>
          </a:prstGeom>
          <a:solidFill>
            <a:srgbClr val="EF1A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544" dirty="0"/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D09BEE1B-DFE6-4BA3-450B-621B453F3F1F}"/>
              </a:ext>
            </a:extLst>
          </p:cNvPr>
          <p:cNvGrpSpPr/>
          <p:nvPr userDrawn="1"/>
        </p:nvGrpSpPr>
        <p:grpSpPr>
          <a:xfrm>
            <a:off x="237380" y="6509290"/>
            <a:ext cx="730309" cy="179017"/>
            <a:chOff x="7804375" y="14663327"/>
            <a:chExt cx="7400924" cy="1473993"/>
          </a:xfrm>
          <a:solidFill>
            <a:schemeClr val="bg1"/>
          </a:solidFill>
        </p:grpSpPr>
        <p:grpSp>
          <p:nvGrpSpPr>
            <p:cNvPr id="16" name="Graphique 37">
              <a:extLst>
                <a:ext uri="{FF2B5EF4-FFF2-40B4-BE49-F238E27FC236}">
                  <a16:creationId xmlns:a16="http://schemas.microsoft.com/office/drawing/2014/main" id="{29F47292-06D8-297D-7918-7A1A41284944}"/>
                </a:ext>
              </a:extLst>
            </p:cNvPr>
            <p:cNvGrpSpPr/>
            <p:nvPr/>
          </p:nvGrpSpPr>
          <p:grpSpPr>
            <a:xfrm>
              <a:off x="7804375" y="14663327"/>
              <a:ext cx="2394966" cy="1473326"/>
              <a:chOff x="7804375" y="14663327"/>
              <a:chExt cx="2394966" cy="1473326"/>
            </a:xfrm>
            <a:grpFill/>
          </p:grpSpPr>
          <p:sp>
            <p:nvSpPr>
              <p:cNvPr id="25" name="Forme libre : forme 24">
                <a:extLst>
                  <a:ext uri="{FF2B5EF4-FFF2-40B4-BE49-F238E27FC236}">
                    <a16:creationId xmlns:a16="http://schemas.microsoft.com/office/drawing/2014/main" id="{EA7F752F-853C-8CCD-51B7-36A5589488F5}"/>
                  </a:ext>
                </a:extLst>
              </p:cNvPr>
              <p:cNvSpPr/>
              <p:nvPr/>
            </p:nvSpPr>
            <p:spPr>
              <a:xfrm>
                <a:off x="8464266" y="14990796"/>
                <a:ext cx="1206016" cy="1137570"/>
              </a:xfrm>
              <a:custGeom>
                <a:avLst/>
                <a:gdLst>
                  <a:gd name="connsiteX0" fmla="*/ 221075 w 1206016"/>
                  <a:gd name="connsiteY0" fmla="*/ 0 h 1137570"/>
                  <a:gd name="connsiteX1" fmla="*/ 0 w 1206016"/>
                  <a:gd name="connsiteY1" fmla="*/ 1137571 h 1137570"/>
                  <a:gd name="connsiteX2" fmla="*/ 467678 w 1206016"/>
                  <a:gd name="connsiteY2" fmla="*/ 1137571 h 1137570"/>
                  <a:gd name="connsiteX3" fmla="*/ 1192530 w 1206016"/>
                  <a:gd name="connsiteY3" fmla="*/ 536258 h 1137570"/>
                  <a:gd name="connsiteX4" fmla="*/ 792290 w 1206016"/>
                  <a:gd name="connsiteY4" fmla="*/ 95 h 1137570"/>
                  <a:gd name="connsiteX5" fmla="*/ 221075 w 1206016"/>
                  <a:gd name="connsiteY5" fmla="*/ 95 h 1137570"/>
                  <a:gd name="connsiteX6" fmla="*/ 452723 w 1206016"/>
                  <a:gd name="connsiteY6" fmla="*/ 96869 h 1137570"/>
                  <a:gd name="connsiteX7" fmla="*/ 616458 w 1206016"/>
                  <a:gd name="connsiteY7" fmla="*/ 96869 h 1137570"/>
                  <a:gd name="connsiteX8" fmla="*/ 915638 w 1206016"/>
                  <a:gd name="connsiteY8" fmla="*/ 534543 h 1137570"/>
                  <a:gd name="connsiteX9" fmla="*/ 411290 w 1206016"/>
                  <a:gd name="connsiteY9" fmla="*/ 1040606 h 1137570"/>
                  <a:gd name="connsiteX10" fmla="*/ 269367 w 1206016"/>
                  <a:gd name="connsiteY10" fmla="*/ 1040606 h 1137570"/>
                  <a:gd name="connsiteX11" fmla="*/ 452723 w 1206016"/>
                  <a:gd name="connsiteY11" fmla="*/ 96774 h 1137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206016" h="1137570">
                    <a:moveTo>
                      <a:pt x="221075" y="0"/>
                    </a:moveTo>
                    <a:lnTo>
                      <a:pt x="0" y="1137571"/>
                    </a:lnTo>
                    <a:lnTo>
                      <a:pt x="467678" y="1137571"/>
                    </a:lnTo>
                    <a:cubicBezTo>
                      <a:pt x="810101" y="1137571"/>
                      <a:pt x="1119188" y="913733"/>
                      <a:pt x="1192530" y="536258"/>
                    </a:cubicBezTo>
                    <a:cubicBezTo>
                      <a:pt x="1245775" y="262318"/>
                      <a:pt x="1147191" y="13430"/>
                      <a:pt x="792290" y="95"/>
                    </a:cubicBezTo>
                    <a:lnTo>
                      <a:pt x="221075" y="95"/>
                    </a:lnTo>
                    <a:close/>
                    <a:moveTo>
                      <a:pt x="452723" y="96869"/>
                    </a:moveTo>
                    <a:lnTo>
                      <a:pt x="616458" y="96869"/>
                    </a:lnTo>
                    <a:cubicBezTo>
                      <a:pt x="851916" y="96869"/>
                      <a:pt x="976598" y="220504"/>
                      <a:pt x="915638" y="534543"/>
                    </a:cubicBezTo>
                    <a:cubicBezTo>
                      <a:pt x="839629" y="925354"/>
                      <a:pt x="641795" y="1040606"/>
                      <a:pt x="411290" y="1040606"/>
                    </a:cubicBezTo>
                    <a:lnTo>
                      <a:pt x="269367" y="1040606"/>
                    </a:lnTo>
                    <a:lnTo>
                      <a:pt x="452723" y="96774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1544"/>
              </a:p>
            </p:txBody>
          </p:sp>
          <p:sp>
            <p:nvSpPr>
              <p:cNvPr id="26" name="Forme libre : forme 25">
                <a:extLst>
                  <a:ext uri="{FF2B5EF4-FFF2-40B4-BE49-F238E27FC236}">
                    <a16:creationId xmlns:a16="http://schemas.microsoft.com/office/drawing/2014/main" id="{2D13E8CC-5008-0CB6-4234-60C6A2BEE398}"/>
                  </a:ext>
                </a:extLst>
              </p:cNvPr>
              <p:cNvSpPr/>
              <p:nvPr/>
            </p:nvSpPr>
            <p:spPr>
              <a:xfrm>
                <a:off x="7804375" y="14663327"/>
                <a:ext cx="2394966" cy="1136017"/>
              </a:xfrm>
              <a:custGeom>
                <a:avLst/>
                <a:gdLst>
                  <a:gd name="connsiteX0" fmla="*/ 1852232 w 2394966"/>
                  <a:gd name="connsiteY0" fmla="*/ 299752 h 1136017"/>
                  <a:gd name="connsiteX1" fmla="*/ 1816132 w 2394966"/>
                  <a:gd name="connsiteY1" fmla="*/ 148781 h 1136017"/>
                  <a:gd name="connsiteX2" fmla="*/ 2265426 w 2394966"/>
                  <a:gd name="connsiteY2" fmla="*/ 0 h 1136017"/>
                  <a:gd name="connsiteX3" fmla="*/ 2394966 w 2394966"/>
                  <a:gd name="connsiteY3" fmla="*/ 451961 h 1136017"/>
                  <a:gd name="connsiteX4" fmla="*/ 2237804 w 2394966"/>
                  <a:gd name="connsiteY4" fmla="*/ 487775 h 1136017"/>
                  <a:gd name="connsiteX5" fmla="*/ 2207514 w 2394966"/>
                  <a:gd name="connsiteY5" fmla="*/ 303086 h 1136017"/>
                  <a:gd name="connsiteX6" fmla="*/ 0 w 2394966"/>
                  <a:gd name="connsiteY6" fmla="*/ 1074801 h 1136017"/>
                  <a:gd name="connsiteX7" fmla="*/ 17812 w 2394966"/>
                  <a:gd name="connsiteY7" fmla="*/ 1033272 h 1136017"/>
                  <a:gd name="connsiteX8" fmla="*/ 2028349 w 2394966"/>
                  <a:gd name="connsiteY8" fmla="*/ 231458 h 1136017"/>
                  <a:gd name="connsiteX9" fmla="*/ 1852232 w 2394966"/>
                  <a:gd name="connsiteY9" fmla="*/ 299752 h 1136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394966" h="1136017">
                    <a:moveTo>
                      <a:pt x="1852232" y="299752"/>
                    </a:moveTo>
                    <a:cubicBezTo>
                      <a:pt x="1851946" y="217742"/>
                      <a:pt x="1838611" y="205264"/>
                      <a:pt x="1816132" y="148781"/>
                    </a:cubicBezTo>
                    <a:lnTo>
                      <a:pt x="2265426" y="0"/>
                    </a:lnTo>
                    <a:lnTo>
                      <a:pt x="2394966" y="451961"/>
                    </a:lnTo>
                    <a:cubicBezTo>
                      <a:pt x="2348103" y="449199"/>
                      <a:pt x="2298478" y="454724"/>
                      <a:pt x="2237804" y="487775"/>
                    </a:cubicBezTo>
                    <a:lnTo>
                      <a:pt x="2207514" y="303086"/>
                    </a:lnTo>
                    <a:cubicBezTo>
                      <a:pt x="2042160" y="609124"/>
                      <a:pt x="1223677" y="1353217"/>
                      <a:pt x="0" y="1074801"/>
                    </a:cubicBezTo>
                    <a:cubicBezTo>
                      <a:pt x="7906" y="1068038"/>
                      <a:pt x="14002" y="1043654"/>
                      <a:pt x="17812" y="1033272"/>
                    </a:cubicBezTo>
                    <a:cubicBezTo>
                      <a:pt x="1146429" y="1185005"/>
                      <a:pt x="1915478" y="481679"/>
                      <a:pt x="2028349" y="231458"/>
                    </a:cubicBezTo>
                    <a:lnTo>
                      <a:pt x="1852232" y="299752"/>
                    </a:lnTo>
                    <a:close/>
                  </a:path>
                </a:pathLst>
              </a:custGeom>
              <a:solidFill>
                <a:schemeClr val="accent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1544"/>
              </a:p>
            </p:txBody>
          </p:sp>
          <p:sp>
            <p:nvSpPr>
              <p:cNvPr id="27" name="Forme libre : forme 26">
                <a:extLst>
                  <a:ext uri="{FF2B5EF4-FFF2-40B4-BE49-F238E27FC236}">
                    <a16:creationId xmlns:a16="http://schemas.microsoft.com/office/drawing/2014/main" id="{236CD0B0-F2FB-D8E9-1E56-54C2CFBC02CE}"/>
                  </a:ext>
                </a:extLst>
              </p:cNvPr>
              <p:cNvSpPr/>
              <p:nvPr/>
            </p:nvSpPr>
            <p:spPr>
              <a:xfrm>
                <a:off x="8045167" y="14990796"/>
                <a:ext cx="473297" cy="1145857"/>
              </a:xfrm>
              <a:custGeom>
                <a:avLst/>
                <a:gdLst>
                  <a:gd name="connsiteX0" fmla="*/ 95 w 473297"/>
                  <a:gd name="connsiteY0" fmla="*/ 1145857 h 1145857"/>
                  <a:gd name="connsiteX1" fmla="*/ 126968 w 473297"/>
                  <a:gd name="connsiteY1" fmla="*/ 1137571 h 1145857"/>
                  <a:gd name="connsiteX2" fmla="*/ 250603 w 473297"/>
                  <a:gd name="connsiteY2" fmla="*/ 1145857 h 1145857"/>
                  <a:gd name="connsiteX3" fmla="*/ 473297 w 473297"/>
                  <a:gd name="connsiteY3" fmla="*/ 0 h 1145857"/>
                  <a:gd name="connsiteX4" fmla="*/ 346424 w 473297"/>
                  <a:gd name="connsiteY4" fmla="*/ 8382 h 1145857"/>
                  <a:gd name="connsiteX5" fmla="*/ 222790 w 473297"/>
                  <a:gd name="connsiteY5" fmla="*/ 0 h 1145857"/>
                  <a:gd name="connsiteX6" fmla="*/ 0 w 473297"/>
                  <a:gd name="connsiteY6" fmla="*/ 1145857 h 114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73297" h="1145857">
                    <a:moveTo>
                      <a:pt x="95" y="1145857"/>
                    </a:moveTo>
                    <a:cubicBezTo>
                      <a:pt x="42481" y="1142524"/>
                      <a:pt x="85249" y="1137571"/>
                      <a:pt x="126968" y="1137571"/>
                    </a:cubicBezTo>
                    <a:cubicBezTo>
                      <a:pt x="168688" y="1137571"/>
                      <a:pt x="209550" y="1142619"/>
                      <a:pt x="250603" y="1145857"/>
                    </a:cubicBezTo>
                    <a:lnTo>
                      <a:pt x="473297" y="0"/>
                    </a:lnTo>
                    <a:cubicBezTo>
                      <a:pt x="430911" y="3239"/>
                      <a:pt x="388144" y="8382"/>
                      <a:pt x="346424" y="8382"/>
                    </a:cubicBezTo>
                    <a:cubicBezTo>
                      <a:pt x="304705" y="8382"/>
                      <a:pt x="263843" y="3334"/>
                      <a:pt x="222790" y="0"/>
                    </a:cubicBezTo>
                    <a:lnTo>
                      <a:pt x="0" y="114585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1544"/>
              </a:p>
            </p:txBody>
          </p:sp>
        </p:grpSp>
        <p:sp>
          <p:nvSpPr>
            <p:cNvPr id="17" name="Forme libre : forme 16">
              <a:extLst>
                <a:ext uri="{FF2B5EF4-FFF2-40B4-BE49-F238E27FC236}">
                  <a16:creationId xmlns:a16="http://schemas.microsoft.com/office/drawing/2014/main" id="{1646DCE5-914D-E2FF-8025-8EEE8608BAB0}"/>
                </a:ext>
              </a:extLst>
            </p:cNvPr>
            <p:cNvSpPr/>
            <p:nvPr/>
          </p:nvSpPr>
          <p:spPr>
            <a:xfrm>
              <a:off x="9751570" y="15324933"/>
              <a:ext cx="5453729" cy="812387"/>
            </a:xfrm>
            <a:custGeom>
              <a:avLst/>
              <a:gdLst>
                <a:gd name="connsiteX0" fmla="*/ 5395722 w 5453729"/>
                <a:gd name="connsiteY0" fmla="*/ 166592 h 812387"/>
                <a:gd name="connsiteX1" fmla="*/ 5453730 w 5453729"/>
                <a:gd name="connsiteY1" fmla="*/ 54388 h 812387"/>
                <a:gd name="connsiteX2" fmla="*/ 5285328 w 5453729"/>
                <a:gd name="connsiteY2" fmla="*/ 0 h 812387"/>
                <a:gd name="connsiteX3" fmla="*/ 4977384 w 5453729"/>
                <a:gd name="connsiteY3" fmla="*/ 237839 h 812387"/>
                <a:gd name="connsiteX4" fmla="*/ 5239417 w 5453729"/>
                <a:gd name="connsiteY4" fmla="*/ 626459 h 812387"/>
                <a:gd name="connsiteX5" fmla="*/ 5083969 w 5453729"/>
                <a:gd name="connsiteY5" fmla="*/ 744188 h 812387"/>
                <a:gd name="connsiteX6" fmla="*/ 4951953 w 5453729"/>
                <a:gd name="connsiteY6" fmla="*/ 619601 h 812387"/>
                <a:gd name="connsiteX7" fmla="*/ 4930331 w 5453729"/>
                <a:gd name="connsiteY7" fmla="*/ 619601 h 812387"/>
                <a:gd name="connsiteX8" fmla="*/ 4869561 w 5453729"/>
                <a:gd name="connsiteY8" fmla="*/ 763429 h 812387"/>
                <a:gd name="connsiteX9" fmla="*/ 5042535 w 5453729"/>
                <a:gd name="connsiteY9" fmla="*/ 812197 h 812387"/>
                <a:gd name="connsiteX10" fmla="*/ 5391055 w 5453729"/>
                <a:gd name="connsiteY10" fmla="*/ 562928 h 812387"/>
                <a:gd name="connsiteX11" fmla="*/ 5121307 w 5453729"/>
                <a:gd name="connsiteY11" fmla="*/ 178975 h 812387"/>
                <a:gd name="connsiteX12" fmla="*/ 5267516 w 5453729"/>
                <a:gd name="connsiteY12" fmla="*/ 67913 h 812387"/>
                <a:gd name="connsiteX13" fmla="*/ 5378577 w 5453729"/>
                <a:gd name="connsiteY13" fmla="*/ 166592 h 812387"/>
                <a:gd name="connsiteX14" fmla="*/ 5395627 w 5453729"/>
                <a:gd name="connsiteY14" fmla="*/ 166592 h 812387"/>
                <a:gd name="connsiteX15" fmla="*/ 4776692 w 5453729"/>
                <a:gd name="connsiteY15" fmla="*/ 659320 h 812387"/>
                <a:gd name="connsiteX16" fmla="*/ 4557427 w 5453729"/>
                <a:gd name="connsiteY16" fmla="*/ 744284 h 812387"/>
                <a:gd name="connsiteX17" fmla="*/ 4351878 w 5453729"/>
                <a:gd name="connsiteY17" fmla="*/ 414719 h 812387"/>
                <a:gd name="connsiteX18" fmla="*/ 4683157 w 5453729"/>
                <a:gd name="connsiteY18" fmla="*/ 68008 h 812387"/>
                <a:gd name="connsiteX19" fmla="*/ 4850987 w 5453729"/>
                <a:gd name="connsiteY19" fmla="*/ 172307 h 812387"/>
                <a:gd name="connsiteX20" fmla="*/ 4866799 w 5453729"/>
                <a:gd name="connsiteY20" fmla="*/ 172307 h 812387"/>
                <a:gd name="connsiteX21" fmla="*/ 4915567 w 5453729"/>
                <a:gd name="connsiteY21" fmla="*/ 55626 h 812387"/>
                <a:gd name="connsiteX22" fmla="*/ 4695254 w 5453729"/>
                <a:gd name="connsiteY22" fmla="*/ 191 h 812387"/>
                <a:gd name="connsiteX23" fmla="*/ 4160806 w 5453729"/>
                <a:gd name="connsiteY23" fmla="*/ 430625 h 812387"/>
                <a:gd name="connsiteX24" fmla="*/ 4512469 w 5453729"/>
                <a:gd name="connsiteY24" fmla="*/ 812387 h 812387"/>
                <a:gd name="connsiteX25" fmla="*/ 4746212 w 5453729"/>
                <a:gd name="connsiteY25" fmla="*/ 763619 h 812387"/>
                <a:gd name="connsiteX26" fmla="*/ 4790028 w 5453729"/>
                <a:gd name="connsiteY26" fmla="*/ 666178 h 812387"/>
                <a:gd name="connsiteX27" fmla="*/ 4776692 w 5453729"/>
                <a:gd name="connsiteY27" fmla="*/ 659416 h 812387"/>
                <a:gd name="connsiteX28" fmla="*/ 3802571 w 5453729"/>
                <a:gd name="connsiteY28" fmla="*/ 797433 h 812387"/>
                <a:gd name="connsiteX29" fmla="*/ 3888677 w 5453729"/>
                <a:gd name="connsiteY29" fmla="*/ 791813 h 812387"/>
                <a:gd name="connsiteX30" fmla="*/ 3972497 w 5453729"/>
                <a:gd name="connsiteY30" fmla="*/ 797433 h 812387"/>
                <a:gd name="connsiteX31" fmla="*/ 4123468 w 5453729"/>
                <a:gd name="connsiteY31" fmla="*/ 20383 h 812387"/>
                <a:gd name="connsiteX32" fmla="*/ 4037457 w 5453729"/>
                <a:gd name="connsiteY32" fmla="*/ 26003 h 812387"/>
                <a:gd name="connsiteX33" fmla="*/ 3953542 w 5453729"/>
                <a:gd name="connsiteY33" fmla="*/ 20383 h 812387"/>
                <a:gd name="connsiteX34" fmla="*/ 3802476 w 5453729"/>
                <a:gd name="connsiteY34" fmla="*/ 797433 h 812387"/>
                <a:gd name="connsiteX35" fmla="*/ 3625120 w 5453729"/>
                <a:gd name="connsiteY35" fmla="*/ 100775 h 812387"/>
                <a:gd name="connsiteX36" fmla="*/ 3824764 w 5453729"/>
                <a:gd name="connsiteY36" fmla="*/ 116586 h 812387"/>
                <a:gd name="connsiteX37" fmla="*/ 3828574 w 5453729"/>
                <a:gd name="connsiteY37" fmla="*/ 67818 h 812387"/>
                <a:gd name="connsiteX38" fmla="*/ 3843528 w 5453729"/>
                <a:gd name="connsiteY38" fmla="*/ 20288 h 812387"/>
                <a:gd name="connsiteX39" fmla="*/ 3260122 w 5453729"/>
                <a:gd name="connsiteY39" fmla="*/ 20288 h 812387"/>
                <a:gd name="connsiteX40" fmla="*/ 3256503 w 5453729"/>
                <a:gd name="connsiteY40" fmla="*/ 67818 h 812387"/>
                <a:gd name="connsiteX41" fmla="*/ 3241358 w 5453729"/>
                <a:gd name="connsiteY41" fmla="*/ 116586 h 812387"/>
                <a:gd name="connsiteX42" fmla="*/ 3455194 w 5453729"/>
                <a:gd name="connsiteY42" fmla="*/ 100775 h 812387"/>
                <a:gd name="connsiteX43" fmla="*/ 3319749 w 5453729"/>
                <a:gd name="connsiteY43" fmla="*/ 797433 h 812387"/>
                <a:gd name="connsiteX44" fmla="*/ 3405759 w 5453729"/>
                <a:gd name="connsiteY44" fmla="*/ 791813 h 812387"/>
                <a:gd name="connsiteX45" fmla="*/ 3489674 w 5453729"/>
                <a:gd name="connsiteY45" fmla="*/ 797433 h 812387"/>
                <a:gd name="connsiteX46" fmla="*/ 3625025 w 5453729"/>
                <a:gd name="connsiteY46" fmla="*/ 100775 h 812387"/>
                <a:gd name="connsiteX47" fmla="*/ 3116676 w 5453729"/>
                <a:gd name="connsiteY47" fmla="*/ 166592 h 812387"/>
                <a:gd name="connsiteX48" fmla="*/ 3174778 w 5453729"/>
                <a:gd name="connsiteY48" fmla="*/ 54388 h 812387"/>
                <a:gd name="connsiteX49" fmla="*/ 3006376 w 5453729"/>
                <a:gd name="connsiteY49" fmla="*/ 0 h 812387"/>
                <a:gd name="connsiteX50" fmla="*/ 2698433 w 5453729"/>
                <a:gd name="connsiteY50" fmla="*/ 237839 h 812387"/>
                <a:gd name="connsiteX51" fmla="*/ 2960561 w 5453729"/>
                <a:gd name="connsiteY51" fmla="*/ 626459 h 812387"/>
                <a:gd name="connsiteX52" fmla="*/ 2805113 w 5453729"/>
                <a:gd name="connsiteY52" fmla="*/ 744188 h 812387"/>
                <a:gd name="connsiteX53" fmla="*/ 2673001 w 5453729"/>
                <a:gd name="connsiteY53" fmla="*/ 619601 h 812387"/>
                <a:gd name="connsiteX54" fmla="*/ 2651379 w 5453729"/>
                <a:gd name="connsiteY54" fmla="*/ 619601 h 812387"/>
                <a:gd name="connsiteX55" fmla="*/ 2590610 w 5453729"/>
                <a:gd name="connsiteY55" fmla="*/ 763429 h 812387"/>
                <a:gd name="connsiteX56" fmla="*/ 2763584 w 5453729"/>
                <a:gd name="connsiteY56" fmla="*/ 812197 h 812387"/>
                <a:gd name="connsiteX57" fmla="*/ 3112199 w 5453729"/>
                <a:gd name="connsiteY57" fmla="*/ 562928 h 812387"/>
                <a:gd name="connsiteX58" fmla="*/ 2842546 w 5453729"/>
                <a:gd name="connsiteY58" fmla="*/ 178975 h 812387"/>
                <a:gd name="connsiteX59" fmla="*/ 2988660 w 5453729"/>
                <a:gd name="connsiteY59" fmla="*/ 67913 h 812387"/>
                <a:gd name="connsiteX60" fmla="*/ 3099816 w 5453729"/>
                <a:gd name="connsiteY60" fmla="*/ 166592 h 812387"/>
                <a:gd name="connsiteX61" fmla="*/ 3116771 w 5453729"/>
                <a:gd name="connsiteY61" fmla="*/ 166592 h 812387"/>
                <a:gd name="connsiteX62" fmla="*/ 2287238 w 5453729"/>
                <a:gd name="connsiteY62" fmla="*/ 797433 h 812387"/>
                <a:gd name="connsiteX63" fmla="*/ 2373345 w 5453729"/>
                <a:gd name="connsiteY63" fmla="*/ 791813 h 812387"/>
                <a:gd name="connsiteX64" fmla="*/ 2457164 w 5453729"/>
                <a:gd name="connsiteY64" fmla="*/ 797433 h 812387"/>
                <a:gd name="connsiteX65" fmla="*/ 2608231 w 5453729"/>
                <a:gd name="connsiteY65" fmla="*/ 20383 h 812387"/>
                <a:gd name="connsiteX66" fmla="*/ 2522220 w 5453729"/>
                <a:gd name="connsiteY66" fmla="*/ 26003 h 812387"/>
                <a:gd name="connsiteX67" fmla="*/ 2438305 w 5453729"/>
                <a:gd name="connsiteY67" fmla="*/ 20383 h 812387"/>
                <a:gd name="connsiteX68" fmla="*/ 2287238 w 5453729"/>
                <a:gd name="connsiteY68" fmla="*/ 797433 h 812387"/>
                <a:gd name="connsiteX69" fmla="*/ 2206086 w 5453729"/>
                <a:gd name="connsiteY69" fmla="*/ 447485 h 812387"/>
                <a:gd name="connsiteX70" fmla="*/ 2120075 w 5453729"/>
                <a:gd name="connsiteY70" fmla="*/ 453104 h 812387"/>
                <a:gd name="connsiteX71" fmla="*/ 2036255 w 5453729"/>
                <a:gd name="connsiteY71" fmla="*/ 447485 h 812387"/>
                <a:gd name="connsiteX72" fmla="*/ 1984820 w 5453729"/>
                <a:gd name="connsiteY72" fmla="*/ 712470 h 812387"/>
                <a:gd name="connsiteX73" fmla="*/ 1853946 w 5453729"/>
                <a:gd name="connsiteY73" fmla="*/ 744188 h 812387"/>
                <a:gd name="connsiteX74" fmla="*/ 1643348 w 5453729"/>
                <a:gd name="connsiteY74" fmla="*/ 429292 h 812387"/>
                <a:gd name="connsiteX75" fmla="*/ 1995678 w 5453729"/>
                <a:gd name="connsiteY75" fmla="*/ 67913 h 812387"/>
                <a:gd name="connsiteX76" fmla="*/ 2196370 w 5453729"/>
                <a:gd name="connsiteY76" fmla="*/ 183452 h 812387"/>
                <a:gd name="connsiteX77" fmla="*/ 2212181 w 5453729"/>
                <a:gd name="connsiteY77" fmla="*/ 183452 h 812387"/>
                <a:gd name="connsiteX78" fmla="*/ 2266188 w 5453729"/>
                <a:gd name="connsiteY78" fmla="*/ 69056 h 812387"/>
                <a:gd name="connsiteX79" fmla="*/ 2006632 w 5453729"/>
                <a:gd name="connsiteY79" fmla="*/ 0 h 812387"/>
                <a:gd name="connsiteX80" fmla="*/ 1455992 w 5453729"/>
                <a:gd name="connsiteY80" fmla="*/ 425863 h 812387"/>
                <a:gd name="connsiteX81" fmla="*/ 1832896 w 5453729"/>
                <a:gd name="connsiteY81" fmla="*/ 812197 h 812387"/>
                <a:gd name="connsiteX82" fmla="*/ 2145316 w 5453729"/>
                <a:gd name="connsiteY82" fmla="*/ 761238 h 812387"/>
                <a:gd name="connsiteX83" fmla="*/ 2206276 w 5453729"/>
                <a:gd name="connsiteY83" fmla="*/ 447485 h 812387"/>
                <a:gd name="connsiteX84" fmla="*/ 1022033 w 5453729"/>
                <a:gd name="connsiteY84" fmla="*/ 67913 h 812387"/>
                <a:gd name="connsiteX85" fmla="*/ 1198817 w 5453729"/>
                <a:gd name="connsiteY85" fmla="*/ 381762 h 812387"/>
                <a:gd name="connsiteX86" fmla="*/ 875824 w 5453729"/>
                <a:gd name="connsiteY86" fmla="*/ 744188 h 812387"/>
                <a:gd name="connsiteX87" fmla="*/ 697992 w 5453729"/>
                <a:gd name="connsiteY87" fmla="*/ 440627 h 812387"/>
                <a:gd name="connsiteX88" fmla="*/ 1021937 w 5453729"/>
                <a:gd name="connsiteY88" fmla="*/ 67913 h 812387"/>
                <a:gd name="connsiteX89" fmla="*/ 1382649 w 5453729"/>
                <a:gd name="connsiteY89" fmla="*/ 403193 h 812387"/>
                <a:gd name="connsiteX90" fmla="*/ 1041940 w 5453729"/>
                <a:gd name="connsiteY90" fmla="*/ 0 h 812387"/>
                <a:gd name="connsiteX91" fmla="*/ 516350 w 5453729"/>
                <a:gd name="connsiteY91" fmla="*/ 407765 h 812387"/>
                <a:gd name="connsiteX92" fmla="*/ 856964 w 5453729"/>
                <a:gd name="connsiteY92" fmla="*/ 812197 h 812387"/>
                <a:gd name="connsiteX93" fmla="*/ 1382744 w 5453729"/>
                <a:gd name="connsiteY93" fmla="*/ 403289 h 812387"/>
                <a:gd name="connsiteX94" fmla="*/ 319850 w 5453729"/>
                <a:gd name="connsiteY94" fmla="*/ 20479 h 812387"/>
                <a:gd name="connsiteX95" fmla="*/ 233839 w 5453729"/>
                <a:gd name="connsiteY95" fmla="*/ 26098 h 812387"/>
                <a:gd name="connsiteX96" fmla="*/ 149924 w 5453729"/>
                <a:gd name="connsiteY96" fmla="*/ 20479 h 812387"/>
                <a:gd name="connsiteX97" fmla="*/ 0 w 5453729"/>
                <a:gd name="connsiteY97" fmla="*/ 791909 h 812387"/>
                <a:gd name="connsiteX98" fmla="*/ 429292 w 5453729"/>
                <a:gd name="connsiteY98" fmla="*/ 791909 h 812387"/>
                <a:gd name="connsiteX99" fmla="*/ 433197 w 5453729"/>
                <a:gd name="connsiteY99" fmla="*/ 743236 h 812387"/>
                <a:gd name="connsiteX100" fmla="*/ 448342 w 5453729"/>
                <a:gd name="connsiteY100" fmla="*/ 694468 h 812387"/>
                <a:gd name="connsiteX101" fmla="*/ 185833 w 5453729"/>
                <a:gd name="connsiteY101" fmla="*/ 710279 h 812387"/>
                <a:gd name="connsiteX102" fmla="*/ 319945 w 5453729"/>
                <a:gd name="connsiteY102" fmla="*/ 20479 h 81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453729" h="812387">
                  <a:moveTo>
                    <a:pt x="5395722" y="166592"/>
                  </a:moveTo>
                  <a:cubicBezTo>
                    <a:pt x="5414487" y="128016"/>
                    <a:pt x="5433156" y="90583"/>
                    <a:pt x="5453730" y="54388"/>
                  </a:cubicBezTo>
                  <a:cubicBezTo>
                    <a:pt x="5433537" y="30575"/>
                    <a:pt x="5366862" y="0"/>
                    <a:pt x="5285328" y="0"/>
                  </a:cubicBezTo>
                  <a:cubicBezTo>
                    <a:pt x="5113115" y="0"/>
                    <a:pt x="5002816" y="107633"/>
                    <a:pt x="4977384" y="237839"/>
                  </a:cubicBezTo>
                  <a:cubicBezTo>
                    <a:pt x="4924330" y="510826"/>
                    <a:pt x="5274660" y="445198"/>
                    <a:pt x="5239417" y="626459"/>
                  </a:cubicBezTo>
                  <a:cubicBezTo>
                    <a:pt x="5224272" y="704564"/>
                    <a:pt x="5154264" y="744188"/>
                    <a:pt x="5083969" y="744188"/>
                  </a:cubicBezTo>
                  <a:cubicBezTo>
                    <a:pt x="5005864" y="744188"/>
                    <a:pt x="4953667" y="697802"/>
                    <a:pt x="4951953" y="619601"/>
                  </a:cubicBezTo>
                  <a:lnTo>
                    <a:pt x="4930331" y="619601"/>
                  </a:lnTo>
                  <a:cubicBezTo>
                    <a:pt x="4914138" y="668274"/>
                    <a:pt x="4892421" y="715899"/>
                    <a:pt x="4869561" y="763429"/>
                  </a:cubicBezTo>
                  <a:cubicBezTo>
                    <a:pt x="4916234" y="797433"/>
                    <a:pt x="4980147" y="812197"/>
                    <a:pt x="5042535" y="812197"/>
                  </a:cubicBezTo>
                  <a:cubicBezTo>
                    <a:pt x="5217986" y="812197"/>
                    <a:pt x="5362956" y="707993"/>
                    <a:pt x="5391055" y="562928"/>
                  </a:cubicBezTo>
                  <a:cubicBezTo>
                    <a:pt x="5441537" y="303562"/>
                    <a:pt x="5091589" y="331851"/>
                    <a:pt x="5121307" y="178975"/>
                  </a:cubicBezTo>
                  <a:cubicBezTo>
                    <a:pt x="5133880" y="114395"/>
                    <a:pt x="5177981" y="67913"/>
                    <a:pt x="5267516" y="67913"/>
                  </a:cubicBezTo>
                  <a:cubicBezTo>
                    <a:pt x="5332095" y="67913"/>
                    <a:pt x="5367624" y="106490"/>
                    <a:pt x="5378577" y="166592"/>
                  </a:cubicBezTo>
                  <a:lnTo>
                    <a:pt x="5395627" y="166592"/>
                  </a:lnTo>
                  <a:close/>
                  <a:moveTo>
                    <a:pt x="4776692" y="659320"/>
                  </a:moveTo>
                  <a:cubicBezTo>
                    <a:pt x="4716209" y="707993"/>
                    <a:pt x="4627627" y="744284"/>
                    <a:pt x="4557427" y="744284"/>
                  </a:cubicBezTo>
                  <a:cubicBezTo>
                    <a:pt x="4382929" y="744284"/>
                    <a:pt x="4314254" y="608362"/>
                    <a:pt x="4351878" y="414719"/>
                  </a:cubicBezTo>
                  <a:cubicBezTo>
                    <a:pt x="4384262" y="248126"/>
                    <a:pt x="4495133" y="68008"/>
                    <a:pt x="4683157" y="68008"/>
                  </a:cubicBezTo>
                  <a:cubicBezTo>
                    <a:pt x="4756785" y="68008"/>
                    <a:pt x="4820889" y="111157"/>
                    <a:pt x="4850987" y="172307"/>
                  </a:cubicBezTo>
                  <a:lnTo>
                    <a:pt x="4866799" y="172307"/>
                  </a:lnTo>
                  <a:cubicBezTo>
                    <a:pt x="4883659" y="132779"/>
                    <a:pt x="4897851" y="94202"/>
                    <a:pt x="4915567" y="55626"/>
                  </a:cubicBezTo>
                  <a:cubicBezTo>
                    <a:pt x="4856893" y="19431"/>
                    <a:pt x="4770025" y="191"/>
                    <a:pt x="4695254" y="191"/>
                  </a:cubicBezTo>
                  <a:cubicBezTo>
                    <a:pt x="4448271" y="191"/>
                    <a:pt x="4218147" y="134874"/>
                    <a:pt x="4160806" y="430625"/>
                  </a:cubicBezTo>
                  <a:cubicBezTo>
                    <a:pt x="4115562" y="662845"/>
                    <a:pt x="4270058" y="812387"/>
                    <a:pt x="4512469" y="812387"/>
                  </a:cubicBezTo>
                  <a:cubicBezTo>
                    <a:pt x="4588384" y="812387"/>
                    <a:pt x="4671441" y="798862"/>
                    <a:pt x="4746212" y="763619"/>
                  </a:cubicBezTo>
                  <a:lnTo>
                    <a:pt x="4790028" y="666178"/>
                  </a:lnTo>
                  <a:lnTo>
                    <a:pt x="4776692" y="659416"/>
                  </a:lnTo>
                  <a:close/>
                  <a:moveTo>
                    <a:pt x="3802571" y="797433"/>
                  </a:moveTo>
                  <a:cubicBezTo>
                    <a:pt x="3831336" y="795147"/>
                    <a:pt x="3860387" y="791813"/>
                    <a:pt x="3888677" y="791813"/>
                  </a:cubicBezTo>
                  <a:cubicBezTo>
                    <a:pt x="3916966" y="791813"/>
                    <a:pt x="3944684" y="795147"/>
                    <a:pt x="3972497" y="797433"/>
                  </a:cubicBezTo>
                  <a:lnTo>
                    <a:pt x="4123468" y="20383"/>
                  </a:lnTo>
                  <a:cubicBezTo>
                    <a:pt x="4094798" y="22574"/>
                    <a:pt x="4065747" y="26003"/>
                    <a:pt x="4037457" y="26003"/>
                  </a:cubicBezTo>
                  <a:cubicBezTo>
                    <a:pt x="4009168" y="26003"/>
                    <a:pt x="3981450" y="22574"/>
                    <a:pt x="3953542" y="20383"/>
                  </a:cubicBezTo>
                  <a:lnTo>
                    <a:pt x="3802476" y="797433"/>
                  </a:lnTo>
                  <a:close/>
                  <a:moveTo>
                    <a:pt x="3625120" y="100775"/>
                  </a:moveTo>
                  <a:cubicBezTo>
                    <a:pt x="3694176" y="100775"/>
                    <a:pt x="3759518" y="108680"/>
                    <a:pt x="3824764" y="116586"/>
                  </a:cubicBezTo>
                  <a:cubicBezTo>
                    <a:pt x="3825526" y="100775"/>
                    <a:pt x="3825240" y="84868"/>
                    <a:pt x="3828574" y="67818"/>
                  </a:cubicBezTo>
                  <a:cubicBezTo>
                    <a:pt x="3831622" y="52006"/>
                    <a:pt x="3838194" y="36195"/>
                    <a:pt x="3843528" y="20288"/>
                  </a:cubicBezTo>
                  <a:lnTo>
                    <a:pt x="3260122" y="20288"/>
                  </a:lnTo>
                  <a:cubicBezTo>
                    <a:pt x="3259265" y="36195"/>
                    <a:pt x="3259646" y="51911"/>
                    <a:pt x="3256503" y="67818"/>
                  </a:cubicBezTo>
                  <a:cubicBezTo>
                    <a:pt x="3253168" y="84868"/>
                    <a:pt x="3246691" y="100679"/>
                    <a:pt x="3241358" y="116586"/>
                  </a:cubicBezTo>
                  <a:cubicBezTo>
                    <a:pt x="3301842" y="108680"/>
                    <a:pt x="3374803" y="100775"/>
                    <a:pt x="3455194" y="100775"/>
                  </a:cubicBezTo>
                  <a:lnTo>
                    <a:pt x="3319749" y="797433"/>
                  </a:lnTo>
                  <a:cubicBezTo>
                    <a:pt x="3348609" y="795147"/>
                    <a:pt x="3377565" y="791813"/>
                    <a:pt x="3405759" y="791813"/>
                  </a:cubicBezTo>
                  <a:cubicBezTo>
                    <a:pt x="3433953" y="791813"/>
                    <a:pt x="3461671" y="795147"/>
                    <a:pt x="3489674" y="797433"/>
                  </a:cubicBezTo>
                  <a:lnTo>
                    <a:pt x="3625025" y="100775"/>
                  </a:lnTo>
                  <a:close/>
                  <a:moveTo>
                    <a:pt x="3116676" y="166592"/>
                  </a:moveTo>
                  <a:cubicBezTo>
                    <a:pt x="3135535" y="128016"/>
                    <a:pt x="3154109" y="90583"/>
                    <a:pt x="3174778" y="54388"/>
                  </a:cubicBezTo>
                  <a:cubicBezTo>
                    <a:pt x="3154490" y="30575"/>
                    <a:pt x="3088005" y="0"/>
                    <a:pt x="3006376" y="0"/>
                  </a:cubicBezTo>
                  <a:cubicBezTo>
                    <a:pt x="2834164" y="0"/>
                    <a:pt x="2723769" y="107633"/>
                    <a:pt x="2698433" y="237839"/>
                  </a:cubicBezTo>
                  <a:cubicBezTo>
                    <a:pt x="2645378" y="510826"/>
                    <a:pt x="2995708" y="445198"/>
                    <a:pt x="2960561" y="626459"/>
                  </a:cubicBezTo>
                  <a:cubicBezTo>
                    <a:pt x="2945321" y="704564"/>
                    <a:pt x="2875312" y="744188"/>
                    <a:pt x="2805113" y="744188"/>
                  </a:cubicBezTo>
                  <a:cubicBezTo>
                    <a:pt x="2726912" y="744188"/>
                    <a:pt x="2674811" y="697802"/>
                    <a:pt x="2673001" y="619601"/>
                  </a:cubicBezTo>
                  <a:lnTo>
                    <a:pt x="2651379" y="619601"/>
                  </a:lnTo>
                  <a:cubicBezTo>
                    <a:pt x="2635091" y="668274"/>
                    <a:pt x="2613470" y="715899"/>
                    <a:pt x="2590610" y="763429"/>
                  </a:cubicBezTo>
                  <a:cubicBezTo>
                    <a:pt x="2637282" y="797433"/>
                    <a:pt x="2701290" y="812197"/>
                    <a:pt x="2763584" y="812197"/>
                  </a:cubicBezTo>
                  <a:cubicBezTo>
                    <a:pt x="2939129" y="812197"/>
                    <a:pt x="3084005" y="707993"/>
                    <a:pt x="3112199" y="562928"/>
                  </a:cubicBezTo>
                  <a:cubicBezTo>
                    <a:pt x="3162681" y="303562"/>
                    <a:pt x="2812828" y="331851"/>
                    <a:pt x="2842546" y="178975"/>
                  </a:cubicBezTo>
                  <a:cubicBezTo>
                    <a:pt x="2855119" y="114395"/>
                    <a:pt x="2899124" y="67913"/>
                    <a:pt x="2988660" y="67913"/>
                  </a:cubicBezTo>
                  <a:cubicBezTo>
                    <a:pt x="3053239" y="67913"/>
                    <a:pt x="3088767" y="106490"/>
                    <a:pt x="3099816" y="166592"/>
                  </a:cubicBezTo>
                  <a:lnTo>
                    <a:pt x="3116771" y="166592"/>
                  </a:lnTo>
                  <a:close/>
                  <a:moveTo>
                    <a:pt x="2287238" y="797433"/>
                  </a:moveTo>
                  <a:cubicBezTo>
                    <a:pt x="2316004" y="795147"/>
                    <a:pt x="2344960" y="791813"/>
                    <a:pt x="2373345" y="791813"/>
                  </a:cubicBezTo>
                  <a:cubicBezTo>
                    <a:pt x="2401729" y="791813"/>
                    <a:pt x="2429352" y="795147"/>
                    <a:pt x="2457164" y="797433"/>
                  </a:cubicBezTo>
                  <a:lnTo>
                    <a:pt x="2608231" y="20383"/>
                  </a:lnTo>
                  <a:cubicBezTo>
                    <a:pt x="2579465" y="22574"/>
                    <a:pt x="2550510" y="26003"/>
                    <a:pt x="2522220" y="26003"/>
                  </a:cubicBezTo>
                  <a:cubicBezTo>
                    <a:pt x="2493931" y="26003"/>
                    <a:pt x="2466213" y="22574"/>
                    <a:pt x="2438305" y="20383"/>
                  </a:cubicBezTo>
                  <a:lnTo>
                    <a:pt x="2287238" y="797433"/>
                  </a:lnTo>
                  <a:close/>
                  <a:moveTo>
                    <a:pt x="2206086" y="447485"/>
                  </a:moveTo>
                  <a:cubicBezTo>
                    <a:pt x="2177320" y="449675"/>
                    <a:pt x="2148364" y="453104"/>
                    <a:pt x="2120075" y="453104"/>
                  </a:cubicBezTo>
                  <a:cubicBezTo>
                    <a:pt x="2091785" y="453104"/>
                    <a:pt x="2064068" y="449675"/>
                    <a:pt x="2036255" y="447485"/>
                  </a:cubicBezTo>
                  <a:lnTo>
                    <a:pt x="1984820" y="712470"/>
                  </a:lnTo>
                  <a:cubicBezTo>
                    <a:pt x="1954530" y="728282"/>
                    <a:pt x="1910620" y="744188"/>
                    <a:pt x="1853946" y="744188"/>
                  </a:cubicBezTo>
                  <a:cubicBezTo>
                    <a:pt x="1681829" y="744188"/>
                    <a:pt x="1605058" y="626459"/>
                    <a:pt x="1643348" y="429292"/>
                  </a:cubicBezTo>
                  <a:cubicBezTo>
                    <a:pt x="1680401" y="238982"/>
                    <a:pt x="1806607" y="67913"/>
                    <a:pt x="1995678" y="67913"/>
                  </a:cubicBezTo>
                  <a:cubicBezTo>
                    <a:pt x="2085118" y="67913"/>
                    <a:pt x="2158937" y="107633"/>
                    <a:pt x="2196370" y="183452"/>
                  </a:cubicBezTo>
                  <a:lnTo>
                    <a:pt x="2212181" y="183452"/>
                  </a:lnTo>
                  <a:cubicBezTo>
                    <a:pt x="2224183" y="144971"/>
                    <a:pt x="2243233" y="105251"/>
                    <a:pt x="2266188" y="69056"/>
                  </a:cubicBezTo>
                  <a:cubicBezTo>
                    <a:pt x="2190655" y="20383"/>
                    <a:pt x="2103978" y="0"/>
                    <a:pt x="2006632" y="0"/>
                  </a:cubicBezTo>
                  <a:cubicBezTo>
                    <a:pt x="1744980" y="0"/>
                    <a:pt x="1510760" y="143827"/>
                    <a:pt x="1455992" y="425863"/>
                  </a:cubicBezTo>
                  <a:cubicBezTo>
                    <a:pt x="1404271" y="691991"/>
                    <a:pt x="1593818" y="812197"/>
                    <a:pt x="1832896" y="812197"/>
                  </a:cubicBezTo>
                  <a:cubicBezTo>
                    <a:pt x="1932623" y="812197"/>
                    <a:pt x="2037779" y="789527"/>
                    <a:pt x="2145316" y="761238"/>
                  </a:cubicBezTo>
                  <a:lnTo>
                    <a:pt x="2206276" y="447485"/>
                  </a:lnTo>
                  <a:close/>
                  <a:moveTo>
                    <a:pt x="1022033" y="67913"/>
                  </a:moveTo>
                  <a:cubicBezTo>
                    <a:pt x="1191959" y="67913"/>
                    <a:pt x="1227296" y="235553"/>
                    <a:pt x="1198817" y="381762"/>
                  </a:cubicBezTo>
                  <a:cubicBezTo>
                    <a:pt x="1162336" y="569690"/>
                    <a:pt x="1050227" y="744188"/>
                    <a:pt x="875824" y="744188"/>
                  </a:cubicBezTo>
                  <a:cubicBezTo>
                    <a:pt x="701421" y="744188"/>
                    <a:pt x="669417" y="587883"/>
                    <a:pt x="697992" y="440627"/>
                  </a:cubicBezTo>
                  <a:cubicBezTo>
                    <a:pt x="747332" y="186881"/>
                    <a:pt x="864394" y="67913"/>
                    <a:pt x="1021937" y="67913"/>
                  </a:cubicBezTo>
                  <a:moveTo>
                    <a:pt x="1382649" y="403193"/>
                  </a:moveTo>
                  <a:cubicBezTo>
                    <a:pt x="1415606" y="227552"/>
                    <a:pt x="1364742" y="0"/>
                    <a:pt x="1041940" y="0"/>
                  </a:cubicBezTo>
                  <a:cubicBezTo>
                    <a:pt x="759905" y="0"/>
                    <a:pt x="560165" y="182404"/>
                    <a:pt x="516350" y="407765"/>
                  </a:cubicBezTo>
                  <a:cubicBezTo>
                    <a:pt x="466344" y="664940"/>
                    <a:pt x="606552" y="812197"/>
                    <a:pt x="856964" y="812197"/>
                  </a:cubicBezTo>
                  <a:cubicBezTo>
                    <a:pt x="1134523" y="812197"/>
                    <a:pt x="1340930" y="624173"/>
                    <a:pt x="1382744" y="403289"/>
                  </a:cubicBezTo>
                  <a:moveTo>
                    <a:pt x="319850" y="20479"/>
                  </a:moveTo>
                  <a:cubicBezTo>
                    <a:pt x="291084" y="22669"/>
                    <a:pt x="262128" y="26098"/>
                    <a:pt x="233839" y="26098"/>
                  </a:cubicBezTo>
                  <a:cubicBezTo>
                    <a:pt x="205550" y="26098"/>
                    <a:pt x="177832" y="22669"/>
                    <a:pt x="149924" y="20479"/>
                  </a:cubicBezTo>
                  <a:lnTo>
                    <a:pt x="0" y="791909"/>
                  </a:lnTo>
                  <a:lnTo>
                    <a:pt x="429292" y="791909"/>
                  </a:lnTo>
                  <a:cubicBezTo>
                    <a:pt x="430149" y="776002"/>
                    <a:pt x="430054" y="759047"/>
                    <a:pt x="433197" y="743236"/>
                  </a:cubicBezTo>
                  <a:cubicBezTo>
                    <a:pt x="436150" y="727424"/>
                    <a:pt x="442817" y="710374"/>
                    <a:pt x="448342" y="694468"/>
                  </a:cubicBezTo>
                  <a:cubicBezTo>
                    <a:pt x="369761" y="702374"/>
                    <a:pt x="284321" y="710279"/>
                    <a:pt x="185833" y="710279"/>
                  </a:cubicBezTo>
                  <a:lnTo>
                    <a:pt x="319945" y="2047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1544"/>
            </a:p>
          </p:txBody>
        </p:sp>
      </p:grp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09F99F1C-6B58-40E1-A2EF-ED51E7BFB66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33462" y="832306"/>
            <a:ext cx="9439077" cy="372543"/>
          </a:xfrm>
          <a:prstGeom prst="rect">
            <a:avLst/>
          </a:prstGeom>
        </p:spPr>
        <p:txBody>
          <a:bodyPr lIns="72000" anchor="ctr">
            <a:noAutofit/>
          </a:bodyPr>
          <a:lstStyle>
            <a:lvl1pPr marL="0" indent="0">
              <a:buFont typeface="Arial" panose="020B0604020202020204" pitchFamily="34" charset="0"/>
              <a:buChar char="​"/>
              <a:defRPr sz="1300" b="0" cap="all" baseline="0">
                <a:solidFill>
                  <a:schemeClr val="bg1"/>
                </a:solidFill>
                <a:latin typeface="+mn-lt"/>
                <a:cs typeface="Quire Sans" panose="020B0502040400020003" pitchFamily="34" charset="0"/>
              </a:defRPr>
            </a:lvl1pPr>
            <a:lvl2pPr marL="0" indent="0">
              <a:buFont typeface="Arial" panose="020B0604020202020204" pitchFamily="34" charset="0"/>
              <a:buNone/>
              <a:defRPr sz="1300" b="0">
                <a:solidFill>
                  <a:schemeClr val="bg1"/>
                </a:solidFill>
                <a:latin typeface="+mn-lt"/>
              </a:defRPr>
            </a:lvl2pPr>
            <a:lvl3pPr marL="0" indent="0">
              <a:buFont typeface="Arial" panose="020B0604020202020204" pitchFamily="34" charset="0"/>
              <a:buChar char="​"/>
              <a:defRPr sz="1300" b="0">
                <a:solidFill>
                  <a:schemeClr val="bg1"/>
                </a:solidFill>
                <a:latin typeface="+mn-lt"/>
              </a:defRPr>
            </a:lvl3pPr>
            <a:lvl4pPr marL="0" indent="0">
              <a:buFont typeface="Arial" panose="020B0604020202020204" pitchFamily="34" charset="0"/>
              <a:buChar char="​"/>
              <a:defRPr sz="1300" b="0">
                <a:solidFill>
                  <a:schemeClr val="bg1"/>
                </a:solidFill>
                <a:latin typeface="+mn-lt"/>
              </a:defRPr>
            </a:lvl4pPr>
            <a:lvl5pPr marL="0" indent="0">
              <a:buFont typeface="Arial" panose="020B0604020202020204" pitchFamily="34" charset="0"/>
              <a:buChar char="​"/>
              <a:defRPr sz="1300" b="0">
                <a:solidFill>
                  <a:schemeClr val="bg1"/>
                </a:solidFill>
                <a:latin typeface="+mn-lt"/>
              </a:defRPr>
            </a:lvl5pPr>
            <a:lvl6pPr marL="0" indent="0">
              <a:buFont typeface="Arial" panose="020B0604020202020204" pitchFamily="34" charset="0"/>
              <a:buChar char="​"/>
              <a:defRPr sz="1300" b="0">
                <a:solidFill>
                  <a:schemeClr val="bg1"/>
                </a:solidFill>
                <a:latin typeface="+mn-lt"/>
              </a:defRPr>
            </a:lvl6pPr>
            <a:lvl7pPr marL="0" indent="0">
              <a:buFont typeface="Arial" panose="020B0604020202020204" pitchFamily="34" charset="0"/>
              <a:buChar char="​"/>
              <a:defRPr sz="1300" b="0">
                <a:solidFill>
                  <a:schemeClr val="bg1"/>
                </a:solidFill>
                <a:latin typeface="+mn-lt"/>
              </a:defRPr>
            </a:lvl7pPr>
            <a:lvl8pPr marL="0" indent="0">
              <a:buFont typeface="Arial" panose="020B0604020202020204" pitchFamily="34" charset="0"/>
              <a:buChar char="​"/>
              <a:defRPr sz="1300" b="0">
                <a:solidFill>
                  <a:schemeClr val="bg1"/>
                </a:solidFill>
                <a:latin typeface="+mn-lt"/>
              </a:defRPr>
            </a:lvl8pPr>
            <a:lvl9pPr marL="0" indent="0">
              <a:buFont typeface="Arial" panose="020B0604020202020204" pitchFamily="34" charset="0"/>
              <a:buChar char="​"/>
              <a:defRPr sz="1300" b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fr-FR"/>
              <a:t>Click to add subtitle</a:t>
            </a:r>
            <a:endParaRPr lang="fr-FR" dirty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B8F567F4-EA09-C338-D049-9C2E91D2F64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solidFill>
            <a:schemeClr val="bg1"/>
          </a:solidFill>
        </p:spPr>
        <p:txBody>
          <a:bodyPr/>
          <a:lstStyle>
            <a:lvl1pPr>
              <a:defRPr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</a:defRPr>
            </a:lvl1pPr>
          </a:lstStyle>
          <a:p>
            <a:fld id="{4BF46CD0-FBDC-4232-8F32-5100991AA63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66D5807-5DA5-D620-E68E-A7F8B02782D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spcBef>
                <a:spcPts val="2438"/>
              </a:spcBef>
            </a:pPr>
            <a:r>
              <a:rPr lang="fr-FR"/>
              <a:t>TITRE DE SECTION</a:t>
            </a:r>
            <a:endParaRPr lang="fr-FR" dirty="0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4033C924-CBD4-1665-71A1-FBA5DFAB8E2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72840" y="1583489"/>
            <a:ext cx="9481227" cy="489181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E583246B-75A4-3ED3-55B2-1B9B4928C7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Click to </a:t>
            </a:r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title</a:t>
            </a:r>
            <a:endParaRPr lang="fr-FR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0350442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| title text | dark">
    <p:bg>
      <p:bgPr>
        <a:gradFill>
          <a:gsLst>
            <a:gs pos="0">
              <a:schemeClr val="bg2"/>
            </a:gs>
            <a:gs pos="100000">
              <a:schemeClr val="tx2"/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raphique 20">
            <a:extLst>
              <a:ext uri="{FF2B5EF4-FFF2-40B4-BE49-F238E27FC236}">
                <a16:creationId xmlns:a16="http://schemas.microsoft.com/office/drawing/2014/main" id="{01F624E6-AAF3-4A9A-81BA-DB51253B3D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8861" t="-3712" r="64117" b="61920"/>
          <a:stretch/>
        </p:blipFill>
        <p:spPr>
          <a:xfrm rot="10800000">
            <a:off x="-31952" y="1915040"/>
            <a:ext cx="2242643" cy="4448196"/>
          </a:xfrm>
          <a:prstGeom prst="rect">
            <a:avLst/>
          </a:prstGeom>
        </p:spPr>
      </p:pic>
      <p:pic>
        <p:nvPicPr>
          <p:cNvPr id="20" name="Graphique 19">
            <a:extLst>
              <a:ext uri="{FF2B5EF4-FFF2-40B4-BE49-F238E27FC236}">
                <a16:creationId xmlns:a16="http://schemas.microsoft.com/office/drawing/2014/main" id="{C3BA387A-FB08-4E8F-9F19-13FE2C6157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8861" t="-3712" r="37096" b="61920"/>
          <a:stretch/>
        </p:blipFill>
        <p:spPr>
          <a:xfrm>
            <a:off x="5420714" y="-31080"/>
            <a:ext cx="4485287" cy="4448196"/>
          </a:xfrm>
          <a:prstGeom prst="rect">
            <a:avLst/>
          </a:prstGeom>
        </p:spPr>
      </p:pic>
      <p:sp>
        <p:nvSpPr>
          <p:cNvPr id="24" name="Ellipse 23">
            <a:extLst>
              <a:ext uri="{FF2B5EF4-FFF2-40B4-BE49-F238E27FC236}">
                <a16:creationId xmlns:a16="http://schemas.microsoft.com/office/drawing/2014/main" id="{C2CB58D9-9EFF-4A71-AC43-B9411F176ED5}"/>
              </a:ext>
            </a:extLst>
          </p:cNvPr>
          <p:cNvSpPr/>
          <p:nvPr userDrawn="1"/>
        </p:nvSpPr>
        <p:spPr>
          <a:xfrm>
            <a:off x="1089370" y="6592896"/>
            <a:ext cx="63901" cy="78647"/>
          </a:xfrm>
          <a:prstGeom prst="ellipse">
            <a:avLst/>
          </a:prstGeom>
          <a:solidFill>
            <a:srgbClr val="EF1A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544" dirty="0"/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D09BEE1B-DFE6-4BA3-450B-621B453F3F1F}"/>
              </a:ext>
            </a:extLst>
          </p:cNvPr>
          <p:cNvGrpSpPr/>
          <p:nvPr userDrawn="1"/>
        </p:nvGrpSpPr>
        <p:grpSpPr>
          <a:xfrm>
            <a:off x="237380" y="6509290"/>
            <a:ext cx="730309" cy="179017"/>
            <a:chOff x="7804375" y="14663327"/>
            <a:chExt cx="7400924" cy="1473993"/>
          </a:xfrm>
          <a:solidFill>
            <a:schemeClr val="bg1"/>
          </a:solidFill>
        </p:grpSpPr>
        <p:grpSp>
          <p:nvGrpSpPr>
            <p:cNvPr id="16" name="Graphique 37">
              <a:extLst>
                <a:ext uri="{FF2B5EF4-FFF2-40B4-BE49-F238E27FC236}">
                  <a16:creationId xmlns:a16="http://schemas.microsoft.com/office/drawing/2014/main" id="{29F47292-06D8-297D-7918-7A1A41284944}"/>
                </a:ext>
              </a:extLst>
            </p:cNvPr>
            <p:cNvGrpSpPr/>
            <p:nvPr/>
          </p:nvGrpSpPr>
          <p:grpSpPr>
            <a:xfrm>
              <a:off x="7804375" y="14663327"/>
              <a:ext cx="2394966" cy="1473326"/>
              <a:chOff x="7804375" y="14663327"/>
              <a:chExt cx="2394966" cy="1473326"/>
            </a:xfrm>
            <a:grpFill/>
          </p:grpSpPr>
          <p:sp>
            <p:nvSpPr>
              <p:cNvPr id="25" name="Forme libre : forme 24">
                <a:extLst>
                  <a:ext uri="{FF2B5EF4-FFF2-40B4-BE49-F238E27FC236}">
                    <a16:creationId xmlns:a16="http://schemas.microsoft.com/office/drawing/2014/main" id="{EA7F752F-853C-8CCD-51B7-36A5589488F5}"/>
                  </a:ext>
                </a:extLst>
              </p:cNvPr>
              <p:cNvSpPr/>
              <p:nvPr/>
            </p:nvSpPr>
            <p:spPr>
              <a:xfrm>
                <a:off x="8464266" y="14990796"/>
                <a:ext cx="1206016" cy="1137570"/>
              </a:xfrm>
              <a:custGeom>
                <a:avLst/>
                <a:gdLst>
                  <a:gd name="connsiteX0" fmla="*/ 221075 w 1206016"/>
                  <a:gd name="connsiteY0" fmla="*/ 0 h 1137570"/>
                  <a:gd name="connsiteX1" fmla="*/ 0 w 1206016"/>
                  <a:gd name="connsiteY1" fmla="*/ 1137571 h 1137570"/>
                  <a:gd name="connsiteX2" fmla="*/ 467678 w 1206016"/>
                  <a:gd name="connsiteY2" fmla="*/ 1137571 h 1137570"/>
                  <a:gd name="connsiteX3" fmla="*/ 1192530 w 1206016"/>
                  <a:gd name="connsiteY3" fmla="*/ 536258 h 1137570"/>
                  <a:gd name="connsiteX4" fmla="*/ 792290 w 1206016"/>
                  <a:gd name="connsiteY4" fmla="*/ 95 h 1137570"/>
                  <a:gd name="connsiteX5" fmla="*/ 221075 w 1206016"/>
                  <a:gd name="connsiteY5" fmla="*/ 95 h 1137570"/>
                  <a:gd name="connsiteX6" fmla="*/ 452723 w 1206016"/>
                  <a:gd name="connsiteY6" fmla="*/ 96869 h 1137570"/>
                  <a:gd name="connsiteX7" fmla="*/ 616458 w 1206016"/>
                  <a:gd name="connsiteY7" fmla="*/ 96869 h 1137570"/>
                  <a:gd name="connsiteX8" fmla="*/ 915638 w 1206016"/>
                  <a:gd name="connsiteY8" fmla="*/ 534543 h 1137570"/>
                  <a:gd name="connsiteX9" fmla="*/ 411290 w 1206016"/>
                  <a:gd name="connsiteY9" fmla="*/ 1040606 h 1137570"/>
                  <a:gd name="connsiteX10" fmla="*/ 269367 w 1206016"/>
                  <a:gd name="connsiteY10" fmla="*/ 1040606 h 1137570"/>
                  <a:gd name="connsiteX11" fmla="*/ 452723 w 1206016"/>
                  <a:gd name="connsiteY11" fmla="*/ 96774 h 1137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206016" h="1137570">
                    <a:moveTo>
                      <a:pt x="221075" y="0"/>
                    </a:moveTo>
                    <a:lnTo>
                      <a:pt x="0" y="1137571"/>
                    </a:lnTo>
                    <a:lnTo>
                      <a:pt x="467678" y="1137571"/>
                    </a:lnTo>
                    <a:cubicBezTo>
                      <a:pt x="810101" y="1137571"/>
                      <a:pt x="1119188" y="913733"/>
                      <a:pt x="1192530" y="536258"/>
                    </a:cubicBezTo>
                    <a:cubicBezTo>
                      <a:pt x="1245775" y="262318"/>
                      <a:pt x="1147191" y="13430"/>
                      <a:pt x="792290" y="95"/>
                    </a:cubicBezTo>
                    <a:lnTo>
                      <a:pt x="221075" y="95"/>
                    </a:lnTo>
                    <a:close/>
                    <a:moveTo>
                      <a:pt x="452723" y="96869"/>
                    </a:moveTo>
                    <a:lnTo>
                      <a:pt x="616458" y="96869"/>
                    </a:lnTo>
                    <a:cubicBezTo>
                      <a:pt x="851916" y="96869"/>
                      <a:pt x="976598" y="220504"/>
                      <a:pt x="915638" y="534543"/>
                    </a:cubicBezTo>
                    <a:cubicBezTo>
                      <a:pt x="839629" y="925354"/>
                      <a:pt x="641795" y="1040606"/>
                      <a:pt x="411290" y="1040606"/>
                    </a:cubicBezTo>
                    <a:lnTo>
                      <a:pt x="269367" y="1040606"/>
                    </a:lnTo>
                    <a:lnTo>
                      <a:pt x="452723" y="96774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1544"/>
              </a:p>
            </p:txBody>
          </p:sp>
          <p:sp>
            <p:nvSpPr>
              <p:cNvPr id="26" name="Forme libre : forme 25">
                <a:extLst>
                  <a:ext uri="{FF2B5EF4-FFF2-40B4-BE49-F238E27FC236}">
                    <a16:creationId xmlns:a16="http://schemas.microsoft.com/office/drawing/2014/main" id="{2D13E8CC-5008-0CB6-4234-60C6A2BEE398}"/>
                  </a:ext>
                </a:extLst>
              </p:cNvPr>
              <p:cNvSpPr/>
              <p:nvPr/>
            </p:nvSpPr>
            <p:spPr>
              <a:xfrm>
                <a:off x="7804375" y="14663327"/>
                <a:ext cx="2394966" cy="1136017"/>
              </a:xfrm>
              <a:custGeom>
                <a:avLst/>
                <a:gdLst>
                  <a:gd name="connsiteX0" fmla="*/ 1852232 w 2394966"/>
                  <a:gd name="connsiteY0" fmla="*/ 299752 h 1136017"/>
                  <a:gd name="connsiteX1" fmla="*/ 1816132 w 2394966"/>
                  <a:gd name="connsiteY1" fmla="*/ 148781 h 1136017"/>
                  <a:gd name="connsiteX2" fmla="*/ 2265426 w 2394966"/>
                  <a:gd name="connsiteY2" fmla="*/ 0 h 1136017"/>
                  <a:gd name="connsiteX3" fmla="*/ 2394966 w 2394966"/>
                  <a:gd name="connsiteY3" fmla="*/ 451961 h 1136017"/>
                  <a:gd name="connsiteX4" fmla="*/ 2237804 w 2394966"/>
                  <a:gd name="connsiteY4" fmla="*/ 487775 h 1136017"/>
                  <a:gd name="connsiteX5" fmla="*/ 2207514 w 2394966"/>
                  <a:gd name="connsiteY5" fmla="*/ 303086 h 1136017"/>
                  <a:gd name="connsiteX6" fmla="*/ 0 w 2394966"/>
                  <a:gd name="connsiteY6" fmla="*/ 1074801 h 1136017"/>
                  <a:gd name="connsiteX7" fmla="*/ 17812 w 2394966"/>
                  <a:gd name="connsiteY7" fmla="*/ 1033272 h 1136017"/>
                  <a:gd name="connsiteX8" fmla="*/ 2028349 w 2394966"/>
                  <a:gd name="connsiteY8" fmla="*/ 231458 h 1136017"/>
                  <a:gd name="connsiteX9" fmla="*/ 1852232 w 2394966"/>
                  <a:gd name="connsiteY9" fmla="*/ 299752 h 1136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394966" h="1136017">
                    <a:moveTo>
                      <a:pt x="1852232" y="299752"/>
                    </a:moveTo>
                    <a:cubicBezTo>
                      <a:pt x="1851946" y="217742"/>
                      <a:pt x="1838611" y="205264"/>
                      <a:pt x="1816132" y="148781"/>
                    </a:cubicBezTo>
                    <a:lnTo>
                      <a:pt x="2265426" y="0"/>
                    </a:lnTo>
                    <a:lnTo>
                      <a:pt x="2394966" y="451961"/>
                    </a:lnTo>
                    <a:cubicBezTo>
                      <a:pt x="2348103" y="449199"/>
                      <a:pt x="2298478" y="454724"/>
                      <a:pt x="2237804" y="487775"/>
                    </a:cubicBezTo>
                    <a:lnTo>
                      <a:pt x="2207514" y="303086"/>
                    </a:lnTo>
                    <a:cubicBezTo>
                      <a:pt x="2042160" y="609124"/>
                      <a:pt x="1223677" y="1353217"/>
                      <a:pt x="0" y="1074801"/>
                    </a:cubicBezTo>
                    <a:cubicBezTo>
                      <a:pt x="7906" y="1068038"/>
                      <a:pt x="14002" y="1043654"/>
                      <a:pt x="17812" y="1033272"/>
                    </a:cubicBezTo>
                    <a:cubicBezTo>
                      <a:pt x="1146429" y="1185005"/>
                      <a:pt x="1915478" y="481679"/>
                      <a:pt x="2028349" y="231458"/>
                    </a:cubicBezTo>
                    <a:lnTo>
                      <a:pt x="1852232" y="299752"/>
                    </a:lnTo>
                    <a:close/>
                  </a:path>
                </a:pathLst>
              </a:custGeom>
              <a:solidFill>
                <a:schemeClr val="accent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1544"/>
              </a:p>
            </p:txBody>
          </p:sp>
          <p:sp>
            <p:nvSpPr>
              <p:cNvPr id="27" name="Forme libre : forme 26">
                <a:extLst>
                  <a:ext uri="{FF2B5EF4-FFF2-40B4-BE49-F238E27FC236}">
                    <a16:creationId xmlns:a16="http://schemas.microsoft.com/office/drawing/2014/main" id="{236CD0B0-F2FB-D8E9-1E56-54C2CFBC02CE}"/>
                  </a:ext>
                </a:extLst>
              </p:cNvPr>
              <p:cNvSpPr/>
              <p:nvPr/>
            </p:nvSpPr>
            <p:spPr>
              <a:xfrm>
                <a:off x="8045167" y="14990796"/>
                <a:ext cx="473297" cy="1145857"/>
              </a:xfrm>
              <a:custGeom>
                <a:avLst/>
                <a:gdLst>
                  <a:gd name="connsiteX0" fmla="*/ 95 w 473297"/>
                  <a:gd name="connsiteY0" fmla="*/ 1145857 h 1145857"/>
                  <a:gd name="connsiteX1" fmla="*/ 126968 w 473297"/>
                  <a:gd name="connsiteY1" fmla="*/ 1137571 h 1145857"/>
                  <a:gd name="connsiteX2" fmla="*/ 250603 w 473297"/>
                  <a:gd name="connsiteY2" fmla="*/ 1145857 h 1145857"/>
                  <a:gd name="connsiteX3" fmla="*/ 473297 w 473297"/>
                  <a:gd name="connsiteY3" fmla="*/ 0 h 1145857"/>
                  <a:gd name="connsiteX4" fmla="*/ 346424 w 473297"/>
                  <a:gd name="connsiteY4" fmla="*/ 8382 h 1145857"/>
                  <a:gd name="connsiteX5" fmla="*/ 222790 w 473297"/>
                  <a:gd name="connsiteY5" fmla="*/ 0 h 1145857"/>
                  <a:gd name="connsiteX6" fmla="*/ 0 w 473297"/>
                  <a:gd name="connsiteY6" fmla="*/ 1145857 h 114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73297" h="1145857">
                    <a:moveTo>
                      <a:pt x="95" y="1145857"/>
                    </a:moveTo>
                    <a:cubicBezTo>
                      <a:pt x="42481" y="1142524"/>
                      <a:pt x="85249" y="1137571"/>
                      <a:pt x="126968" y="1137571"/>
                    </a:cubicBezTo>
                    <a:cubicBezTo>
                      <a:pt x="168688" y="1137571"/>
                      <a:pt x="209550" y="1142619"/>
                      <a:pt x="250603" y="1145857"/>
                    </a:cubicBezTo>
                    <a:lnTo>
                      <a:pt x="473297" y="0"/>
                    </a:lnTo>
                    <a:cubicBezTo>
                      <a:pt x="430911" y="3239"/>
                      <a:pt x="388144" y="8382"/>
                      <a:pt x="346424" y="8382"/>
                    </a:cubicBezTo>
                    <a:cubicBezTo>
                      <a:pt x="304705" y="8382"/>
                      <a:pt x="263843" y="3334"/>
                      <a:pt x="222790" y="0"/>
                    </a:cubicBezTo>
                    <a:lnTo>
                      <a:pt x="0" y="114585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1544"/>
              </a:p>
            </p:txBody>
          </p:sp>
        </p:grpSp>
        <p:sp>
          <p:nvSpPr>
            <p:cNvPr id="17" name="Forme libre : forme 16">
              <a:extLst>
                <a:ext uri="{FF2B5EF4-FFF2-40B4-BE49-F238E27FC236}">
                  <a16:creationId xmlns:a16="http://schemas.microsoft.com/office/drawing/2014/main" id="{1646DCE5-914D-E2FF-8025-8EEE8608BAB0}"/>
                </a:ext>
              </a:extLst>
            </p:cNvPr>
            <p:cNvSpPr/>
            <p:nvPr/>
          </p:nvSpPr>
          <p:spPr>
            <a:xfrm>
              <a:off x="9751570" y="15324933"/>
              <a:ext cx="5453729" cy="812387"/>
            </a:xfrm>
            <a:custGeom>
              <a:avLst/>
              <a:gdLst>
                <a:gd name="connsiteX0" fmla="*/ 5395722 w 5453729"/>
                <a:gd name="connsiteY0" fmla="*/ 166592 h 812387"/>
                <a:gd name="connsiteX1" fmla="*/ 5453730 w 5453729"/>
                <a:gd name="connsiteY1" fmla="*/ 54388 h 812387"/>
                <a:gd name="connsiteX2" fmla="*/ 5285328 w 5453729"/>
                <a:gd name="connsiteY2" fmla="*/ 0 h 812387"/>
                <a:gd name="connsiteX3" fmla="*/ 4977384 w 5453729"/>
                <a:gd name="connsiteY3" fmla="*/ 237839 h 812387"/>
                <a:gd name="connsiteX4" fmla="*/ 5239417 w 5453729"/>
                <a:gd name="connsiteY4" fmla="*/ 626459 h 812387"/>
                <a:gd name="connsiteX5" fmla="*/ 5083969 w 5453729"/>
                <a:gd name="connsiteY5" fmla="*/ 744188 h 812387"/>
                <a:gd name="connsiteX6" fmla="*/ 4951953 w 5453729"/>
                <a:gd name="connsiteY6" fmla="*/ 619601 h 812387"/>
                <a:gd name="connsiteX7" fmla="*/ 4930331 w 5453729"/>
                <a:gd name="connsiteY7" fmla="*/ 619601 h 812387"/>
                <a:gd name="connsiteX8" fmla="*/ 4869561 w 5453729"/>
                <a:gd name="connsiteY8" fmla="*/ 763429 h 812387"/>
                <a:gd name="connsiteX9" fmla="*/ 5042535 w 5453729"/>
                <a:gd name="connsiteY9" fmla="*/ 812197 h 812387"/>
                <a:gd name="connsiteX10" fmla="*/ 5391055 w 5453729"/>
                <a:gd name="connsiteY10" fmla="*/ 562928 h 812387"/>
                <a:gd name="connsiteX11" fmla="*/ 5121307 w 5453729"/>
                <a:gd name="connsiteY11" fmla="*/ 178975 h 812387"/>
                <a:gd name="connsiteX12" fmla="*/ 5267516 w 5453729"/>
                <a:gd name="connsiteY12" fmla="*/ 67913 h 812387"/>
                <a:gd name="connsiteX13" fmla="*/ 5378577 w 5453729"/>
                <a:gd name="connsiteY13" fmla="*/ 166592 h 812387"/>
                <a:gd name="connsiteX14" fmla="*/ 5395627 w 5453729"/>
                <a:gd name="connsiteY14" fmla="*/ 166592 h 812387"/>
                <a:gd name="connsiteX15" fmla="*/ 4776692 w 5453729"/>
                <a:gd name="connsiteY15" fmla="*/ 659320 h 812387"/>
                <a:gd name="connsiteX16" fmla="*/ 4557427 w 5453729"/>
                <a:gd name="connsiteY16" fmla="*/ 744284 h 812387"/>
                <a:gd name="connsiteX17" fmla="*/ 4351878 w 5453729"/>
                <a:gd name="connsiteY17" fmla="*/ 414719 h 812387"/>
                <a:gd name="connsiteX18" fmla="*/ 4683157 w 5453729"/>
                <a:gd name="connsiteY18" fmla="*/ 68008 h 812387"/>
                <a:gd name="connsiteX19" fmla="*/ 4850987 w 5453729"/>
                <a:gd name="connsiteY19" fmla="*/ 172307 h 812387"/>
                <a:gd name="connsiteX20" fmla="*/ 4866799 w 5453729"/>
                <a:gd name="connsiteY20" fmla="*/ 172307 h 812387"/>
                <a:gd name="connsiteX21" fmla="*/ 4915567 w 5453729"/>
                <a:gd name="connsiteY21" fmla="*/ 55626 h 812387"/>
                <a:gd name="connsiteX22" fmla="*/ 4695254 w 5453729"/>
                <a:gd name="connsiteY22" fmla="*/ 191 h 812387"/>
                <a:gd name="connsiteX23" fmla="*/ 4160806 w 5453729"/>
                <a:gd name="connsiteY23" fmla="*/ 430625 h 812387"/>
                <a:gd name="connsiteX24" fmla="*/ 4512469 w 5453729"/>
                <a:gd name="connsiteY24" fmla="*/ 812387 h 812387"/>
                <a:gd name="connsiteX25" fmla="*/ 4746212 w 5453729"/>
                <a:gd name="connsiteY25" fmla="*/ 763619 h 812387"/>
                <a:gd name="connsiteX26" fmla="*/ 4790028 w 5453729"/>
                <a:gd name="connsiteY26" fmla="*/ 666178 h 812387"/>
                <a:gd name="connsiteX27" fmla="*/ 4776692 w 5453729"/>
                <a:gd name="connsiteY27" fmla="*/ 659416 h 812387"/>
                <a:gd name="connsiteX28" fmla="*/ 3802571 w 5453729"/>
                <a:gd name="connsiteY28" fmla="*/ 797433 h 812387"/>
                <a:gd name="connsiteX29" fmla="*/ 3888677 w 5453729"/>
                <a:gd name="connsiteY29" fmla="*/ 791813 h 812387"/>
                <a:gd name="connsiteX30" fmla="*/ 3972497 w 5453729"/>
                <a:gd name="connsiteY30" fmla="*/ 797433 h 812387"/>
                <a:gd name="connsiteX31" fmla="*/ 4123468 w 5453729"/>
                <a:gd name="connsiteY31" fmla="*/ 20383 h 812387"/>
                <a:gd name="connsiteX32" fmla="*/ 4037457 w 5453729"/>
                <a:gd name="connsiteY32" fmla="*/ 26003 h 812387"/>
                <a:gd name="connsiteX33" fmla="*/ 3953542 w 5453729"/>
                <a:gd name="connsiteY33" fmla="*/ 20383 h 812387"/>
                <a:gd name="connsiteX34" fmla="*/ 3802476 w 5453729"/>
                <a:gd name="connsiteY34" fmla="*/ 797433 h 812387"/>
                <a:gd name="connsiteX35" fmla="*/ 3625120 w 5453729"/>
                <a:gd name="connsiteY35" fmla="*/ 100775 h 812387"/>
                <a:gd name="connsiteX36" fmla="*/ 3824764 w 5453729"/>
                <a:gd name="connsiteY36" fmla="*/ 116586 h 812387"/>
                <a:gd name="connsiteX37" fmla="*/ 3828574 w 5453729"/>
                <a:gd name="connsiteY37" fmla="*/ 67818 h 812387"/>
                <a:gd name="connsiteX38" fmla="*/ 3843528 w 5453729"/>
                <a:gd name="connsiteY38" fmla="*/ 20288 h 812387"/>
                <a:gd name="connsiteX39" fmla="*/ 3260122 w 5453729"/>
                <a:gd name="connsiteY39" fmla="*/ 20288 h 812387"/>
                <a:gd name="connsiteX40" fmla="*/ 3256503 w 5453729"/>
                <a:gd name="connsiteY40" fmla="*/ 67818 h 812387"/>
                <a:gd name="connsiteX41" fmla="*/ 3241358 w 5453729"/>
                <a:gd name="connsiteY41" fmla="*/ 116586 h 812387"/>
                <a:gd name="connsiteX42" fmla="*/ 3455194 w 5453729"/>
                <a:gd name="connsiteY42" fmla="*/ 100775 h 812387"/>
                <a:gd name="connsiteX43" fmla="*/ 3319749 w 5453729"/>
                <a:gd name="connsiteY43" fmla="*/ 797433 h 812387"/>
                <a:gd name="connsiteX44" fmla="*/ 3405759 w 5453729"/>
                <a:gd name="connsiteY44" fmla="*/ 791813 h 812387"/>
                <a:gd name="connsiteX45" fmla="*/ 3489674 w 5453729"/>
                <a:gd name="connsiteY45" fmla="*/ 797433 h 812387"/>
                <a:gd name="connsiteX46" fmla="*/ 3625025 w 5453729"/>
                <a:gd name="connsiteY46" fmla="*/ 100775 h 812387"/>
                <a:gd name="connsiteX47" fmla="*/ 3116676 w 5453729"/>
                <a:gd name="connsiteY47" fmla="*/ 166592 h 812387"/>
                <a:gd name="connsiteX48" fmla="*/ 3174778 w 5453729"/>
                <a:gd name="connsiteY48" fmla="*/ 54388 h 812387"/>
                <a:gd name="connsiteX49" fmla="*/ 3006376 w 5453729"/>
                <a:gd name="connsiteY49" fmla="*/ 0 h 812387"/>
                <a:gd name="connsiteX50" fmla="*/ 2698433 w 5453729"/>
                <a:gd name="connsiteY50" fmla="*/ 237839 h 812387"/>
                <a:gd name="connsiteX51" fmla="*/ 2960561 w 5453729"/>
                <a:gd name="connsiteY51" fmla="*/ 626459 h 812387"/>
                <a:gd name="connsiteX52" fmla="*/ 2805113 w 5453729"/>
                <a:gd name="connsiteY52" fmla="*/ 744188 h 812387"/>
                <a:gd name="connsiteX53" fmla="*/ 2673001 w 5453729"/>
                <a:gd name="connsiteY53" fmla="*/ 619601 h 812387"/>
                <a:gd name="connsiteX54" fmla="*/ 2651379 w 5453729"/>
                <a:gd name="connsiteY54" fmla="*/ 619601 h 812387"/>
                <a:gd name="connsiteX55" fmla="*/ 2590610 w 5453729"/>
                <a:gd name="connsiteY55" fmla="*/ 763429 h 812387"/>
                <a:gd name="connsiteX56" fmla="*/ 2763584 w 5453729"/>
                <a:gd name="connsiteY56" fmla="*/ 812197 h 812387"/>
                <a:gd name="connsiteX57" fmla="*/ 3112199 w 5453729"/>
                <a:gd name="connsiteY57" fmla="*/ 562928 h 812387"/>
                <a:gd name="connsiteX58" fmla="*/ 2842546 w 5453729"/>
                <a:gd name="connsiteY58" fmla="*/ 178975 h 812387"/>
                <a:gd name="connsiteX59" fmla="*/ 2988660 w 5453729"/>
                <a:gd name="connsiteY59" fmla="*/ 67913 h 812387"/>
                <a:gd name="connsiteX60" fmla="*/ 3099816 w 5453729"/>
                <a:gd name="connsiteY60" fmla="*/ 166592 h 812387"/>
                <a:gd name="connsiteX61" fmla="*/ 3116771 w 5453729"/>
                <a:gd name="connsiteY61" fmla="*/ 166592 h 812387"/>
                <a:gd name="connsiteX62" fmla="*/ 2287238 w 5453729"/>
                <a:gd name="connsiteY62" fmla="*/ 797433 h 812387"/>
                <a:gd name="connsiteX63" fmla="*/ 2373345 w 5453729"/>
                <a:gd name="connsiteY63" fmla="*/ 791813 h 812387"/>
                <a:gd name="connsiteX64" fmla="*/ 2457164 w 5453729"/>
                <a:gd name="connsiteY64" fmla="*/ 797433 h 812387"/>
                <a:gd name="connsiteX65" fmla="*/ 2608231 w 5453729"/>
                <a:gd name="connsiteY65" fmla="*/ 20383 h 812387"/>
                <a:gd name="connsiteX66" fmla="*/ 2522220 w 5453729"/>
                <a:gd name="connsiteY66" fmla="*/ 26003 h 812387"/>
                <a:gd name="connsiteX67" fmla="*/ 2438305 w 5453729"/>
                <a:gd name="connsiteY67" fmla="*/ 20383 h 812387"/>
                <a:gd name="connsiteX68" fmla="*/ 2287238 w 5453729"/>
                <a:gd name="connsiteY68" fmla="*/ 797433 h 812387"/>
                <a:gd name="connsiteX69" fmla="*/ 2206086 w 5453729"/>
                <a:gd name="connsiteY69" fmla="*/ 447485 h 812387"/>
                <a:gd name="connsiteX70" fmla="*/ 2120075 w 5453729"/>
                <a:gd name="connsiteY70" fmla="*/ 453104 h 812387"/>
                <a:gd name="connsiteX71" fmla="*/ 2036255 w 5453729"/>
                <a:gd name="connsiteY71" fmla="*/ 447485 h 812387"/>
                <a:gd name="connsiteX72" fmla="*/ 1984820 w 5453729"/>
                <a:gd name="connsiteY72" fmla="*/ 712470 h 812387"/>
                <a:gd name="connsiteX73" fmla="*/ 1853946 w 5453729"/>
                <a:gd name="connsiteY73" fmla="*/ 744188 h 812387"/>
                <a:gd name="connsiteX74" fmla="*/ 1643348 w 5453729"/>
                <a:gd name="connsiteY74" fmla="*/ 429292 h 812387"/>
                <a:gd name="connsiteX75" fmla="*/ 1995678 w 5453729"/>
                <a:gd name="connsiteY75" fmla="*/ 67913 h 812387"/>
                <a:gd name="connsiteX76" fmla="*/ 2196370 w 5453729"/>
                <a:gd name="connsiteY76" fmla="*/ 183452 h 812387"/>
                <a:gd name="connsiteX77" fmla="*/ 2212181 w 5453729"/>
                <a:gd name="connsiteY77" fmla="*/ 183452 h 812387"/>
                <a:gd name="connsiteX78" fmla="*/ 2266188 w 5453729"/>
                <a:gd name="connsiteY78" fmla="*/ 69056 h 812387"/>
                <a:gd name="connsiteX79" fmla="*/ 2006632 w 5453729"/>
                <a:gd name="connsiteY79" fmla="*/ 0 h 812387"/>
                <a:gd name="connsiteX80" fmla="*/ 1455992 w 5453729"/>
                <a:gd name="connsiteY80" fmla="*/ 425863 h 812387"/>
                <a:gd name="connsiteX81" fmla="*/ 1832896 w 5453729"/>
                <a:gd name="connsiteY81" fmla="*/ 812197 h 812387"/>
                <a:gd name="connsiteX82" fmla="*/ 2145316 w 5453729"/>
                <a:gd name="connsiteY82" fmla="*/ 761238 h 812387"/>
                <a:gd name="connsiteX83" fmla="*/ 2206276 w 5453729"/>
                <a:gd name="connsiteY83" fmla="*/ 447485 h 812387"/>
                <a:gd name="connsiteX84" fmla="*/ 1022033 w 5453729"/>
                <a:gd name="connsiteY84" fmla="*/ 67913 h 812387"/>
                <a:gd name="connsiteX85" fmla="*/ 1198817 w 5453729"/>
                <a:gd name="connsiteY85" fmla="*/ 381762 h 812387"/>
                <a:gd name="connsiteX86" fmla="*/ 875824 w 5453729"/>
                <a:gd name="connsiteY86" fmla="*/ 744188 h 812387"/>
                <a:gd name="connsiteX87" fmla="*/ 697992 w 5453729"/>
                <a:gd name="connsiteY87" fmla="*/ 440627 h 812387"/>
                <a:gd name="connsiteX88" fmla="*/ 1021937 w 5453729"/>
                <a:gd name="connsiteY88" fmla="*/ 67913 h 812387"/>
                <a:gd name="connsiteX89" fmla="*/ 1382649 w 5453729"/>
                <a:gd name="connsiteY89" fmla="*/ 403193 h 812387"/>
                <a:gd name="connsiteX90" fmla="*/ 1041940 w 5453729"/>
                <a:gd name="connsiteY90" fmla="*/ 0 h 812387"/>
                <a:gd name="connsiteX91" fmla="*/ 516350 w 5453729"/>
                <a:gd name="connsiteY91" fmla="*/ 407765 h 812387"/>
                <a:gd name="connsiteX92" fmla="*/ 856964 w 5453729"/>
                <a:gd name="connsiteY92" fmla="*/ 812197 h 812387"/>
                <a:gd name="connsiteX93" fmla="*/ 1382744 w 5453729"/>
                <a:gd name="connsiteY93" fmla="*/ 403289 h 812387"/>
                <a:gd name="connsiteX94" fmla="*/ 319850 w 5453729"/>
                <a:gd name="connsiteY94" fmla="*/ 20479 h 812387"/>
                <a:gd name="connsiteX95" fmla="*/ 233839 w 5453729"/>
                <a:gd name="connsiteY95" fmla="*/ 26098 h 812387"/>
                <a:gd name="connsiteX96" fmla="*/ 149924 w 5453729"/>
                <a:gd name="connsiteY96" fmla="*/ 20479 h 812387"/>
                <a:gd name="connsiteX97" fmla="*/ 0 w 5453729"/>
                <a:gd name="connsiteY97" fmla="*/ 791909 h 812387"/>
                <a:gd name="connsiteX98" fmla="*/ 429292 w 5453729"/>
                <a:gd name="connsiteY98" fmla="*/ 791909 h 812387"/>
                <a:gd name="connsiteX99" fmla="*/ 433197 w 5453729"/>
                <a:gd name="connsiteY99" fmla="*/ 743236 h 812387"/>
                <a:gd name="connsiteX100" fmla="*/ 448342 w 5453729"/>
                <a:gd name="connsiteY100" fmla="*/ 694468 h 812387"/>
                <a:gd name="connsiteX101" fmla="*/ 185833 w 5453729"/>
                <a:gd name="connsiteY101" fmla="*/ 710279 h 812387"/>
                <a:gd name="connsiteX102" fmla="*/ 319945 w 5453729"/>
                <a:gd name="connsiteY102" fmla="*/ 20479 h 81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453729" h="812387">
                  <a:moveTo>
                    <a:pt x="5395722" y="166592"/>
                  </a:moveTo>
                  <a:cubicBezTo>
                    <a:pt x="5414487" y="128016"/>
                    <a:pt x="5433156" y="90583"/>
                    <a:pt x="5453730" y="54388"/>
                  </a:cubicBezTo>
                  <a:cubicBezTo>
                    <a:pt x="5433537" y="30575"/>
                    <a:pt x="5366862" y="0"/>
                    <a:pt x="5285328" y="0"/>
                  </a:cubicBezTo>
                  <a:cubicBezTo>
                    <a:pt x="5113115" y="0"/>
                    <a:pt x="5002816" y="107633"/>
                    <a:pt x="4977384" y="237839"/>
                  </a:cubicBezTo>
                  <a:cubicBezTo>
                    <a:pt x="4924330" y="510826"/>
                    <a:pt x="5274660" y="445198"/>
                    <a:pt x="5239417" y="626459"/>
                  </a:cubicBezTo>
                  <a:cubicBezTo>
                    <a:pt x="5224272" y="704564"/>
                    <a:pt x="5154264" y="744188"/>
                    <a:pt x="5083969" y="744188"/>
                  </a:cubicBezTo>
                  <a:cubicBezTo>
                    <a:pt x="5005864" y="744188"/>
                    <a:pt x="4953667" y="697802"/>
                    <a:pt x="4951953" y="619601"/>
                  </a:cubicBezTo>
                  <a:lnTo>
                    <a:pt x="4930331" y="619601"/>
                  </a:lnTo>
                  <a:cubicBezTo>
                    <a:pt x="4914138" y="668274"/>
                    <a:pt x="4892421" y="715899"/>
                    <a:pt x="4869561" y="763429"/>
                  </a:cubicBezTo>
                  <a:cubicBezTo>
                    <a:pt x="4916234" y="797433"/>
                    <a:pt x="4980147" y="812197"/>
                    <a:pt x="5042535" y="812197"/>
                  </a:cubicBezTo>
                  <a:cubicBezTo>
                    <a:pt x="5217986" y="812197"/>
                    <a:pt x="5362956" y="707993"/>
                    <a:pt x="5391055" y="562928"/>
                  </a:cubicBezTo>
                  <a:cubicBezTo>
                    <a:pt x="5441537" y="303562"/>
                    <a:pt x="5091589" y="331851"/>
                    <a:pt x="5121307" y="178975"/>
                  </a:cubicBezTo>
                  <a:cubicBezTo>
                    <a:pt x="5133880" y="114395"/>
                    <a:pt x="5177981" y="67913"/>
                    <a:pt x="5267516" y="67913"/>
                  </a:cubicBezTo>
                  <a:cubicBezTo>
                    <a:pt x="5332095" y="67913"/>
                    <a:pt x="5367624" y="106490"/>
                    <a:pt x="5378577" y="166592"/>
                  </a:cubicBezTo>
                  <a:lnTo>
                    <a:pt x="5395627" y="166592"/>
                  </a:lnTo>
                  <a:close/>
                  <a:moveTo>
                    <a:pt x="4776692" y="659320"/>
                  </a:moveTo>
                  <a:cubicBezTo>
                    <a:pt x="4716209" y="707993"/>
                    <a:pt x="4627627" y="744284"/>
                    <a:pt x="4557427" y="744284"/>
                  </a:cubicBezTo>
                  <a:cubicBezTo>
                    <a:pt x="4382929" y="744284"/>
                    <a:pt x="4314254" y="608362"/>
                    <a:pt x="4351878" y="414719"/>
                  </a:cubicBezTo>
                  <a:cubicBezTo>
                    <a:pt x="4384262" y="248126"/>
                    <a:pt x="4495133" y="68008"/>
                    <a:pt x="4683157" y="68008"/>
                  </a:cubicBezTo>
                  <a:cubicBezTo>
                    <a:pt x="4756785" y="68008"/>
                    <a:pt x="4820889" y="111157"/>
                    <a:pt x="4850987" y="172307"/>
                  </a:cubicBezTo>
                  <a:lnTo>
                    <a:pt x="4866799" y="172307"/>
                  </a:lnTo>
                  <a:cubicBezTo>
                    <a:pt x="4883659" y="132779"/>
                    <a:pt x="4897851" y="94202"/>
                    <a:pt x="4915567" y="55626"/>
                  </a:cubicBezTo>
                  <a:cubicBezTo>
                    <a:pt x="4856893" y="19431"/>
                    <a:pt x="4770025" y="191"/>
                    <a:pt x="4695254" y="191"/>
                  </a:cubicBezTo>
                  <a:cubicBezTo>
                    <a:pt x="4448271" y="191"/>
                    <a:pt x="4218147" y="134874"/>
                    <a:pt x="4160806" y="430625"/>
                  </a:cubicBezTo>
                  <a:cubicBezTo>
                    <a:pt x="4115562" y="662845"/>
                    <a:pt x="4270058" y="812387"/>
                    <a:pt x="4512469" y="812387"/>
                  </a:cubicBezTo>
                  <a:cubicBezTo>
                    <a:pt x="4588384" y="812387"/>
                    <a:pt x="4671441" y="798862"/>
                    <a:pt x="4746212" y="763619"/>
                  </a:cubicBezTo>
                  <a:lnTo>
                    <a:pt x="4790028" y="666178"/>
                  </a:lnTo>
                  <a:lnTo>
                    <a:pt x="4776692" y="659416"/>
                  </a:lnTo>
                  <a:close/>
                  <a:moveTo>
                    <a:pt x="3802571" y="797433"/>
                  </a:moveTo>
                  <a:cubicBezTo>
                    <a:pt x="3831336" y="795147"/>
                    <a:pt x="3860387" y="791813"/>
                    <a:pt x="3888677" y="791813"/>
                  </a:cubicBezTo>
                  <a:cubicBezTo>
                    <a:pt x="3916966" y="791813"/>
                    <a:pt x="3944684" y="795147"/>
                    <a:pt x="3972497" y="797433"/>
                  </a:cubicBezTo>
                  <a:lnTo>
                    <a:pt x="4123468" y="20383"/>
                  </a:lnTo>
                  <a:cubicBezTo>
                    <a:pt x="4094798" y="22574"/>
                    <a:pt x="4065747" y="26003"/>
                    <a:pt x="4037457" y="26003"/>
                  </a:cubicBezTo>
                  <a:cubicBezTo>
                    <a:pt x="4009168" y="26003"/>
                    <a:pt x="3981450" y="22574"/>
                    <a:pt x="3953542" y="20383"/>
                  </a:cubicBezTo>
                  <a:lnTo>
                    <a:pt x="3802476" y="797433"/>
                  </a:lnTo>
                  <a:close/>
                  <a:moveTo>
                    <a:pt x="3625120" y="100775"/>
                  </a:moveTo>
                  <a:cubicBezTo>
                    <a:pt x="3694176" y="100775"/>
                    <a:pt x="3759518" y="108680"/>
                    <a:pt x="3824764" y="116586"/>
                  </a:cubicBezTo>
                  <a:cubicBezTo>
                    <a:pt x="3825526" y="100775"/>
                    <a:pt x="3825240" y="84868"/>
                    <a:pt x="3828574" y="67818"/>
                  </a:cubicBezTo>
                  <a:cubicBezTo>
                    <a:pt x="3831622" y="52006"/>
                    <a:pt x="3838194" y="36195"/>
                    <a:pt x="3843528" y="20288"/>
                  </a:cubicBezTo>
                  <a:lnTo>
                    <a:pt x="3260122" y="20288"/>
                  </a:lnTo>
                  <a:cubicBezTo>
                    <a:pt x="3259265" y="36195"/>
                    <a:pt x="3259646" y="51911"/>
                    <a:pt x="3256503" y="67818"/>
                  </a:cubicBezTo>
                  <a:cubicBezTo>
                    <a:pt x="3253168" y="84868"/>
                    <a:pt x="3246691" y="100679"/>
                    <a:pt x="3241358" y="116586"/>
                  </a:cubicBezTo>
                  <a:cubicBezTo>
                    <a:pt x="3301842" y="108680"/>
                    <a:pt x="3374803" y="100775"/>
                    <a:pt x="3455194" y="100775"/>
                  </a:cubicBezTo>
                  <a:lnTo>
                    <a:pt x="3319749" y="797433"/>
                  </a:lnTo>
                  <a:cubicBezTo>
                    <a:pt x="3348609" y="795147"/>
                    <a:pt x="3377565" y="791813"/>
                    <a:pt x="3405759" y="791813"/>
                  </a:cubicBezTo>
                  <a:cubicBezTo>
                    <a:pt x="3433953" y="791813"/>
                    <a:pt x="3461671" y="795147"/>
                    <a:pt x="3489674" y="797433"/>
                  </a:cubicBezTo>
                  <a:lnTo>
                    <a:pt x="3625025" y="100775"/>
                  </a:lnTo>
                  <a:close/>
                  <a:moveTo>
                    <a:pt x="3116676" y="166592"/>
                  </a:moveTo>
                  <a:cubicBezTo>
                    <a:pt x="3135535" y="128016"/>
                    <a:pt x="3154109" y="90583"/>
                    <a:pt x="3174778" y="54388"/>
                  </a:cubicBezTo>
                  <a:cubicBezTo>
                    <a:pt x="3154490" y="30575"/>
                    <a:pt x="3088005" y="0"/>
                    <a:pt x="3006376" y="0"/>
                  </a:cubicBezTo>
                  <a:cubicBezTo>
                    <a:pt x="2834164" y="0"/>
                    <a:pt x="2723769" y="107633"/>
                    <a:pt x="2698433" y="237839"/>
                  </a:cubicBezTo>
                  <a:cubicBezTo>
                    <a:pt x="2645378" y="510826"/>
                    <a:pt x="2995708" y="445198"/>
                    <a:pt x="2960561" y="626459"/>
                  </a:cubicBezTo>
                  <a:cubicBezTo>
                    <a:pt x="2945321" y="704564"/>
                    <a:pt x="2875312" y="744188"/>
                    <a:pt x="2805113" y="744188"/>
                  </a:cubicBezTo>
                  <a:cubicBezTo>
                    <a:pt x="2726912" y="744188"/>
                    <a:pt x="2674811" y="697802"/>
                    <a:pt x="2673001" y="619601"/>
                  </a:cubicBezTo>
                  <a:lnTo>
                    <a:pt x="2651379" y="619601"/>
                  </a:lnTo>
                  <a:cubicBezTo>
                    <a:pt x="2635091" y="668274"/>
                    <a:pt x="2613470" y="715899"/>
                    <a:pt x="2590610" y="763429"/>
                  </a:cubicBezTo>
                  <a:cubicBezTo>
                    <a:pt x="2637282" y="797433"/>
                    <a:pt x="2701290" y="812197"/>
                    <a:pt x="2763584" y="812197"/>
                  </a:cubicBezTo>
                  <a:cubicBezTo>
                    <a:pt x="2939129" y="812197"/>
                    <a:pt x="3084005" y="707993"/>
                    <a:pt x="3112199" y="562928"/>
                  </a:cubicBezTo>
                  <a:cubicBezTo>
                    <a:pt x="3162681" y="303562"/>
                    <a:pt x="2812828" y="331851"/>
                    <a:pt x="2842546" y="178975"/>
                  </a:cubicBezTo>
                  <a:cubicBezTo>
                    <a:pt x="2855119" y="114395"/>
                    <a:pt x="2899124" y="67913"/>
                    <a:pt x="2988660" y="67913"/>
                  </a:cubicBezTo>
                  <a:cubicBezTo>
                    <a:pt x="3053239" y="67913"/>
                    <a:pt x="3088767" y="106490"/>
                    <a:pt x="3099816" y="166592"/>
                  </a:cubicBezTo>
                  <a:lnTo>
                    <a:pt x="3116771" y="166592"/>
                  </a:lnTo>
                  <a:close/>
                  <a:moveTo>
                    <a:pt x="2287238" y="797433"/>
                  </a:moveTo>
                  <a:cubicBezTo>
                    <a:pt x="2316004" y="795147"/>
                    <a:pt x="2344960" y="791813"/>
                    <a:pt x="2373345" y="791813"/>
                  </a:cubicBezTo>
                  <a:cubicBezTo>
                    <a:pt x="2401729" y="791813"/>
                    <a:pt x="2429352" y="795147"/>
                    <a:pt x="2457164" y="797433"/>
                  </a:cubicBezTo>
                  <a:lnTo>
                    <a:pt x="2608231" y="20383"/>
                  </a:lnTo>
                  <a:cubicBezTo>
                    <a:pt x="2579465" y="22574"/>
                    <a:pt x="2550510" y="26003"/>
                    <a:pt x="2522220" y="26003"/>
                  </a:cubicBezTo>
                  <a:cubicBezTo>
                    <a:pt x="2493931" y="26003"/>
                    <a:pt x="2466213" y="22574"/>
                    <a:pt x="2438305" y="20383"/>
                  </a:cubicBezTo>
                  <a:lnTo>
                    <a:pt x="2287238" y="797433"/>
                  </a:lnTo>
                  <a:close/>
                  <a:moveTo>
                    <a:pt x="2206086" y="447485"/>
                  </a:moveTo>
                  <a:cubicBezTo>
                    <a:pt x="2177320" y="449675"/>
                    <a:pt x="2148364" y="453104"/>
                    <a:pt x="2120075" y="453104"/>
                  </a:cubicBezTo>
                  <a:cubicBezTo>
                    <a:pt x="2091785" y="453104"/>
                    <a:pt x="2064068" y="449675"/>
                    <a:pt x="2036255" y="447485"/>
                  </a:cubicBezTo>
                  <a:lnTo>
                    <a:pt x="1984820" y="712470"/>
                  </a:lnTo>
                  <a:cubicBezTo>
                    <a:pt x="1954530" y="728282"/>
                    <a:pt x="1910620" y="744188"/>
                    <a:pt x="1853946" y="744188"/>
                  </a:cubicBezTo>
                  <a:cubicBezTo>
                    <a:pt x="1681829" y="744188"/>
                    <a:pt x="1605058" y="626459"/>
                    <a:pt x="1643348" y="429292"/>
                  </a:cubicBezTo>
                  <a:cubicBezTo>
                    <a:pt x="1680401" y="238982"/>
                    <a:pt x="1806607" y="67913"/>
                    <a:pt x="1995678" y="67913"/>
                  </a:cubicBezTo>
                  <a:cubicBezTo>
                    <a:pt x="2085118" y="67913"/>
                    <a:pt x="2158937" y="107633"/>
                    <a:pt x="2196370" y="183452"/>
                  </a:cubicBezTo>
                  <a:lnTo>
                    <a:pt x="2212181" y="183452"/>
                  </a:lnTo>
                  <a:cubicBezTo>
                    <a:pt x="2224183" y="144971"/>
                    <a:pt x="2243233" y="105251"/>
                    <a:pt x="2266188" y="69056"/>
                  </a:cubicBezTo>
                  <a:cubicBezTo>
                    <a:pt x="2190655" y="20383"/>
                    <a:pt x="2103978" y="0"/>
                    <a:pt x="2006632" y="0"/>
                  </a:cubicBezTo>
                  <a:cubicBezTo>
                    <a:pt x="1744980" y="0"/>
                    <a:pt x="1510760" y="143827"/>
                    <a:pt x="1455992" y="425863"/>
                  </a:cubicBezTo>
                  <a:cubicBezTo>
                    <a:pt x="1404271" y="691991"/>
                    <a:pt x="1593818" y="812197"/>
                    <a:pt x="1832896" y="812197"/>
                  </a:cubicBezTo>
                  <a:cubicBezTo>
                    <a:pt x="1932623" y="812197"/>
                    <a:pt x="2037779" y="789527"/>
                    <a:pt x="2145316" y="761238"/>
                  </a:cubicBezTo>
                  <a:lnTo>
                    <a:pt x="2206276" y="447485"/>
                  </a:lnTo>
                  <a:close/>
                  <a:moveTo>
                    <a:pt x="1022033" y="67913"/>
                  </a:moveTo>
                  <a:cubicBezTo>
                    <a:pt x="1191959" y="67913"/>
                    <a:pt x="1227296" y="235553"/>
                    <a:pt x="1198817" y="381762"/>
                  </a:cubicBezTo>
                  <a:cubicBezTo>
                    <a:pt x="1162336" y="569690"/>
                    <a:pt x="1050227" y="744188"/>
                    <a:pt x="875824" y="744188"/>
                  </a:cubicBezTo>
                  <a:cubicBezTo>
                    <a:pt x="701421" y="744188"/>
                    <a:pt x="669417" y="587883"/>
                    <a:pt x="697992" y="440627"/>
                  </a:cubicBezTo>
                  <a:cubicBezTo>
                    <a:pt x="747332" y="186881"/>
                    <a:pt x="864394" y="67913"/>
                    <a:pt x="1021937" y="67913"/>
                  </a:cubicBezTo>
                  <a:moveTo>
                    <a:pt x="1382649" y="403193"/>
                  </a:moveTo>
                  <a:cubicBezTo>
                    <a:pt x="1415606" y="227552"/>
                    <a:pt x="1364742" y="0"/>
                    <a:pt x="1041940" y="0"/>
                  </a:cubicBezTo>
                  <a:cubicBezTo>
                    <a:pt x="759905" y="0"/>
                    <a:pt x="560165" y="182404"/>
                    <a:pt x="516350" y="407765"/>
                  </a:cubicBezTo>
                  <a:cubicBezTo>
                    <a:pt x="466344" y="664940"/>
                    <a:pt x="606552" y="812197"/>
                    <a:pt x="856964" y="812197"/>
                  </a:cubicBezTo>
                  <a:cubicBezTo>
                    <a:pt x="1134523" y="812197"/>
                    <a:pt x="1340930" y="624173"/>
                    <a:pt x="1382744" y="403289"/>
                  </a:cubicBezTo>
                  <a:moveTo>
                    <a:pt x="319850" y="20479"/>
                  </a:moveTo>
                  <a:cubicBezTo>
                    <a:pt x="291084" y="22669"/>
                    <a:pt x="262128" y="26098"/>
                    <a:pt x="233839" y="26098"/>
                  </a:cubicBezTo>
                  <a:cubicBezTo>
                    <a:pt x="205550" y="26098"/>
                    <a:pt x="177832" y="22669"/>
                    <a:pt x="149924" y="20479"/>
                  </a:cubicBezTo>
                  <a:lnTo>
                    <a:pt x="0" y="791909"/>
                  </a:lnTo>
                  <a:lnTo>
                    <a:pt x="429292" y="791909"/>
                  </a:lnTo>
                  <a:cubicBezTo>
                    <a:pt x="430149" y="776002"/>
                    <a:pt x="430054" y="759047"/>
                    <a:pt x="433197" y="743236"/>
                  </a:cubicBezTo>
                  <a:cubicBezTo>
                    <a:pt x="436150" y="727424"/>
                    <a:pt x="442817" y="710374"/>
                    <a:pt x="448342" y="694468"/>
                  </a:cubicBezTo>
                  <a:cubicBezTo>
                    <a:pt x="369761" y="702374"/>
                    <a:pt x="284321" y="710279"/>
                    <a:pt x="185833" y="710279"/>
                  </a:cubicBezTo>
                  <a:lnTo>
                    <a:pt x="319945" y="2047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1544"/>
            </a:p>
          </p:txBody>
        </p:sp>
      </p:grp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B8F567F4-EA09-C338-D049-9C2E91D2F64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solidFill>
            <a:schemeClr val="bg1"/>
          </a:solidFill>
        </p:spPr>
        <p:txBody>
          <a:bodyPr/>
          <a:lstStyle>
            <a:lvl1pPr>
              <a:defRPr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</a:defRPr>
            </a:lvl1pPr>
          </a:lstStyle>
          <a:p>
            <a:fld id="{4BF46CD0-FBDC-4232-8F32-5100991AA63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66D5807-5DA5-D620-E68E-A7F8B02782D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spcBef>
                <a:spcPts val="2438"/>
              </a:spcBef>
            </a:pPr>
            <a:r>
              <a:rPr lang="fr-FR"/>
              <a:t>TITRE DE SECTION</a:t>
            </a:r>
            <a:endParaRPr lang="fr-FR" dirty="0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4033C924-CBD4-1665-71A1-FBA5DFAB8E2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72840" y="1583489"/>
            <a:ext cx="9481227" cy="489181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E583246B-75A4-3ED3-55B2-1B9B4928C7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Click to </a:t>
            </a:r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title</a:t>
            </a:r>
            <a:endParaRPr lang="fr-FR" dirty="0"/>
          </a:p>
        </p:txBody>
      </p:sp>
      <p:cxnSp>
        <p:nvCxnSpPr>
          <p:cNvPr id="2" name="Connecteur droit 32">
            <a:extLst>
              <a:ext uri="{FF2B5EF4-FFF2-40B4-BE49-F238E27FC236}">
                <a16:creationId xmlns:a16="http://schemas.microsoft.com/office/drawing/2014/main" id="{8B08495A-6A39-7F8F-A3E3-31458830E37C}"/>
              </a:ext>
            </a:extLst>
          </p:cNvPr>
          <p:cNvCxnSpPr/>
          <p:nvPr userDrawn="1"/>
        </p:nvCxnSpPr>
        <p:spPr>
          <a:xfrm>
            <a:off x="332997" y="931569"/>
            <a:ext cx="220996" cy="0"/>
          </a:xfrm>
          <a:prstGeom prst="line">
            <a:avLst/>
          </a:prstGeom>
          <a:ln w="47625" cap="rnd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401336137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| title subtitle text | dark header">
    <p:bg>
      <p:bgPr>
        <a:gradFill>
          <a:gsLst>
            <a:gs pos="0">
              <a:schemeClr val="bg2"/>
            </a:gs>
            <a:gs pos="100000">
              <a:schemeClr val="tx2"/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815C426-3FA6-D44D-E6D3-A3DB1C488A36}"/>
              </a:ext>
            </a:extLst>
          </p:cNvPr>
          <p:cNvSpPr/>
          <p:nvPr userDrawn="1"/>
        </p:nvSpPr>
        <p:spPr>
          <a:xfrm>
            <a:off x="1" y="1438656"/>
            <a:ext cx="9905999" cy="54193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544" dirty="0"/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CF821602-6F5B-4E68-AC5C-4848E0840D6B}"/>
              </a:ext>
            </a:extLst>
          </p:cNvPr>
          <p:cNvCxnSpPr>
            <a:cxnSpLocks/>
          </p:cNvCxnSpPr>
          <p:nvPr userDrawn="1"/>
        </p:nvCxnSpPr>
        <p:spPr>
          <a:xfrm>
            <a:off x="332997" y="1272237"/>
            <a:ext cx="220996" cy="0"/>
          </a:xfrm>
          <a:prstGeom prst="line">
            <a:avLst/>
          </a:prstGeom>
          <a:ln w="47625" cap="rnd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Graphique 19">
            <a:extLst>
              <a:ext uri="{FF2B5EF4-FFF2-40B4-BE49-F238E27FC236}">
                <a16:creationId xmlns:a16="http://schemas.microsoft.com/office/drawing/2014/main" id="{C3BA387A-FB08-4E8F-9F19-13FE2C6157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8861" t="-3712" r="37096" b="61920"/>
          <a:stretch/>
        </p:blipFill>
        <p:spPr>
          <a:xfrm>
            <a:off x="5420714" y="-31080"/>
            <a:ext cx="4485287" cy="4448196"/>
          </a:xfrm>
          <a:prstGeom prst="rect">
            <a:avLst/>
          </a:prstGeom>
        </p:spPr>
      </p:pic>
      <p:sp>
        <p:nvSpPr>
          <p:cNvPr id="24" name="Ellipse 23">
            <a:extLst>
              <a:ext uri="{FF2B5EF4-FFF2-40B4-BE49-F238E27FC236}">
                <a16:creationId xmlns:a16="http://schemas.microsoft.com/office/drawing/2014/main" id="{C2CB58D9-9EFF-4A71-AC43-B9411F176ED5}"/>
              </a:ext>
            </a:extLst>
          </p:cNvPr>
          <p:cNvSpPr/>
          <p:nvPr userDrawn="1"/>
        </p:nvSpPr>
        <p:spPr>
          <a:xfrm>
            <a:off x="1089370" y="6592896"/>
            <a:ext cx="63901" cy="78647"/>
          </a:xfrm>
          <a:prstGeom prst="ellipse">
            <a:avLst/>
          </a:prstGeom>
          <a:solidFill>
            <a:srgbClr val="EF1A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544" dirty="0"/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09F99F1C-6B58-40E1-A2EF-ED51E7BFB66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33462" y="832306"/>
            <a:ext cx="9439077" cy="372543"/>
          </a:xfrm>
          <a:prstGeom prst="rect">
            <a:avLst/>
          </a:prstGeom>
        </p:spPr>
        <p:txBody>
          <a:bodyPr lIns="72000" anchor="ctr">
            <a:noAutofit/>
          </a:bodyPr>
          <a:lstStyle>
            <a:lvl1pPr marL="0" indent="0">
              <a:buFont typeface="Arial" panose="020B0604020202020204" pitchFamily="34" charset="0"/>
              <a:buChar char="​"/>
              <a:defRPr sz="1300" b="0" cap="all" baseline="0">
                <a:solidFill>
                  <a:schemeClr val="bg1"/>
                </a:solidFill>
                <a:latin typeface="+mn-lt"/>
                <a:cs typeface="Quire Sans" panose="020B0502040400020003" pitchFamily="34" charset="0"/>
              </a:defRPr>
            </a:lvl1pPr>
            <a:lvl2pPr marL="0" indent="0">
              <a:buFont typeface="Arial" panose="020B0604020202020204" pitchFamily="34" charset="0"/>
              <a:buNone/>
              <a:defRPr sz="1300" b="0">
                <a:solidFill>
                  <a:schemeClr val="bg1"/>
                </a:solidFill>
                <a:latin typeface="+mn-lt"/>
              </a:defRPr>
            </a:lvl2pPr>
            <a:lvl3pPr marL="0" indent="0">
              <a:buFont typeface="Arial" panose="020B0604020202020204" pitchFamily="34" charset="0"/>
              <a:buChar char="​"/>
              <a:defRPr sz="1300" b="0">
                <a:solidFill>
                  <a:schemeClr val="bg1"/>
                </a:solidFill>
                <a:latin typeface="+mn-lt"/>
              </a:defRPr>
            </a:lvl3pPr>
            <a:lvl4pPr marL="0" indent="0">
              <a:buFont typeface="Arial" panose="020B0604020202020204" pitchFamily="34" charset="0"/>
              <a:buChar char="​"/>
              <a:defRPr sz="1300" b="0">
                <a:solidFill>
                  <a:schemeClr val="bg1"/>
                </a:solidFill>
                <a:latin typeface="+mn-lt"/>
              </a:defRPr>
            </a:lvl4pPr>
            <a:lvl5pPr marL="0" indent="0">
              <a:buFont typeface="Arial" panose="020B0604020202020204" pitchFamily="34" charset="0"/>
              <a:buChar char="​"/>
              <a:defRPr sz="1300" b="0">
                <a:solidFill>
                  <a:schemeClr val="bg1"/>
                </a:solidFill>
                <a:latin typeface="+mn-lt"/>
              </a:defRPr>
            </a:lvl5pPr>
            <a:lvl6pPr marL="0" indent="0">
              <a:buFont typeface="Arial" panose="020B0604020202020204" pitchFamily="34" charset="0"/>
              <a:buChar char="​"/>
              <a:defRPr sz="1300" b="0">
                <a:solidFill>
                  <a:schemeClr val="bg1"/>
                </a:solidFill>
                <a:latin typeface="+mn-lt"/>
              </a:defRPr>
            </a:lvl6pPr>
            <a:lvl7pPr marL="0" indent="0">
              <a:buFont typeface="Arial" panose="020B0604020202020204" pitchFamily="34" charset="0"/>
              <a:buChar char="​"/>
              <a:defRPr sz="1300" b="0">
                <a:solidFill>
                  <a:schemeClr val="bg1"/>
                </a:solidFill>
                <a:latin typeface="+mn-lt"/>
              </a:defRPr>
            </a:lvl7pPr>
            <a:lvl8pPr marL="0" indent="0">
              <a:buFont typeface="Arial" panose="020B0604020202020204" pitchFamily="34" charset="0"/>
              <a:buChar char="​"/>
              <a:defRPr sz="1300" b="0">
                <a:solidFill>
                  <a:schemeClr val="bg1"/>
                </a:solidFill>
                <a:latin typeface="+mn-lt"/>
              </a:defRPr>
            </a:lvl8pPr>
            <a:lvl9pPr marL="0" indent="0">
              <a:buFont typeface="Arial" panose="020B0604020202020204" pitchFamily="34" charset="0"/>
              <a:buChar char="​"/>
              <a:defRPr sz="1300" b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fr-FR"/>
              <a:t>Click to add subtitle</a:t>
            </a:r>
            <a:endParaRPr lang="fr-FR" dirty="0"/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62E70154-91F3-98D7-261D-A6EB7BACAF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Click to </a:t>
            </a:r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title</a:t>
            </a:r>
            <a:endParaRPr lang="fr-FR" dirty="0"/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58F944CC-EF14-4927-4C9D-6686F18D66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8861" t="-3712" r="64117" b="61920"/>
          <a:stretch/>
        </p:blipFill>
        <p:spPr>
          <a:xfrm rot="10800000">
            <a:off x="-1" y="1886193"/>
            <a:ext cx="2242643" cy="4448196"/>
          </a:xfrm>
          <a:prstGeom prst="rect">
            <a:avLst/>
          </a:prstGeom>
        </p:spPr>
      </p:pic>
      <p:sp>
        <p:nvSpPr>
          <p:cNvPr id="10" name="Ellipse 9">
            <a:extLst>
              <a:ext uri="{FF2B5EF4-FFF2-40B4-BE49-F238E27FC236}">
                <a16:creationId xmlns:a16="http://schemas.microsoft.com/office/drawing/2014/main" id="{38D5E398-82E5-855C-4969-E6D1880C88DE}"/>
              </a:ext>
            </a:extLst>
          </p:cNvPr>
          <p:cNvSpPr/>
          <p:nvPr userDrawn="1"/>
        </p:nvSpPr>
        <p:spPr>
          <a:xfrm>
            <a:off x="1089370" y="6592896"/>
            <a:ext cx="63901" cy="78647"/>
          </a:xfrm>
          <a:prstGeom prst="ellipse">
            <a:avLst/>
          </a:prstGeom>
          <a:solidFill>
            <a:srgbClr val="EF1A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544" dirty="0"/>
          </a:p>
        </p:txBody>
      </p: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ED43DC06-107F-CD22-5279-8B1C4EBB4408}"/>
              </a:ext>
            </a:extLst>
          </p:cNvPr>
          <p:cNvGrpSpPr/>
          <p:nvPr userDrawn="1"/>
        </p:nvGrpSpPr>
        <p:grpSpPr>
          <a:xfrm>
            <a:off x="237380" y="6509290"/>
            <a:ext cx="730309" cy="179017"/>
            <a:chOff x="7804375" y="14663327"/>
            <a:chExt cx="7400924" cy="1473993"/>
          </a:xfrm>
          <a:solidFill>
            <a:schemeClr val="accent2"/>
          </a:solidFill>
        </p:grpSpPr>
        <p:grpSp>
          <p:nvGrpSpPr>
            <p:cNvPr id="13" name="Graphique 37">
              <a:extLst>
                <a:ext uri="{FF2B5EF4-FFF2-40B4-BE49-F238E27FC236}">
                  <a16:creationId xmlns:a16="http://schemas.microsoft.com/office/drawing/2014/main" id="{06F8BF05-73E2-ADB8-3A7D-6AC28EF5E10E}"/>
                </a:ext>
              </a:extLst>
            </p:cNvPr>
            <p:cNvGrpSpPr/>
            <p:nvPr/>
          </p:nvGrpSpPr>
          <p:grpSpPr>
            <a:xfrm>
              <a:off x="7804375" y="14663327"/>
              <a:ext cx="2394966" cy="1473326"/>
              <a:chOff x="7804375" y="14663327"/>
              <a:chExt cx="2394966" cy="1473326"/>
            </a:xfrm>
            <a:grpFill/>
          </p:grpSpPr>
          <p:sp>
            <p:nvSpPr>
              <p:cNvPr id="19" name="Forme libre : forme 18">
                <a:extLst>
                  <a:ext uri="{FF2B5EF4-FFF2-40B4-BE49-F238E27FC236}">
                    <a16:creationId xmlns:a16="http://schemas.microsoft.com/office/drawing/2014/main" id="{2E970334-F4C5-FFA8-7084-4B151BF8700D}"/>
                  </a:ext>
                </a:extLst>
              </p:cNvPr>
              <p:cNvSpPr/>
              <p:nvPr/>
            </p:nvSpPr>
            <p:spPr>
              <a:xfrm>
                <a:off x="8464266" y="14990796"/>
                <a:ext cx="1206016" cy="1137570"/>
              </a:xfrm>
              <a:custGeom>
                <a:avLst/>
                <a:gdLst>
                  <a:gd name="connsiteX0" fmla="*/ 221075 w 1206016"/>
                  <a:gd name="connsiteY0" fmla="*/ 0 h 1137570"/>
                  <a:gd name="connsiteX1" fmla="*/ 0 w 1206016"/>
                  <a:gd name="connsiteY1" fmla="*/ 1137571 h 1137570"/>
                  <a:gd name="connsiteX2" fmla="*/ 467678 w 1206016"/>
                  <a:gd name="connsiteY2" fmla="*/ 1137571 h 1137570"/>
                  <a:gd name="connsiteX3" fmla="*/ 1192530 w 1206016"/>
                  <a:gd name="connsiteY3" fmla="*/ 536258 h 1137570"/>
                  <a:gd name="connsiteX4" fmla="*/ 792290 w 1206016"/>
                  <a:gd name="connsiteY4" fmla="*/ 95 h 1137570"/>
                  <a:gd name="connsiteX5" fmla="*/ 221075 w 1206016"/>
                  <a:gd name="connsiteY5" fmla="*/ 95 h 1137570"/>
                  <a:gd name="connsiteX6" fmla="*/ 452723 w 1206016"/>
                  <a:gd name="connsiteY6" fmla="*/ 96869 h 1137570"/>
                  <a:gd name="connsiteX7" fmla="*/ 616458 w 1206016"/>
                  <a:gd name="connsiteY7" fmla="*/ 96869 h 1137570"/>
                  <a:gd name="connsiteX8" fmla="*/ 915638 w 1206016"/>
                  <a:gd name="connsiteY8" fmla="*/ 534543 h 1137570"/>
                  <a:gd name="connsiteX9" fmla="*/ 411290 w 1206016"/>
                  <a:gd name="connsiteY9" fmla="*/ 1040606 h 1137570"/>
                  <a:gd name="connsiteX10" fmla="*/ 269367 w 1206016"/>
                  <a:gd name="connsiteY10" fmla="*/ 1040606 h 1137570"/>
                  <a:gd name="connsiteX11" fmla="*/ 452723 w 1206016"/>
                  <a:gd name="connsiteY11" fmla="*/ 96774 h 1137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206016" h="1137570">
                    <a:moveTo>
                      <a:pt x="221075" y="0"/>
                    </a:moveTo>
                    <a:lnTo>
                      <a:pt x="0" y="1137571"/>
                    </a:lnTo>
                    <a:lnTo>
                      <a:pt x="467678" y="1137571"/>
                    </a:lnTo>
                    <a:cubicBezTo>
                      <a:pt x="810101" y="1137571"/>
                      <a:pt x="1119188" y="913733"/>
                      <a:pt x="1192530" y="536258"/>
                    </a:cubicBezTo>
                    <a:cubicBezTo>
                      <a:pt x="1245775" y="262318"/>
                      <a:pt x="1147191" y="13430"/>
                      <a:pt x="792290" y="95"/>
                    </a:cubicBezTo>
                    <a:lnTo>
                      <a:pt x="221075" y="95"/>
                    </a:lnTo>
                    <a:close/>
                    <a:moveTo>
                      <a:pt x="452723" y="96869"/>
                    </a:moveTo>
                    <a:lnTo>
                      <a:pt x="616458" y="96869"/>
                    </a:lnTo>
                    <a:cubicBezTo>
                      <a:pt x="851916" y="96869"/>
                      <a:pt x="976598" y="220504"/>
                      <a:pt x="915638" y="534543"/>
                    </a:cubicBezTo>
                    <a:cubicBezTo>
                      <a:pt x="839629" y="925354"/>
                      <a:pt x="641795" y="1040606"/>
                      <a:pt x="411290" y="1040606"/>
                    </a:cubicBezTo>
                    <a:lnTo>
                      <a:pt x="269367" y="1040606"/>
                    </a:lnTo>
                    <a:lnTo>
                      <a:pt x="452723" y="96774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1544"/>
              </a:p>
            </p:txBody>
          </p:sp>
          <p:sp>
            <p:nvSpPr>
              <p:cNvPr id="22" name="Forme libre : forme 21">
                <a:extLst>
                  <a:ext uri="{FF2B5EF4-FFF2-40B4-BE49-F238E27FC236}">
                    <a16:creationId xmlns:a16="http://schemas.microsoft.com/office/drawing/2014/main" id="{85BBC285-5341-47B7-6521-58FC7EDC87B7}"/>
                  </a:ext>
                </a:extLst>
              </p:cNvPr>
              <p:cNvSpPr/>
              <p:nvPr/>
            </p:nvSpPr>
            <p:spPr>
              <a:xfrm>
                <a:off x="7804375" y="14663327"/>
                <a:ext cx="2394966" cy="1136017"/>
              </a:xfrm>
              <a:custGeom>
                <a:avLst/>
                <a:gdLst>
                  <a:gd name="connsiteX0" fmla="*/ 1852232 w 2394966"/>
                  <a:gd name="connsiteY0" fmla="*/ 299752 h 1136017"/>
                  <a:gd name="connsiteX1" fmla="*/ 1816132 w 2394966"/>
                  <a:gd name="connsiteY1" fmla="*/ 148781 h 1136017"/>
                  <a:gd name="connsiteX2" fmla="*/ 2265426 w 2394966"/>
                  <a:gd name="connsiteY2" fmla="*/ 0 h 1136017"/>
                  <a:gd name="connsiteX3" fmla="*/ 2394966 w 2394966"/>
                  <a:gd name="connsiteY3" fmla="*/ 451961 h 1136017"/>
                  <a:gd name="connsiteX4" fmla="*/ 2237804 w 2394966"/>
                  <a:gd name="connsiteY4" fmla="*/ 487775 h 1136017"/>
                  <a:gd name="connsiteX5" fmla="*/ 2207514 w 2394966"/>
                  <a:gd name="connsiteY5" fmla="*/ 303086 h 1136017"/>
                  <a:gd name="connsiteX6" fmla="*/ 0 w 2394966"/>
                  <a:gd name="connsiteY6" fmla="*/ 1074801 h 1136017"/>
                  <a:gd name="connsiteX7" fmla="*/ 17812 w 2394966"/>
                  <a:gd name="connsiteY7" fmla="*/ 1033272 h 1136017"/>
                  <a:gd name="connsiteX8" fmla="*/ 2028349 w 2394966"/>
                  <a:gd name="connsiteY8" fmla="*/ 231458 h 1136017"/>
                  <a:gd name="connsiteX9" fmla="*/ 1852232 w 2394966"/>
                  <a:gd name="connsiteY9" fmla="*/ 299752 h 1136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394966" h="1136017">
                    <a:moveTo>
                      <a:pt x="1852232" y="299752"/>
                    </a:moveTo>
                    <a:cubicBezTo>
                      <a:pt x="1851946" y="217742"/>
                      <a:pt x="1838611" y="205264"/>
                      <a:pt x="1816132" y="148781"/>
                    </a:cubicBezTo>
                    <a:lnTo>
                      <a:pt x="2265426" y="0"/>
                    </a:lnTo>
                    <a:lnTo>
                      <a:pt x="2394966" y="451961"/>
                    </a:lnTo>
                    <a:cubicBezTo>
                      <a:pt x="2348103" y="449199"/>
                      <a:pt x="2298478" y="454724"/>
                      <a:pt x="2237804" y="487775"/>
                    </a:cubicBezTo>
                    <a:lnTo>
                      <a:pt x="2207514" y="303086"/>
                    </a:lnTo>
                    <a:cubicBezTo>
                      <a:pt x="2042160" y="609124"/>
                      <a:pt x="1223677" y="1353217"/>
                      <a:pt x="0" y="1074801"/>
                    </a:cubicBezTo>
                    <a:cubicBezTo>
                      <a:pt x="7906" y="1068038"/>
                      <a:pt x="14002" y="1043654"/>
                      <a:pt x="17812" y="1033272"/>
                    </a:cubicBezTo>
                    <a:cubicBezTo>
                      <a:pt x="1146429" y="1185005"/>
                      <a:pt x="1915478" y="481679"/>
                      <a:pt x="2028349" y="231458"/>
                    </a:cubicBezTo>
                    <a:lnTo>
                      <a:pt x="1852232" y="299752"/>
                    </a:lnTo>
                    <a:close/>
                  </a:path>
                </a:pathLst>
              </a:custGeom>
              <a:solidFill>
                <a:schemeClr val="accent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1544"/>
              </a:p>
            </p:txBody>
          </p:sp>
          <p:sp>
            <p:nvSpPr>
              <p:cNvPr id="23" name="Forme libre : forme 22">
                <a:extLst>
                  <a:ext uri="{FF2B5EF4-FFF2-40B4-BE49-F238E27FC236}">
                    <a16:creationId xmlns:a16="http://schemas.microsoft.com/office/drawing/2014/main" id="{68B373C0-DF3B-8FFC-156E-1052EA883B33}"/>
                  </a:ext>
                </a:extLst>
              </p:cNvPr>
              <p:cNvSpPr/>
              <p:nvPr/>
            </p:nvSpPr>
            <p:spPr>
              <a:xfrm>
                <a:off x="8045167" y="14990796"/>
                <a:ext cx="473297" cy="1145857"/>
              </a:xfrm>
              <a:custGeom>
                <a:avLst/>
                <a:gdLst>
                  <a:gd name="connsiteX0" fmla="*/ 95 w 473297"/>
                  <a:gd name="connsiteY0" fmla="*/ 1145857 h 1145857"/>
                  <a:gd name="connsiteX1" fmla="*/ 126968 w 473297"/>
                  <a:gd name="connsiteY1" fmla="*/ 1137571 h 1145857"/>
                  <a:gd name="connsiteX2" fmla="*/ 250603 w 473297"/>
                  <a:gd name="connsiteY2" fmla="*/ 1145857 h 1145857"/>
                  <a:gd name="connsiteX3" fmla="*/ 473297 w 473297"/>
                  <a:gd name="connsiteY3" fmla="*/ 0 h 1145857"/>
                  <a:gd name="connsiteX4" fmla="*/ 346424 w 473297"/>
                  <a:gd name="connsiteY4" fmla="*/ 8382 h 1145857"/>
                  <a:gd name="connsiteX5" fmla="*/ 222790 w 473297"/>
                  <a:gd name="connsiteY5" fmla="*/ 0 h 1145857"/>
                  <a:gd name="connsiteX6" fmla="*/ 0 w 473297"/>
                  <a:gd name="connsiteY6" fmla="*/ 1145857 h 114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73297" h="1145857">
                    <a:moveTo>
                      <a:pt x="95" y="1145857"/>
                    </a:moveTo>
                    <a:cubicBezTo>
                      <a:pt x="42481" y="1142524"/>
                      <a:pt x="85249" y="1137571"/>
                      <a:pt x="126968" y="1137571"/>
                    </a:cubicBezTo>
                    <a:cubicBezTo>
                      <a:pt x="168688" y="1137571"/>
                      <a:pt x="209550" y="1142619"/>
                      <a:pt x="250603" y="1145857"/>
                    </a:cubicBezTo>
                    <a:lnTo>
                      <a:pt x="473297" y="0"/>
                    </a:lnTo>
                    <a:cubicBezTo>
                      <a:pt x="430911" y="3239"/>
                      <a:pt x="388144" y="8382"/>
                      <a:pt x="346424" y="8382"/>
                    </a:cubicBezTo>
                    <a:cubicBezTo>
                      <a:pt x="304705" y="8382"/>
                      <a:pt x="263843" y="3334"/>
                      <a:pt x="222790" y="0"/>
                    </a:cubicBezTo>
                    <a:lnTo>
                      <a:pt x="0" y="114585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1544"/>
              </a:p>
            </p:txBody>
          </p:sp>
        </p:grpSp>
        <p:sp>
          <p:nvSpPr>
            <p:cNvPr id="18" name="Forme libre : forme 17">
              <a:extLst>
                <a:ext uri="{FF2B5EF4-FFF2-40B4-BE49-F238E27FC236}">
                  <a16:creationId xmlns:a16="http://schemas.microsoft.com/office/drawing/2014/main" id="{98F98F34-8C93-BFD6-E74E-531EBA72C78F}"/>
                </a:ext>
              </a:extLst>
            </p:cNvPr>
            <p:cNvSpPr/>
            <p:nvPr/>
          </p:nvSpPr>
          <p:spPr>
            <a:xfrm>
              <a:off x="9751570" y="15324933"/>
              <a:ext cx="5453729" cy="812387"/>
            </a:xfrm>
            <a:custGeom>
              <a:avLst/>
              <a:gdLst>
                <a:gd name="connsiteX0" fmla="*/ 5395722 w 5453729"/>
                <a:gd name="connsiteY0" fmla="*/ 166592 h 812387"/>
                <a:gd name="connsiteX1" fmla="*/ 5453730 w 5453729"/>
                <a:gd name="connsiteY1" fmla="*/ 54388 h 812387"/>
                <a:gd name="connsiteX2" fmla="*/ 5285328 w 5453729"/>
                <a:gd name="connsiteY2" fmla="*/ 0 h 812387"/>
                <a:gd name="connsiteX3" fmla="*/ 4977384 w 5453729"/>
                <a:gd name="connsiteY3" fmla="*/ 237839 h 812387"/>
                <a:gd name="connsiteX4" fmla="*/ 5239417 w 5453729"/>
                <a:gd name="connsiteY4" fmla="*/ 626459 h 812387"/>
                <a:gd name="connsiteX5" fmla="*/ 5083969 w 5453729"/>
                <a:gd name="connsiteY5" fmla="*/ 744188 h 812387"/>
                <a:gd name="connsiteX6" fmla="*/ 4951953 w 5453729"/>
                <a:gd name="connsiteY6" fmla="*/ 619601 h 812387"/>
                <a:gd name="connsiteX7" fmla="*/ 4930331 w 5453729"/>
                <a:gd name="connsiteY7" fmla="*/ 619601 h 812387"/>
                <a:gd name="connsiteX8" fmla="*/ 4869561 w 5453729"/>
                <a:gd name="connsiteY8" fmla="*/ 763429 h 812387"/>
                <a:gd name="connsiteX9" fmla="*/ 5042535 w 5453729"/>
                <a:gd name="connsiteY9" fmla="*/ 812197 h 812387"/>
                <a:gd name="connsiteX10" fmla="*/ 5391055 w 5453729"/>
                <a:gd name="connsiteY10" fmla="*/ 562928 h 812387"/>
                <a:gd name="connsiteX11" fmla="*/ 5121307 w 5453729"/>
                <a:gd name="connsiteY11" fmla="*/ 178975 h 812387"/>
                <a:gd name="connsiteX12" fmla="*/ 5267516 w 5453729"/>
                <a:gd name="connsiteY12" fmla="*/ 67913 h 812387"/>
                <a:gd name="connsiteX13" fmla="*/ 5378577 w 5453729"/>
                <a:gd name="connsiteY13" fmla="*/ 166592 h 812387"/>
                <a:gd name="connsiteX14" fmla="*/ 5395627 w 5453729"/>
                <a:gd name="connsiteY14" fmla="*/ 166592 h 812387"/>
                <a:gd name="connsiteX15" fmla="*/ 4776692 w 5453729"/>
                <a:gd name="connsiteY15" fmla="*/ 659320 h 812387"/>
                <a:gd name="connsiteX16" fmla="*/ 4557427 w 5453729"/>
                <a:gd name="connsiteY16" fmla="*/ 744284 h 812387"/>
                <a:gd name="connsiteX17" fmla="*/ 4351878 w 5453729"/>
                <a:gd name="connsiteY17" fmla="*/ 414719 h 812387"/>
                <a:gd name="connsiteX18" fmla="*/ 4683157 w 5453729"/>
                <a:gd name="connsiteY18" fmla="*/ 68008 h 812387"/>
                <a:gd name="connsiteX19" fmla="*/ 4850987 w 5453729"/>
                <a:gd name="connsiteY19" fmla="*/ 172307 h 812387"/>
                <a:gd name="connsiteX20" fmla="*/ 4866799 w 5453729"/>
                <a:gd name="connsiteY20" fmla="*/ 172307 h 812387"/>
                <a:gd name="connsiteX21" fmla="*/ 4915567 w 5453729"/>
                <a:gd name="connsiteY21" fmla="*/ 55626 h 812387"/>
                <a:gd name="connsiteX22" fmla="*/ 4695254 w 5453729"/>
                <a:gd name="connsiteY22" fmla="*/ 191 h 812387"/>
                <a:gd name="connsiteX23" fmla="*/ 4160806 w 5453729"/>
                <a:gd name="connsiteY23" fmla="*/ 430625 h 812387"/>
                <a:gd name="connsiteX24" fmla="*/ 4512469 w 5453729"/>
                <a:gd name="connsiteY24" fmla="*/ 812387 h 812387"/>
                <a:gd name="connsiteX25" fmla="*/ 4746212 w 5453729"/>
                <a:gd name="connsiteY25" fmla="*/ 763619 h 812387"/>
                <a:gd name="connsiteX26" fmla="*/ 4790028 w 5453729"/>
                <a:gd name="connsiteY26" fmla="*/ 666178 h 812387"/>
                <a:gd name="connsiteX27" fmla="*/ 4776692 w 5453729"/>
                <a:gd name="connsiteY27" fmla="*/ 659416 h 812387"/>
                <a:gd name="connsiteX28" fmla="*/ 3802571 w 5453729"/>
                <a:gd name="connsiteY28" fmla="*/ 797433 h 812387"/>
                <a:gd name="connsiteX29" fmla="*/ 3888677 w 5453729"/>
                <a:gd name="connsiteY29" fmla="*/ 791813 h 812387"/>
                <a:gd name="connsiteX30" fmla="*/ 3972497 w 5453729"/>
                <a:gd name="connsiteY30" fmla="*/ 797433 h 812387"/>
                <a:gd name="connsiteX31" fmla="*/ 4123468 w 5453729"/>
                <a:gd name="connsiteY31" fmla="*/ 20383 h 812387"/>
                <a:gd name="connsiteX32" fmla="*/ 4037457 w 5453729"/>
                <a:gd name="connsiteY32" fmla="*/ 26003 h 812387"/>
                <a:gd name="connsiteX33" fmla="*/ 3953542 w 5453729"/>
                <a:gd name="connsiteY33" fmla="*/ 20383 h 812387"/>
                <a:gd name="connsiteX34" fmla="*/ 3802476 w 5453729"/>
                <a:gd name="connsiteY34" fmla="*/ 797433 h 812387"/>
                <a:gd name="connsiteX35" fmla="*/ 3625120 w 5453729"/>
                <a:gd name="connsiteY35" fmla="*/ 100775 h 812387"/>
                <a:gd name="connsiteX36" fmla="*/ 3824764 w 5453729"/>
                <a:gd name="connsiteY36" fmla="*/ 116586 h 812387"/>
                <a:gd name="connsiteX37" fmla="*/ 3828574 w 5453729"/>
                <a:gd name="connsiteY37" fmla="*/ 67818 h 812387"/>
                <a:gd name="connsiteX38" fmla="*/ 3843528 w 5453729"/>
                <a:gd name="connsiteY38" fmla="*/ 20288 h 812387"/>
                <a:gd name="connsiteX39" fmla="*/ 3260122 w 5453729"/>
                <a:gd name="connsiteY39" fmla="*/ 20288 h 812387"/>
                <a:gd name="connsiteX40" fmla="*/ 3256503 w 5453729"/>
                <a:gd name="connsiteY40" fmla="*/ 67818 h 812387"/>
                <a:gd name="connsiteX41" fmla="*/ 3241358 w 5453729"/>
                <a:gd name="connsiteY41" fmla="*/ 116586 h 812387"/>
                <a:gd name="connsiteX42" fmla="*/ 3455194 w 5453729"/>
                <a:gd name="connsiteY42" fmla="*/ 100775 h 812387"/>
                <a:gd name="connsiteX43" fmla="*/ 3319749 w 5453729"/>
                <a:gd name="connsiteY43" fmla="*/ 797433 h 812387"/>
                <a:gd name="connsiteX44" fmla="*/ 3405759 w 5453729"/>
                <a:gd name="connsiteY44" fmla="*/ 791813 h 812387"/>
                <a:gd name="connsiteX45" fmla="*/ 3489674 w 5453729"/>
                <a:gd name="connsiteY45" fmla="*/ 797433 h 812387"/>
                <a:gd name="connsiteX46" fmla="*/ 3625025 w 5453729"/>
                <a:gd name="connsiteY46" fmla="*/ 100775 h 812387"/>
                <a:gd name="connsiteX47" fmla="*/ 3116676 w 5453729"/>
                <a:gd name="connsiteY47" fmla="*/ 166592 h 812387"/>
                <a:gd name="connsiteX48" fmla="*/ 3174778 w 5453729"/>
                <a:gd name="connsiteY48" fmla="*/ 54388 h 812387"/>
                <a:gd name="connsiteX49" fmla="*/ 3006376 w 5453729"/>
                <a:gd name="connsiteY49" fmla="*/ 0 h 812387"/>
                <a:gd name="connsiteX50" fmla="*/ 2698433 w 5453729"/>
                <a:gd name="connsiteY50" fmla="*/ 237839 h 812387"/>
                <a:gd name="connsiteX51" fmla="*/ 2960561 w 5453729"/>
                <a:gd name="connsiteY51" fmla="*/ 626459 h 812387"/>
                <a:gd name="connsiteX52" fmla="*/ 2805113 w 5453729"/>
                <a:gd name="connsiteY52" fmla="*/ 744188 h 812387"/>
                <a:gd name="connsiteX53" fmla="*/ 2673001 w 5453729"/>
                <a:gd name="connsiteY53" fmla="*/ 619601 h 812387"/>
                <a:gd name="connsiteX54" fmla="*/ 2651379 w 5453729"/>
                <a:gd name="connsiteY54" fmla="*/ 619601 h 812387"/>
                <a:gd name="connsiteX55" fmla="*/ 2590610 w 5453729"/>
                <a:gd name="connsiteY55" fmla="*/ 763429 h 812387"/>
                <a:gd name="connsiteX56" fmla="*/ 2763584 w 5453729"/>
                <a:gd name="connsiteY56" fmla="*/ 812197 h 812387"/>
                <a:gd name="connsiteX57" fmla="*/ 3112199 w 5453729"/>
                <a:gd name="connsiteY57" fmla="*/ 562928 h 812387"/>
                <a:gd name="connsiteX58" fmla="*/ 2842546 w 5453729"/>
                <a:gd name="connsiteY58" fmla="*/ 178975 h 812387"/>
                <a:gd name="connsiteX59" fmla="*/ 2988660 w 5453729"/>
                <a:gd name="connsiteY59" fmla="*/ 67913 h 812387"/>
                <a:gd name="connsiteX60" fmla="*/ 3099816 w 5453729"/>
                <a:gd name="connsiteY60" fmla="*/ 166592 h 812387"/>
                <a:gd name="connsiteX61" fmla="*/ 3116771 w 5453729"/>
                <a:gd name="connsiteY61" fmla="*/ 166592 h 812387"/>
                <a:gd name="connsiteX62" fmla="*/ 2287238 w 5453729"/>
                <a:gd name="connsiteY62" fmla="*/ 797433 h 812387"/>
                <a:gd name="connsiteX63" fmla="*/ 2373345 w 5453729"/>
                <a:gd name="connsiteY63" fmla="*/ 791813 h 812387"/>
                <a:gd name="connsiteX64" fmla="*/ 2457164 w 5453729"/>
                <a:gd name="connsiteY64" fmla="*/ 797433 h 812387"/>
                <a:gd name="connsiteX65" fmla="*/ 2608231 w 5453729"/>
                <a:gd name="connsiteY65" fmla="*/ 20383 h 812387"/>
                <a:gd name="connsiteX66" fmla="*/ 2522220 w 5453729"/>
                <a:gd name="connsiteY66" fmla="*/ 26003 h 812387"/>
                <a:gd name="connsiteX67" fmla="*/ 2438305 w 5453729"/>
                <a:gd name="connsiteY67" fmla="*/ 20383 h 812387"/>
                <a:gd name="connsiteX68" fmla="*/ 2287238 w 5453729"/>
                <a:gd name="connsiteY68" fmla="*/ 797433 h 812387"/>
                <a:gd name="connsiteX69" fmla="*/ 2206086 w 5453729"/>
                <a:gd name="connsiteY69" fmla="*/ 447485 h 812387"/>
                <a:gd name="connsiteX70" fmla="*/ 2120075 w 5453729"/>
                <a:gd name="connsiteY70" fmla="*/ 453104 h 812387"/>
                <a:gd name="connsiteX71" fmla="*/ 2036255 w 5453729"/>
                <a:gd name="connsiteY71" fmla="*/ 447485 h 812387"/>
                <a:gd name="connsiteX72" fmla="*/ 1984820 w 5453729"/>
                <a:gd name="connsiteY72" fmla="*/ 712470 h 812387"/>
                <a:gd name="connsiteX73" fmla="*/ 1853946 w 5453729"/>
                <a:gd name="connsiteY73" fmla="*/ 744188 h 812387"/>
                <a:gd name="connsiteX74" fmla="*/ 1643348 w 5453729"/>
                <a:gd name="connsiteY74" fmla="*/ 429292 h 812387"/>
                <a:gd name="connsiteX75" fmla="*/ 1995678 w 5453729"/>
                <a:gd name="connsiteY75" fmla="*/ 67913 h 812387"/>
                <a:gd name="connsiteX76" fmla="*/ 2196370 w 5453729"/>
                <a:gd name="connsiteY76" fmla="*/ 183452 h 812387"/>
                <a:gd name="connsiteX77" fmla="*/ 2212181 w 5453729"/>
                <a:gd name="connsiteY77" fmla="*/ 183452 h 812387"/>
                <a:gd name="connsiteX78" fmla="*/ 2266188 w 5453729"/>
                <a:gd name="connsiteY78" fmla="*/ 69056 h 812387"/>
                <a:gd name="connsiteX79" fmla="*/ 2006632 w 5453729"/>
                <a:gd name="connsiteY79" fmla="*/ 0 h 812387"/>
                <a:gd name="connsiteX80" fmla="*/ 1455992 w 5453729"/>
                <a:gd name="connsiteY80" fmla="*/ 425863 h 812387"/>
                <a:gd name="connsiteX81" fmla="*/ 1832896 w 5453729"/>
                <a:gd name="connsiteY81" fmla="*/ 812197 h 812387"/>
                <a:gd name="connsiteX82" fmla="*/ 2145316 w 5453729"/>
                <a:gd name="connsiteY82" fmla="*/ 761238 h 812387"/>
                <a:gd name="connsiteX83" fmla="*/ 2206276 w 5453729"/>
                <a:gd name="connsiteY83" fmla="*/ 447485 h 812387"/>
                <a:gd name="connsiteX84" fmla="*/ 1022033 w 5453729"/>
                <a:gd name="connsiteY84" fmla="*/ 67913 h 812387"/>
                <a:gd name="connsiteX85" fmla="*/ 1198817 w 5453729"/>
                <a:gd name="connsiteY85" fmla="*/ 381762 h 812387"/>
                <a:gd name="connsiteX86" fmla="*/ 875824 w 5453729"/>
                <a:gd name="connsiteY86" fmla="*/ 744188 h 812387"/>
                <a:gd name="connsiteX87" fmla="*/ 697992 w 5453729"/>
                <a:gd name="connsiteY87" fmla="*/ 440627 h 812387"/>
                <a:gd name="connsiteX88" fmla="*/ 1021937 w 5453729"/>
                <a:gd name="connsiteY88" fmla="*/ 67913 h 812387"/>
                <a:gd name="connsiteX89" fmla="*/ 1382649 w 5453729"/>
                <a:gd name="connsiteY89" fmla="*/ 403193 h 812387"/>
                <a:gd name="connsiteX90" fmla="*/ 1041940 w 5453729"/>
                <a:gd name="connsiteY90" fmla="*/ 0 h 812387"/>
                <a:gd name="connsiteX91" fmla="*/ 516350 w 5453729"/>
                <a:gd name="connsiteY91" fmla="*/ 407765 h 812387"/>
                <a:gd name="connsiteX92" fmla="*/ 856964 w 5453729"/>
                <a:gd name="connsiteY92" fmla="*/ 812197 h 812387"/>
                <a:gd name="connsiteX93" fmla="*/ 1382744 w 5453729"/>
                <a:gd name="connsiteY93" fmla="*/ 403289 h 812387"/>
                <a:gd name="connsiteX94" fmla="*/ 319850 w 5453729"/>
                <a:gd name="connsiteY94" fmla="*/ 20479 h 812387"/>
                <a:gd name="connsiteX95" fmla="*/ 233839 w 5453729"/>
                <a:gd name="connsiteY95" fmla="*/ 26098 h 812387"/>
                <a:gd name="connsiteX96" fmla="*/ 149924 w 5453729"/>
                <a:gd name="connsiteY96" fmla="*/ 20479 h 812387"/>
                <a:gd name="connsiteX97" fmla="*/ 0 w 5453729"/>
                <a:gd name="connsiteY97" fmla="*/ 791909 h 812387"/>
                <a:gd name="connsiteX98" fmla="*/ 429292 w 5453729"/>
                <a:gd name="connsiteY98" fmla="*/ 791909 h 812387"/>
                <a:gd name="connsiteX99" fmla="*/ 433197 w 5453729"/>
                <a:gd name="connsiteY99" fmla="*/ 743236 h 812387"/>
                <a:gd name="connsiteX100" fmla="*/ 448342 w 5453729"/>
                <a:gd name="connsiteY100" fmla="*/ 694468 h 812387"/>
                <a:gd name="connsiteX101" fmla="*/ 185833 w 5453729"/>
                <a:gd name="connsiteY101" fmla="*/ 710279 h 812387"/>
                <a:gd name="connsiteX102" fmla="*/ 319945 w 5453729"/>
                <a:gd name="connsiteY102" fmla="*/ 20479 h 81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453729" h="812387">
                  <a:moveTo>
                    <a:pt x="5395722" y="166592"/>
                  </a:moveTo>
                  <a:cubicBezTo>
                    <a:pt x="5414487" y="128016"/>
                    <a:pt x="5433156" y="90583"/>
                    <a:pt x="5453730" y="54388"/>
                  </a:cubicBezTo>
                  <a:cubicBezTo>
                    <a:pt x="5433537" y="30575"/>
                    <a:pt x="5366862" y="0"/>
                    <a:pt x="5285328" y="0"/>
                  </a:cubicBezTo>
                  <a:cubicBezTo>
                    <a:pt x="5113115" y="0"/>
                    <a:pt x="5002816" y="107633"/>
                    <a:pt x="4977384" y="237839"/>
                  </a:cubicBezTo>
                  <a:cubicBezTo>
                    <a:pt x="4924330" y="510826"/>
                    <a:pt x="5274660" y="445198"/>
                    <a:pt x="5239417" y="626459"/>
                  </a:cubicBezTo>
                  <a:cubicBezTo>
                    <a:pt x="5224272" y="704564"/>
                    <a:pt x="5154264" y="744188"/>
                    <a:pt x="5083969" y="744188"/>
                  </a:cubicBezTo>
                  <a:cubicBezTo>
                    <a:pt x="5005864" y="744188"/>
                    <a:pt x="4953667" y="697802"/>
                    <a:pt x="4951953" y="619601"/>
                  </a:cubicBezTo>
                  <a:lnTo>
                    <a:pt x="4930331" y="619601"/>
                  </a:lnTo>
                  <a:cubicBezTo>
                    <a:pt x="4914138" y="668274"/>
                    <a:pt x="4892421" y="715899"/>
                    <a:pt x="4869561" y="763429"/>
                  </a:cubicBezTo>
                  <a:cubicBezTo>
                    <a:pt x="4916234" y="797433"/>
                    <a:pt x="4980147" y="812197"/>
                    <a:pt x="5042535" y="812197"/>
                  </a:cubicBezTo>
                  <a:cubicBezTo>
                    <a:pt x="5217986" y="812197"/>
                    <a:pt x="5362956" y="707993"/>
                    <a:pt x="5391055" y="562928"/>
                  </a:cubicBezTo>
                  <a:cubicBezTo>
                    <a:pt x="5441537" y="303562"/>
                    <a:pt x="5091589" y="331851"/>
                    <a:pt x="5121307" y="178975"/>
                  </a:cubicBezTo>
                  <a:cubicBezTo>
                    <a:pt x="5133880" y="114395"/>
                    <a:pt x="5177981" y="67913"/>
                    <a:pt x="5267516" y="67913"/>
                  </a:cubicBezTo>
                  <a:cubicBezTo>
                    <a:pt x="5332095" y="67913"/>
                    <a:pt x="5367624" y="106490"/>
                    <a:pt x="5378577" y="166592"/>
                  </a:cubicBezTo>
                  <a:lnTo>
                    <a:pt x="5395627" y="166592"/>
                  </a:lnTo>
                  <a:close/>
                  <a:moveTo>
                    <a:pt x="4776692" y="659320"/>
                  </a:moveTo>
                  <a:cubicBezTo>
                    <a:pt x="4716209" y="707993"/>
                    <a:pt x="4627627" y="744284"/>
                    <a:pt x="4557427" y="744284"/>
                  </a:cubicBezTo>
                  <a:cubicBezTo>
                    <a:pt x="4382929" y="744284"/>
                    <a:pt x="4314254" y="608362"/>
                    <a:pt x="4351878" y="414719"/>
                  </a:cubicBezTo>
                  <a:cubicBezTo>
                    <a:pt x="4384262" y="248126"/>
                    <a:pt x="4495133" y="68008"/>
                    <a:pt x="4683157" y="68008"/>
                  </a:cubicBezTo>
                  <a:cubicBezTo>
                    <a:pt x="4756785" y="68008"/>
                    <a:pt x="4820889" y="111157"/>
                    <a:pt x="4850987" y="172307"/>
                  </a:cubicBezTo>
                  <a:lnTo>
                    <a:pt x="4866799" y="172307"/>
                  </a:lnTo>
                  <a:cubicBezTo>
                    <a:pt x="4883659" y="132779"/>
                    <a:pt x="4897851" y="94202"/>
                    <a:pt x="4915567" y="55626"/>
                  </a:cubicBezTo>
                  <a:cubicBezTo>
                    <a:pt x="4856893" y="19431"/>
                    <a:pt x="4770025" y="191"/>
                    <a:pt x="4695254" y="191"/>
                  </a:cubicBezTo>
                  <a:cubicBezTo>
                    <a:pt x="4448271" y="191"/>
                    <a:pt x="4218147" y="134874"/>
                    <a:pt x="4160806" y="430625"/>
                  </a:cubicBezTo>
                  <a:cubicBezTo>
                    <a:pt x="4115562" y="662845"/>
                    <a:pt x="4270058" y="812387"/>
                    <a:pt x="4512469" y="812387"/>
                  </a:cubicBezTo>
                  <a:cubicBezTo>
                    <a:pt x="4588384" y="812387"/>
                    <a:pt x="4671441" y="798862"/>
                    <a:pt x="4746212" y="763619"/>
                  </a:cubicBezTo>
                  <a:lnTo>
                    <a:pt x="4790028" y="666178"/>
                  </a:lnTo>
                  <a:lnTo>
                    <a:pt x="4776692" y="659416"/>
                  </a:lnTo>
                  <a:close/>
                  <a:moveTo>
                    <a:pt x="3802571" y="797433"/>
                  </a:moveTo>
                  <a:cubicBezTo>
                    <a:pt x="3831336" y="795147"/>
                    <a:pt x="3860387" y="791813"/>
                    <a:pt x="3888677" y="791813"/>
                  </a:cubicBezTo>
                  <a:cubicBezTo>
                    <a:pt x="3916966" y="791813"/>
                    <a:pt x="3944684" y="795147"/>
                    <a:pt x="3972497" y="797433"/>
                  </a:cubicBezTo>
                  <a:lnTo>
                    <a:pt x="4123468" y="20383"/>
                  </a:lnTo>
                  <a:cubicBezTo>
                    <a:pt x="4094798" y="22574"/>
                    <a:pt x="4065747" y="26003"/>
                    <a:pt x="4037457" y="26003"/>
                  </a:cubicBezTo>
                  <a:cubicBezTo>
                    <a:pt x="4009168" y="26003"/>
                    <a:pt x="3981450" y="22574"/>
                    <a:pt x="3953542" y="20383"/>
                  </a:cubicBezTo>
                  <a:lnTo>
                    <a:pt x="3802476" y="797433"/>
                  </a:lnTo>
                  <a:close/>
                  <a:moveTo>
                    <a:pt x="3625120" y="100775"/>
                  </a:moveTo>
                  <a:cubicBezTo>
                    <a:pt x="3694176" y="100775"/>
                    <a:pt x="3759518" y="108680"/>
                    <a:pt x="3824764" y="116586"/>
                  </a:cubicBezTo>
                  <a:cubicBezTo>
                    <a:pt x="3825526" y="100775"/>
                    <a:pt x="3825240" y="84868"/>
                    <a:pt x="3828574" y="67818"/>
                  </a:cubicBezTo>
                  <a:cubicBezTo>
                    <a:pt x="3831622" y="52006"/>
                    <a:pt x="3838194" y="36195"/>
                    <a:pt x="3843528" y="20288"/>
                  </a:cubicBezTo>
                  <a:lnTo>
                    <a:pt x="3260122" y="20288"/>
                  </a:lnTo>
                  <a:cubicBezTo>
                    <a:pt x="3259265" y="36195"/>
                    <a:pt x="3259646" y="51911"/>
                    <a:pt x="3256503" y="67818"/>
                  </a:cubicBezTo>
                  <a:cubicBezTo>
                    <a:pt x="3253168" y="84868"/>
                    <a:pt x="3246691" y="100679"/>
                    <a:pt x="3241358" y="116586"/>
                  </a:cubicBezTo>
                  <a:cubicBezTo>
                    <a:pt x="3301842" y="108680"/>
                    <a:pt x="3374803" y="100775"/>
                    <a:pt x="3455194" y="100775"/>
                  </a:cubicBezTo>
                  <a:lnTo>
                    <a:pt x="3319749" y="797433"/>
                  </a:lnTo>
                  <a:cubicBezTo>
                    <a:pt x="3348609" y="795147"/>
                    <a:pt x="3377565" y="791813"/>
                    <a:pt x="3405759" y="791813"/>
                  </a:cubicBezTo>
                  <a:cubicBezTo>
                    <a:pt x="3433953" y="791813"/>
                    <a:pt x="3461671" y="795147"/>
                    <a:pt x="3489674" y="797433"/>
                  </a:cubicBezTo>
                  <a:lnTo>
                    <a:pt x="3625025" y="100775"/>
                  </a:lnTo>
                  <a:close/>
                  <a:moveTo>
                    <a:pt x="3116676" y="166592"/>
                  </a:moveTo>
                  <a:cubicBezTo>
                    <a:pt x="3135535" y="128016"/>
                    <a:pt x="3154109" y="90583"/>
                    <a:pt x="3174778" y="54388"/>
                  </a:cubicBezTo>
                  <a:cubicBezTo>
                    <a:pt x="3154490" y="30575"/>
                    <a:pt x="3088005" y="0"/>
                    <a:pt x="3006376" y="0"/>
                  </a:cubicBezTo>
                  <a:cubicBezTo>
                    <a:pt x="2834164" y="0"/>
                    <a:pt x="2723769" y="107633"/>
                    <a:pt x="2698433" y="237839"/>
                  </a:cubicBezTo>
                  <a:cubicBezTo>
                    <a:pt x="2645378" y="510826"/>
                    <a:pt x="2995708" y="445198"/>
                    <a:pt x="2960561" y="626459"/>
                  </a:cubicBezTo>
                  <a:cubicBezTo>
                    <a:pt x="2945321" y="704564"/>
                    <a:pt x="2875312" y="744188"/>
                    <a:pt x="2805113" y="744188"/>
                  </a:cubicBezTo>
                  <a:cubicBezTo>
                    <a:pt x="2726912" y="744188"/>
                    <a:pt x="2674811" y="697802"/>
                    <a:pt x="2673001" y="619601"/>
                  </a:cubicBezTo>
                  <a:lnTo>
                    <a:pt x="2651379" y="619601"/>
                  </a:lnTo>
                  <a:cubicBezTo>
                    <a:pt x="2635091" y="668274"/>
                    <a:pt x="2613470" y="715899"/>
                    <a:pt x="2590610" y="763429"/>
                  </a:cubicBezTo>
                  <a:cubicBezTo>
                    <a:pt x="2637282" y="797433"/>
                    <a:pt x="2701290" y="812197"/>
                    <a:pt x="2763584" y="812197"/>
                  </a:cubicBezTo>
                  <a:cubicBezTo>
                    <a:pt x="2939129" y="812197"/>
                    <a:pt x="3084005" y="707993"/>
                    <a:pt x="3112199" y="562928"/>
                  </a:cubicBezTo>
                  <a:cubicBezTo>
                    <a:pt x="3162681" y="303562"/>
                    <a:pt x="2812828" y="331851"/>
                    <a:pt x="2842546" y="178975"/>
                  </a:cubicBezTo>
                  <a:cubicBezTo>
                    <a:pt x="2855119" y="114395"/>
                    <a:pt x="2899124" y="67913"/>
                    <a:pt x="2988660" y="67913"/>
                  </a:cubicBezTo>
                  <a:cubicBezTo>
                    <a:pt x="3053239" y="67913"/>
                    <a:pt x="3088767" y="106490"/>
                    <a:pt x="3099816" y="166592"/>
                  </a:cubicBezTo>
                  <a:lnTo>
                    <a:pt x="3116771" y="166592"/>
                  </a:lnTo>
                  <a:close/>
                  <a:moveTo>
                    <a:pt x="2287238" y="797433"/>
                  </a:moveTo>
                  <a:cubicBezTo>
                    <a:pt x="2316004" y="795147"/>
                    <a:pt x="2344960" y="791813"/>
                    <a:pt x="2373345" y="791813"/>
                  </a:cubicBezTo>
                  <a:cubicBezTo>
                    <a:pt x="2401729" y="791813"/>
                    <a:pt x="2429352" y="795147"/>
                    <a:pt x="2457164" y="797433"/>
                  </a:cubicBezTo>
                  <a:lnTo>
                    <a:pt x="2608231" y="20383"/>
                  </a:lnTo>
                  <a:cubicBezTo>
                    <a:pt x="2579465" y="22574"/>
                    <a:pt x="2550510" y="26003"/>
                    <a:pt x="2522220" y="26003"/>
                  </a:cubicBezTo>
                  <a:cubicBezTo>
                    <a:pt x="2493931" y="26003"/>
                    <a:pt x="2466213" y="22574"/>
                    <a:pt x="2438305" y="20383"/>
                  </a:cubicBezTo>
                  <a:lnTo>
                    <a:pt x="2287238" y="797433"/>
                  </a:lnTo>
                  <a:close/>
                  <a:moveTo>
                    <a:pt x="2206086" y="447485"/>
                  </a:moveTo>
                  <a:cubicBezTo>
                    <a:pt x="2177320" y="449675"/>
                    <a:pt x="2148364" y="453104"/>
                    <a:pt x="2120075" y="453104"/>
                  </a:cubicBezTo>
                  <a:cubicBezTo>
                    <a:pt x="2091785" y="453104"/>
                    <a:pt x="2064068" y="449675"/>
                    <a:pt x="2036255" y="447485"/>
                  </a:cubicBezTo>
                  <a:lnTo>
                    <a:pt x="1984820" y="712470"/>
                  </a:lnTo>
                  <a:cubicBezTo>
                    <a:pt x="1954530" y="728282"/>
                    <a:pt x="1910620" y="744188"/>
                    <a:pt x="1853946" y="744188"/>
                  </a:cubicBezTo>
                  <a:cubicBezTo>
                    <a:pt x="1681829" y="744188"/>
                    <a:pt x="1605058" y="626459"/>
                    <a:pt x="1643348" y="429292"/>
                  </a:cubicBezTo>
                  <a:cubicBezTo>
                    <a:pt x="1680401" y="238982"/>
                    <a:pt x="1806607" y="67913"/>
                    <a:pt x="1995678" y="67913"/>
                  </a:cubicBezTo>
                  <a:cubicBezTo>
                    <a:pt x="2085118" y="67913"/>
                    <a:pt x="2158937" y="107633"/>
                    <a:pt x="2196370" y="183452"/>
                  </a:cubicBezTo>
                  <a:lnTo>
                    <a:pt x="2212181" y="183452"/>
                  </a:lnTo>
                  <a:cubicBezTo>
                    <a:pt x="2224183" y="144971"/>
                    <a:pt x="2243233" y="105251"/>
                    <a:pt x="2266188" y="69056"/>
                  </a:cubicBezTo>
                  <a:cubicBezTo>
                    <a:pt x="2190655" y="20383"/>
                    <a:pt x="2103978" y="0"/>
                    <a:pt x="2006632" y="0"/>
                  </a:cubicBezTo>
                  <a:cubicBezTo>
                    <a:pt x="1744980" y="0"/>
                    <a:pt x="1510760" y="143827"/>
                    <a:pt x="1455992" y="425863"/>
                  </a:cubicBezTo>
                  <a:cubicBezTo>
                    <a:pt x="1404271" y="691991"/>
                    <a:pt x="1593818" y="812197"/>
                    <a:pt x="1832896" y="812197"/>
                  </a:cubicBezTo>
                  <a:cubicBezTo>
                    <a:pt x="1932623" y="812197"/>
                    <a:pt x="2037779" y="789527"/>
                    <a:pt x="2145316" y="761238"/>
                  </a:cubicBezTo>
                  <a:lnTo>
                    <a:pt x="2206276" y="447485"/>
                  </a:lnTo>
                  <a:close/>
                  <a:moveTo>
                    <a:pt x="1022033" y="67913"/>
                  </a:moveTo>
                  <a:cubicBezTo>
                    <a:pt x="1191959" y="67913"/>
                    <a:pt x="1227296" y="235553"/>
                    <a:pt x="1198817" y="381762"/>
                  </a:cubicBezTo>
                  <a:cubicBezTo>
                    <a:pt x="1162336" y="569690"/>
                    <a:pt x="1050227" y="744188"/>
                    <a:pt x="875824" y="744188"/>
                  </a:cubicBezTo>
                  <a:cubicBezTo>
                    <a:pt x="701421" y="744188"/>
                    <a:pt x="669417" y="587883"/>
                    <a:pt x="697992" y="440627"/>
                  </a:cubicBezTo>
                  <a:cubicBezTo>
                    <a:pt x="747332" y="186881"/>
                    <a:pt x="864394" y="67913"/>
                    <a:pt x="1021937" y="67913"/>
                  </a:cubicBezTo>
                  <a:moveTo>
                    <a:pt x="1382649" y="403193"/>
                  </a:moveTo>
                  <a:cubicBezTo>
                    <a:pt x="1415606" y="227552"/>
                    <a:pt x="1364742" y="0"/>
                    <a:pt x="1041940" y="0"/>
                  </a:cubicBezTo>
                  <a:cubicBezTo>
                    <a:pt x="759905" y="0"/>
                    <a:pt x="560165" y="182404"/>
                    <a:pt x="516350" y="407765"/>
                  </a:cubicBezTo>
                  <a:cubicBezTo>
                    <a:pt x="466344" y="664940"/>
                    <a:pt x="606552" y="812197"/>
                    <a:pt x="856964" y="812197"/>
                  </a:cubicBezTo>
                  <a:cubicBezTo>
                    <a:pt x="1134523" y="812197"/>
                    <a:pt x="1340930" y="624173"/>
                    <a:pt x="1382744" y="403289"/>
                  </a:cubicBezTo>
                  <a:moveTo>
                    <a:pt x="319850" y="20479"/>
                  </a:moveTo>
                  <a:cubicBezTo>
                    <a:pt x="291084" y="22669"/>
                    <a:pt x="262128" y="26098"/>
                    <a:pt x="233839" y="26098"/>
                  </a:cubicBezTo>
                  <a:cubicBezTo>
                    <a:pt x="205550" y="26098"/>
                    <a:pt x="177832" y="22669"/>
                    <a:pt x="149924" y="20479"/>
                  </a:cubicBezTo>
                  <a:lnTo>
                    <a:pt x="0" y="791909"/>
                  </a:lnTo>
                  <a:lnTo>
                    <a:pt x="429292" y="791909"/>
                  </a:lnTo>
                  <a:cubicBezTo>
                    <a:pt x="430149" y="776002"/>
                    <a:pt x="430054" y="759047"/>
                    <a:pt x="433197" y="743236"/>
                  </a:cubicBezTo>
                  <a:cubicBezTo>
                    <a:pt x="436150" y="727424"/>
                    <a:pt x="442817" y="710374"/>
                    <a:pt x="448342" y="694468"/>
                  </a:cubicBezTo>
                  <a:cubicBezTo>
                    <a:pt x="369761" y="702374"/>
                    <a:pt x="284321" y="710279"/>
                    <a:pt x="185833" y="710279"/>
                  </a:cubicBezTo>
                  <a:lnTo>
                    <a:pt x="319945" y="2047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1544"/>
            </a:p>
          </p:txBody>
        </p:sp>
      </p:grpSp>
      <p:sp>
        <p:nvSpPr>
          <p:cNvPr id="28" name="Espace réservé du numéro de diapositive 7">
            <a:extLst>
              <a:ext uri="{FF2B5EF4-FFF2-40B4-BE49-F238E27FC236}">
                <a16:creationId xmlns:a16="http://schemas.microsoft.com/office/drawing/2014/main" id="{2727DCC8-ED02-3C64-43EE-B4D5A81D3A9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523992" y="6469380"/>
            <a:ext cx="241736" cy="297521"/>
          </a:xfrm>
        </p:spPr>
        <p:txBody>
          <a:bodyPr/>
          <a:lstStyle/>
          <a:p>
            <a:fld id="{4BF46CD0-FBDC-4232-8F32-5100991AA63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29" name="Espace réservé du pied de page 10">
            <a:extLst>
              <a:ext uri="{FF2B5EF4-FFF2-40B4-BE49-F238E27FC236}">
                <a16:creationId xmlns:a16="http://schemas.microsoft.com/office/drawing/2014/main" id="{EA973883-6D1D-5CA1-A974-FDD6CE72BF1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74952" y="6549509"/>
            <a:ext cx="3064239" cy="169277"/>
          </a:xfrm>
        </p:spPr>
        <p:txBody>
          <a:bodyPr/>
          <a:lstStyle/>
          <a:p>
            <a:pPr>
              <a:spcBef>
                <a:spcPts val="2438"/>
              </a:spcBef>
            </a:pPr>
            <a:r>
              <a:rPr lang="fr-FR"/>
              <a:t>Section title</a:t>
            </a:r>
            <a:endParaRPr lang="fr-FR" dirty="0"/>
          </a:p>
        </p:txBody>
      </p:sp>
      <p:sp>
        <p:nvSpPr>
          <p:cNvPr id="30" name="Espace réservé du texte 6">
            <a:extLst>
              <a:ext uri="{FF2B5EF4-FFF2-40B4-BE49-F238E27FC236}">
                <a16:creationId xmlns:a16="http://schemas.microsoft.com/office/drawing/2014/main" id="{00318684-F6F3-E812-FD23-B9242B844A5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72840" y="1583489"/>
            <a:ext cx="9481227" cy="4891819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pic>
        <p:nvPicPr>
          <p:cNvPr id="31" name="Image 30">
            <a:extLst>
              <a:ext uri="{FF2B5EF4-FFF2-40B4-BE49-F238E27FC236}">
                <a16:creationId xmlns:a16="http://schemas.microsoft.com/office/drawing/2014/main" id="{09422DAB-18E8-699B-90E9-B2226C15581D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4839264" y="-3391446"/>
            <a:ext cx="227473" cy="943273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27654775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| title  text | dark header">
    <p:bg>
      <p:bgPr>
        <a:gradFill>
          <a:gsLst>
            <a:gs pos="0">
              <a:schemeClr val="bg2"/>
            </a:gs>
            <a:gs pos="100000">
              <a:schemeClr val="tx2"/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815C426-3FA6-D44D-E6D3-A3DB1C488A36}"/>
              </a:ext>
            </a:extLst>
          </p:cNvPr>
          <p:cNvSpPr/>
          <p:nvPr userDrawn="1"/>
        </p:nvSpPr>
        <p:spPr>
          <a:xfrm>
            <a:off x="-213" y="1438656"/>
            <a:ext cx="9905999" cy="54193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544" dirty="0"/>
          </a:p>
        </p:txBody>
      </p:sp>
      <p:pic>
        <p:nvPicPr>
          <p:cNvPr id="20" name="Graphique 19">
            <a:extLst>
              <a:ext uri="{FF2B5EF4-FFF2-40B4-BE49-F238E27FC236}">
                <a16:creationId xmlns:a16="http://schemas.microsoft.com/office/drawing/2014/main" id="{C3BA387A-FB08-4E8F-9F19-13FE2C6157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8861" t="-3712" r="37096" b="61920"/>
          <a:stretch/>
        </p:blipFill>
        <p:spPr>
          <a:xfrm>
            <a:off x="5420714" y="-31080"/>
            <a:ext cx="4485287" cy="4448196"/>
          </a:xfrm>
          <a:prstGeom prst="rect">
            <a:avLst/>
          </a:prstGeom>
        </p:spPr>
      </p:pic>
      <p:sp>
        <p:nvSpPr>
          <p:cNvPr id="24" name="Ellipse 23">
            <a:extLst>
              <a:ext uri="{FF2B5EF4-FFF2-40B4-BE49-F238E27FC236}">
                <a16:creationId xmlns:a16="http://schemas.microsoft.com/office/drawing/2014/main" id="{C2CB58D9-9EFF-4A71-AC43-B9411F176ED5}"/>
              </a:ext>
            </a:extLst>
          </p:cNvPr>
          <p:cNvSpPr/>
          <p:nvPr userDrawn="1"/>
        </p:nvSpPr>
        <p:spPr>
          <a:xfrm>
            <a:off x="1089370" y="6592896"/>
            <a:ext cx="63901" cy="78647"/>
          </a:xfrm>
          <a:prstGeom prst="ellipse">
            <a:avLst/>
          </a:prstGeom>
          <a:solidFill>
            <a:srgbClr val="EF1A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544" dirty="0"/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62E70154-91F3-98D7-261D-A6EB7BACAF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1141" y="309813"/>
            <a:ext cx="9438217" cy="4950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Click to </a:t>
            </a:r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title</a:t>
            </a:r>
            <a:endParaRPr lang="fr-FR" dirty="0"/>
          </a:p>
        </p:txBody>
      </p:sp>
      <p:cxnSp>
        <p:nvCxnSpPr>
          <p:cNvPr id="2" name="Connecteur droit 32">
            <a:extLst>
              <a:ext uri="{FF2B5EF4-FFF2-40B4-BE49-F238E27FC236}">
                <a16:creationId xmlns:a16="http://schemas.microsoft.com/office/drawing/2014/main" id="{19049D6F-2A5B-D71B-1AC1-30DF5C337686}"/>
              </a:ext>
            </a:extLst>
          </p:cNvPr>
          <p:cNvCxnSpPr/>
          <p:nvPr userDrawn="1"/>
        </p:nvCxnSpPr>
        <p:spPr>
          <a:xfrm>
            <a:off x="332997" y="931569"/>
            <a:ext cx="220996" cy="0"/>
          </a:xfrm>
          <a:prstGeom prst="line">
            <a:avLst/>
          </a:prstGeom>
          <a:ln w="47625" cap="rnd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que 5">
            <a:extLst>
              <a:ext uri="{FF2B5EF4-FFF2-40B4-BE49-F238E27FC236}">
                <a16:creationId xmlns:a16="http://schemas.microsoft.com/office/drawing/2014/main" id="{5DE78F35-BFFA-707F-AB95-AFB8F925D7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8861" t="-3712" r="64117" b="61920"/>
          <a:stretch/>
        </p:blipFill>
        <p:spPr>
          <a:xfrm rot="10800000">
            <a:off x="-1" y="1886193"/>
            <a:ext cx="2242643" cy="4448196"/>
          </a:xfrm>
          <a:prstGeom prst="rect">
            <a:avLst/>
          </a:prstGeom>
        </p:spPr>
      </p:pic>
      <p:sp>
        <p:nvSpPr>
          <p:cNvPr id="7" name="Ellipse 6">
            <a:extLst>
              <a:ext uri="{FF2B5EF4-FFF2-40B4-BE49-F238E27FC236}">
                <a16:creationId xmlns:a16="http://schemas.microsoft.com/office/drawing/2014/main" id="{EEAFDF30-0193-92E5-0311-C71F5607E299}"/>
              </a:ext>
            </a:extLst>
          </p:cNvPr>
          <p:cNvSpPr/>
          <p:nvPr userDrawn="1"/>
        </p:nvSpPr>
        <p:spPr>
          <a:xfrm>
            <a:off x="1089370" y="6592896"/>
            <a:ext cx="63901" cy="78647"/>
          </a:xfrm>
          <a:prstGeom prst="ellipse">
            <a:avLst/>
          </a:prstGeom>
          <a:solidFill>
            <a:srgbClr val="EF1A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544" dirty="0"/>
          </a:p>
        </p:txBody>
      </p:sp>
      <p:sp>
        <p:nvSpPr>
          <p:cNvPr id="16" name="Espace réservé du numéro de diapositive 7">
            <a:extLst>
              <a:ext uri="{FF2B5EF4-FFF2-40B4-BE49-F238E27FC236}">
                <a16:creationId xmlns:a16="http://schemas.microsoft.com/office/drawing/2014/main" id="{05C612D4-C70F-A2C9-893C-1529F7EBE7F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523992" y="6469380"/>
            <a:ext cx="241736" cy="297521"/>
          </a:xfrm>
        </p:spPr>
        <p:txBody>
          <a:bodyPr/>
          <a:lstStyle/>
          <a:p>
            <a:fld id="{4BF46CD0-FBDC-4232-8F32-5100991AA63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7" name="Espace réservé du pied de page 10">
            <a:extLst>
              <a:ext uri="{FF2B5EF4-FFF2-40B4-BE49-F238E27FC236}">
                <a16:creationId xmlns:a16="http://schemas.microsoft.com/office/drawing/2014/main" id="{CCD1084F-1E88-C6AE-EC5D-22910B39A59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74952" y="6549509"/>
            <a:ext cx="3064239" cy="169277"/>
          </a:xfrm>
        </p:spPr>
        <p:txBody>
          <a:bodyPr/>
          <a:lstStyle/>
          <a:p>
            <a:pPr>
              <a:spcBef>
                <a:spcPts val="2438"/>
              </a:spcBef>
            </a:pPr>
            <a:r>
              <a:rPr lang="fr-FR"/>
              <a:t>Section title</a:t>
            </a:r>
            <a:endParaRPr lang="fr-FR" dirty="0"/>
          </a:p>
        </p:txBody>
      </p:sp>
      <p:sp>
        <p:nvSpPr>
          <p:cNvPr id="18" name="Espace réservé du texte 6">
            <a:extLst>
              <a:ext uri="{FF2B5EF4-FFF2-40B4-BE49-F238E27FC236}">
                <a16:creationId xmlns:a16="http://schemas.microsoft.com/office/drawing/2014/main" id="{F5385B35-91DC-07C6-C294-C6AB7660B03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72840" y="1583489"/>
            <a:ext cx="9481227" cy="4891819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36355A1C-F476-2262-A18E-979D071DDD8D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4839264" y="-3391446"/>
            <a:ext cx="227473" cy="9432731"/>
          </a:xfrm>
          <a:prstGeom prst="rect">
            <a:avLst/>
          </a:prstGeom>
        </p:spPr>
      </p:pic>
      <p:grpSp>
        <p:nvGrpSpPr>
          <p:cNvPr id="4" name="Groupe 3">
            <a:extLst>
              <a:ext uri="{FF2B5EF4-FFF2-40B4-BE49-F238E27FC236}">
                <a16:creationId xmlns:a16="http://schemas.microsoft.com/office/drawing/2014/main" id="{9D1F3E16-F017-B12B-4AE7-122B4440F7B9}"/>
              </a:ext>
            </a:extLst>
          </p:cNvPr>
          <p:cNvGrpSpPr/>
          <p:nvPr userDrawn="1"/>
        </p:nvGrpSpPr>
        <p:grpSpPr>
          <a:xfrm>
            <a:off x="237380" y="6509290"/>
            <a:ext cx="730309" cy="179017"/>
            <a:chOff x="7804375" y="14663327"/>
            <a:chExt cx="7400924" cy="1473993"/>
          </a:xfrm>
          <a:solidFill>
            <a:schemeClr val="accent2"/>
          </a:solidFill>
        </p:grpSpPr>
        <p:grpSp>
          <p:nvGrpSpPr>
            <p:cNvPr id="12" name="Graphique 37">
              <a:extLst>
                <a:ext uri="{FF2B5EF4-FFF2-40B4-BE49-F238E27FC236}">
                  <a16:creationId xmlns:a16="http://schemas.microsoft.com/office/drawing/2014/main" id="{E4EC6978-1E30-6FFB-BF9A-BC1371F077E2}"/>
                </a:ext>
              </a:extLst>
            </p:cNvPr>
            <p:cNvGrpSpPr/>
            <p:nvPr/>
          </p:nvGrpSpPr>
          <p:grpSpPr>
            <a:xfrm>
              <a:off x="7804375" y="14663327"/>
              <a:ext cx="2394966" cy="1473326"/>
              <a:chOff x="7804375" y="14663327"/>
              <a:chExt cx="2394966" cy="1473326"/>
            </a:xfrm>
            <a:grpFill/>
          </p:grpSpPr>
          <p:sp>
            <p:nvSpPr>
              <p:cNvPr id="19" name="Forme libre : forme 18">
                <a:extLst>
                  <a:ext uri="{FF2B5EF4-FFF2-40B4-BE49-F238E27FC236}">
                    <a16:creationId xmlns:a16="http://schemas.microsoft.com/office/drawing/2014/main" id="{F7BA401F-82CD-4116-06CF-DFBE5E0FB561}"/>
                  </a:ext>
                </a:extLst>
              </p:cNvPr>
              <p:cNvSpPr/>
              <p:nvPr/>
            </p:nvSpPr>
            <p:spPr>
              <a:xfrm>
                <a:off x="8464266" y="14990796"/>
                <a:ext cx="1206016" cy="1137570"/>
              </a:xfrm>
              <a:custGeom>
                <a:avLst/>
                <a:gdLst>
                  <a:gd name="connsiteX0" fmla="*/ 221075 w 1206016"/>
                  <a:gd name="connsiteY0" fmla="*/ 0 h 1137570"/>
                  <a:gd name="connsiteX1" fmla="*/ 0 w 1206016"/>
                  <a:gd name="connsiteY1" fmla="*/ 1137571 h 1137570"/>
                  <a:gd name="connsiteX2" fmla="*/ 467678 w 1206016"/>
                  <a:gd name="connsiteY2" fmla="*/ 1137571 h 1137570"/>
                  <a:gd name="connsiteX3" fmla="*/ 1192530 w 1206016"/>
                  <a:gd name="connsiteY3" fmla="*/ 536258 h 1137570"/>
                  <a:gd name="connsiteX4" fmla="*/ 792290 w 1206016"/>
                  <a:gd name="connsiteY4" fmla="*/ 95 h 1137570"/>
                  <a:gd name="connsiteX5" fmla="*/ 221075 w 1206016"/>
                  <a:gd name="connsiteY5" fmla="*/ 95 h 1137570"/>
                  <a:gd name="connsiteX6" fmla="*/ 452723 w 1206016"/>
                  <a:gd name="connsiteY6" fmla="*/ 96869 h 1137570"/>
                  <a:gd name="connsiteX7" fmla="*/ 616458 w 1206016"/>
                  <a:gd name="connsiteY7" fmla="*/ 96869 h 1137570"/>
                  <a:gd name="connsiteX8" fmla="*/ 915638 w 1206016"/>
                  <a:gd name="connsiteY8" fmla="*/ 534543 h 1137570"/>
                  <a:gd name="connsiteX9" fmla="*/ 411290 w 1206016"/>
                  <a:gd name="connsiteY9" fmla="*/ 1040606 h 1137570"/>
                  <a:gd name="connsiteX10" fmla="*/ 269367 w 1206016"/>
                  <a:gd name="connsiteY10" fmla="*/ 1040606 h 1137570"/>
                  <a:gd name="connsiteX11" fmla="*/ 452723 w 1206016"/>
                  <a:gd name="connsiteY11" fmla="*/ 96774 h 1137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206016" h="1137570">
                    <a:moveTo>
                      <a:pt x="221075" y="0"/>
                    </a:moveTo>
                    <a:lnTo>
                      <a:pt x="0" y="1137571"/>
                    </a:lnTo>
                    <a:lnTo>
                      <a:pt x="467678" y="1137571"/>
                    </a:lnTo>
                    <a:cubicBezTo>
                      <a:pt x="810101" y="1137571"/>
                      <a:pt x="1119188" y="913733"/>
                      <a:pt x="1192530" y="536258"/>
                    </a:cubicBezTo>
                    <a:cubicBezTo>
                      <a:pt x="1245775" y="262318"/>
                      <a:pt x="1147191" y="13430"/>
                      <a:pt x="792290" y="95"/>
                    </a:cubicBezTo>
                    <a:lnTo>
                      <a:pt x="221075" y="95"/>
                    </a:lnTo>
                    <a:close/>
                    <a:moveTo>
                      <a:pt x="452723" y="96869"/>
                    </a:moveTo>
                    <a:lnTo>
                      <a:pt x="616458" y="96869"/>
                    </a:lnTo>
                    <a:cubicBezTo>
                      <a:pt x="851916" y="96869"/>
                      <a:pt x="976598" y="220504"/>
                      <a:pt x="915638" y="534543"/>
                    </a:cubicBezTo>
                    <a:cubicBezTo>
                      <a:pt x="839629" y="925354"/>
                      <a:pt x="641795" y="1040606"/>
                      <a:pt x="411290" y="1040606"/>
                    </a:cubicBezTo>
                    <a:lnTo>
                      <a:pt x="269367" y="1040606"/>
                    </a:lnTo>
                    <a:lnTo>
                      <a:pt x="452723" y="96774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1544"/>
              </a:p>
            </p:txBody>
          </p:sp>
          <p:sp>
            <p:nvSpPr>
              <p:cNvPr id="21" name="Forme libre : forme 20">
                <a:extLst>
                  <a:ext uri="{FF2B5EF4-FFF2-40B4-BE49-F238E27FC236}">
                    <a16:creationId xmlns:a16="http://schemas.microsoft.com/office/drawing/2014/main" id="{1837F629-1A40-C9EB-17A4-FE2E45229237}"/>
                  </a:ext>
                </a:extLst>
              </p:cNvPr>
              <p:cNvSpPr/>
              <p:nvPr/>
            </p:nvSpPr>
            <p:spPr>
              <a:xfrm>
                <a:off x="7804375" y="14663327"/>
                <a:ext cx="2394966" cy="1136017"/>
              </a:xfrm>
              <a:custGeom>
                <a:avLst/>
                <a:gdLst>
                  <a:gd name="connsiteX0" fmla="*/ 1852232 w 2394966"/>
                  <a:gd name="connsiteY0" fmla="*/ 299752 h 1136017"/>
                  <a:gd name="connsiteX1" fmla="*/ 1816132 w 2394966"/>
                  <a:gd name="connsiteY1" fmla="*/ 148781 h 1136017"/>
                  <a:gd name="connsiteX2" fmla="*/ 2265426 w 2394966"/>
                  <a:gd name="connsiteY2" fmla="*/ 0 h 1136017"/>
                  <a:gd name="connsiteX3" fmla="*/ 2394966 w 2394966"/>
                  <a:gd name="connsiteY3" fmla="*/ 451961 h 1136017"/>
                  <a:gd name="connsiteX4" fmla="*/ 2237804 w 2394966"/>
                  <a:gd name="connsiteY4" fmla="*/ 487775 h 1136017"/>
                  <a:gd name="connsiteX5" fmla="*/ 2207514 w 2394966"/>
                  <a:gd name="connsiteY5" fmla="*/ 303086 h 1136017"/>
                  <a:gd name="connsiteX6" fmla="*/ 0 w 2394966"/>
                  <a:gd name="connsiteY6" fmla="*/ 1074801 h 1136017"/>
                  <a:gd name="connsiteX7" fmla="*/ 17812 w 2394966"/>
                  <a:gd name="connsiteY7" fmla="*/ 1033272 h 1136017"/>
                  <a:gd name="connsiteX8" fmla="*/ 2028349 w 2394966"/>
                  <a:gd name="connsiteY8" fmla="*/ 231458 h 1136017"/>
                  <a:gd name="connsiteX9" fmla="*/ 1852232 w 2394966"/>
                  <a:gd name="connsiteY9" fmla="*/ 299752 h 1136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394966" h="1136017">
                    <a:moveTo>
                      <a:pt x="1852232" y="299752"/>
                    </a:moveTo>
                    <a:cubicBezTo>
                      <a:pt x="1851946" y="217742"/>
                      <a:pt x="1838611" y="205264"/>
                      <a:pt x="1816132" y="148781"/>
                    </a:cubicBezTo>
                    <a:lnTo>
                      <a:pt x="2265426" y="0"/>
                    </a:lnTo>
                    <a:lnTo>
                      <a:pt x="2394966" y="451961"/>
                    </a:lnTo>
                    <a:cubicBezTo>
                      <a:pt x="2348103" y="449199"/>
                      <a:pt x="2298478" y="454724"/>
                      <a:pt x="2237804" y="487775"/>
                    </a:cubicBezTo>
                    <a:lnTo>
                      <a:pt x="2207514" y="303086"/>
                    </a:lnTo>
                    <a:cubicBezTo>
                      <a:pt x="2042160" y="609124"/>
                      <a:pt x="1223677" y="1353217"/>
                      <a:pt x="0" y="1074801"/>
                    </a:cubicBezTo>
                    <a:cubicBezTo>
                      <a:pt x="7906" y="1068038"/>
                      <a:pt x="14002" y="1043654"/>
                      <a:pt x="17812" y="1033272"/>
                    </a:cubicBezTo>
                    <a:cubicBezTo>
                      <a:pt x="1146429" y="1185005"/>
                      <a:pt x="1915478" y="481679"/>
                      <a:pt x="2028349" y="231458"/>
                    </a:cubicBezTo>
                    <a:lnTo>
                      <a:pt x="1852232" y="299752"/>
                    </a:lnTo>
                    <a:close/>
                  </a:path>
                </a:pathLst>
              </a:custGeom>
              <a:solidFill>
                <a:schemeClr val="accent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1544"/>
              </a:p>
            </p:txBody>
          </p:sp>
          <p:sp>
            <p:nvSpPr>
              <p:cNvPr id="23" name="Forme libre : forme 22">
                <a:extLst>
                  <a:ext uri="{FF2B5EF4-FFF2-40B4-BE49-F238E27FC236}">
                    <a16:creationId xmlns:a16="http://schemas.microsoft.com/office/drawing/2014/main" id="{B8459B37-7F20-DE11-402A-37CD18C1CFA6}"/>
                  </a:ext>
                </a:extLst>
              </p:cNvPr>
              <p:cNvSpPr/>
              <p:nvPr/>
            </p:nvSpPr>
            <p:spPr>
              <a:xfrm>
                <a:off x="8045167" y="14990796"/>
                <a:ext cx="473297" cy="1145857"/>
              </a:xfrm>
              <a:custGeom>
                <a:avLst/>
                <a:gdLst>
                  <a:gd name="connsiteX0" fmla="*/ 95 w 473297"/>
                  <a:gd name="connsiteY0" fmla="*/ 1145857 h 1145857"/>
                  <a:gd name="connsiteX1" fmla="*/ 126968 w 473297"/>
                  <a:gd name="connsiteY1" fmla="*/ 1137571 h 1145857"/>
                  <a:gd name="connsiteX2" fmla="*/ 250603 w 473297"/>
                  <a:gd name="connsiteY2" fmla="*/ 1145857 h 1145857"/>
                  <a:gd name="connsiteX3" fmla="*/ 473297 w 473297"/>
                  <a:gd name="connsiteY3" fmla="*/ 0 h 1145857"/>
                  <a:gd name="connsiteX4" fmla="*/ 346424 w 473297"/>
                  <a:gd name="connsiteY4" fmla="*/ 8382 h 1145857"/>
                  <a:gd name="connsiteX5" fmla="*/ 222790 w 473297"/>
                  <a:gd name="connsiteY5" fmla="*/ 0 h 1145857"/>
                  <a:gd name="connsiteX6" fmla="*/ 0 w 473297"/>
                  <a:gd name="connsiteY6" fmla="*/ 1145857 h 114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73297" h="1145857">
                    <a:moveTo>
                      <a:pt x="95" y="1145857"/>
                    </a:moveTo>
                    <a:cubicBezTo>
                      <a:pt x="42481" y="1142524"/>
                      <a:pt x="85249" y="1137571"/>
                      <a:pt x="126968" y="1137571"/>
                    </a:cubicBezTo>
                    <a:cubicBezTo>
                      <a:pt x="168688" y="1137571"/>
                      <a:pt x="209550" y="1142619"/>
                      <a:pt x="250603" y="1145857"/>
                    </a:cubicBezTo>
                    <a:lnTo>
                      <a:pt x="473297" y="0"/>
                    </a:lnTo>
                    <a:cubicBezTo>
                      <a:pt x="430911" y="3239"/>
                      <a:pt x="388144" y="8382"/>
                      <a:pt x="346424" y="8382"/>
                    </a:cubicBezTo>
                    <a:cubicBezTo>
                      <a:pt x="304705" y="8382"/>
                      <a:pt x="263843" y="3334"/>
                      <a:pt x="222790" y="0"/>
                    </a:cubicBezTo>
                    <a:lnTo>
                      <a:pt x="0" y="114585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1544"/>
              </a:p>
            </p:txBody>
          </p:sp>
        </p:grpSp>
        <p:sp>
          <p:nvSpPr>
            <p:cNvPr id="14" name="Forme libre : forme 13">
              <a:extLst>
                <a:ext uri="{FF2B5EF4-FFF2-40B4-BE49-F238E27FC236}">
                  <a16:creationId xmlns:a16="http://schemas.microsoft.com/office/drawing/2014/main" id="{8CED11A0-AED4-F946-8356-96AD9E86C45C}"/>
                </a:ext>
              </a:extLst>
            </p:cNvPr>
            <p:cNvSpPr/>
            <p:nvPr/>
          </p:nvSpPr>
          <p:spPr>
            <a:xfrm>
              <a:off x="9751570" y="15324933"/>
              <a:ext cx="5453729" cy="812387"/>
            </a:xfrm>
            <a:custGeom>
              <a:avLst/>
              <a:gdLst>
                <a:gd name="connsiteX0" fmla="*/ 5395722 w 5453729"/>
                <a:gd name="connsiteY0" fmla="*/ 166592 h 812387"/>
                <a:gd name="connsiteX1" fmla="*/ 5453730 w 5453729"/>
                <a:gd name="connsiteY1" fmla="*/ 54388 h 812387"/>
                <a:gd name="connsiteX2" fmla="*/ 5285328 w 5453729"/>
                <a:gd name="connsiteY2" fmla="*/ 0 h 812387"/>
                <a:gd name="connsiteX3" fmla="*/ 4977384 w 5453729"/>
                <a:gd name="connsiteY3" fmla="*/ 237839 h 812387"/>
                <a:gd name="connsiteX4" fmla="*/ 5239417 w 5453729"/>
                <a:gd name="connsiteY4" fmla="*/ 626459 h 812387"/>
                <a:gd name="connsiteX5" fmla="*/ 5083969 w 5453729"/>
                <a:gd name="connsiteY5" fmla="*/ 744188 h 812387"/>
                <a:gd name="connsiteX6" fmla="*/ 4951953 w 5453729"/>
                <a:gd name="connsiteY6" fmla="*/ 619601 h 812387"/>
                <a:gd name="connsiteX7" fmla="*/ 4930331 w 5453729"/>
                <a:gd name="connsiteY7" fmla="*/ 619601 h 812387"/>
                <a:gd name="connsiteX8" fmla="*/ 4869561 w 5453729"/>
                <a:gd name="connsiteY8" fmla="*/ 763429 h 812387"/>
                <a:gd name="connsiteX9" fmla="*/ 5042535 w 5453729"/>
                <a:gd name="connsiteY9" fmla="*/ 812197 h 812387"/>
                <a:gd name="connsiteX10" fmla="*/ 5391055 w 5453729"/>
                <a:gd name="connsiteY10" fmla="*/ 562928 h 812387"/>
                <a:gd name="connsiteX11" fmla="*/ 5121307 w 5453729"/>
                <a:gd name="connsiteY11" fmla="*/ 178975 h 812387"/>
                <a:gd name="connsiteX12" fmla="*/ 5267516 w 5453729"/>
                <a:gd name="connsiteY12" fmla="*/ 67913 h 812387"/>
                <a:gd name="connsiteX13" fmla="*/ 5378577 w 5453729"/>
                <a:gd name="connsiteY13" fmla="*/ 166592 h 812387"/>
                <a:gd name="connsiteX14" fmla="*/ 5395627 w 5453729"/>
                <a:gd name="connsiteY14" fmla="*/ 166592 h 812387"/>
                <a:gd name="connsiteX15" fmla="*/ 4776692 w 5453729"/>
                <a:gd name="connsiteY15" fmla="*/ 659320 h 812387"/>
                <a:gd name="connsiteX16" fmla="*/ 4557427 w 5453729"/>
                <a:gd name="connsiteY16" fmla="*/ 744284 h 812387"/>
                <a:gd name="connsiteX17" fmla="*/ 4351878 w 5453729"/>
                <a:gd name="connsiteY17" fmla="*/ 414719 h 812387"/>
                <a:gd name="connsiteX18" fmla="*/ 4683157 w 5453729"/>
                <a:gd name="connsiteY18" fmla="*/ 68008 h 812387"/>
                <a:gd name="connsiteX19" fmla="*/ 4850987 w 5453729"/>
                <a:gd name="connsiteY19" fmla="*/ 172307 h 812387"/>
                <a:gd name="connsiteX20" fmla="*/ 4866799 w 5453729"/>
                <a:gd name="connsiteY20" fmla="*/ 172307 h 812387"/>
                <a:gd name="connsiteX21" fmla="*/ 4915567 w 5453729"/>
                <a:gd name="connsiteY21" fmla="*/ 55626 h 812387"/>
                <a:gd name="connsiteX22" fmla="*/ 4695254 w 5453729"/>
                <a:gd name="connsiteY22" fmla="*/ 191 h 812387"/>
                <a:gd name="connsiteX23" fmla="*/ 4160806 w 5453729"/>
                <a:gd name="connsiteY23" fmla="*/ 430625 h 812387"/>
                <a:gd name="connsiteX24" fmla="*/ 4512469 w 5453729"/>
                <a:gd name="connsiteY24" fmla="*/ 812387 h 812387"/>
                <a:gd name="connsiteX25" fmla="*/ 4746212 w 5453729"/>
                <a:gd name="connsiteY25" fmla="*/ 763619 h 812387"/>
                <a:gd name="connsiteX26" fmla="*/ 4790028 w 5453729"/>
                <a:gd name="connsiteY26" fmla="*/ 666178 h 812387"/>
                <a:gd name="connsiteX27" fmla="*/ 4776692 w 5453729"/>
                <a:gd name="connsiteY27" fmla="*/ 659416 h 812387"/>
                <a:gd name="connsiteX28" fmla="*/ 3802571 w 5453729"/>
                <a:gd name="connsiteY28" fmla="*/ 797433 h 812387"/>
                <a:gd name="connsiteX29" fmla="*/ 3888677 w 5453729"/>
                <a:gd name="connsiteY29" fmla="*/ 791813 h 812387"/>
                <a:gd name="connsiteX30" fmla="*/ 3972497 w 5453729"/>
                <a:gd name="connsiteY30" fmla="*/ 797433 h 812387"/>
                <a:gd name="connsiteX31" fmla="*/ 4123468 w 5453729"/>
                <a:gd name="connsiteY31" fmla="*/ 20383 h 812387"/>
                <a:gd name="connsiteX32" fmla="*/ 4037457 w 5453729"/>
                <a:gd name="connsiteY32" fmla="*/ 26003 h 812387"/>
                <a:gd name="connsiteX33" fmla="*/ 3953542 w 5453729"/>
                <a:gd name="connsiteY33" fmla="*/ 20383 h 812387"/>
                <a:gd name="connsiteX34" fmla="*/ 3802476 w 5453729"/>
                <a:gd name="connsiteY34" fmla="*/ 797433 h 812387"/>
                <a:gd name="connsiteX35" fmla="*/ 3625120 w 5453729"/>
                <a:gd name="connsiteY35" fmla="*/ 100775 h 812387"/>
                <a:gd name="connsiteX36" fmla="*/ 3824764 w 5453729"/>
                <a:gd name="connsiteY36" fmla="*/ 116586 h 812387"/>
                <a:gd name="connsiteX37" fmla="*/ 3828574 w 5453729"/>
                <a:gd name="connsiteY37" fmla="*/ 67818 h 812387"/>
                <a:gd name="connsiteX38" fmla="*/ 3843528 w 5453729"/>
                <a:gd name="connsiteY38" fmla="*/ 20288 h 812387"/>
                <a:gd name="connsiteX39" fmla="*/ 3260122 w 5453729"/>
                <a:gd name="connsiteY39" fmla="*/ 20288 h 812387"/>
                <a:gd name="connsiteX40" fmla="*/ 3256503 w 5453729"/>
                <a:gd name="connsiteY40" fmla="*/ 67818 h 812387"/>
                <a:gd name="connsiteX41" fmla="*/ 3241358 w 5453729"/>
                <a:gd name="connsiteY41" fmla="*/ 116586 h 812387"/>
                <a:gd name="connsiteX42" fmla="*/ 3455194 w 5453729"/>
                <a:gd name="connsiteY42" fmla="*/ 100775 h 812387"/>
                <a:gd name="connsiteX43" fmla="*/ 3319749 w 5453729"/>
                <a:gd name="connsiteY43" fmla="*/ 797433 h 812387"/>
                <a:gd name="connsiteX44" fmla="*/ 3405759 w 5453729"/>
                <a:gd name="connsiteY44" fmla="*/ 791813 h 812387"/>
                <a:gd name="connsiteX45" fmla="*/ 3489674 w 5453729"/>
                <a:gd name="connsiteY45" fmla="*/ 797433 h 812387"/>
                <a:gd name="connsiteX46" fmla="*/ 3625025 w 5453729"/>
                <a:gd name="connsiteY46" fmla="*/ 100775 h 812387"/>
                <a:gd name="connsiteX47" fmla="*/ 3116676 w 5453729"/>
                <a:gd name="connsiteY47" fmla="*/ 166592 h 812387"/>
                <a:gd name="connsiteX48" fmla="*/ 3174778 w 5453729"/>
                <a:gd name="connsiteY48" fmla="*/ 54388 h 812387"/>
                <a:gd name="connsiteX49" fmla="*/ 3006376 w 5453729"/>
                <a:gd name="connsiteY49" fmla="*/ 0 h 812387"/>
                <a:gd name="connsiteX50" fmla="*/ 2698433 w 5453729"/>
                <a:gd name="connsiteY50" fmla="*/ 237839 h 812387"/>
                <a:gd name="connsiteX51" fmla="*/ 2960561 w 5453729"/>
                <a:gd name="connsiteY51" fmla="*/ 626459 h 812387"/>
                <a:gd name="connsiteX52" fmla="*/ 2805113 w 5453729"/>
                <a:gd name="connsiteY52" fmla="*/ 744188 h 812387"/>
                <a:gd name="connsiteX53" fmla="*/ 2673001 w 5453729"/>
                <a:gd name="connsiteY53" fmla="*/ 619601 h 812387"/>
                <a:gd name="connsiteX54" fmla="*/ 2651379 w 5453729"/>
                <a:gd name="connsiteY54" fmla="*/ 619601 h 812387"/>
                <a:gd name="connsiteX55" fmla="*/ 2590610 w 5453729"/>
                <a:gd name="connsiteY55" fmla="*/ 763429 h 812387"/>
                <a:gd name="connsiteX56" fmla="*/ 2763584 w 5453729"/>
                <a:gd name="connsiteY56" fmla="*/ 812197 h 812387"/>
                <a:gd name="connsiteX57" fmla="*/ 3112199 w 5453729"/>
                <a:gd name="connsiteY57" fmla="*/ 562928 h 812387"/>
                <a:gd name="connsiteX58" fmla="*/ 2842546 w 5453729"/>
                <a:gd name="connsiteY58" fmla="*/ 178975 h 812387"/>
                <a:gd name="connsiteX59" fmla="*/ 2988660 w 5453729"/>
                <a:gd name="connsiteY59" fmla="*/ 67913 h 812387"/>
                <a:gd name="connsiteX60" fmla="*/ 3099816 w 5453729"/>
                <a:gd name="connsiteY60" fmla="*/ 166592 h 812387"/>
                <a:gd name="connsiteX61" fmla="*/ 3116771 w 5453729"/>
                <a:gd name="connsiteY61" fmla="*/ 166592 h 812387"/>
                <a:gd name="connsiteX62" fmla="*/ 2287238 w 5453729"/>
                <a:gd name="connsiteY62" fmla="*/ 797433 h 812387"/>
                <a:gd name="connsiteX63" fmla="*/ 2373345 w 5453729"/>
                <a:gd name="connsiteY63" fmla="*/ 791813 h 812387"/>
                <a:gd name="connsiteX64" fmla="*/ 2457164 w 5453729"/>
                <a:gd name="connsiteY64" fmla="*/ 797433 h 812387"/>
                <a:gd name="connsiteX65" fmla="*/ 2608231 w 5453729"/>
                <a:gd name="connsiteY65" fmla="*/ 20383 h 812387"/>
                <a:gd name="connsiteX66" fmla="*/ 2522220 w 5453729"/>
                <a:gd name="connsiteY66" fmla="*/ 26003 h 812387"/>
                <a:gd name="connsiteX67" fmla="*/ 2438305 w 5453729"/>
                <a:gd name="connsiteY67" fmla="*/ 20383 h 812387"/>
                <a:gd name="connsiteX68" fmla="*/ 2287238 w 5453729"/>
                <a:gd name="connsiteY68" fmla="*/ 797433 h 812387"/>
                <a:gd name="connsiteX69" fmla="*/ 2206086 w 5453729"/>
                <a:gd name="connsiteY69" fmla="*/ 447485 h 812387"/>
                <a:gd name="connsiteX70" fmla="*/ 2120075 w 5453729"/>
                <a:gd name="connsiteY70" fmla="*/ 453104 h 812387"/>
                <a:gd name="connsiteX71" fmla="*/ 2036255 w 5453729"/>
                <a:gd name="connsiteY71" fmla="*/ 447485 h 812387"/>
                <a:gd name="connsiteX72" fmla="*/ 1984820 w 5453729"/>
                <a:gd name="connsiteY72" fmla="*/ 712470 h 812387"/>
                <a:gd name="connsiteX73" fmla="*/ 1853946 w 5453729"/>
                <a:gd name="connsiteY73" fmla="*/ 744188 h 812387"/>
                <a:gd name="connsiteX74" fmla="*/ 1643348 w 5453729"/>
                <a:gd name="connsiteY74" fmla="*/ 429292 h 812387"/>
                <a:gd name="connsiteX75" fmla="*/ 1995678 w 5453729"/>
                <a:gd name="connsiteY75" fmla="*/ 67913 h 812387"/>
                <a:gd name="connsiteX76" fmla="*/ 2196370 w 5453729"/>
                <a:gd name="connsiteY76" fmla="*/ 183452 h 812387"/>
                <a:gd name="connsiteX77" fmla="*/ 2212181 w 5453729"/>
                <a:gd name="connsiteY77" fmla="*/ 183452 h 812387"/>
                <a:gd name="connsiteX78" fmla="*/ 2266188 w 5453729"/>
                <a:gd name="connsiteY78" fmla="*/ 69056 h 812387"/>
                <a:gd name="connsiteX79" fmla="*/ 2006632 w 5453729"/>
                <a:gd name="connsiteY79" fmla="*/ 0 h 812387"/>
                <a:gd name="connsiteX80" fmla="*/ 1455992 w 5453729"/>
                <a:gd name="connsiteY80" fmla="*/ 425863 h 812387"/>
                <a:gd name="connsiteX81" fmla="*/ 1832896 w 5453729"/>
                <a:gd name="connsiteY81" fmla="*/ 812197 h 812387"/>
                <a:gd name="connsiteX82" fmla="*/ 2145316 w 5453729"/>
                <a:gd name="connsiteY82" fmla="*/ 761238 h 812387"/>
                <a:gd name="connsiteX83" fmla="*/ 2206276 w 5453729"/>
                <a:gd name="connsiteY83" fmla="*/ 447485 h 812387"/>
                <a:gd name="connsiteX84" fmla="*/ 1022033 w 5453729"/>
                <a:gd name="connsiteY84" fmla="*/ 67913 h 812387"/>
                <a:gd name="connsiteX85" fmla="*/ 1198817 w 5453729"/>
                <a:gd name="connsiteY85" fmla="*/ 381762 h 812387"/>
                <a:gd name="connsiteX86" fmla="*/ 875824 w 5453729"/>
                <a:gd name="connsiteY86" fmla="*/ 744188 h 812387"/>
                <a:gd name="connsiteX87" fmla="*/ 697992 w 5453729"/>
                <a:gd name="connsiteY87" fmla="*/ 440627 h 812387"/>
                <a:gd name="connsiteX88" fmla="*/ 1021937 w 5453729"/>
                <a:gd name="connsiteY88" fmla="*/ 67913 h 812387"/>
                <a:gd name="connsiteX89" fmla="*/ 1382649 w 5453729"/>
                <a:gd name="connsiteY89" fmla="*/ 403193 h 812387"/>
                <a:gd name="connsiteX90" fmla="*/ 1041940 w 5453729"/>
                <a:gd name="connsiteY90" fmla="*/ 0 h 812387"/>
                <a:gd name="connsiteX91" fmla="*/ 516350 w 5453729"/>
                <a:gd name="connsiteY91" fmla="*/ 407765 h 812387"/>
                <a:gd name="connsiteX92" fmla="*/ 856964 w 5453729"/>
                <a:gd name="connsiteY92" fmla="*/ 812197 h 812387"/>
                <a:gd name="connsiteX93" fmla="*/ 1382744 w 5453729"/>
                <a:gd name="connsiteY93" fmla="*/ 403289 h 812387"/>
                <a:gd name="connsiteX94" fmla="*/ 319850 w 5453729"/>
                <a:gd name="connsiteY94" fmla="*/ 20479 h 812387"/>
                <a:gd name="connsiteX95" fmla="*/ 233839 w 5453729"/>
                <a:gd name="connsiteY95" fmla="*/ 26098 h 812387"/>
                <a:gd name="connsiteX96" fmla="*/ 149924 w 5453729"/>
                <a:gd name="connsiteY96" fmla="*/ 20479 h 812387"/>
                <a:gd name="connsiteX97" fmla="*/ 0 w 5453729"/>
                <a:gd name="connsiteY97" fmla="*/ 791909 h 812387"/>
                <a:gd name="connsiteX98" fmla="*/ 429292 w 5453729"/>
                <a:gd name="connsiteY98" fmla="*/ 791909 h 812387"/>
                <a:gd name="connsiteX99" fmla="*/ 433197 w 5453729"/>
                <a:gd name="connsiteY99" fmla="*/ 743236 h 812387"/>
                <a:gd name="connsiteX100" fmla="*/ 448342 w 5453729"/>
                <a:gd name="connsiteY100" fmla="*/ 694468 h 812387"/>
                <a:gd name="connsiteX101" fmla="*/ 185833 w 5453729"/>
                <a:gd name="connsiteY101" fmla="*/ 710279 h 812387"/>
                <a:gd name="connsiteX102" fmla="*/ 319945 w 5453729"/>
                <a:gd name="connsiteY102" fmla="*/ 20479 h 81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453729" h="812387">
                  <a:moveTo>
                    <a:pt x="5395722" y="166592"/>
                  </a:moveTo>
                  <a:cubicBezTo>
                    <a:pt x="5414487" y="128016"/>
                    <a:pt x="5433156" y="90583"/>
                    <a:pt x="5453730" y="54388"/>
                  </a:cubicBezTo>
                  <a:cubicBezTo>
                    <a:pt x="5433537" y="30575"/>
                    <a:pt x="5366862" y="0"/>
                    <a:pt x="5285328" y="0"/>
                  </a:cubicBezTo>
                  <a:cubicBezTo>
                    <a:pt x="5113115" y="0"/>
                    <a:pt x="5002816" y="107633"/>
                    <a:pt x="4977384" y="237839"/>
                  </a:cubicBezTo>
                  <a:cubicBezTo>
                    <a:pt x="4924330" y="510826"/>
                    <a:pt x="5274660" y="445198"/>
                    <a:pt x="5239417" y="626459"/>
                  </a:cubicBezTo>
                  <a:cubicBezTo>
                    <a:pt x="5224272" y="704564"/>
                    <a:pt x="5154264" y="744188"/>
                    <a:pt x="5083969" y="744188"/>
                  </a:cubicBezTo>
                  <a:cubicBezTo>
                    <a:pt x="5005864" y="744188"/>
                    <a:pt x="4953667" y="697802"/>
                    <a:pt x="4951953" y="619601"/>
                  </a:cubicBezTo>
                  <a:lnTo>
                    <a:pt x="4930331" y="619601"/>
                  </a:lnTo>
                  <a:cubicBezTo>
                    <a:pt x="4914138" y="668274"/>
                    <a:pt x="4892421" y="715899"/>
                    <a:pt x="4869561" y="763429"/>
                  </a:cubicBezTo>
                  <a:cubicBezTo>
                    <a:pt x="4916234" y="797433"/>
                    <a:pt x="4980147" y="812197"/>
                    <a:pt x="5042535" y="812197"/>
                  </a:cubicBezTo>
                  <a:cubicBezTo>
                    <a:pt x="5217986" y="812197"/>
                    <a:pt x="5362956" y="707993"/>
                    <a:pt x="5391055" y="562928"/>
                  </a:cubicBezTo>
                  <a:cubicBezTo>
                    <a:pt x="5441537" y="303562"/>
                    <a:pt x="5091589" y="331851"/>
                    <a:pt x="5121307" y="178975"/>
                  </a:cubicBezTo>
                  <a:cubicBezTo>
                    <a:pt x="5133880" y="114395"/>
                    <a:pt x="5177981" y="67913"/>
                    <a:pt x="5267516" y="67913"/>
                  </a:cubicBezTo>
                  <a:cubicBezTo>
                    <a:pt x="5332095" y="67913"/>
                    <a:pt x="5367624" y="106490"/>
                    <a:pt x="5378577" y="166592"/>
                  </a:cubicBezTo>
                  <a:lnTo>
                    <a:pt x="5395627" y="166592"/>
                  </a:lnTo>
                  <a:close/>
                  <a:moveTo>
                    <a:pt x="4776692" y="659320"/>
                  </a:moveTo>
                  <a:cubicBezTo>
                    <a:pt x="4716209" y="707993"/>
                    <a:pt x="4627627" y="744284"/>
                    <a:pt x="4557427" y="744284"/>
                  </a:cubicBezTo>
                  <a:cubicBezTo>
                    <a:pt x="4382929" y="744284"/>
                    <a:pt x="4314254" y="608362"/>
                    <a:pt x="4351878" y="414719"/>
                  </a:cubicBezTo>
                  <a:cubicBezTo>
                    <a:pt x="4384262" y="248126"/>
                    <a:pt x="4495133" y="68008"/>
                    <a:pt x="4683157" y="68008"/>
                  </a:cubicBezTo>
                  <a:cubicBezTo>
                    <a:pt x="4756785" y="68008"/>
                    <a:pt x="4820889" y="111157"/>
                    <a:pt x="4850987" y="172307"/>
                  </a:cubicBezTo>
                  <a:lnTo>
                    <a:pt x="4866799" y="172307"/>
                  </a:lnTo>
                  <a:cubicBezTo>
                    <a:pt x="4883659" y="132779"/>
                    <a:pt x="4897851" y="94202"/>
                    <a:pt x="4915567" y="55626"/>
                  </a:cubicBezTo>
                  <a:cubicBezTo>
                    <a:pt x="4856893" y="19431"/>
                    <a:pt x="4770025" y="191"/>
                    <a:pt x="4695254" y="191"/>
                  </a:cubicBezTo>
                  <a:cubicBezTo>
                    <a:pt x="4448271" y="191"/>
                    <a:pt x="4218147" y="134874"/>
                    <a:pt x="4160806" y="430625"/>
                  </a:cubicBezTo>
                  <a:cubicBezTo>
                    <a:pt x="4115562" y="662845"/>
                    <a:pt x="4270058" y="812387"/>
                    <a:pt x="4512469" y="812387"/>
                  </a:cubicBezTo>
                  <a:cubicBezTo>
                    <a:pt x="4588384" y="812387"/>
                    <a:pt x="4671441" y="798862"/>
                    <a:pt x="4746212" y="763619"/>
                  </a:cubicBezTo>
                  <a:lnTo>
                    <a:pt x="4790028" y="666178"/>
                  </a:lnTo>
                  <a:lnTo>
                    <a:pt x="4776692" y="659416"/>
                  </a:lnTo>
                  <a:close/>
                  <a:moveTo>
                    <a:pt x="3802571" y="797433"/>
                  </a:moveTo>
                  <a:cubicBezTo>
                    <a:pt x="3831336" y="795147"/>
                    <a:pt x="3860387" y="791813"/>
                    <a:pt x="3888677" y="791813"/>
                  </a:cubicBezTo>
                  <a:cubicBezTo>
                    <a:pt x="3916966" y="791813"/>
                    <a:pt x="3944684" y="795147"/>
                    <a:pt x="3972497" y="797433"/>
                  </a:cubicBezTo>
                  <a:lnTo>
                    <a:pt x="4123468" y="20383"/>
                  </a:lnTo>
                  <a:cubicBezTo>
                    <a:pt x="4094798" y="22574"/>
                    <a:pt x="4065747" y="26003"/>
                    <a:pt x="4037457" y="26003"/>
                  </a:cubicBezTo>
                  <a:cubicBezTo>
                    <a:pt x="4009168" y="26003"/>
                    <a:pt x="3981450" y="22574"/>
                    <a:pt x="3953542" y="20383"/>
                  </a:cubicBezTo>
                  <a:lnTo>
                    <a:pt x="3802476" y="797433"/>
                  </a:lnTo>
                  <a:close/>
                  <a:moveTo>
                    <a:pt x="3625120" y="100775"/>
                  </a:moveTo>
                  <a:cubicBezTo>
                    <a:pt x="3694176" y="100775"/>
                    <a:pt x="3759518" y="108680"/>
                    <a:pt x="3824764" y="116586"/>
                  </a:cubicBezTo>
                  <a:cubicBezTo>
                    <a:pt x="3825526" y="100775"/>
                    <a:pt x="3825240" y="84868"/>
                    <a:pt x="3828574" y="67818"/>
                  </a:cubicBezTo>
                  <a:cubicBezTo>
                    <a:pt x="3831622" y="52006"/>
                    <a:pt x="3838194" y="36195"/>
                    <a:pt x="3843528" y="20288"/>
                  </a:cubicBezTo>
                  <a:lnTo>
                    <a:pt x="3260122" y="20288"/>
                  </a:lnTo>
                  <a:cubicBezTo>
                    <a:pt x="3259265" y="36195"/>
                    <a:pt x="3259646" y="51911"/>
                    <a:pt x="3256503" y="67818"/>
                  </a:cubicBezTo>
                  <a:cubicBezTo>
                    <a:pt x="3253168" y="84868"/>
                    <a:pt x="3246691" y="100679"/>
                    <a:pt x="3241358" y="116586"/>
                  </a:cubicBezTo>
                  <a:cubicBezTo>
                    <a:pt x="3301842" y="108680"/>
                    <a:pt x="3374803" y="100775"/>
                    <a:pt x="3455194" y="100775"/>
                  </a:cubicBezTo>
                  <a:lnTo>
                    <a:pt x="3319749" y="797433"/>
                  </a:lnTo>
                  <a:cubicBezTo>
                    <a:pt x="3348609" y="795147"/>
                    <a:pt x="3377565" y="791813"/>
                    <a:pt x="3405759" y="791813"/>
                  </a:cubicBezTo>
                  <a:cubicBezTo>
                    <a:pt x="3433953" y="791813"/>
                    <a:pt x="3461671" y="795147"/>
                    <a:pt x="3489674" y="797433"/>
                  </a:cubicBezTo>
                  <a:lnTo>
                    <a:pt x="3625025" y="100775"/>
                  </a:lnTo>
                  <a:close/>
                  <a:moveTo>
                    <a:pt x="3116676" y="166592"/>
                  </a:moveTo>
                  <a:cubicBezTo>
                    <a:pt x="3135535" y="128016"/>
                    <a:pt x="3154109" y="90583"/>
                    <a:pt x="3174778" y="54388"/>
                  </a:cubicBezTo>
                  <a:cubicBezTo>
                    <a:pt x="3154490" y="30575"/>
                    <a:pt x="3088005" y="0"/>
                    <a:pt x="3006376" y="0"/>
                  </a:cubicBezTo>
                  <a:cubicBezTo>
                    <a:pt x="2834164" y="0"/>
                    <a:pt x="2723769" y="107633"/>
                    <a:pt x="2698433" y="237839"/>
                  </a:cubicBezTo>
                  <a:cubicBezTo>
                    <a:pt x="2645378" y="510826"/>
                    <a:pt x="2995708" y="445198"/>
                    <a:pt x="2960561" y="626459"/>
                  </a:cubicBezTo>
                  <a:cubicBezTo>
                    <a:pt x="2945321" y="704564"/>
                    <a:pt x="2875312" y="744188"/>
                    <a:pt x="2805113" y="744188"/>
                  </a:cubicBezTo>
                  <a:cubicBezTo>
                    <a:pt x="2726912" y="744188"/>
                    <a:pt x="2674811" y="697802"/>
                    <a:pt x="2673001" y="619601"/>
                  </a:cubicBezTo>
                  <a:lnTo>
                    <a:pt x="2651379" y="619601"/>
                  </a:lnTo>
                  <a:cubicBezTo>
                    <a:pt x="2635091" y="668274"/>
                    <a:pt x="2613470" y="715899"/>
                    <a:pt x="2590610" y="763429"/>
                  </a:cubicBezTo>
                  <a:cubicBezTo>
                    <a:pt x="2637282" y="797433"/>
                    <a:pt x="2701290" y="812197"/>
                    <a:pt x="2763584" y="812197"/>
                  </a:cubicBezTo>
                  <a:cubicBezTo>
                    <a:pt x="2939129" y="812197"/>
                    <a:pt x="3084005" y="707993"/>
                    <a:pt x="3112199" y="562928"/>
                  </a:cubicBezTo>
                  <a:cubicBezTo>
                    <a:pt x="3162681" y="303562"/>
                    <a:pt x="2812828" y="331851"/>
                    <a:pt x="2842546" y="178975"/>
                  </a:cubicBezTo>
                  <a:cubicBezTo>
                    <a:pt x="2855119" y="114395"/>
                    <a:pt x="2899124" y="67913"/>
                    <a:pt x="2988660" y="67913"/>
                  </a:cubicBezTo>
                  <a:cubicBezTo>
                    <a:pt x="3053239" y="67913"/>
                    <a:pt x="3088767" y="106490"/>
                    <a:pt x="3099816" y="166592"/>
                  </a:cubicBezTo>
                  <a:lnTo>
                    <a:pt x="3116771" y="166592"/>
                  </a:lnTo>
                  <a:close/>
                  <a:moveTo>
                    <a:pt x="2287238" y="797433"/>
                  </a:moveTo>
                  <a:cubicBezTo>
                    <a:pt x="2316004" y="795147"/>
                    <a:pt x="2344960" y="791813"/>
                    <a:pt x="2373345" y="791813"/>
                  </a:cubicBezTo>
                  <a:cubicBezTo>
                    <a:pt x="2401729" y="791813"/>
                    <a:pt x="2429352" y="795147"/>
                    <a:pt x="2457164" y="797433"/>
                  </a:cubicBezTo>
                  <a:lnTo>
                    <a:pt x="2608231" y="20383"/>
                  </a:lnTo>
                  <a:cubicBezTo>
                    <a:pt x="2579465" y="22574"/>
                    <a:pt x="2550510" y="26003"/>
                    <a:pt x="2522220" y="26003"/>
                  </a:cubicBezTo>
                  <a:cubicBezTo>
                    <a:pt x="2493931" y="26003"/>
                    <a:pt x="2466213" y="22574"/>
                    <a:pt x="2438305" y="20383"/>
                  </a:cubicBezTo>
                  <a:lnTo>
                    <a:pt x="2287238" y="797433"/>
                  </a:lnTo>
                  <a:close/>
                  <a:moveTo>
                    <a:pt x="2206086" y="447485"/>
                  </a:moveTo>
                  <a:cubicBezTo>
                    <a:pt x="2177320" y="449675"/>
                    <a:pt x="2148364" y="453104"/>
                    <a:pt x="2120075" y="453104"/>
                  </a:cubicBezTo>
                  <a:cubicBezTo>
                    <a:pt x="2091785" y="453104"/>
                    <a:pt x="2064068" y="449675"/>
                    <a:pt x="2036255" y="447485"/>
                  </a:cubicBezTo>
                  <a:lnTo>
                    <a:pt x="1984820" y="712470"/>
                  </a:lnTo>
                  <a:cubicBezTo>
                    <a:pt x="1954530" y="728282"/>
                    <a:pt x="1910620" y="744188"/>
                    <a:pt x="1853946" y="744188"/>
                  </a:cubicBezTo>
                  <a:cubicBezTo>
                    <a:pt x="1681829" y="744188"/>
                    <a:pt x="1605058" y="626459"/>
                    <a:pt x="1643348" y="429292"/>
                  </a:cubicBezTo>
                  <a:cubicBezTo>
                    <a:pt x="1680401" y="238982"/>
                    <a:pt x="1806607" y="67913"/>
                    <a:pt x="1995678" y="67913"/>
                  </a:cubicBezTo>
                  <a:cubicBezTo>
                    <a:pt x="2085118" y="67913"/>
                    <a:pt x="2158937" y="107633"/>
                    <a:pt x="2196370" y="183452"/>
                  </a:cubicBezTo>
                  <a:lnTo>
                    <a:pt x="2212181" y="183452"/>
                  </a:lnTo>
                  <a:cubicBezTo>
                    <a:pt x="2224183" y="144971"/>
                    <a:pt x="2243233" y="105251"/>
                    <a:pt x="2266188" y="69056"/>
                  </a:cubicBezTo>
                  <a:cubicBezTo>
                    <a:pt x="2190655" y="20383"/>
                    <a:pt x="2103978" y="0"/>
                    <a:pt x="2006632" y="0"/>
                  </a:cubicBezTo>
                  <a:cubicBezTo>
                    <a:pt x="1744980" y="0"/>
                    <a:pt x="1510760" y="143827"/>
                    <a:pt x="1455992" y="425863"/>
                  </a:cubicBezTo>
                  <a:cubicBezTo>
                    <a:pt x="1404271" y="691991"/>
                    <a:pt x="1593818" y="812197"/>
                    <a:pt x="1832896" y="812197"/>
                  </a:cubicBezTo>
                  <a:cubicBezTo>
                    <a:pt x="1932623" y="812197"/>
                    <a:pt x="2037779" y="789527"/>
                    <a:pt x="2145316" y="761238"/>
                  </a:cubicBezTo>
                  <a:lnTo>
                    <a:pt x="2206276" y="447485"/>
                  </a:lnTo>
                  <a:close/>
                  <a:moveTo>
                    <a:pt x="1022033" y="67913"/>
                  </a:moveTo>
                  <a:cubicBezTo>
                    <a:pt x="1191959" y="67913"/>
                    <a:pt x="1227296" y="235553"/>
                    <a:pt x="1198817" y="381762"/>
                  </a:cubicBezTo>
                  <a:cubicBezTo>
                    <a:pt x="1162336" y="569690"/>
                    <a:pt x="1050227" y="744188"/>
                    <a:pt x="875824" y="744188"/>
                  </a:cubicBezTo>
                  <a:cubicBezTo>
                    <a:pt x="701421" y="744188"/>
                    <a:pt x="669417" y="587883"/>
                    <a:pt x="697992" y="440627"/>
                  </a:cubicBezTo>
                  <a:cubicBezTo>
                    <a:pt x="747332" y="186881"/>
                    <a:pt x="864394" y="67913"/>
                    <a:pt x="1021937" y="67913"/>
                  </a:cubicBezTo>
                  <a:moveTo>
                    <a:pt x="1382649" y="403193"/>
                  </a:moveTo>
                  <a:cubicBezTo>
                    <a:pt x="1415606" y="227552"/>
                    <a:pt x="1364742" y="0"/>
                    <a:pt x="1041940" y="0"/>
                  </a:cubicBezTo>
                  <a:cubicBezTo>
                    <a:pt x="759905" y="0"/>
                    <a:pt x="560165" y="182404"/>
                    <a:pt x="516350" y="407765"/>
                  </a:cubicBezTo>
                  <a:cubicBezTo>
                    <a:pt x="466344" y="664940"/>
                    <a:pt x="606552" y="812197"/>
                    <a:pt x="856964" y="812197"/>
                  </a:cubicBezTo>
                  <a:cubicBezTo>
                    <a:pt x="1134523" y="812197"/>
                    <a:pt x="1340930" y="624173"/>
                    <a:pt x="1382744" y="403289"/>
                  </a:cubicBezTo>
                  <a:moveTo>
                    <a:pt x="319850" y="20479"/>
                  </a:moveTo>
                  <a:cubicBezTo>
                    <a:pt x="291084" y="22669"/>
                    <a:pt x="262128" y="26098"/>
                    <a:pt x="233839" y="26098"/>
                  </a:cubicBezTo>
                  <a:cubicBezTo>
                    <a:pt x="205550" y="26098"/>
                    <a:pt x="177832" y="22669"/>
                    <a:pt x="149924" y="20479"/>
                  </a:cubicBezTo>
                  <a:lnTo>
                    <a:pt x="0" y="791909"/>
                  </a:lnTo>
                  <a:lnTo>
                    <a:pt x="429292" y="791909"/>
                  </a:lnTo>
                  <a:cubicBezTo>
                    <a:pt x="430149" y="776002"/>
                    <a:pt x="430054" y="759047"/>
                    <a:pt x="433197" y="743236"/>
                  </a:cubicBezTo>
                  <a:cubicBezTo>
                    <a:pt x="436150" y="727424"/>
                    <a:pt x="442817" y="710374"/>
                    <a:pt x="448342" y="694468"/>
                  </a:cubicBezTo>
                  <a:cubicBezTo>
                    <a:pt x="369761" y="702374"/>
                    <a:pt x="284321" y="710279"/>
                    <a:pt x="185833" y="710279"/>
                  </a:cubicBezTo>
                  <a:lnTo>
                    <a:pt x="319945" y="2047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1544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457644893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| title subtitle text | dark - zone éditable">
    <p:bg>
      <p:bgPr>
        <a:gradFill>
          <a:gsLst>
            <a:gs pos="0">
              <a:schemeClr val="bg2"/>
            </a:gs>
            <a:gs pos="100000">
              <a:schemeClr val="tx2"/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raphique 20">
            <a:extLst>
              <a:ext uri="{FF2B5EF4-FFF2-40B4-BE49-F238E27FC236}">
                <a16:creationId xmlns:a16="http://schemas.microsoft.com/office/drawing/2014/main" id="{01F624E6-AAF3-4A9A-81BA-DB51253B3D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8861" t="-3712" r="64117" b="61920"/>
          <a:stretch/>
        </p:blipFill>
        <p:spPr>
          <a:xfrm rot="10800000">
            <a:off x="-31952" y="1915040"/>
            <a:ext cx="2242643" cy="4448196"/>
          </a:xfrm>
          <a:prstGeom prst="rect">
            <a:avLst/>
          </a:prstGeom>
        </p:spPr>
      </p:pic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CF821602-6F5B-4E68-AC5C-4848E0840D6B}"/>
              </a:ext>
            </a:extLst>
          </p:cNvPr>
          <p:cNvCxnSpPr>
            <a:cxnSpLocks/>
          </p:cNvCxnSpPr>
          <p:nvPr userDrawn="1"/>
        </p:nvCxnSpPr>
        <p:spPr>
          <a:xfrm>
            <a:off x="332997" y="1272237"/>
            <a:ext cx="220996" cy="0"/>
          </a:xfrm>
          <a:prstGeom prst="line">
            <a:avLst/>
          </a:prstGeom>
          <a:ln w="47625" cap="rnd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Graphique 19">
            <a:extLst>
              <a:ext uri="{FF2B5EF4-FFF2-40B4-BE49-F238E27FC236}">
                <a16:creationId xmlns:a16="http://schemas.microsoft.com/office/drawing/2014/main" id="{C3BA387A-FB08-4E8F-9F19-13FE2C6157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8861" t="-3712" r="37096" b="61920"/>
          <a:stretch/>
        </p:blipFill>
        <p:spPr>
          <a:xfrm>
            <a:off x="5420714" y="-31080"/>
            <a:ext cx="4485287" cy="4448196"/>
          </a:xfrm>
          <a:prstGeom prst="rect">
            <a:avLst/>
          </a:prstGeom>
        </p:spPr>
      </p:pic>
      <p:sp>
        <p:nvSpPr>
          <p:cNvPr id="24" name="Ellipse 23">
            <a:extLst>
              <a:ext uri="{FF2B5EF4-FFF2-40B4-BE49-F238E27FC236}">
                <a16:creationId xmlns:a16="http://schemas.microsoft.com/office/drawing/2014/main" id="{C2CB58D9-9EFF-4A71-AC43-B9411F176ED5}"/>
              </a:ext>
            </a:extLst>
          </p:cNvPr>
          <p:cNvSpPr/>
          <p:nvPr userDrawn="1"/>
        </p:nvSpPr>
        <p:spPr>
          <a:xfrm>
            <a:off x="1089370" y="6592896"/>
            <a:ext cx="63901" cy="78647"/>
          </a:xfrm>
          <a:prstGeom prst="ellipse">
            <a:avLst/>
          </a:prstGeom>
          <a:solidFill>
            <a:srgbClr val="EF1A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544" dirty="0"/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D09BEE1B-DFE6-4BA3-450B-621B453F3F1F}"/>
              </a:ext>
            </a:extLst>
          </p:cNvPr>
          <p:cNvGrpSpPr/>
          <p:nvPr userDrawn="1"/>
        </p:nvGrpSpPr>
        <p:grpSpPr>
          <a:xfrm>
            <a:off x="237380" y="6509290"/>
            <a:ext cx="730309" cy="179017"/>
            <a:chOff x="7804375" y="14663327"/>
            <a:chExt cx="7400924" cy="1473993"/>
          </a:xfrm>
          <a:solidFill>
            <a:schemeClr val="bg1"/>
          </a:solidFill>
        </p:grpSpPr>
        <p:grpSp>
          <p:nvGrpSpPr>
            <p:cNvPr id="16" name="Graphique 37">
              <a:extLst>
                <a:ext uri="{FF2B5EF4-FFF2-40B4-BE49-F238E27FC236}">
                  <a16:creationId xmlns:a16="http://schemas.microsoft.com/office/drawing/2014/main" id="{29F47292-06D8-297D-7918-7A1A41284944}"/>
                </a:ext>
              </a:extLst>
            </p:cNvPr>
            <p:cNvGrpSpPr/>
            <p:nvPr/>
          </p:nvGrpSpPr>
          <p:grpSpPr>
            <a:xfrm>
              <a:off x="7804375" y="14663327"/>
              <a:ext cx="2394966" cy="1473326"/>
              <a:chOff x="7804375" y="14663327"/>
              <a:chExt cx="2394966" cy="1473326"/>
            </a:xfrm>
            <a:grpFill/>
          </p:grpSpPr>
          <p:sp>
            <p:nvSpPr>
              <p:cNvPr id="25" name="Forme libre : forme 24">
                <a:extLst>
                  <a:ext uri="{FF2B5EF4-FFF2-40B4-BE49-F238E27FC236}">
                    <a16:creationId xmlns:a16="http://schemas.microsoft.com/office/drawing/2014/main" id="{EA7F752F-853C-8CCD-51B7-36A5589488F5}"/>
                  </a:ext>
                </a:extLst>
              </p:cNvPr>
              <p:cNvSpPr/>
              <p:nvPr/>
            </p:nvSpPr>
            <p:spPr>
              <a:xfrm>
                <a:off x="8464266" y="14990796"/>
                <a:ext cx="1206016" cy="1137570"/>
              </a:xfrm>
              <a:custGeom>
                <a:avLst/>
                <a:gdLst>
                  <a:gd name="connsiteX0" fmla="*/ 221075 w 1206016"/>
                  <a:gd name="connsiteY0" fmla="*/ 0 h 1137570"/>
                  <a:gd name="connsiteX1" fmla="*/ 0 w 1206016"/>
                  <a:gd name="connsiteY1" fmla="*/ 1137571 h 1137570"/>
                  <a:gd name="connsiteX2" fmla="*/ 467678 w 1206016"/>
                  <a:gd name="connsiteY2" fmla="*/ 1137571 h 1137570"/>
                  <a:gd name="connsiteX3" fmla="*/ 1192530 w 1206016"/>
                  <a:gd name="connsiteY3" fmla="*/ 536258 h 1137570"/>
                  <a:gd name="connsiteX4" fmla="*/ 792290 w 1206016"/>
                  <a:gd name="connsiteY4" fmla="*/ 95 h 1137570"/>
                  <a:gd name="connsiteX5" fmla="*/ 221075 w 1206016"/>
                  <a:gd name="connsiteY5" fmla="*/ 95 h 1137570"/>
                  <a:gd name="connsiteX6" fmla="*/ 452723 w 1206016"/>
                  <a:gd name="connsiteY6" fmla="*/ 96869 h 1137570"/>
                  <a:gd name="connsiteX7" fmla="*/ 616458 w 1206016"/>
                  <a:gd name="connsiteY7" fmla="*/ 96869 h 1137570"/>
                  <a:gd name="connsiteX8" fmla="*/ 915638 w 1206016"/>
                  <a:gd name="connsiteY8" fmla="*/ 534543 h 1137570"/>
                  <a:gd name="connsiteX9" fmla="*/ 411290 w 1206016"/>
                  <a:gd name="connsiteY9" fmla="*/ 1040606 h 1137570"/>
                  <a:gd name="connsiteX10" fmla="*/ 269367 w 1206016"/>
                  <a:gd name="connsiteY10" fmla="*/ 1040606 h 1137570"/>
                  <a:gd name="connsiteX11" fmla="*/ 452723 w 1206016"/>
                  <a:gd name="connsiteY11" fmla="*/ 96774 h 1137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206016" h="1137570">
                    <a:moveTo>
                      <a:pt x="221075" y="0"/>
                    </a:moveTo>
                    <a:lnTo>
                      <a:pt x="0" y="1137571"/>
                    </a:lnTo>
                    <a:lnTo>
                      <a:pt x="467678" y="1137571"/>
                    </a:lnTo>
                    <a:cubicBezTo>
                      <a:pt x="810101" y="1137571"/>
                      <a:pt x="1119188" y="913733"/>
                      <a:pt x="1192530" y="536258"/>
                    </a:cubicBezTo>
                    <a:cubicBezTo>
                      <a:pt x="1245775" y="262318"/>
                      <a:pt x="1147191" y="13430"/>
                      <a:pt x="792290" y="95"/>
                    </a:cubicBezTo>
                    <a:lnTo>
                      <a:pt x="221075" y="95"/>
                    </a:lnTo>
                    <a:close/>
                    <a:moveTo>
                      <a:pt x="452723" y="96869"/>
                    </a:moveTo>
                    <a:lnTo>
                      <a:pt x="616458" y="96869"/>
                    </a:lnTo>
                    <a:cubicBezTo>
                      <a:pt x="851916" y="96869"/>
                      <a:pt x="976598" y="220504"/>
                      <a:pt x="915638" y="534543"/>
                    </a:cubicBezTo>
                    <a:cubicBezTo>
                      <a:pt x="839629" y="925354"/>
                      <a:pt x="641795" y="1040606"/>
                      <a:pt x="411290" y="1040606"/>
                    </a:cubicBezTo>
                    <a:lnTo>
                      <a:pt x="269367" y="1040606"/>
                    </a:lnTo>
                    <a:lnTo>
                      <a:pt x="452723" y="96774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1544"/>
              </a:p>
            </p:txBody>
          </p:sp>
          <p:sp>
            <p:nvSpPr>
              <p:cNvPr id="26" name="Forme libre : forme 25">
                <a:extLst>
                  <a:ext uri="{FF2B5EF4-FFF2-40B4-BE49-F238E27FC236}">
                    <a16:creationId xmlns:a16="http://schemas.microsoft.com/office/drawing/2014/main" id="{2D13E8CC-5008-0CB6-4234-60C6A2BEE398}"/>
                  </a:ext>
                </a:extLst>
              </p:cNvPr>
              <p:cNvSpPr/>
              <p:nvPr/>
            </p:nvSpPr>
            <p:spPr>
              <a:xfrm>
                <a:off x="7804375" y="14663327"/>
                <a:ext cx="2394966" cy="1136017"/>
              </a:xfrm>
              <a:custGeom>
                <a:avLst/>
                <a:gdLst>
                  <a:gd name="connsiteX0" fmla="*/ 1852232 w 2394966"/>
                  <a:gd name="connsiteY0" fmla="*/ 299752 h 1136017"/>
                  <a:gd name="connsiteX1" fmla="*/ 1816132 w 2394966"/>
                  <a:gd name="connsiteY1" fmla="*/ 148781 h 1136017"/>
                  <a:gd name="connsiteX2" fmla="*/ 2265426 w 2394966"/>
                  <a:gd name="connsiteY2" fmla="*/ 0 h 1136017"/>
                  <a:gd name="connsiteX3" fmla="*/ 2394966 w 2394966"/>
                  <a:gd name="connsiteY3" fmla="*/ 451961 h 1136017"/>
                  <a:gd name="connsiteX4" fmla="*/ 2237804 w 2394966"/>
                  <a:gd name="connsiteY4" fmla="*/ 487775 h 1136017"/>
                  <a:gd name="connsiteX5" fmla="*/ 2207514 w 2394966"/>
                  <a:gd name="connsiteY5" fmla="*/ 303086 h 1136017"/>
                  <a:gd name="connsiteX6" fmla="*/ 0 w 2394966"/>
                  <a:gd name="connsiteY6" fmla="*/ 1074801 h 1136017"/>
                  <a:gd name="connsiteX7" fmla="*/ 17812 w 2394966"/>
                  <a:gd name="connsiteY7" fmla="*/ 1033272 h 1136017"/>
                  <a:gd name="connsiteX8" fmla="*/ 2028349 w 2394966"/>
                  <a:gd name="connsiteY8" fmla="*/ 231458 h 1136017"/>
                  <a:gd name="connsiteX9" fmla="*/ 1852232 w 2394966"/>
                  <a:gd name="connsiteY9" fmla="*/ 299752 h 1136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394966" h="1136017">
                    <a:moveTo>
                      <a:pt x="1852232" y="299752"/>
                    </a:moveTo>
                    <a:cubicBezTo>
                      <a:pt x="1851946" y="217742"/>
                      <a:pt x="1838611" y="205264"/>
                      <a:pt x="1816132" y="148781"/>
                    </a:cubicBezTo>
                    <a:lnTo>
                      <a:pt x="2265426" y="0"/>
                    </a:lnTo>
                    <a:lnTo>
                      <a:pt x="2394966" y="451961"/>
                    </a:lnTo>
                    <a:cubicBezTo>
                      <a:pt x="2348103" y="449199"/>
                      <a:pt x="2298478" y="454724"/>
                      <a:pt x="2237804" y="487775"/>
                    </a:cubicBezTo>
                    <a:lnTo>
                      <a:pt x="2207514" y="303086"/>
                    </a:lnTo>
                    <a:cubicBezTo>
                      <a:pt x="2042160" y="609124"/>
                      <a:pt x="1223677" y="1353217"/>
                      <a:pt x="0" y="1074801"/>
                    </a:cubicBezTo>
                    <a:cubicBezTo>
                      <a:pt x="7906" y="1068038"/>
                      <a:pt x="14002" y="1043654"/>
                      <a:pt x="17812" y="1033272"/>
                    </a:cubicBezTo>
                    <a:cubicBezTo>
                      <a:pt x="1146429" y="1185005"/>
                      <a:pt x="1915478" y="481679"/>
                      <a:pt x="2028349" y="231458"/>
                    </a:cubicBezTo>
                    <a:lnTo>
                      <a:pt x="1852232" y="299752"/>
                    </a:lnTo>
                    <a:close/>
                  </a:path>
                </a:pathLst>
              </a:custGeom>
              <a:solidFill>
                <a:schemeClr val="accent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1544"/>
              </a:p>
            </p:txBody>
          </p:sp>
          <p:sp>
            <p:nvSpPr>
              <p:cNvPr id="27" name="Forme libre : forme 26">
                <a:extLst>
                  <a:ext uri="{FF2B5EF4-FFF2-40B4-BE49-F238E27FC236}">
                    <a16:creationId xmlns:a16="http://schemas.microsoft.com/office/drawing/2014/main" id="{236CD0B0-F2FB-D8E9-1E56-54C2CFBC02CE}"/>
                  </a:ext>
                </a:extLst>
              </p:cNvPr>
              <p:cNvSpPr/>
              <p:nvPr/>
            </p:nvSpPr>
            <p:spPr>
              <a:xfrm>
                <a:off x="8045167" y="14990796"/>
                <a:ext cx="473297" cy="1145857"/>
              </a:xfrm>
              <a:custGeom>
                <a:avLst/>
                <a:gdLst>
                  <a:gd name="connsiteX0" fmla="*/ 95 w 473297"/>
                  <a:gd name="connsiteY0" fmla="*/ 1145857 h 1145857"/>
                  <a:gd name="connsiteX1" fmla="*/ 126968 w 473297"/>
                  <a:gd name="connsiteY1" fmla="*/ 1137571 h 1145857"/>
                  <a:gd name="connsiteX2" fmla="*/ 250603 w 473297"/>
                  <a:gd name="connsiteY2" fmla="*/ 1145857 h 1145857"/>
                  <a:gd name="connsiteX3" fmla="*/ 473297 w 473297"/>
                  <a:gd name="connsiteY3" fmla="*/ 0 h 1145857"/>
                  <a:gd name="connsiteX4" fmla="*/ 346424 w 473297"/>
                  <a:gd name="connsiteY4" fmla="*/ 8382 h 1145857"/>
                  <a:gd name="connsiteX5" fmla="*/ 222790 w 473297"/>
                  <a:gd name="connsiteY5" fmla="*/ 0 h 1145857"/>
                  <a:gd name="connsiteX6" fmla="*/ 0 w 473297"/>
                  <a:gd name="connsiteY6" fmla="*/ 1145857 h 114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73297" h="1145857">
                    <a:moveTo>
                      <a:pt x="95" y="1145857"/>
                    </a:moveTo>
                    <a:cubicBezTo>
                      <a:pt x="42481" y="1142524"/>
                      <a:pt x="85249" y="1137571"/>
                      <a:pt x="126968" y="1137571"/>
                    </a:cubicBezTo>
                    <a:cubicBezTo>
                      <a:pt x="168688" y="1137571"/>
                      <a:pt x="209550" y="1142619"/>
                      <a:pt x="250603" y="1145857"/>
                    </a:cubicBezTo>
                    <a:lnTo>
                      <a:pt x="473297" y="0"/>
                    </a:lnTo>
                    <a:cubicBezTo>
                      <a:pt x="430911" y="3239"/>
                      <a:pt x="388144" y="8382"/>
                      <a:pt x="346424" y="8382"/>
                    </a:cubicBezTo>
                    <a:cubicBezTo>
                      <a:pt x="304705" y="8382"/>
                      <a:pt x="263843" y="3334"/>
                      <a:pt x="222790" y="0"/>
                    </a:cubicBezTo>
                    <a:lnTo>
                      <a:pt x="0" y="114585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1544"/>
              </a:p>
            </p:txBody>
          </p:sp>
        </p:grpSp>
        <p:sp>
          <p:nvSpPr>
            <p:cNvPr id="17" name="Forme libre : forme 16">
              <a:extLst>
                <a:ext uri="{FF2B5EF4-FFF2-40B4-BE49-F238E27FC236}">
                  <a16:creationId xmlns:a16="http://schemas.microsoft.com/office/drawing/2014/main" id="{1646DCE5-914D-E2FF-8025-8EEE8608BAB0}"/>
                </a:ext>
              </a:extLst>
            </p:cNvPr>
            <p:cNvSpPr/>
            <p:nvPr/>
          </p:nvSpPr>
          <p:spPr>
            <a:xfrm>
              <a:off x="9751570" y="15324933"/>
              <a:ext cx="5453729" cy="812387"/>
            </a:xfrm>
            <a:custGeom>
              <a:avLst/>
              <a:gdLst>
                <a:gd name="connsiteX0" fmla="*/ 5395722 w 5453729"/>
                <a:gd name="connsiteY0" fmla="*/ 166592 h 812387"/>
                <a:gd name="connsiteX1" fmla="*/ 5453730 w 5453729"/>
                <a:gd name="connsiteY1" fmla="*/ 54388 h 812387"/>
                <a:gd name="connsiteX2" fmla="*/ 5285328 w 5453729"/>
                <a:gd name="connsiteY2" fmla="*/ 0 h 812387"/>
                <a:gd name="connsiteX3" fmla="*/ 4977384 w 5453729"/>
                <a:gd name="connsiteY3" fmla="*/ 237839 h 812387"/>
                <a:gd name="connsiteX4" fmla="*/ 5239417 w 5453729"/>
                <a:gd name="connsiteY4" fmla="*/ 626459 h 812387"/>
                <a:gd name="connsiteX5" fmla="*/ 5083969 w 5453729"/>
                <a:gd name="connsiteY5" fmla="*/ 744188 h 812387"/>
                <a:gd name="connsiteX6" fmla="*/ 4951953 w 5453729"/>
                <a:gd name="connsiteY6" fmla="*/ 619601 h 812387"/>
                <a:gd name="connsiteX7" fmla="*/ 4930331 w 5453729"/>
                <a:gd name="connsiteY7" fmla="*/ 619601 h 812387"/>
                <a:gd name="connsiteX8" fmla="*/ 4869561 w 5453729"/>
                <a:gd name="connsiteY8" fmla="*/ 763429 h 812387"/>
                <a:gd name="connsiteX9" fmla="*/ 5042535 w 5453729"/>
                <a:gd name="connsiteY9" fmla="*/ 812197 h 812387"/>
                <a:gd name="connsiteX10" fmla="*/ 5391055 w 5453729"/>
                <a:gd name="connsiteY10" fmla="*/ 562928 h 812387"/>
                <a:gd name="connsiteX11" fmla="*/ 5121307 w 5453729"/>
                <a:gd name="connsiteY11" fmla="*/ 178975 h 812387"/>
                <a:gd name="connsiteX12" fmla="*/ 5267516 w 5453729"/>
                <a:gd name="connsiteY12" fmla="*/ 67913 h 812387"/>
                <a:gd name="connsiteX13" fmla="*/ 5378577 w 5453729"/>
                <a:gd name="connsiteY13" fmla="*/ 166592 h 812387"/>
                <a:gd name="connsiteX14" fmla="*/ 5395627 w 5453729"/>
                <a:gd name="connsiteY14" fmla="*/ 166592 h 812387"/>
                <a:gd name="connsiteX15" fmla="*/ 4776692 w 5453729"/>
                <a:gd name="connsiteY15" fmla="*/ 659320 h 812387"/>
                <a:gd name="connsiteX16" fmla="*/ 4557427 w 5453729"/>
                <a:gd name="connsiteY16" fmla="*/ 744284 h 812387"/>
                <a:gd name="connsiteX17" fmla="*/ 4351878 w 5453729"/>
                <a:gd name="connsiteY17" fmla="*/ 414719 h 812387"/>
                <a:gd name="connsiteX18" fmla="*/ 4683157 w 5453729"/>
                <a:gd name="connsiteY18" fmla="*/ 68008 h 812387"/>
                <a:gd name="connsiteX19" fmla="*/ 4850987 w 5453729"/>
                <a:gd name="connsiteY19" fmla="*/ 172307 h 812387"/>
                <a:gd name="connsiteX20" fmla="*/ 4866799 w 5453729"/>
                <a:gd name="connsiteY20" fmla="*/ 172307 h 812387"/>
                <a:gd name="connsiteX21" fmla="*/ 4915567 w 5453729"/>
                <a:gd name="connsiteY21" fmla="*/ 55626 h 812387"/>
                <a:gd name="connsiteX22" fmla="*/ 4695254 w 5453729"/>
                <a:gd name="connsiteY22" fmla="*/ 191 h 812387"/>
                <a:gd name="connsiteX23" fmla="*/ 4160806 w 5453729"/>
                <a:gd name="connsiteY23" fmla="*/ 430625 h 812387"/>
                <a:gd name="connsiteX24" fmla="*/ 4512469 w 5453729"/>
                <a:gd name="connsiteY24" fmla="*/ 812387 h 812387"/>
                <a:gd name="connsiteX25" fmla="*/ 4746212 w 5453729"/>
                <a:gd name="connsiteY25" fmla="*/ 763619 h 812387"/>
                <a:gd name="connsiteX26" fmla="*/ 4790028 w 5453729"/>
                <a:gd name="connsiteY26" fmla="*/ 666178 h 812387"/>
                <a:gd name="connsiteX27" fmla="*/ 4776692 w 5453729"/>
                <a:gd name="connsiteY27" fmla="*/ 659416 h 812387"/>
                <a:gd name="connsiteX28" fmla="*/ 3802571 w 5453729"/>
                <a:gd name="connsiteY28" fmla="*/ 797433 h 812387"/>
                <a:gd name="connsiteX29" fmla="*/ 3888677 w 5453729"/>
                <a:gd name="connsiteY29" fmla="*/ 791813 h 812387"/>
                <a:gd name="connsiteX30" fmla="*/ 3972497 w 5453729"/>
                <a:gd name="connsiteY30" fmla="*/ 797433 h 812387"/>
                <a:gd name="connsiteX31" fmla="*/ 4123468 w 5453729"/>
                <a:gd name="connsiteY31" fmla="*/ 20383 h 812387"/>
                <a:gd name="connsiteX32" fmla="*/ 4037457 w 5453729"/>
                <a:gd name="connsiteY32" fmla="*/ 26003 h 812387"/>
                <a:gd name="connsiteX33" fmla="*/ 3953542 w 5453729"/>
                <a:gd name="connsiteY33" fmla="*/ 20383 h 812387"/>
                <a:gd name="connsiteX34" fmla="*/ 3802476 w 5453729"/>
                <a:gd name="connsiteY34" fmla="*/ 797433 h 812387"/>
                <a:gd name="connsiteX35" fmla="*/ 3625120 w 5453729"/>
                <a:gd name="connsiteY35" fmla="*/ 100775 h 812387"/>
                <a:gd name="connsiteX36" fmla="*/ 3824764 w 5453729"/>
                <a:gd name="connsiteY36" fmla="*/ 116586 h 812387"/>
                <a:gd name="connsiteX37" fmla="*/ 3828574 w 5453729"/>
                <a:gd name="connsiteY37" fmla="*/ 67818 h 812387"/>
                <a:gd name="connsiteX38" fmla="*/ 3843528 w 5453729"/>
                <a:gd name="connsiteY38" fmla="*/ 20288 h 812387"/>
                <a:gd name="connsiteX39" fmla="*/ 3260122 w 5453729"/>
                <a:gd name="connsiteY39" fmla="*/ 20288 h 812387"/>
                <a:gd name="connsiteX40" fmla="*/ 3256503 w 5453729"/>
                <a:gd name="connsiteY40" fmla="*/ 67818 h 812387"/>
                <a:gd name="connsiteX41" fmla="*/ 3241358 w 5453729"/>
                <a:gd name="connsiteY41" fmla="*/ 116586 h 812387"/>
                <a:gd name="connsiteX42" fmla="*/ 3455194 w 5453729"/>
                <a:gd name="connsiteY42" fmla="*/ 100775 h 812387"/>
                <a:gd name="connsiteX43" fmla="*/ 3319749 w 5453729"/>
                <a:gd name="connsiteY43" fmla="*/ 797433 h 812387"/>
                <a:gd name="connsiteX44" fmla="*/ 3405759 w 5453729"/>
                <a:gd name="connsiteY44" fmla="*/ 791813 h 812387"/>
                <a:gd name="connsiteX45" fmla="*/ 3489674 w 5453729"/>
                <a:gd name="connsiteY45" fmla="*/ 797433 h 812387"/>
                <a:gd name="connsiteX46" fmla="*/ 3625025 w 5453729"/>
                <a:gd name="connsiteY46" fmla="*/ 100775 h 812387"/>
                <a:gd name="connsiteX47" fmla="*/ 3116676 w 5453729"/>
                <a:gd name="connsiteY47" fmla="*/ 166592 h 812387"/>
                <a:gd name="connsiteX48" fmla="*/ 3174778 w 5453729"/>
                <a:gd name="connsiteY48" fmla="*/ 54388 h 812387"/>
                <a:gd name="connsiteX49" fmla="*/ 3006376 w 5453729"/>
                <a:gd name="connsiteY49" fmla="*/ 0 h 812387"/>
                <a:gd name="connsiteX50" fmla="*/ 2698433 w 5453729"/>
                <a:gd name="connsiteY50" fmla="*/ 237839 h 812387"/>
                <a:gd name="connsiteX51" fmla="*/ 2960561 w 5453729"/>
                <a:gd name="connsiteY51" fmla="*/ 626459 h 812387"/>
                <a:gd name="connsiteX52" fmla="*/ 2805113 w 5453729"/>
                <a:gd name="connsiteY52" fmla="*/ 744188 h 812387"/>
                <a:gd name="connsiteX53" fmla="*/ 2673001 w 5453729"/>
                <a:gd name="connsiteY53" fmla="*/ 619601 h 812387"/>
                <a:gd name="connsiteX54" fmla="*/ 2651379 w 5453729"/>
                <a:gd name="connsiteY54" fmla="*/ 619601 h 812387"/>
                <a:gd name="connsiteX55" fmla="*/ 2590610 w 5453729"/>
                <a:gd name="connsiteY55" fmla="*/ 763429 h 812387"/>
                <a:gd name="connsiteX56" fmla="*/ 2763584 w 5453729"/>
                <a:gd name="connsiteY56" fmla="*/ 812197 h 812387"/>
                <a:gd name="connsiteX57" fmla="*/ 3112199 w 5453729"/>
                <a:gd name="connsiteY57" fmla="*/ 562928 h 812387"/>
                <a:gd name="connsiteX58" fmla="*/ 2842546 w 5453729"/>
                <a:gd name="connsiteY58" fmla="*/ 178975 h 812387"/>
                <a:gd name="connsiteX59" fmla="*/ 2988660 w 5453729"/>
                <a:gd name="connsiteY59" fmla="*/ 67913 h 812387"/>
                <a:gd name="connsiteX60" fmla="*/ 3099816 w 5453729"/>
                <a:gd name="connsiteY60" fmla="*/ 166592 h 812387"/>
                <a:gd name="connsiteX61" fmla="*/ 3116771 w 5453729"/>
                <a:gd name="connsiteY61" fmla="*/ 166592 h 812387"/>
                <a:gd name="connsiteX62" fmla="*/ 2287238 w 5453729"/>
                <a:gd name="connsiteY62" fmla="*/ 797433 h 812387"/>
                <a:gd name="connsiteX63" fmla="*/ 2373345 w 5453729"/>
                <a:gd name="connsiteY63" fmla="*/ 791813 h 812387"/>
                <a:gd name="connsiteX64" fmla="*/ 2457164 w 5453729"/>
                <a:gd name="connsiteY64" fmla="*/ 797433 h 812387"/>
                <a:gd name="connsiteX65" fmla="*/ 2608231 w 5453729"/>
                <a:gd name="connsiteY65" fmla="*/ 20383 h 812387"/>
                <a:gd name="connsiteX66" fmla="*/ 2522220 w 5453729"/>
                <a:gd name="connsiteY66" fmla="*/ 26003 h 812387"/>
                <a:gd name="connsiteX67" fmla="*/ 2438305 w 5453729"/>
                <a:gd name="connsiteY67" fmla="*/ 20383 h 812387"/>
                <a:gd name="connsiteX68" fmla="*/ 2287238 w 5453729"/>
                <a:gd name="connsiteY68" fmla="*/ 797433 h 812387"/>
                <a:gd name="connsiteX69" fmla="*/ 2206086 w 5453729"/>
                <a:gd name="connsiteY69" fmla="*/ 447485 h 812387"/>
                <a:gd name="connsiteX70" fmla="*/ 2120075 w 5453729"/>
                <a:gd name="connsiteY70" fmla="*/ 453104 h 812387"/>
                <a:gd name="connsiteX71" fmla="*/ 2036255 w 5453729"/>
                <a:gd name="connsiteY71" fmla="*/ 447485 h 812387"/>
                <a:gd name="connsiteX72" fmla="*/ 1984820 w 5453729"/>
                <a:gd name="connsiteY72" fmla="*/ 712470 h 812387"/>
                <a:gd name="connsiteX73" fmla="*/ 1853946 w 5453729"/>
                <a:gd name="connsiteY73" fmla="*/ 744188 h 812387"/>
                <a:gd name="connsiteX74" fmla="*/ 1643348 w 5453729"/>
                <a:gd name="connsiteY74" fmla="*/ 429292 h 812387"/>
                <a:gd name="connsiteX75" fmla="*/ 1995678 w 5453729"/>
                <a:gd name="connsiteY75" fmla="*/ 67913 h 812387"/>
                <a:gd name="connsiteX76" fmla="*/ 2196370 w 5453729"/>
                <a:gd name="connsiteY76" fmla="*/ 183452 h 812387"/>
                <a:gd name="connsiteX77" fmla="*/ 2212181 w 5453729"/>
                <a:gd name="connsiteY77" fmla="*/ 183452 h 812387"/>
                <a:gd name="connsiteX78" fmla="*/ 2266188 w 5453729"/>
                <a:gd name="connsiteY78" fmla="*/ 69056 h 812387"/>
                <a:gd name="connsiteX79" fmla="*/ 2006632 w 5453729"/>
                <a:gd name="connsiteY79" fmla="*/ 0 h 812387"/>
                <a:gd name="connsiteX80" fmla="*/ 1455992 w 5453729"/>
                <a:gd name="connsiteY80" fmla="*/ 425863 h 812387"/>
                <a:gd name="connsiteX81" fmla="*/ 1832896 w 5453729"/>
                <a:gd name="connsiteY81" fmla="*/ 812197 h 812387"/>
                <a:gd name="connsiteX82" fmla="*/ 2145316 w 5453729"/>
                <a:gd name="connsiteY82" fmla="*/ 761238 h 812387"/>
                <a:gd name="connsiteX83" fmla="*/ 2206276 w 5453729"/>
                <a:gd name="connsiteY83" fmla="*/ 447485 h 812387"/>
                <a:gd name="connsiteX84" fmla="*/ 1022033 w 5453729"/>
                <a:gd name="connsiteY84" fmla="*/ 67913 h 812387"/>
                <a:gd name="connsiteX85" fmla="*/ 1198817 w 5453729"/>
                <a:gd name="connsiteY85" fmla="*/ 381762 h 812387"/>
                <a:gd name="connsiteX86" fmla="*/ 875824 w 5453729"/>
                <a:gd name="connsiteY86" fmla="*/ 744188 h 812387"/>
                <a:gd name="connsiteX87" fmla="*/ 697992 w 5453729"/>
                <a:gd name="connsiteY87" fmla="*/ 440627 h 812387"/>
                <a:gd name="connsiteX88" fmla="*/ 1021937 w 5453729"/>
                <a:gd name="connsiteY88" fmla="*/ 67913 h 812387"/>
                <a:gd name="connsiteX89" fmla="*/ 1382649 w 5453729"/>
                <a:gd name="connsiteY89" fmla="*/ 403193 h 812387"/>
                <a:gd name="connsiteX90" fmla="*/ 1041940 w 5453729"/>
                <a:gd name="connsiteY90" fmla="*/ 0 h 812387"/>
                <a:gd name="connsiteX91" fmla="*/ 516350 w 5453729"/>
                <a:gd name="connsiteY91" fmla="*/ 407765 h 812387"/>
                <a:gd name="connsiteX92" fmla="*/ 856964 w 5453729"/>
                <a:gd name="connsiteY92" fmla="*/ 812197 h 812387"/>
                <a:gd name="connsiteX93" fmla="*/ 1382744 w 5453729"/>
                <a:gd name="connsiteY93" fmla="*/ 403289 h 812387"/>
                <a:gd name="connsiteX94" fmla="*/ 319850 w 5453729"/>
                <a:gd name="connsiteY94" fmla="*/ 20479 h 812387"/>
                <a:gd name="connsiteX95" fmla="*/ 233839 w 5453729"/>
                <a:gd name="connsiteY95" fmla="*/ 26098 h 812387"/>
                <a:gd name="connsiteX96" fmla="*/ 149924 w 5453729"/>
                <a:gd name="connsiteY96" fmla="*/ 20479 h 812387"/>
                <a:gd name="connsiteX97" fmla="*/ 0 w 5453729"/>
                <a:gd name="connsiteY97" fmla="*/ 791909 h 812387"/>
                <a:gd name="connsiteX98" fmla="*/ 429292 w 5453729"/>
                <a:gd name="connsiteY98" fmla="*/ 791909 h 812387"/>
                <a:gd name="connsiteX99" fmla="*/ 433197 w 5453729"/>
                <a:gd name="connsiteY99" fmla="*/ 743236 h 812387"/>
                <a:gd name="connsiteX100" fmla="*/ 448342 w 5453729"/>
                <a:gd name="connsiteY100" fmla="*/ 694468 h 812387"/>
                <a:gd name="connsiteX101" fmla="*/ 185833 w 5453729"/>
                <a:gd name="connsiteY101" fmla="*/ 710279 h 812387"/>
                <a:gd name="connsiteX102" fmla="*/ 319945 w 5453729"/>
                <a:gd name="connsiteY102" fmla="*/ 20479 h 81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453729" h="812387">
                  <a:moveTo>
                    <a:pt x="5395722" y="166592"/>
                  </a:moveTo>
                  <a:cubicBezTo>
                    <a:pt x="5414487" y="128016"/>
                    <a:pt x="5433156" y="90583"/>
                    <a:pt x="5453730" y="54388"/>
                  </a:cubicBezTo>
                  <a:cubicBezTo>
                    <a:pt x="5433537" y="30575"/>
                    <a:pt x="5366862" y="0"/>
                    <a:pt x="5285328" y="0"/>
                  </a:cubicBezTo>
                  <a:cubicBezTo>
                    <a:pt x="5113115" y="0"/>
                    <a:pt x="5002816" y="107633"/>
                    <a:pt x="4977384" y="237839"/>
                  </a:cubicBezTo>
                  <a:cubicBezTo>
                    <a:pt x="4924330" y="510826"/>
                    <a:pt x="5274660" y="445198"/>
                    <a:pt x="5239417" y="626459"/>
                  </a:cubicBezTo>
                  <a:cubicBezTo>
                    <a:pt x="5224272" y="704564"/>
                    <a:pt x="5154264" y="744188"/>
                    <a:pt x="5083969" y="744188"/>
                  </a:cubicBezTo>
                  <a:cubicBezTo>
                    <a:pt x="5005864" y="744188"/>
                    <a:pt x="4953667" y="697802"/>
                    <a:pt x="4951953" y="619601"/>
                  </a:cubicBezTo>
                  <a:lnTo>
                    <a:pt x="4930331" y="619601"/>
                  </a:lnTo>
                  <a:cubicBezTo>
                    <a:pt x="4914138" y="668274"/>
                    <a:pt x="4892421" y="715899"/>
                    <a:pt x="4869561" y="763429"/>
                  </a:cubicBezTo>
                  <a:cubicBezTo>
                    <a:pt x="4916234" y="797433"/>
                    <a:pt x="4980147" y="812197"/>
                    <a:pt x="5042535" y="812197"/>
                  </a:cubicBezTo>
                  <a:cubicBezTo>
                    <a:pt x="5217986" y="812197"/>
                    <a:pt x="5362956" y="707993"/>
                    <a:pt x="5391055" y="562928"/>
                  </a:cubicBezTo>
                  <a:cubicBezTo>
                    <a:pt x="5441537" y="303562"/>
                    <a:pt x="5091589" y="331851"/>
                    <a:pt x="5121307" y="178975"/>
                  </a:cubicBezTo>
                  <a:cubicBezTo>
                    <a:pt x="5133880" y="114395"/>
                    <a:pt x="5177981" y="67913"/>
                    <a:pt x="5267516" y="67913"/>
                  </a:cubicBezTo>
                  <a:cubicBezTo>
                    <a:pt x="5332095" y="67913"/>
                    <a:pt x="5367624" y="106490"/>
                    <a:pt x="5378577" y="166592"/>
                  </a:cubicBezTo>
                  <a:lnTo>
                    <a:pt x="5395627" y="166592"/>
                  </a:lnTo>
                  <a:close/>
                  <a:moveTo>
                    <a:pt x="4776692" y="659320"/>
                  </a:moveTo>
                  <a:cubicBezTo>
                    <a:pt x="4716209" y="707993"/>
                    <a:pt x="4627627" y="744284"/>
                    <a:pt x="4557427" y="744284"/>
                  </a:cubicBezTo>
                  <a:cubicBezTo>
                    <a:pt x="4382929" y="744284"/>
                    <a:pt x="4314254" y="608362"/>
                    <a:pt x="4351878" y="414719"/>
                  </a:cubicBezTo>
                  <a:cubicBezTo>
                    <a:pt x="4384262" y="248126"/>
                    <a:pt x="4495133" y="68008"/>
                    <a:pt x="4683157" y="68008"/>
                  </a:cubicBezTo>
                  <a:cubicBezTo>
                    <a:pt x="4756785" y="68008"/>
                    <a:pt x="4820889" y="111157"/>
                    <a:pt x="4850987" y="172307"/>
                  </a:cubicBezTo>
                  <a:lnTo>
                    <a:pt x="4866799" y="172307"/>
                  </a:lnTo>
                  <a:cubicBezTo>
                    <a:pt x="4883659" y="132779"/>
                    <a:pt x="4897851" y="94202"/>
                    <a:pt x="4915567" y="55626"/>
                  </a:cubicBezTo>
                  <a:cubicBezTo>
                    <a:pt x="4856893" y="19431"/>
                    <a:pt x="4770025" y="191"/>
                    <a:pt x="4695254" y="191"/>
                  </a:cubicBezTo>
                  <a:cubicBezTo>
                    <a:pt x="4448271" y="191"/>
                    <a:pt x="4218147" y="134874"/>
                    <a:pt x="4160806" y="430625"/>
                  </a:cubicBezTo>
                  <a:cubicBezTo>
                    <a:pt x="4115562" y="662845"/>
                    <a:pt x="4270058" y="812387"/>
                    <a:pt x="4512469" y="812387"/>
                  </a:cubicBezTo>
                  <a:cubicBezTo>
                    <a:pt x="4588384" y="812387"/>
                    <a:pt x="4671441" y="798862"/>
                    <a:pt x="4746212" y="763619"/>
                  </a:cubicBezTo>
                  <a:lnTo>
                    <a:pt x="4790028" y="666178"/>
                  </a:lnTo>
                  <a:lnTo>
                    <a:pt x="4776692" y="659416"/>
                  </a:lnTo>
                  <a:close/>
                  <a:moveTo>
                    <a:pt x="3802571" y="797433"/>
                  </a:moveTo>
                  <a:cubicBezTo>
                    <a:pt x="3831336" y="795147"/>
                    <a:pt x="3860387" y="791813"/>
                    <a:pt x="3888677" y="791813"/>
                  </a:cubicBezTo>
                  <a:cubicBezTo>
                    <a:pt x="3916966" y="791813"/>
                    <a:pt x="3944684" y="795147"/>
                    <a:pt x="3972497" y="797433"/>
                  </a:cubicBezTo>
                  <a:lnTo>
                    <a:pt x="4123468" y="20383"/>
                  </a:lnTo>
                  <a:cubicBezTo>
                    <a:pt x="4094798" y="22574"/>
                    <a:pt x="4065747" y="26003"/>
                    <a:pt x="4037457" y="26003"/>
                  </a:cubicBezTo>
                  <a:cubicBezTo>
                    <a:pt x="4009168" y="26003"/>
                    <a:pt x="3981450" y="22574"/>
                    <a:pt x="3953542" y="20383"/>
                  </a:cubicBezTo>
                  <a:lnTo>
                    <a:pt x="3802476" y="797433"/>
                  </a:lnTo>
                  <a:close/>
                  <a:moveTo>
                    <a:pt x="3625120" y="100775"/>
                  </a:moveTo>
                  <a:cubicBezTo>
                    <a:pt x="3694176" y="100775"/>
                    <a:pt x="3759518" y="108680"/>
                    <a:pt x="3824764" y="116586"/>
                  </a:cubicBezTo>
                  <a:cubicBezTo>
                    <a:pt x="3825526" y="100775"/>
                    <a:pt x="3825240" y="84868"/>
                    <a:pt x="3828574" y="67818"/>
                  </a:cubicBezTo>
                  <a:cubicBezTo>
                    <a:pt x="3831622" y="52006"/>
                    <a:pt x="3838194" y="36195"/>
                    <a:pt x="3843528" y="20288"/>
                  </a:cubicBezTo>
                  <a:lnTo>
                    <a:pt x="3260122" y="20288"/>
                  </a:lnTo>
                  <a:cubicBezTo>
                    <a:pt x="3259265" y="36195"/>
                    <a:pt x="3259646" y="51911"/>
                    <a:pt x="3256503" y="67818"/>
                  </a:cubicBezTo>
                  <a:cubicBezTo>
                    <a:pt x="3253168" y="84868"/>
                    <a:pt x="3246691" y="100679"/>
                    <a:pt x="3241358" y="116586"/>
                  </a:cubicBezTo>
                  <a:cubicBezTo>
                    <a:pt x="3301842" y="108680"/>
                    <a:pt x="3374803" y="100775"/>
                    <a:pt x="3455194" y="100775"/>
                  </a:cubicBezTo>
                  <a:lnTo>
                    <a:pt x="3319749" y="797433"/>
                  </a:lnTo>
                  <a:cubicBezTo>
                    <a:pt x="3348609" y="795147"/>
                    <a:pt x="3377565" y="791813"/>
                    <a:pt x="3405759" y="791813"/>
                  </a:cubicBezTo>
                  <a:cubicBezTo>
                    <a:pt x="3433953" y="791813"/>
                    <a:pt x="3461671" y="795147"/>
                    <a:pt x="3489674" y="797433"/>
                  </a:cubicBezTo>
                  <a:lnTo>
                    <a:pt x="3625025" y="100775"/>
                  </a:lnTo>
                  <a:close/>
                  <a:moveTo>
                    <a:pt x="3116676" y="166592"/>
                  </a:moveTo>
                  <a:cubicBezTo>
                    <a:pt x="3135535" y="128016"/>
                    <a:pt x="3154109" y="90583"/>
                    <a:pt x="3174778" y="54388"/>
                  </a:cubicBezTo>
                  <a:cubicBezTo>
                    <a:pt x="3154490" y="30575"/>
                    <a:pt x="3088005" y="0"/>
                    <a:pt x="3006376" y="0"/>
                  </a:cubicBezTo>
                  <a:cubicBezTo>
                    <a:pt x="2834164" y="0"/>
                    <a:pt x="2723769" y="107633"/>
                    <a:pt x="2698433" y="237839"/>
                  </a:cubicBezTo>
                  <a:cubicBezTo>
                    <a:pt x="2645378" y="510826"/>
                    <a:pt x="2995708" y="445198"/>
                    <a:pt x="2960561" y="626459"/>
                  </a:cubicBezTo>
                  <a:cubicBezTo>
                    <a:pt x="2945321" y="704564"/>
                    <a:pt x="2875312" y="744188"/>
                    <a:pt x="2805113" y="744188"/>
                  </a:cubicBezTo>
                  <a:cubicBezTo>
                    <a:pt x="2726912" y="744188"/>
                    <a:pt x="2674811" y="697802"/>
                    <a:pt x="2673001" y="619601"/>
                  </a:cubicBezTo>
                  <a:lnTo>
                    <a:pt x="2651379" y="619601"/>
                  </a:lnTo>
                  <a:cubicBezTo>
                    <a:pt x="2635091" y="668274"/>
                    <a:pt x="2613470" y="715899"/>
                    <a:pt x="2590610" y="763429"/>
                  </a:cubicBezTo>
                  <a:cubicBezTo>
                    <a:pt x="2637282" y="797433"/>
                    <a:pt x="2701290" y="812197"/>
                    <a:pt x="2763584" y="812197"/>
                  </a:cubicBezTo>
                  <a:cubicBezTo>
                    <a:pt x="2939129" y="812197"/>
                    <a:pt x="3084005" y="707993"/>
                    <a:pt x="3112199" y="562928"/>
                  </a:cubicBezTo>
                  <a:cubicBezTo>
                    <a:pt x="3162681" y="303562"/>
                    <a:pt x="2812828" y="331851"/>
                    <a:pt x="2842546" y="178975"/>
                  </a:cubicBezTo>
                  <a:cubicBezTo>
                    <a:pt x="2855119" y="114395"/>
                    <a:pt x="2899124" y="67913"/>
                    <a:pt x="2988660" y="67913"/>
                  </a:cubicBezTo>
                  <a:cubicBezTo>
                    <a:pt x="3053239" y="67913"/>
                    <a:pt x="3088767" y="106490"/>
                    <a:pt x="3099816" y="166592"/>
                  </a:cubicBezTo>
                  <a:lnTo>
                    <a:pt x="3116771" y="166592"/>
                  </a:lnTo>
                  <a:close/>
                  <a:moveTo>
                    <a:pt x="2287238" y="797433"/>
                  </a:moveTo>
                  <a:cubicBezTo>
                    <a:pt x="2316004" y="795147"/>
                    <a:pt x="2344960" y="791813"/>
                    <a:pt x="2373345" y="791813"/>
                  </a:cubicBezTo>
                  <a:cubicBezTo>
                    <a:pt x="2401729" y="791813"/>
                    <a:pt x="2429352" y="795147"/>
                    <a:pt x="2457164" y="797433"/>
                  </a:cubicBezTo>
                  <a:lnTo>
                    <a:pt x="2608231" y="20383"/>
                  </a:lnTo>
                  <a:cubicBezTo>
                    <a:pt x="2579465" y="22574"/>
                    <a:pt x="2550510" y="26003"/>
                    <a:pt x="2522220" y="26003"/>
                  </a:cubicBezTo>
                  <a:cubicBezTo>
                    <a:pt x="2493931" y="26003"/>
                    <a:pt x="2466213" y="22574"/>
                    <a:pt x="2438305" y="20383"/>
                  </a:cubicBezTo>
                  <a:lnTo>
                    <a:pt x="2287238" y="797433"/>
                  </a:lnTo>
                  <a:close/>
                  <a:moveTo>
                    <a:pt x="2206086" y="447485"/>
                  </a:moveTo>
                  <a:cubicBezTo>
                    <a:pt x="2177320" y="449675"/>
                    <a:pt x="2148364" y="453104"/>
                    <a:pt x="2120075" y="453104"/>
                  </a:cubicBezTo>
                  <a:cubicBezTo>
                    <a:pt x="2091785" y="453104"/>
                    <a:pt x="2064068" y="449675"/>
                    <a:pt x="2036255" y="447485"/>
                  </a:cubicBezTo>
                  <a:lnTo>
                    <a:pt x="1984820" y="712470"/>
                  </a:lnTo>
                  <a:cubicBezTo>
                    <a:pt x="1954530" y="728282"/>
                    <a:pt x="1910620" y="744188"/>
                    <a:pt x="1853946" y="744188"/>
                  </a:cubicBezTo>
                  <a:cubicBezTo>
                    <a:pt x="1681829" y="744188"/>
                    <a:pt x="1605058" y="626459"/>
                    <a:pt x="1643348" y="429292"/>
                  </a:cubicBezTo>
                  <a:cubicBezTo>
                    <a:pt x="1680401" y="238982"/>
                    <a:pt x="1806607" y="67913"/>
                    <a:pt x="1995678" y="67913"/>
                  </a:cubicBezTo>
                  <a:cubicBezTo>
                    <a:pt x="2085118" y="67913"/>
                    <a:pt x="2158937" y="107633"/>
                    <a:pt x="2196370" y="183452"/>
                  </a:cubicBezTo>
                  <a:lnTo>
                    <a:pt x="2212181" y="183452"/>
                  </a:lnTo>
                  <a:cubicBezTo>
                    <a:pt x="2224183" y="144971"/>
                    <a:pt x="2243233" y="105251"/>
                    <a:pt x="2266188" y="69056"/>
                  </a:cubicBezTo>
                  <a:cubicBezTo>
                    <a:pt x="2190655" y="20383"/>
                    <a:pt x="2103978" y="0"/>
                    <a:pt x="2006632" y="0"/>
                  </a:cubicBezTo>
                  <a:cubicBezTo>
                    <a:pt x="1744980" y="0"/>
                    <a:pt x="1510760" y="143827"/>
                    <a:pt x="1455992" y="425863"/>
                  </a:cubicBezTo>
                  <a:cubicBezTo>
                    <a:pt x="1404271" y="691991"/>
                    <a:pt x="1593818" y="812197"/>
                    <a:pt x="1832896" y="812197"/>
                  </a:cubicBezTo>
                  <a:cubicBezTo>
                    <a:pt x="1932623" y="812197"/>
                    <a:pt x="2037779" y="789527"/>
                    <a:pt x="2145316" y="761238"/>
                  </a:cubicBezTo>
                  <a:lnTo>
                    <a:pt x="2206276" y="447485"/>
                  </a:lnTo>
                  <a:close/>
                  <a:moveTo>
                    <a:pt x="1022033" y="67913"/>
                  </a:moveTo>
                  <a:cubicBezTo>
                    <a:pt x="1191959" y="67913"/>
                    <a:pt x="1227296" y="235553"/>
                    <a:pt x="1198817" y="381762"/>
                  </a:cubicBezTo>
                  <a:cubicBezTo>
                    <a:pt x="1162336" y="569690"/>
                    <a:pt x="1050227" y="744188"/>
                    <a:pt x="875824" y="744188"/>
                  </a:cubicBezTo>
                  <a:cubicBezTo>
                    <a:pt x="701421" y="744188"/>
                    <a:pt x="669417" y="587883"/>
                    <a:pt x="697992" y="440627"/>
                  </a:cubicBezTo>
                  <a:cubicBezTo>
                    <a:pt x="747332" y="186881"/>
                    <a:pt x="864394" y="67913"/>
                    <a:pt x="1021937" y="67913"/>
                  </a:cubicBezTo>
                  <a:moveTo>
                    <a:pt x="1382649" y="403193"/>
                  </a:moveTo>
                  <a:cubicBezTo>
                    <a:pt x="1415606" y="227552"/>
                    <a:pt x="1364742" y="0"/>
                    <a:pt x="1041940" y="0"/>
                  </a:cubicBezTo>
                  <a:cubicBezTo>
                    <a:pt x="759905" y="0"/>
                    <a:pt x="560165" y="182404"/>
                    <a:pt x="516350" y="407765"/>
                  </a:cubicBezTo>
                  <a:cubicBezTo>
                    <a:pt x="466344" y="664940"/>
                    <a:pt x="606552" y="812197"/>
                    <a:pt x="856964" y="812197"/>
                  </a:cubicBezTo>
                  <a:cubicBezTo>
                    <a:pt x="1134523" y="812197"/>
                    <a:pt x="1340930" y="624173"/>
                    <a:pt x="1382744" y="403289"/>
                  </a:cubicBezTo>
                  <a:moveTo>
                    <a:pt x="319850" y="20479"/>
                  </a:moveTo>
                  <a:cubicBezTo>
                    <a:pt x="291084" y="22669"/>
                    <a:pt x="262128" y="26098"/>
                    <a:pt x="233839" y="26098"/>
                  </a:cubicBezTo>
                  <a:cubicBezTo>
                    <a:pt x="205550" y="26098"/>
                    <a:pt x="177832" y="22669"/>
                    <a:pt x="149924" y="20479"/>
                  </a:cubicBezTo>
                  <a:lnTo>
                    <a:pt x="0" y="791909"/>
                  </a:lnTo>
                  <a:lnTo>
                    <a:pt x="429292" y="791909"/>
                  </a:lnTo>
                  <a:cubicBezTo>
                    <a:pt x="430149" y="776002"/>
                    <a:pt x="430054" y="759047"/>
                    <a:pt x="433197" y="743236"/>
                  </a:cubicBezTo>
                  <a:cubicBezTo>
                    <a:pt x="436150" y="727424"/>
                    <a:pt x="442817" y="710374"/>
                    <a:pt x="448342" y="694468"/>
                  </a:cubicBezTo>
                  <a:cubicBezTo>
                    <a:pt x="369761" y="702374"/>
                    <a:pt x="284321" y="710279"/>
                    <a:pt x="185833" y="710279"/>
                  </a:cubicBezTo>
                  <a:lnTo>
                    <a:pt x="319945" y="2047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1544"/>
            </a:p>
          </p:txBody>
        </p:sp>
      </p:grp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B8F567F4-EA09-C338-D049-9C2E91D2F64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solidFill>
            <a:schemeClr val="bg1"/>
          </a:solidFill>
        </p:spPr>
        <p:txBody>
          <a:bodyPr/>
          <a:lstStyle>
            <a:lvl1pPr>
              <a:defRPr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</a:defRPr>
            </a:lvl1pPr>
          </a:lstStyle>
          <a:p>
            <a:fld id="{4BF46CD0-FBDC-4232-8F32-5100991AA63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5" name="Espace réservé du texte 13">
            <a:extLst>
              <a:ext uri="{FF2B5EF4-FFF2-40B4-BE49-F238E27FC236}">
                <a16:creationId xmlns:a16="http://schemas.microsoft.com/office/drawing/2014/main" id="{0895CE28-3B79-E3A4-1CF7-09389056871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33462" y="832306"/>
            <a:ext cx="5968088" cy="372543"/>
          </a:xfrm>
          <a:prstGeom prst="rect">
            <a:avLst/>
          </a:prstGeom>
        </p:spPr>
        <p:txBody>
          <a:bodyPr lIns="72000" anchor="ctr">
            <a:noAutofit/>
          </a:bodyPr>
          <a:lstStyle>
            <a:lvl1pPr marL="0" indent="0">
              <a:buFont typeface="Arial" panose="020B0604020202020204" pitchFamily="34" charset="0"/>
              <a:buChar char="​"/>
              <a:defRPr sz="1300" b="0" cap="all" baseline="0">
                <a:solidFill>
                  <a:schemeClr val="accent1"/>
                </a:solidFill>
                <a:latin typeface="+mn-lt"/>
                <a:cs typeface="Quire Sans" panose="020B0502040400020003" pitchFamily="34" charset="0"/>
              </a:defRPr>
            </a:lvl1pPr>
            <a:lvl2pPr marL="0" indent="0">
              <a:buFont typeface="Arial" panose="020B0604020202020204" pitchFamily="34" charset="0"/>
              <a:buNone/>
              <a:defRPr sz="1300" b="0">
                <a:solidFill>
                  <a:schemeClr val="bg1"/>
                </a:solidFill>
                <a:latin typeface="+mn-lt"/>
              </a:defRPr>
            </a:lvl2pPr>
            <a:lvl3pPr marL="0" indent="0">
              <a:buFont typeface="Arial" panose="020B0604020202020204" pitchFamily="34" charset="0"/>
              <a:buChar char="​"/>
              <a:defRPr sz="1300" b="0">
                <a:solidFill>
                  <a:schemeClr val="bg1"/>
                </a:solidFill>
                <a:latin typeface="+mn-lt"/>
              </a:defRPr>
            </a:lvl3pPr>
            <a:lvl4pPr marL="0" indent="0">
              <a:buFont typeface="Arial" panose="020B0604020202020204" pitchFamily="34" charset="0"/>
              <a:buChar char="​"/>
              <a:defRPr sz="1300" b="0">
                <a:solidFill>
                  <a:schemeClr val="bg1"/>
                </a:solidFill>
                <a:latin typeface="+mn-lt"/>
              </a:defRPr>
            </a:lvl4pPr>
            <a:lvl5pPr marL="0" indent="0">
              <a:buFont typeface="Arial" panose="020B0604020202020204" pitchFamily="34" charset="0"/>
              <a:buChar char="​"/>
              <a:defRPr sz="1300" b="0">
                <a:solidFill>
                  <a:schemeClr val="bg1"/>
                </a:solidFill>
                <a:latin typeface="+mn-lt"/>
              </a:defRPr>
            </a:lvl5pPr>
            <a:lvl6pPr marL="0" indent="0">
              <a:buFont typeface="Arial" panose="020B0604020202020204" pitchFamily="34" charset="0"/>
              <a:buChar char="​"/>
              <a:defRPr sz="1300" b="0">
                <a:solidFill>
                  <a:schemeClr val="bg1"/>
                </a:solidFill>
                <a:latin typeface="+mn-lt"/>
              </a:defRPr>
            </a:lvl6pPr>
            <a:lvl7pPr marL="0" indent="0">
              <a:buFont typeface="Arial" panose="020B0604020202020204" pitchFamily="34" charset="0"/>
              <a:buChar char="​"/>
              <a:defRPr sz="1300" b="0">
                <a:solidFill>
                  <a:schemeClr val="bg1"/>
                </a:solidFill>
                <a:latin typeface="+mn-lt"/>
              </a:defRPr>
            </a:lvl7pPr>
            <a:lvl8pPr marL="0" indent="0">
              <a:buFont typeface="Arial" panose="020B0604020202020204" pitchFamily="34" charset="0"/>
              <a:buChar char="​"/>
              <a:defRPr sz="1300" b="0">
                <a:solidFill>
                  <a:schemeClr val="bg1"/>
                </a:solidFill>
                <a:latin typeface="+mn-lt"/>
              </a:defRPr>
            </a:lvl8pPr>
            <a:lvl9pPr marL="0" indent="0">
              <a:buFont typeface="Arial" panose="020B0604020202020204" pitchFamily="34" charset="0"/>
              <a:buChar char="​"/>
              <a:defRPr sz="1300" b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fr-FR"/>
              <a:t>Click to add subtitle</a:t>
            </a:r>
            <a:endParaRPr lang="fr-FR" dirty="0"/>
          </a:p>
        </p:txBody>
      </p:sp>
      <p:sp>
        <p:nvSpPr>
          <p:cNvPr id="6" name="Espace réservé du texte 6">
            <a:extLst>
              <a:ext uri="{FF2B5EF4-FFF2-40B4-BE49-F238E27FC236}">
                <a16:creationId xmlns:a16="http://schemas.microsoft.com/office/drawing/2014/main" id="{5F6A5A21-1A7D-6049-7C7F-3465857F9E2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72840" y="1583489"/>
            <a:ext cx="6028596" cy="4891819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9" name="Espace réservé du pied de page 10">
            <a:extLst>
              <a:ext uri="{FF2B5EF4-FFF2-40B4-BE49-F238E27FC236}">
                <a16:creationId xmlns:a16="http://schemas.microsoft.com/office/drawing/2014/main" id="{EA30B0FB-7495-124D-C72C-AD175BB463F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74952" y="6549509"/>
            <a:ext cx="3064239" cy="169277"/>
          </a:xfrm>
        </p:spPr>
        <p:txBody>
          <a:bodyPr/>
          <a:lstStyle/>
          <a:p>
            <a:pPr>
              <a:spcBef>
                <a:spcPts val="2438"/>
              </a:spcBef>
            </a:pPr>
            <a:r>
              <a:rPr lang="fr-FR"/>
              <a:t>Section title</a:t>
            </a:r>
            <a:endParaRPr lang="fr-FR" dirty="0"/>
          </a:p>
        </p:txBody>
      </p:sp>
      <p:sp>
        <p:nvSpPr>
          <p:cNvPr id="10" name="Espace réservé du texte 27">
            <a:extLst>
              <a:ext uri="{FF2B5EF4-FFF2-40B4-BE49-F238E27FC236}">
                <a16:creationId xmlns:a16="http://schemas.microsoft.com/office/drawing/2014/main" id="{8E66610B-F9E3-B475-9766-89BD9AB2086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37536" y="1582738"/>
            <a:ext cx="3127872" cy="47799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11" name="Titre 10">
            <a:extLst>
              <a:ext uri="{FF2B5EF4-FFF2-40B4-BE49-F238E27FC236}">
                <a16:creationId xmlns:a16="http://schemas.microsoft.com/office/drawing/2014/main" id="{914A948E-50BC-3959-69FF-4036E888AE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 dirty="0"/>
              <a:t>Click to </a:t>
            </a:r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title</a:t>
            </a:r>
            <a:endParaRPr lang="fr-FR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21003124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| title text | dark - zone éditable">
    <p:bg>
      <p:bgPr>
        <a:gradFill>
          <a:gsLst>
            <a:gs pos="0">
              <a:schemeClr val="bg2"/>
            </a:gs>
            <a:gs pos="100000">
              <a:schemeClr val="tx2"/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raphique 20">
            <a:extLst>
              <a:ext uri="{FF2B5EF4-FFF2-40B4-BE49-F238E27FC236}">
                <a16:creationId xmlns:a16="http://schemas.microsoft.com/office/drawing/2014/main" id="{01F624E6-AAF3-4A9A-81BA-DB51253B3D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8861" t="-3712" r="64117" b="61920"/>
          <a:stretch/>
        </p:blipFill>
        <p:spPr>
          <a:xfrm rot="10800000">
            <a:off x="-31952" y="1915040"/>
            <a:ext cx="2242643" cy="4448196"/>
          </a:xfrm>
          <a:prstGeom prst="rect">
            <a:avLst/>
          </a:prstGeom>
        </p:spPr>
      </p:pic>
      <p:pic>
        <p:nvPicPr>
          <p:cNvPr id="20" name="Graphique 19">
            <a:extLst>
              <a:ext uri="{FF2B5EF4-FFF2-40B4-BE49-F238E27FC236}">
                <a16:creationId xmlns:a16="http://schemas.microsoft.com/office/drawing/2014/main" id="{C3BA387A-FB08-4E8F-9F19-13FE2C6157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8861" t="-3712" r="37096" b="61920"/>
          <a:stretch/>
        </p:blipFill>
        <p:spPr>
          <a:xfrm>
            <a:off x="5420714" y="-31080"/>
            <a:ext cx="4485287" cy="4448196"/>
          </a:xfrm>
          <a:prstGeom prst="rect">
            <a:avLst/>
          </a:prstGeom>
        </p:spPr>
      </p:pic>
      <p:sp>
        <p:nvSpPr>
          <p:cNvPr id="24" name="Ellipse 23">
            <a:extLst>
              <a:ext uri="{FF2B5EF4-FFF2-40B4-BE49-F238E27FC236}">
                <a16:creationId xmlns:a16="http://schemas.microsoft.com/office/drawing/2014/main" id="{C2CB58D9-9EFF-4A71-AC43-B9411F176ED5}"/>
              </a:ext>
            </a:extLst>
          </p:cNvPr>
          <p:cNvSpPr/>
          <p:nvPr userDrawn="1"/>
        </p:nvSpPr>
        <p:spPr>
          <a:xfrm>
            <a:off x="1089370" y="6592896"/>
            <a:ext cx="63901" cy="78647"/>
          </a:xfrm>
          <a:prstGeom prst="ellipse">
            <a:avLst/>
          </a:prstGeom>
          <a:solidFill>
            <a:srgbClr val="EF1A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544" dirty="0"/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D09BEE1B-DFE6-4BA3-450B-621B453F3F1F}"/>
              </a:ext>
            </a:extLst>
          </p:cNvPr>
          <p:cNvGrpSpPr/>
          <p:nvPr userDrawn="1"/>
        </p:nvGrpSpPr>
        <p:grpSpPr>
          <a:xfrm>
            <a:off x="237380" y="6509290"/>
            <a:ext cx="730309" cy="179017"/>
            <a:chOff x="7804375" y="14663327"/>
            <a:chExt cx="7400924" cy="1473993"/>
          </a:xfrm>
          <a:solidFill>
            <a:schemeClr val="bg1"/>
          </a:solidFill>
        </p:grpSpPr>
        <p:grpSp>
          <p:nvGrpSpPr>
            <p:cNvPr id="16" name="Graphique 37">
              <a:extLst>
                <a:ext uri="{FF2B5EF4-FFF2-40B4-BE49-F238E27FC236}">
                  <a16:creationId xmlns:a16="http://schemas.microsoft.com/office/drawing/2014/main" id="{29F47292-06D8-297D-7918-7A1A41284944}"/>
                </a:ext>
              </a:extLst>
            </p:cNvPr>
            <p:cNvGrpSpPr/>
            <p:nvPr/>
          </p:nvGrpSpPr>
          <p:grpSpPr>
            <a:xfrm>
              <a:off x="7804375" y="14663327"/>
              <a:ext cx="2394966" cy="1473326"/>
              <a:chOff x="7804375" y="14663327"/>
              <a:chExt cx="2394966" cy="1473326"/>
            </a:xfrm>
            <a:grpFill/>
          </p:grpSpPr>
          <p:sp>
            <p:nvSpPr>
              <p:cNvPr id="25" name="Forme libre : forme 24">
                <a:extLst>
                  <a:ext uri="{FF2B5EF4-FFF2-40B4-BE49-F238E27FC236}">
                    <a16:creationId xmlns:a16="http://schemas.microsoft.com/office/drawing/2014/main" id="{EA7F752F-853C-8CCD-51B7-36A5589488F5}"/>
                  </a:ext>
                </a:extLst>
              </p:cNvPr>
              <p:cNvSpPr/>
              <p:nvPr/>
            </p:nvSpPr>
            <p:spPr>
              <a:xfrm>
                <a:off x="8464266" y="14990796"/>
                <a:ext cx="1206016" cy="1137570"/>
              </a:xfrm>
              <a:custGeom>
                <a:avLst/>
                <a:gdLst>
                  <a:gd name="connsiteX0" fmla="*/ 221075 w 1206016"/>
                  <a:gd name="connsiteY0" fmla="*/ 0 h 1137570"/>
                  <a:gd name="connsiteX1" fmla="*/ 0 w 1206016"/>
                  <a:gd name="connsiteY1" fmla="*/ 1137571 h 1137570"/>
                  <a:gd name="connsiteX2" fmla="*/ 467678 w 1206016"/>
                  <a:gd name="connsiteY2" fmla="*/ 1137571 h 1137570"/>
                  <a:gd name="connsiteX3" fmla="*/ 1192530 w 1206016"/>
                  <a:gd name="connsiteY3" fmla="*/ 536258 h 1137570"/>
                  <a:gd name="connsiteX4" fmla="*/ 792290 w 1206016"/>
                  <a:gd name="connsiteY4" fmla="*/ 95 h 1137570"/>
                  <a:gd name="connsiteX5" fmla="*/ 221075 w 1206016"/>
                  <a:gd name="connsiteY5" fmla="*/ 95 h 1137570"/>
                  <a:gd name="connsiteX6" fmla="*/ 452723 w 1206016"/>
                  <a:gd name="connsiteY6" fmla="*/ 96869 h 1137570"/>
                  <a:gd name="connsiteX7" fmla="*/ 616458 w 1206016"/>
                  <a:gd name="connsiteY7" fmla="*/ 96869 h 1137570"/>
                  <a:gd name="connsiteX8" fmla="*/ 915638 w 1206016"/>
                  <a:gd name="connsiteY8" fmla="*/ 534543 h 1137570"/>
                  <a:gd name="connsiteX9" fmla="*/ 411290 w 1206016"/>
                  <a:gd name="connsiteY9" fmla="*/ 1040606 h 1137570"/>
                  <a:gd name="connsiteX10" fmla="*/ 269367 w 1206016"/>
                  <a:gd name="connsiteY10" fmla="*/ 1040606 h 1137570"/>
                  <a:gd name="connsiteX11" fmla="*/ 452723 w 1206016"/>
                  <a:gd name="connsiteY11" fmla="*/ 96774 h 1137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206016" h="1137570">
                    <a:moveTo>
                      <a:pt x="221075" y="0"/>
                    </a:moveTo>
                    <a:lnTo>
                      <a:pt x="0" y="1137571"/>
                    </a:lnTo>
                    <a:lnTo>
                      <a:pt x="467678" y="1137571"/>
                    </a:lnTo>
                    <a:cubicBezTo>
                      <a:pt x="810101" y="1137571"/>
                      <a:pt x="1119188" y="913733"/>
                      <a:pt x="1192530" y="536258"/>
                    </a:cubicBezTo>
                    <a:cubicBezTo>
                      <a:pt x="1245775" y="262318"/>
                      <a:pt x="1147191" y="13430"/>
                      <a:pt x="792290" y="95"/>
                    </a:cubicBezTo>
                    <a:lnTo>
                      <a:pt x="221075" y="95"/>
                    </a:lnTo>
                    <a:close/>
                    <a:moveTo>
                      <a:pt x="452723" y="96869"/>
                    </a:moveTo>
                    <a:lnTo>
                      <a:pt x="616458" y="96869"/>
                    </a:lnTo>
                    <a:cubicBezTo>
                      <a:pt x="851916" y="96869"/>
                      <a:pt x="976598" y="220504"/>
                      <a:pt x="915638" y="534543"/>
                    </a:cubicBezTo>
                    <a:cubicBezTo>
                      <a:pt x="839629" y="925354"/>
                      <a:pt x="641795" y="1040606"/>
                      <a:pt x="411290" y="1040606"/>
                    </a:cubicBezTo>
                    <a:lnTo>
                      <a:pt x="269367" y="1040606"/>
                    </a:lnTo>
                    <a:lnTo>
                      <a:pt x="452723" y="96774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1544"/>
              </a:p>
            </p:txBody>
          </p:sp>
          <p:sp>
            <p:nvSpPr>
              <p:cNvPr id="26" name="Forme libre : forme 25">
                <a:extLst>
                  <a:ext uri="{FF2B5EF4-FFF2-40B4-BE49-F238E27FC236}">
                    <a16:creationId xmlns:a16="http://schemas.microsoft.com/office/drawing/2014/main" id="{2D13E8CC-5008-0CB6-4234-60C6A2BEE398}"/>
                  </a:ext>
                </a:extLst>
              </p:cNvPr>
              <p:cNvSpPr/>
              <p:nvPr/>
            </p:nvSpPr>
            <p:spPr>
              <a:xfrm>
                <a:off x="7804375" y="14663327"/>
                <a:ext cx="2394966" cy="1136017"/>
              </a:xfrm>
              <a:custGeom>
                <a:avLst/>
                <a:gdLst>
                  <a:gd name="connsiteX0" fmla="*/ 1852232 w 2394966"/>
                  <a:gd name="connsiteY0" fmla="*/ 299752 h 1136017"/>
                  <a:gd name="connsiteX1" fmla="*/ 1816132 w 2394966"/>
                  <a:gd name="connsiteY1" fmla="*/ 148781 h 1136017"/>
                  <a:gd name="connsiteX2" fmla="*/ 2265426 w 2394966"/>
                  <a:gd name="connsiteY2" fmla="*/ 0 h 1136017"/>
                  <a:gd name="connsiteX3" fmla="*/ 2394966 w 2394966"/>
                  <a:gd name="connsiteY3" fmla="*/ 451961 h 1136017"/>
                  <a:gd name="connsiteX4" fmla="*/ 2237804 w 2394966"/>
                  <a:gd name="connsiteY4" fmla="*/ 487775 h 1136017"/>
                  <a:gd name="connsiteX5" fmla="*/ 2207514 w 2394966"/>
                  <a:gd name="connsiteY5" fmla="*/ 303086 h 1136017"/>
                  <a:gd name="connsiteX6" fmla="*/ 0 w 2394966"/>
                  <a:gd name="connsiteY6" fmla="*/ 1074801 h 1136017"/>
                  <a:gd name="connsiteX7" fmla="*/ 17812 w 2394966"/>
                  <a:gd name="connsiteY7" fmla="*/ 1033272 h 1136017"/>
                  <a:gd name="connsiteX8" fmla="*/ 2028349 w 2394966"/>
                  <a:gd name="connsiteY8" fmla="*/ 231458 h 1136017"/>
                  <a:gd name="connsiteX9" fmla="*/ 1852232 w 2394966"/>
                  <a:gd name="connsiteY9" fmla="*/ 299752 h 1136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394966" h="1136017">
                    <a:moveTo>
                      <a:pt x="1852232" y="299752"/>
                    </a:moveTo>
                    <a:cubicBezTo>
                      <a:pt x="1851946" y="217742"/>
                      <a:pt x="1838611" y="205264"/>
                      <a:pt x="1816132" y="148781"/>
                    </a:cubicBezTo>
                    <a:lnTo>
                      <a:pt x="2265426" y="0"/>
                    </a:lnTo>
                    <a:lnTo>
                      <a:pt x="2394966" y="451961"/>
                    </a:lnTo>
                    <a:cubicBezTo>
                      <a:pt x="2348103" y="449199"/>
                      <a:pt x="2298478" y="454724"/>
                      <a:pt x="2237804" y="487775"/>
                    </a:cubicBezTo>
                    <a:lnTo>
                      <a:pt x="2207514" y="303086"/>
                    </a:lnTo>
                    <a:cubicBezTo>
                      <a:pt x="2042160" y="609124"/>
                      <a:pt x="1223677" y="1353217"/>
                      <a:pt x="0" y="1074801"/>
                    </a:cubicBezTo>
                    <a:cubicBezTo>
                      <a:pt x="7906" y="1068038"/>
                      <a:pt x="14002" y="1043654"/>
                      <a:pt x="17812" y="1033272"/>
                    </a:cubicBezTo>
                    <a:cubicBezTo>
                      <a:pt x="1146429" y="1185005"/>
                      <a:pt x="1915478" y="481679"/>
                      <a:pt x="2028349" y="231458"/>
                    </a:cubicBezTo>
                    <a:lnTo>
                      <a:pt x="1852232" y="299752"/>
                    </a:lnTo>
                    <a:close/>
                  </a:path>
                </a:pathLst>
              </a:custGeom>
              <a:solidFill>
                <a:schemeClr val="accent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1544"/>
              </a:p>
            </p:txBody>
          </p:sp>
          <p:sp>
            <p:nvSpPr>
              <p:cNvPr id="27" name="Forme libre : forme 26">
                <a:extLst>
                  <a:ext uri="{FF2B5EF4-FFF2-40B4-BE49-F238E27FC236}">
                    <a16:creationId xmlns:a16="http://schemas.microsoft.com/office/drawing/2014/main" id="{236CD0B0-F2FB-D8E9-1E56-54C2CFBC02CE}"/>
                  </a:ext>
                </a:extLst>
              </p:cNvPr>
              <p:cNvSpPr/>
              <p:nvPr/>
            </p:nvSpPr>
            <p:spPr>
              <a:xfrm>
                <a:off x="8045167" y="14990796"/>
                <a:ext cx="473297" cy="1145857"/>
              </a:xfrm>
              <a:custGeom>
                <a:avLst/>
                <a:gdLst>
                  <a:gd name="connsiteX0" fmla="*/ 95 w 473297"/>
                  <a:gd name="connsiteY0" fmla="*/ 1145857 h 1145857"/>
                  <a:gd name="connsiteX1" fmla="*/ 126968 w 473297"/>
                  <a:gd name="connsiteY1" fmla="*/ 1137571 h 1145857"/>
                  <a:gd name="connsiteX2" fmla="*/ 250603 w 473297"/>
                  <a:gd name="connsiteY2" fmla="*/ 1145857 h 1145857"/>
                  <a:gd name="connsiteX3" fmla="*/ 473297 w 473297"/>
                  <a:gd name="connsiteY3" fmla="*/ 0 h 1145857"/>
                  <a:gd name="connsiteX4" fmla="*/ 346424 w 473297"/>
                  <a:gd name="connsiteY4" fmla="*/ 8382 h 1145857"/>
                  <a:gd name="connsiteX5" fmla="*/ 222790 w 473297"/>
                  <a:gd name="connsiteY5" fmla="*/ 0 h 1145857"/>
                  <a:gd name="connsiteX6" fmla="*/ 0 w 473297"/>
                  <a:gd name="connsiteY6" fmla="*/ 1145857 h 114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73297" h="1145857">
                    <a:moveTo>
                      <a:pt x="95" y="1145857"/>
                    </a:moveTo>
                    <a:cubicBezTo>
                      <a:pt x="42481" y="1142524"/>
                      <a:pt x="85249" y="1137571"/>
                      <a:pt x="126968" y="1137571"/>
                    </a:cubicBezTo>
                    <a:cubicBezTo>
                      <a:pt x="168688" y="1137571"/>
                      <a:pt x="209550" y="1142619"/>
                      <a:pt x="250603" y="1145857"/>
                    </a:cubicBezTo>
                    <a:lnTo>
                      <a:pt x="473297" y="0"/>
                    </a:lnTo>
                    <a:cubicBezTo>
                      <a:pt x="430911" y="3239"/>
                      <a:pt x="388144" y="8382"/>
                      <a:pt x="346424" y="8382"/>
                    </a:cubicBezTo>
                    <a:cubicBezTo>
                      <a:pt x="304705" y="8382"/>
                      <a:pt x="263843" y="3334"/>
                      <a:pt x="222790" y="0"/>
                    </a:cubicBezTo>
                    <a:lnTo>
                      <a:pt x="0" y="114585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1544"/>
              </a:p>
            </p:txBody>
          </p:sp>
        </p:grpSp>
        <p:sp>
          <p:nvSpPr>
            <p:cNvPr id="17" name="Forme libre : forme 16">
              <a:extLst>
                <a:ext uri="{FF2B5EF4-FFF2-40B4-BE49-F238E27FC236}">
                  <a16:creationId xmlns:a16="http://schemas.microsoft.com/office/drawing/2014/main" id="{1646DCE5-914D-E2FF-8025-8EEE8608BAB0}"/>
                </a:ext>
              </a:extLst>
            </p:cNvPr>
            <p:cNvSpPr/>
            <p:nvPr/>
          </p:nvSpPr>
          <p:spPr>
            <a:xfrm>
              <a:off x="9751570" y="15324933"/>
              <a:ext cx="5453729" cy="812387"/>
            </a:xfrm>
            <a:custGeom>
              <a:avLst/>
              <a:gdLst>
                <a:gd name="connsiteX0" fmla="*/ 5395722 w 5453729"/>
                <a:gd name="connsiteY0" fmla="*/ 166592 h 812387"/>
                <a:gd name="connsiteX1" fmla="*/ 5453730 w 5453729"/>
                <a:gd name="connsiteY1" fmla="*/ 54388 h 812387"/>
                <a:gd name="connsiteX2" fmla="*/ 5285328 w 5453729"/>
                <a:gd name="connsiteY2" fmla="*/ 0 h 812387"/>
                <a:gd name="connsiteX3" fmla="*/ 4977384 w 5453729"/>
                <a:gd name="connsiteY3" fmla="*/ 237839 h 812387"/>
                <a:gd name="connsiteX4" fmla="*/ 5239417 w 5453729"/>
                <a:gd name="connsiteY4" fmla="*/ 626459 h 812387"/>
                <a:gd name="connsiteX5" fmla="*/ 5083969 w 5453729"/>
                <a:gd name="connsiteY5" fmla="*/ 744188 h 812387"/>
                <a:gd name="connsiteX6" fmla="*/ 4951953 w 5453729"/>
                <a:gd name="connsiteY6" fmla="*/ 619601 h 812387"/>
                <a:gd name="connsiteX7" fmla="*/ 4930331 w 5453729"/>
                <a:gd name="connsiteY7" fmla="*/ 619601 h 812387"/>
                <a:gd name="connsiteX8" fmla="*/ 4869561 w 5453729"/>
                <a:gd name="connsiteY8" fmla="*/ 763429 h 812387"/>
                <a:gd name="connsiteX9" fmla="*/ 5042535 w 5453729"/>
                <a:gd name="connsiteY9" fmla="*/ 812197 h 812387"/>
                <a:gd name="connsiteX10" fmla="*/ 5391055 w 5453729"/>
                <a:gd name="connsiteY10" fmla="*/ 562928 h 812387"/>
                <a:gd name="connsiteX11" fmla="*/ 5121307 w 5453729"/>
                <a:gd name="connsiteY11" fmla="*/ 178975 h 812387"/>
                <a:gd name="connsiteX12" fmla="*/ 5267516 w 5453729"/>
                <a:gd name="connsiteY12" fmla="*/ 67913 h 812387"/>
                <a:gd name="connsiteX13" fmla="*/ 5378577 w 5453729"/>
                <a:gd name="connsiteY13" fmla="*/ 166592 h 812387"/>
                <a:gd name="connsiteX14" fmla="*/ 5395627 w 5453729"/>
                <a:gd name="connsiteY14" fmla="*/ 166592 h 812387"/>
                <a:gd name="connsiteX15" fmla="*/ 4776692 w 5453729"/>
                <a:gd name="connsiteY15" fmla="*/ 659320 h 812387"/>
                <a:gd name="connsiteX16" fmla="*/ 4557427 w 5453729"/>
                <a:gd name="connsiteY16" fmla="*/ 744284 h 812387"/>
                <a:gd name="connsiteX17" fmla="*/ 4351878 w 5453729"/>
                <a:gd name="connsiteY17" fmla="*/ 414719 h 812387"/>
                <a:gd name="connsiteX18" fmla="*/ 4683157 w 5453729"/>
                <a:gd name="connsiteY18" fmla="*/ 68008 h 812387"/>
                <a:gd name="connsiteX19" fmla="*/ 4850987 w 5453729"/>
                <a:gd name="connsiteY19" fmla="*/ 172307 h 812387"/>
                <a:gd name="connsiteX20" fmla="*/ 4866799 w 5453729"/>
                <a:gd name="connsiteY20" fmla="*/ 172307 h 812387"/>
                <a:gd name="connsiteX21" fmla="*/ 4915567 w 5453729"/>
                <a:gd name="connsiteY21" fmla="*/ 55626 h 812387"/>
                <a:gd name="connsiteX22" fmla="*/ 4695254 w 5453729"/>
                <a:gd name="connsiteY22" fmla="*/ 191 h 812387"/>
                <a:gd name="connsiteX23" fmla="*/ 4160806 w 5453729"/>
                <a:gd name="connsiteY23" fmla="*/ 430625 h 812387"/>
                <a:gd name="connsiteX24" fmla="*/ 4512469 w 5453729"/>
                <a:gd name="connsiteY24" fmla="*/ 812387 h 812387"/>
                <a:gd name="connsiteX25" fmla="*/ 4746212 w 5453729"/>
                <a:gd name="connsiteY25" fmla="*/ 763619 h 812387"/>
                <a:gd name="connsiteX26" fmla="*/ 4790028 w 5453729"/>
                <a:gd name="connsiteY26" fmla="*/ 666178 h 812387"/>
                <a:gd name="connsiteX27" fmla="*/ 4776692 w 5453729"/>
                <a:gd name="connsiteY27" fmla="*/ 659416 h 812387"/>
                <a:gd name="connsiteX28" fmla="*/ 3802571 w 5453729"/>
                <a:gd name="connsiteY28" fmla="*/ 797433 h 812387"/>
                <a:gd name="connsiteX29" fmla="*/ 3888677 w 5453729"/>
                <a:gd name="connsiteY29" fmla="*/ 791813 h 812387"/>
                <a:gd name="connsiteX30" fmla="*/ 3972497 w 5453729"/>
                <a:gd name="connsiteY30" fmla="*/ 797433 h 812387"/>
                <a:gd name="connsiteX31" fmla="*/ 4123468 w 5453729"/>
                <a:gd name="connsiteY31" fmla="*/ 20383 h 812387"/>
                <a:gd name="connsiteX32" fmla="*/ 4037457 w 5453729"/>
                <a:gd name="connsiteY32" fmla="*/ 26003 h 812387"/>
                <a:gd name="connsiteX33" fmla="*/ 3953542 w 5453729"/>
                <a:gd name="connsiteY33" fmla="*/ 20383 h 812387"/>
                <a:gd name="connsiteX34" fmla="*/ 3802476 w 5453729"/>
                <a:gd name="connsiteY34" fmla="*/ 797433 h 812387"/>
                <a:gd name="connsiteX35" fmla="*/ 3625120 w 5453729"/>
                <a:gd name="connsiteY35" fmla="*/ 100775 h 812387"/>
                <a:gd name="connsiteX36" fmla="*/ 3824764 w 5453729"/>
                <a:gd name="connsiteY36" fmla="*/ 116586 h 812387"/>
                <a:gd name="connsiteX37" fmla="*/ 3828574 w 5453729"/>
                <a:gd name="connsiteY37" fmla="*/ 67818 h 812387"/>
                <a:gd name="connsiteX38" fmla="*/ 3843528 w 5453729"/>
                <a:gd name="connsiteY38" fmla="*/ 20288 h 812387"/>
                <a:gd name="connsiteX39" fmla="*/ 3260122 w 5453729"/>
                <a:gd name="connsiteY39" fmla="*/ 20288 h 812387"/>
                <a:gd name="connsiteX40" fmla="*/ 3256503 w 5453729"/>
                <a:gd name="connsiteY40" fmla="*/ 67818 h 812387"/>
                <a:gd name="connsiteX41" fmla="*/ 3241358 w 5453729"/>
                <a:gd name="connsiteY41" fmla="*/ 116586 h 812387"/>
                <a:gd name="connsiteX42" fmla="*/ 3455194 w 5453729"/>
                <a:gd name="connsiteY42" fmla="*/ 100775 h 812387"/>
                <a:gd name="connsiteX43" fmla="*/ 3319749 w 5453729"/>
                <a:gd name="connsiteY43" fmla="*/ 797433 h 812387"/>
                <a:gd name="connsiteX44" fmla="*/ 3405759 w 5453729"/>
                <a:gd name="connsiteY44" fmla="*/ 791813 h 812387"/>
                <a:gd name="connsiteX45" fmla="*/ 3489674 w 5453729"/>
                <a:gd name="connsiteY45" fmla="*/ 797433 h 812387"/>
                <a:gd name="connsiteX46" fmla="*/ 3625025 w 5453729"/>
                <a:gd name="connsiteY46" fmla="*/ 100775 h 812387"/>
                <a:gd name="connsiteX47" fmla="*/ 3116676 w 5453729"/>
                <a:gd name="connsiteY47" fmla="*/ 166592 h 812387"/>
                <a:gd name="connsiteX48" fmla="*/ 3174778 w 5453729"/>
                <a:gd name="connsiteY48" fmla="*/ 54388 h 812387"/>
                <a:gd name="connsiteX49" fmla="*/ 3006376 w 5453729"/>
                <a:gd name="connsiteY49" fmla="*/ 0 h 812387"/>
                <a:gd name="connsiteX50" fmla="*/ 2698433 w 5453729"/>
                <a:gd name="connsiteY50" fmla="*/ 237839 h 812387"/>
                <a:gd name="connsiteX51" fmla="*/ 2960561 w 5453729"/>
                <a:gd name="connsiteY51" fmla="*/ 626459 h 812387"/>
                <a:gd name="connsiteX52" fmla="*/ 2805113 w 5453729"/>
                <a:gd name="connsiteY52" fmla="*/ 744188 h 812387"/>
                <a:gd name="connsiteX53" fmla="*/ 2673001 w 5453729"/>
                <a:gd name="connsiteY53" fmla="*/ 619601 h 812387"/>
                <a:gd name="connsiteX54" fmla="*/ 2651379 w 5453729"/>
                <a:gd name="connsiteY54" fmla="*/ 619601 h 812387"/>
                <a:gd name="connsiteX55" fmla="*/ 2590610 w 5453729"/>
                <a:gd name="connsiteY55" fmla="*/ 763429 h 812387"/>
                <a:gd name="connsiteX56" fmla="*/ 2763584 w 5453729"/>
                <a:gd name="connsiteY56" fmla="*/ 812197 h 812387"/>
                <a:gd name="connsiteX57" fmla="*/ 3112199 w 5453729"/>
                <a:gd name="connsiteY57" fmla="*/ 562928 h 812387"/>
                <a:gd name="connsiteX58" fmla="*/ 2842546 w 5453729"/>
                <a:gd name="connsiteY58" fmla="*/ 178975 h 812387"/>
                <a:gd name="connsiteX59" fmla="*/ 2988660 w 5453729"/>
                <a:gd name="connsiteY59" fmla="*/ 67913 h 812387"/>
                <a:gd name="connsiteX60" fmla="*/ 3099816 w 5453729"/>
                <a:gd name="connsiteY60" fmla="*/ 166592 h 812387"/>
                <a:gd name="connsiteX61" fmla="*/ 3116771 w 5453729"/>
                <a:gd name="connsiteY61" fmla="*/ 166592 h 812387"/>
                <a:gd name="connsiteX62" fmla="*/ 2287238 w 5453729"/>
                <a:gd name="connsiteY62" fmla="*/ 797433 h 812387"/>
                <a:gd name="connsiteX63" fmla="*/ 2373345 w 5453729"/>
                <a:gd name="connsiteY63" fmla="*/ 791813 h 812387"/>
                <a:gd name="connsiteX64" fmla="*/ 2457164 w 5453729"/>
                <a:gd name="connsiteY64" fmla="*/ 797433 h 812387"/>
                <a:gd name="connsiteX65" fmla="*/ 2608231 w 5453729"/>
                <a:gd name="connsiteY65" fmla="*/ 20383 h 812387"/>
                <a:gd name="connsiteX66" fmla="*/ 2522220 w 5453729"/>
                <a:gd name="connsiteY66" fmla="*/ 26003 h 812387"/>
                <a:gd name="connsiteX67" fmla="*/ 2438305 w 5453729"/>
                <a:gd name="connsiteY67" fmla="*/ 20383 h 812387"/>
                <a:gd name="connsiteX68" fmla="*/ 2287238 w 5453729"/>
                <a:gd name="connsiteY68" fmla="*/ 797433 h 812387"/>
                <a:gd name="connsiteX69" fmla="*/ 2206086 w 5453729"/>
                <a:gd name="connsiteY69" fmla="*/ 447485 h 812387"/>
                <a:gd name="connsiteX70" fmla="*/ 2120075 w 5453729"/>
                <a:gd name="connsiteY70" fmla="*/ 453104 h 812387"/>
                <a:gd name="connsiteX71" fmla="*/ 2036255 w 5453729"/>
                <a:gd name="connsiteY71" fmla="*/ 447485 h 812387"/>
                <a:gd name="connsiteX72" fmla="*/ 1984820 w 5453729"/>
                <a:gd name="connsiteY72" fmla="*/ 712470 h 812387"/>
                <a:gd name="connsiteX73" fmla="*/ 1853946 w 5453729"/>
                <a:gd name="connsiteY73" fmla="*/ 744188 h 812387"/>
                <a:gd name="connsiteX74" fmla="*/ 1643348 w 5453729"/>
                <a:gd name="connsiteY74" fmla="*/ 429292 h 812387"/>
                <a:gd name="connsiteX75" fmla="*/ 1995678 w 5453729"/>
                <a:gd name="connsiteY75" fmla="*/ 67913 h 812387"/>
                <a:gd name="connsiteX76" fmla="*/ 2196370 w 5453729"/>
                <a:gd name="connsiteY76" fmla="*/ 183452 h 812387"/>
                <a:gd name="connsiteX77" fmla="*/ 2212181 w 5453729"/>
                <a:gd name="connsiteY77" fmla="*/ 183452 h 812387"/>
                <a:gd name="connsiteX78" fmla="*/ 2266188 w 5453729"/>
                <a:gd name="connsiteY78" fmla="*/ 69056 h 812387"/>
                <a:gd name="connsiteX79" fmla="*/ 2006632 w 5453729"/>
                <a:gd name="connsiteY79" fmla="*/ 0 h 812387"/>
                <a:gd name="connsiteX80" fmla="*/ 1455992 w 5453729"/>
                <a:gd name="connsiteY80" fmla="*/ 425863 h 812387"/>
                <a:gd name="connsiteX81" fmla="*/ 1832896 w 5453729"/>
                <a:gd name="connsiteY81" fmla="*/ 812197 h 812387"/>
                <a:gd name="connsiteX82" fmla="*/ 2145316 w 5453729"/>
                <a:gd name="connsiteY82" fmla="*/ 761238 h 812387"/>
                <a:gd name="connsiteX83" fmla="*/ 2206276 w 5453729"/>
                <a:gd name="connsiteY83" fmla="*/ 447485 h 812387"/>
                <a:gd name="connsiteX84" fmla="*/ 1022033 w 5453729"/>
                <a:gd name="connsiteY84" fmla="*/ 67913 h 812387"/>
                <a:gd name="connsiteX85" fmla="*/ 1198817 w 5453729"/>
                <a:gd name="connsiteY85" fmla="*/ 381762 h 812387"/>
                <a:gd name="connsiteX86" fmla="*/ 875824 w 5453729"/>
                <a:gd name="connsiteY86" fmla="*/ 744188 h 812387"/>
                <a:gd name="connsiteX87" fmla="*/ 697992 w 5453729"/>
                <a:gd name="connsiteY87" fmla="*/ 440627 h 812387"/>
                <a:gd name="connsiteX88" fmla="*/ 1021937 w 5453729"/>
                <a:gd name="connsiteY88" fmla="*/ 67913 h 812387"/>
                <a:gd name="connsiteX89" fmla="*/ 1382649 w 5453729"/>
                <a:gd name="connsiteY89" fmla="*/ 403193 h 812387"/>
                <a:gd name="connsiteX90" fmla="*/ 1041940 w 5453729"/>
                <a:gd name="connsiteY90" fmla="*/ 0 h 812387"/>
                <a:gd name="connsiteX91" fmla="*/ 516350 w 5453729"/>
                <a:gd name="connsiteY91" fmla="*/ 407765 h 812387"/>
                <a:gd name="connsiteX92" fmla="*/ 856964 w 5453729"/>
                <a:gd name="connsiteY92" fmla="*/ 812197 h 812387"/>
                <a:gd name="connsiteX93" fmla="*/ 1382744 w 5453729"/>
                <a:gd name="connsiteY93" fmla="*/ 403289 h 812387"/>
                <a:gd name="connsiteX94" fmla="*/ 319850 w 5453729"/>
                <a:gd name="connsiteY94" fmla="*/ 20479 h 812387"/>
                <a:gd name="connsiteX95" fmla="*/ 233839 w 5453729"/>
                <a:gd name="connsiteY95" fmla="*/ 26098 h 812387"/>
                <a:gd name="connsiteX96" fmla="*/ 149924 w 5453729"/>
                <a:gd name="connsiteY96" fmla="*/ 20479 h 812387"/>
                <a:gd name="connsiteX97" fmla="*/ 0 w 5453729"/>
                <a:gd name="connsiteY97" fmla="*/ 791909 h 812387"/>
                <a:gd name="connsiteX98" fmla="*/ 429292 w 5453729"/>
                <a:gd name="connsiteY98" fmla="*/ 791909 h 812387"/>
                <a:gd name="connsiteX99" fmla="*/ 433197 w 5453729"/>
                <a:gd name="connsiteY99" fmla="*/ 743236 h 812387"/>
                <a:gd name="connsiteX100" fmla="*/ 448342 w 5453729"/>
                <a:gd name="connsiteY100" fmla="*/ 694468 h 812387"/>
                <a:gd name="connsiteX101" fmla="*/ 185833 w 5453729"/>
                <a:gd name="connsiteY101" fmla="*/ 710279 h 812387"/>
                <a:gd name="connsiteX102" fmla="*/ 319945 w 5453729"/>
                <a:gd name="connsiteY102" fmla="*/ 20479 h 81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453729" h="812387">
                  <a:moveTo>
                    <a:pt x="5395722" y="166592"/>
                  </a:moveTo>
                  <a:cubicBezTo>
                    <a:pt x="5414487" y="128016"/>
                    <a:pt x="5433156" y="90583"/>
                    <a:pt x="5453730" y="54388"/>
                  </a:cubicBezTo>
                  <a:cubicBezTo>
                    <a:pt x="5433537" y="30575"/>
                    <a:pt x="5366862" y="0"/>
                    <a:pt x="5285328" y="0"/>
                  </a:cubicBezTo>
                  <a:cubicBezTo>
                    <a:pt x="5113115" y="0"/>
                    <a:pt x="5002816" y="107633"/>
                    <a:pt x="4977384" y="237839"/>
                  </a:cubicBezTo>
                  <a:cubicBezTo>
                    <a:pt x="4924330" y="510826"/>
                    <a:pt x="5274660" y="445198"/>
                    <a:pt x="5239417" y="626459"/>
                  </a:cubicBezTo>
                  <a:cubicBezTo>
                    <a:pt x="5224272" y="704564"/>
                    <a:pt x="5154264" y="744188"/>
                    <a:pt x="5083969" y="744188"/>
                  </a:cubicBezTo>
                  <a:cubicBezTo>
                    <a:pt x="5005864" y="744188"/>
                    <a:pt x="4953667" y="697802"/>
                    <a:pt x="4951953" y="619601"/>
                  </a:cubicBezTo>
                  <a:lnTo>
                    <a:pt x="4930331" y="619601"/>
                  </a:lnTo>
                  <a:cubicBezTo>
                    <a:pt x="4914138" y="668274"/>
                    <a:pt x="4892421" y="715899"/>
                    <a:pt x="4869561" y="763429"/>
                  </a:cubicBezTo>
                  <a:cubicBezTo>
                    <a:pt x="4916234" y="797433"/>
                    <a:pt x="4980147" y="812197"/>
                    <a:pt x="5042535" y="812197"/>
                  </a:cubicBezTo>
                  <a:cubicBezTo>
                    <a:pt x="5217986" y="812197"/>
                    <a:pt x="5362956" y="707993"/>
                    <a:pt x="5391055" y="562928"/>
                  </a:cubicBezTo>
                  <a:cubicBezTo>
                    <a:pt x="5441537" y="303562"/>
                    <a:pt x="5091589" y="331851"/>
                    <a:pt x="5121307" y="178975"/>
                  </a:cubicBezTo>
                  <a:cubicBezTo>
                    <a:pt x="5133880" y="114395"/>
                    <a:pt x="5177981" y="67913"/>
                    <a:pt x="5267516" y="67913"/>
                  </a:cubicBezTo>
                  <a:cubicBezTo>
                    <a:pt x="5332095" y="67913"/>
                    <a:pt x="5367624" y="106490"/>
                    <a:pt x="5378577" y="166592"/>
                  </a:cubicBezTo>
                  <a:lnTo>
                    <a:pt x="5395627" y="166592"/>
                  </a:lnTo>
                  <a:close/>
                  <a:moveTo>
                    <a:pt x="4776692" y="659320"/>
                  </a:moveTo>
                  <a:cubicBezTo>
                    <a:pt x="4716209" y="707993"/>
                    <a:pt x="4627627" y="744284"/>
                    <a:pt x="4557427" y="744284"/>
                  </a:cubicBezTo>
                  <a:cubicBezTo>
                    <a:pt x="4382929" y="744284"/>
                    <a:pt x="4314254" y="608362"/>
                    <a:pt x="4351878" y="414719"/>
                  </a:cubicBezTo>
                  <a:cubicBezTo>
                    <a:pt x="4384262" y="248126"/>
                    <a:pt x="4495133" y="68008"/>
                    <a:pt x="4683157" y="68008"/>
                  </a:cubicBezTo>
                  <a:cubicBezTo>
                    <a:pt x="4756785" y="68008"/>
                    <a:pt x="4820889" y="111157"/>
                    <a:pt x="4850987" y="172307"/>
                  </a:cubicBezTo>
                  <a:lnTo>
                    <a:pt x="4866799" y="172307"/>
                  </a:lnTo>
                  <a:cubicBezTo>
                    <a:pt x="4883659" y="132779"/>
                    <a:pt x="4897851" y="94202"/>
                    <a:pt x="4915567" y="55626"/>
                  </a:cubicBezTo>
                  <a:cubicBezTo>
                    <a:pt x="4856893" y="19431"/>
                    <a:pt x="4770025" y="191"/>
                    <a:pt x="4695254" y="191"/>
                  </a:cubicBezTo>
                  <a:cubicBezTo>
                    <a:pt x="4448271" y="191"/>
                    <a:pt x="4218147" y="134874"/>
                    <a:pt x="4160806" y="430625"/>
                  </a:cubicBezTo>
                  <a:cubicBezTo>
                    <a:pt x="4115562" y="662845"/>
                    <a:pt x="4270058" y="812387"/>
                    <a:pt x="4512469" y="812387"/>
                  </a:cubicBezTo>
                  <a:cubicBezTo>
                    <a:pt x="4588384" y="812387"/>
                    <a:pt x="4671441" y="798862"/>
                    <a:pt x="4746212" y="763619"/>
                  </a:cubicBezTo>
                  <a:lnTo>
                    <a:pt x="4790028" y="666178"/>
                  </a:lnTo>
                  <a:lnTo>
                    <a:pt x="4776692" y="659416"/>
                  </a:lnTo>
                  <a:close/>
                  <a:moveTo>
                    <a:pt x="3802571" y="797433"/>
                  </a:moveTo>
                  <a:cubicBezTo>
                    <a:pt x="3831336" y="795147"/>
                    <a:pt x="3860387" y="791813"/>
                    <a:pt x="3888677" y="791813"/>
                  </a:cubicBezTo>
                  <a:cubicBezTo>
                    <a:pt x="3916966" y="791813"/>
                    <a:pt x="3944684" y="795147"/>
                    <a:pt x="3972497" y="797433"/>
                  </a:cubicBezTo>
                  <a:lnTo>
                    <a:pt x="4123468" y="20383"/>
                  </a:lnTo>
                  <a:cubicBezTo>
                    <a:pt x="4094798" y="22574"/>
                    <a:pt x="4065747" y="26003"/>
                    <a:pt x="4037457" y="26003"/>
                  </a:cubicBezTo>
                  <a:cubicBezTo>
                    <a:pt x="4009168" y="26003"/>
                    <a:pt x="3981450" y="22574"/>
                    <a:pt x="3953542" y="20383"/>
                  </a:cubicBezTo>
                  <a:lnTo>
                    <a:pt x="3802476" y="797433"/>
                  </a:lnTo>
                  <a:close/>
                  <a:moveTo>
                    <a:pt x="3625120" y="100775"/>
                  </a:moveTo>
                  <a:cubicBezTo>
                    <a:pt x="3694176" y="100775"/>
                    <a:pt x="3759518" y="108680"/>
                    <a:pt x="3824764" y="116586"/>
                  </a:cubicBezTo>
                  <a:cubicBezTo>
                    <a:pt x="3825526" y="100775"/>
                    <a:pt x="3825240" y="84868"/>
                    <a:pt x="3828574" y="67818"/>
                  </a:cubicBezTo>
                  <a:cubicBezTo>
                    <a:pt x="3831622" y="52006"/>
                    <a:pt x="3838194" y="36195"/>
                    <a:pt x="3843528" y="20288"/>
                  </a:cubicBezTo>
                  <a:lnTo>
                    <a:pt x="3260122" y="20288"/>
                  </a:lnTo>
                  <a:cubicBezTo>
                    <a:pt x="3259265" y="36195"/>
                    <a:pt x="3259646" y="51911"/>
                    <a:pt x="3256503" y="67818"/>
                  </a:cubicBezTo>
                  <a:cubicBezTo>
                    <a:pt x="3253168" y="84868"/>
                    <a:pt x="3246691" y="100679"/>
                    <a:pt x="3241358" y="116586"/>
                  </a:cubicBezTo>
                  <a:cubicBezTo>
                    <a:pt x="3301842" y="108680"/>
                    <a:pt x="3374803" y="100775"/>
                    <a:pt x="3455194" y="100775"/>
                  </a:cubicBezTo>
                  <a:lnTo>
                    <a:pt x="3319749" y="797433"/>
                  </a:lnTo>
                  <a:cubicBezTo>
                    <a:pt x="3348609" y="795147"/>
                    <a:pt x="3377565" y="791813"/>
                    <a:pt x="3405759" y="791813"/>
                  </a:cubicBezTo>
                  <a:cubicBezTo>
                    <a:pt x="3433953" y="791813"/>
                    <a:pt x="3461671" y="795147"/>
                    <a:pt x="3489674" y="797433"/>
                  </a:cubicBezTo>
                  <a:lnTo>
                    <a:pt x="3625025" y="100775"/>
                  </a:lnTo>
                  <a:close/>
                  <a:moveTo>
                    <a:pt x="3116676" y="166592"/>
                  </a:moveTo>
                  <a:cubicBezTo>
                    <a:pt x="3135535" y="128016"/>
                    <a:pt x="3154109" y="90583"/>
                    <a:pt x="3174778" y="54388"/>
                  </a:cubicBezTo>
                  <a:cubicBezTo>
                    <a:pt x="3154490" y="30575"/>
                    <a:pt x="3088005" y="0"/>
                    <a:pt x="3006376" y="0"/>
                  </a:cubicBezTo>
                  <a:cubicBezTo>
                    <a:pt x="2834164" y="0"/>
                    <a:pt x="2723769" y="107633"/>
                    <a:pt x="2698433" y="237839"/>
                  </a:cubicBezTo>
                  <a:cubicBezTo>
                    <a:pt x="2645378" y="510826"/>
                    <a:pt x="2995708" y="445198"/>
                    <a:pt x="2960561" y="626459"/>
                  </a:cubicBezTo>
                  <a:cubicBezTo>
                    <a:pt x="2945321" y="704564"/>
                    <a:pt x="2875312" y="744188"/>
                    <a:pt x="2805113" y="744188"/>
                  </a:cubicBezTo>
                  <a:cubicBezTo>
                    <a:pt x="2726912" y="744188"/>
                    <a:pt x="2674811" y="697802"/>
                    <a:pt x="2673001" y="619601"/>
                  </a:cubicBezTo>
                  <a:lnTo>
                    <a:pt x="2651379" y="619601"/>
                  </a:lnTo>
                  <a:cubicBezTo>
                    <a:pt x="2635091" y="668274"/>
                    <a:pt x="2613470" y="715899"/>
                    <a:pt x="2590610" y="763429"/>
                  </a:cubicBezTo>
                  <a:cubicBezTo>
                    <a:pt x="2637282" y="797433"/>
                    <a:pt x="2701290" y="812197"/>
                    <a:pt x="2763584" y="812197"/>
                  </a:cubicBezTo>
                  <a:cubicBezTo>
                    <a:pt x="2939129" y="812197"/>
                    <a:pt x="3084005" y="707993"/>
                    <a:pt x="3112199" y="562928"/>
                  </a:cubicBezTo>
                  <a:cubicBezTo>
                    <a:pt x="3162681" y="303562"/>
                    <a:pt x="2812828" y="331851"/>
                    <a:pt x="2842546" y="178975"/>
                  </a:cubicBezTo>
                  <a:cubicBezTo>
                    <a:pt x="2855119" y="114395"/>
                    <a:pt x="2899124" y="67913"/>
                    <a:pt x="2988660" y="67913"/>
                  </a:cubicBezTo>
                  <a:cubicBezTo>
                    <a:pt x="3053239" y="67913"/>
                    <a:pt x="3088767" y="106490"/>
                    <a:pt x="3099816" y="166592"/>
                  </a:cubicBezTo>
                  <a:lnTo>
                    <a:pt x="3116771" y="166592"/>
                  </a:lnTo>
                  <a:close/>
                  <a:moveTo>
                    <a:pt x="2287238" y="797433"/>
                  </a:moveTo>
                  <a:cubicBezTo>
                    <a:pt x="2316004" y="795147"/>
                    <a:pt x="2344960" y="791813"/>
                    <a:pt x="2373345" y="791813"/>
                  </a:cubicBezTo>
                  <a:cubicBezTo>
                    <a:pt x="2401729" y="791813"/>
                    <a:pt x="2429352" y="795147"/>
                    <a:pt x="2457164" y="797433"/>
                  </a:cubicBezTo>
                  <a:lnTo>
                    <a:pt x="2608231" y="20383"/>
                  </a:lnTo>
                  <a:cubicBezTo>
                    <a:pt x="2579465" y="22574"/>
                    <a:pt x="2550510" y="26003"/>
                    <a:pt x="2522220" y="26003"/>
                  </a:cubicBezTo>
                  <a:cubicBezTo>
                    <a:pt x="2493931" y="26003"/>
                    <a:pt x="2466213" y="22574"/>
                    <a:pt x="2438305" y="20383"/>
                  </a:cubicBezTo>
                  <a:lnTo>
                    <a:pt x="2287238" y="797433"/>
                  </a:lnTo>
                  <a:close/>
                  <a:moveTo>
                    <a:pt x="2206086" y="447485"/>
                  </a:moveTo>
                  <a:cubicBezTo>
                    <a:pt x="2177320" y="449675"/>
                    <a:pt x="2148364" y="453104"/>
                    <a:pt x="2120075" y="453104"/>
                  </a:cubicBezTo>
                  <a:cubicBezTo>
                    <a:pt x="2091785" y="453104"/>
                    <a:pt x="2064068" y="449675"/>
                    <a:pt x="2036255" y="447485"/>
                  </a:cubicBezTo>
                  <a:lnTo>
                    <a:pt x="1984820" y="712470"/>
                  </a:lnTo>
                  <a:cubicBezTo>
                    <a:pt x="1954530" y="728282"/>
                    <a:pt x="1910620" y="744188"/>
                    <a:pt x="1853946" y="744188"/>
                  </a:cubicBezTo>
                  <a:cubicBezTo>
                    <a:pt x="1681829" y="744188"/>
                    <a:pt x="1605058" y="626459"/>
                    <a:pt x="1643348" y="429292"/>
                  </a:cubicBezTo>
                  <a:cubicBezTo>
                    <a:pt x="1680401" y="238982"/>
                    <a:pt x="1806607" y="67913"/>
                    <a:pt x="1995678" y="67913"/>
                  </a:cubicBezTo>
                  <a:cubicBezTo>
                    <a:pt x="2085118" y="67913"/>
                    <a:pt x="2158937" y="107633"/>
                    <a:pt x="2196370" y="183452"/>
                  </a:cubicBezTo>
                  <a:lnTo>
                    <a:pt x="2212181" y="183452"/>
                  </a:lnTo>
                  <a:cubicBezTo>
                    <a:pt x="2224183" y="144971"/>
                    <a:pt x="2243233" y="105251"/>
                    <a:pt x="2266188" y="69056"/>
                  </a:cubicBezTo>
                  <a:cubicBezTo>
                    <a:pt x="2190655" y="20383"/>
                    <a:pt x="2103978" y="0"/>
                    <a:pt x="2006632" y="0"/>
                  </a:cubicBezTo>
                  <a:cubicBezTo>
                    <a:pt x="1744980" y="0"/>
                    <a:pt x="1510760" y="143827"/>
                    <a:pt x="1455992" y="425863"/>
                  </a:cubicBezTo>
                  <a:cubicBezTo>
                    <a:pt x="1404271" y="691991"/>
                    <a:pt x="1593818" y="812197"/>
                    <a:pt x="1832896" y="812197"/>
                  </a:cubicBezTo>
                  <a:cubicBezTo>
                    <a:pt x="1932623" y="812197"/>
                    <a:pt x="2037779" y="789527"/>
                    <a:pt x="2145316" y="761238"/>
                  </a:cubicBezTo>
                  <a:lnTo>
                    <a:pt x="2206276" y="447485"/>
                  </a:lnTo>
                  <a:close/>
                  <a:moveTo>
                    <a:pt x="1022033" y="67913"/>
                  </a:moveTo>
                  <a:cubicBezTo>
                    <a:pt x="1191959" y="67913"/>
                    <a:pt x="1227296" y="235553"/>
                    <a:pt x="1198817" y="381762"/>
                  </a:cubicBezTo>
                  <a:cubicBezTo>
                    <a:pt x="1162336" y="569690"/>
                    <a:pt x="1050227" y="744188"/>
                    <a:pt x="875824" y="744188"/>
                  </a:cubicBezTo>
                  <a:cubicBezTo>
                    <a:pt x="701421" y="744188"/>
                    <a:pt x="669417" y="587883"/>
                    <a:pt x="697992" y="440627"/>
                  </a:cubicBezTo>
                  <a:cubicBezTo>
                    <a:pt x="747332" y="186881"/>
                    <a:pt x="864394" y="67913"/>
                    <a:pt x="1021937" y="67913"/>
                  </a:cubicBezTo>
                  <a:moveTo>
                    <a:pt x="1382649" y="403193"/>
                  </a:moveTo>
                  <a:cubicBezTo>
                    <a:pt x="1415606" y="227552"/>
                    <a:pt x="1364742" y="0"/>
                    <a:pt x="1041940" y="0"/>
                  </a:cubicBezTo>
                  <a:cubicBezTo>
                    <a:pt x="759905" y="0"/>
                    <a:pt x="560165" y="182404"/>
                    <a:pt x="516350" y="407765"/>
                  </a:cubicBezTo>
                  <a:cubicBezTo>
                    <a:pt x="466344" y="664940"/>
                    <a:pt x="606552" y="812197"/>
                    <a:pt x="856964" y="812197"/>
                  </a:cubicBezTo>
                  <a:cubicBezTo>
                    <a:pt x="1134523" y="812197"/>
                    <a:pt x="1340930" y="624173"/>
                    <a:pt x="1382744" y="403289"/>
                  </a:cubicBezTo>
                  <a:moveTo>
                    <a:pt x="319850" y="20479"/>
                  </a:moveTo>
                  <a:cubicBezTo>
                    <a:pt x="291084" y="22669"/>
                    <a:pt x="262128" y="26098"/>
                    <a:pt x="233839" y="26098"/>
                  </a:cubicBezTo>
                  <a:cubicBezTo>
                    <a:pt x="205550" y="26098"/>
                    <a:pt x="177832" y="22669"/>
                    <a:pt x="149924" y="20479"/>
                  </a:cubicBezTo>
                  <a:lnTo>
                    <a:pt x="0" y="791909"/>
                  </a:lnTo>
                  <a:lnTo>
                    <a:pt x="429292" y="791909"/>
                  </a:lnTo>
                  <a:cubicBezTo>
                    <a:pt x="430149" y="776002"/>
                    <a:pt x="430054" y="759047"/>
                    <a:pt x="433197" y="743236"/>
                  </a:cubicBezTo>
                  <a:cubicBezTo>
                    <a:pt x="436150" y="727424"/>
                    <a:pt x="442817" y="710374"/>
                    <a:pt x="448342" y="694468"/>
                  </a:cubicBezTo>
                  <a:cubicBezTo>
                    <a:pt x="369761" y="702374"/>
                    <a:pt x="284321" y="710279"/>
                    <a:pt x="185833" y="710279"/>
                  </a:cubicBezTo>
                  <a:lnTo>
                    <a:pt x="319945" y="2047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1544"/>
            </a:p>
          </p:txBody>
        </p:sp>
      </p:grp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B8F567F4-EA09-C338-D049-9C2E91D2F64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solidFill>
            <a:schemeClr val="bg1"/>
          </a:solidFill>
        </p:spPr>
        <p:txBody>
          <a:bodyPr/>
          <a:lstStyle>
            <a:lvl1pPr>
              <a:defRPr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</a:defRPr>
            </a:lvl1pPr>
          </a:lstStyle>
          <a:p>
            <a:fld id="{4BF46CD0-FBDC-4232-8F32-5100991AA63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6" name="Espace réservé du texte 6">
            <a:extLst>
              <a:ext uri="{FF2B5EF4-FFF2-40B4-BE49-F238E27FC236}">
                <a16:creationId xmlns:a16="http://schemas.microsoft.com/office/drawing/2014/main" id="{5F6A5A21-1A7D-6049-7C7F-3465857F9E2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72840" y="1583489"/>
            <a:ext cx="6028596" cy="4891819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9" name="Espace réservé du pied de page 10">
            <a:extLst>
              <a:ext uri="{FF2B5EF4-FFF2-40B4-BE49-F238E27FC236}">
                <a16:creationId xmlns:a16="http://schemas.microsoft.com/office/drawing/2014/main" id="{EA30B0FB-7495-124D-C72C-AD175BB463F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74952" y="6549509"/>
            <a:ext cx="3064239" cy="169277"/>
          </a:xfrm>
        </p:spPr>
        <p:txBody>
          <a:bodyPr/>
          <a:lstStyle/>
          <a:p>
            <a:pPr>
              <a:spcBef>
                <a:spcPts val="2438"/>
              </a:spcBef>
            </a:pPr>
            <a:r>
              <a:rPr lang="fr-FR"/>
              <a:t>Section title</a:t>
            </a:r>
            <a:endParaRPr lang="fr-FR" dirty="0"/>
          </a:p>
        </p:txBody>
      </p:sp>
      <p:sp>
        <p:nvSpPr>
          <p:cNvPr id="10" name="Espace réservé du texte 27">
            <a:extLst>
              <a:ext uri="{FF2B5EF4-FFF2-40B4-BE49-F238E27FC236}">
                <a16:creationId xmlns:a16="http://schemas.microsoft.com/office/drawing/2014/main" id="{8E66610B-F9E3-B475-9766-89BD9AB2086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37536" y="1582738"/>
            <a:ext cx="3127872" cy="47799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11" name="Titre 10">
            <a:extLst>
              <a:ext uri="{FF2B5EF4-FFF2-40B4-BE49-F238E27FC236}">
                <a16:creationId xmlns:a16="http://schemas.microsoft.com/office/drawing/2014/main" id="{914A948E-50BC-3959-69FF-4036E888AE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 dirty="0"/>
              <a:t>Click to </a:t>
            </a:r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title</a:t>
            </a:r>
            <a:endParaRPr lang="fr-FR" dirty="0"/>
          </a:p>
        </p:txBody>
      </p:sp>
      <p:cxnSp>
        <p:nvCxnSpPr>
          <p:cNvPr id="2" name="Connecteur droit 32">
            <a:extLst>
              <a:ext uri="{FF2B5EF4-FFF2-40B4-BE49-F238E27FC236}">
                <a16:creationId xmlns:a16="http://schemas.microsoft.com/office/drawing/2014/main" id="{0D9FC090-84D4-CE4E-E011-9E538EF3E512}"/>
              </a:ext>
            </a:extLst>
          </p:cNvPr>
          <p:cNvCxnSpPr/>
          <p:nvPr userDrawn="1"/>
        </p:nvCxnSpPr>
        <p:spPr>
          <a:xfrm>
            <a:off x="332997" y="931569"/>
            <a:ext cx="220996" cy="0"/>
          </a:xfrm>
          <a:prstGeom prst="line">
            <a:avLst/>
          </a:prstGeom>
          <a:ln w="47625" cap="rnd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703083750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| title subtitle text | dark higlight">
    <p:bg>
      <p:bgPr>
        <a:gradFill>
          <a:gsLst>
            <a:gs pos="0">
              <a:schemeClr val="bg2"/>
            </a:gs>
            <a:gs pos="100000">
              <a:schemeClr val="tx2"/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A39AF8A-B89D-AE94-2A4E-13F25CCDF21D}"/>
              </a:ext>
            </a:extLst>
          </p:cNvPr>
          <p:cNvSpPr/>
          <p:nvPr userDrawn="1"/>
        </p:nvSpPr>
        <p:spPr>
          <a:xfrm>
            <a:off x="1" y="0"/>
            <a:ext cx="6496383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544" dirty="0"/>
          </a:p>
        </p:txBody>
      </p:sp>
      <p:pic>
        <p:nvPicPr>
          <p:cNvPr id="21" name="Graphique 20">
            <a:extLst>
              <a:ext uri="{FF2B5EF4-FFF2-40B4-BE49-F238E27FC236}">
                <a16:creationId xmlns:a16="http://schemas.microsoft.com/office/drawing/2014/main" id="{01F624E6-AAF3-4A9A-81BA-DB51253B3D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8861" t="-3712" r="64117" b="61920"/>
          <a:stretch/>
        </p:blipFill>
        <p:spPr>
          <a:xfrm rot="10800000">
            <a:off x="-31952" y="1915040"/>
            <a:ext cx="2242643" cy="4448196"/>
          </a:xfrm>
          <a:prstGeom prst="rect">
            <a:avLst/>
          </a:prstGeom>
        </p:spPr>
      </p:pic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CF821602-6F5B-4E68-AC5C-4848E0840D6B}"/>
              </a:ext>
            </a:extLst>
          </p:cNvPr>
          <p:cNvCxnSpPr>
            <a:cxnSpLocks/>
          </p:cNvCxnSpPr>
          <p:nvPr userDrawn="1"/>
        </p:nvCxnSpPr>
        <p:spPr>
          <a:xfrm>
            <a:off x="332997" y="1272237"/>
            <a:ext cx="220996" cy="0"/>
          </a:xfrm>
          <a:prstGeom prst="line">
            <a:avLst/>
          </a:prstGeom>
          <a:ln w="47625" cap="rnd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Graphique 19">
            <a:extLst>
              <a:ext uri="{FF2B5EF4-FFF2-40B4-BE49-F238E27FC236}">
                <a16:creationId xmlns:a16="http://schemas.microsoft.com/office/drawing/2014/main" id="{C3BA387A-FB08-4E8F-9F19-13FE2C6157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8861" t="-3712" r="37096" b="61920"/>
          <a:stretch/>
        </p:blipFill>
        <p:spPr>
          <a:xfrm>
            <a:off x="5420714" y="-31080"/>
            <a:ext cx="4485287" cy="4448196"/>
          </a:xfrm>
          <a:prstGeom prst="rect">
            <a:avLst/>
          </a:prstGeom>
        </p:spPr>
      </p:pic>
      <p:sp>
        <p:nvSpPr>
          <p:cNvPr id="24" name="Ellipse 23">
            <a:extLst>
              <a:ext uri="{FF2B5EF4-FFF2-40B4-BE49-F238E27FC236}">
                <a16:creationId xmlns:a16="http://schemas.microsoft.com/office/drawing/2014/main" id="{C2CB58D9-9EFF-4A71-AC43-B9411F176ED5}"/>
              </a:ext>
            </a:extLst>
          </p:cNvPr>
          <p:cNvSpPr/>
          <p:nvPr userDrawn="1"/>
        </p:nvSpPr>
        <p:spPr>
          <a:xfrm>
            <a:off x="1089370" y="6592896"/>
            <a:ext cx="63901" cy="78647"/>
          </a:xfrm>
          <a:prstGeom prst="ellipse">
            <a:avLst/>
          </a:prstGeom>
          <a:solidFill>
            <a:srgbClr val="EF1A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544" dirty="0"/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09F99F1C-6B58-40E1-A2EF-ED51E7BFB66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33462" y="832306"/>
            <a:ext cx="5968088" cy="372543"/>
          </a:xfrm>
          <a:prstGeom prst="rect">
            <a:avLst/>
          </a:prstGeom>
        </p:spPr>
        <p:txBody>
          <a:bodyPr lIns="72000" anchor="ctr">
            <a:noAutofit/>
          </a:bodyPr>
          <a:lstStyle>
            <a:lvl1pPr marL="0" indent="0">
              <a:buFont typeface="Arial" panose="020B0604020202020204" pitchFamily="34" charset="0"/>
              <a:buChar char="​"/>
              <a:defRPr sz="1300" b="0" cap="all" baseline="0">
                <a:solidFill>
                  <a:schemeClr val="accent1"/>
                </a:solidFill>
                <a:latin typeface="+mn-lt"/>
                <a:cs typeface="Quire Sans" panose="020B0502040400020003" pitchFamily="34" charset="0"/>
              </a:defRPr>
            </a:lvl1pPr>
            <a:lvl2pPr marL="0" indent="0">
              <a:buFont typeface="Arial" panose="020B0604020202020204" pitchFamily="34" charset="0"/>
              <a:buNone/>
              <a:defRPr sz="1300" b="0">
                <a:solidFill>
                  <a:schemeClr val="bg1"/>
                </a:solidFill>
                <a:latin typeface="+mn-lt"/>
              </a:defRPr>
            </a:lvl2pPr>
            <a:lvl3pPr marL="0" indent="0">
              <a:buFont typeface="Arial" panose="020B0604020202020204" pitchFamily="34" charset="0"/>
              <a:buChar char="​"/>
              <a:defRPr sz="1300" b="0">
                <a:solidFill>
                  <a:schemeClr val="bg1"/>
                </a:solidFill>
                <a:latin typeface="+mn-lt"/>
              </a:defRPr>
            </a:lvl3pPr>
            <a:lvl4pPr marL="0" indent="0">
              <a:buFont typeface="Arial" panose="020B0604020202020204" pitchFamily="34" charset="0"/>
              <a:buChar char="​"/>
              <a:defRPr sz="1300" b="0">
                <a:solidFill>
                  <a:schemeClr val="bg1"/>
                </a:solidFill>
                <a:latin typeface="+mn-lt"/>
              </a:defRPr>
            </a:lvl4pPr>
            <a:lvl5pPr marL="0" indent="0">
              <a:buFont typeface="Arial" panose="020B0604020202020204" pitchFamily="34" charset="0"/>
              <a:buChar char="​"/>
              <a:defRPr sz="1300" b="0">
                <a:solidFill>
                  <a:schemeClr val="bg1"/>
                </a:solidFill>
                <a:latin typeface="+mn-lt"/>
              </a:defRPr>
            </a:lvl5pPr>
            <a:lvl6pPr marL="0" indent="0">
              <a:buFont typeface="Arial" panose="020B0604020202020204" pitchFamily="34" charset="0"/>
              <a:buChar char="​"/>
              <a:defRPr sz="1300" b="0">
                <a:solidFill>
                  <a:schemeClr val="bg1"/>
                </a:solidFill>
                <a:latin typeface="+mn-lt"/>
              </a:defRPr>
            </a:lvl6pPr>
            <a:lvl7pPr marL="0" indent="0">
              <a:buFont typeface="Arial" panose="020B0604020202020204" pitchFamily="34" charset="0"/>
              <a:buChar char="​"/>
              <a:defRPr sz="1300" b="0">
                <a:solidFill>
                  <a:schemeClr val="bg1"/>
                </a:solidFill>
                <a:latin typeface="+mn-lt"/>
              </a:defRPr>
            </a:lvl7pPr>
            <a:lvl8pPr marL="0" indent="0">
              <a:buFont typeface="Arial" panose="020B0604020202020204" pitchFamily="34" charset="0"/>
              <a:buChar char="​"/>
              <a:defRPr sz="1300" b="0">
                <a:solidFill>
                  <a:schemeClr val="bg1"/>
                </a:solidFill>
                <a:latin typeface="+mn-lt"/>
              </a:defRPr>
            </a:lvl8pPr>
            <a:lvl9pPr marL="0" indent="0">
              <a:buFont typeface="Arial" panose="020B0604020202020204" pitchFamily="34" charset="0"/>
              <a:buChar char="​"/>
              <a:defRPr sz="1300" b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fr-FR" dirty="0"/>
              <a:t>Click to </a:t>
            </a:r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B8F567F4-EA09-C338-D049-9C2E91D2F64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solidFill>
            <a:schemeClr val="bg1"/>
          </a:solidFill>
        </p:spPr>
        <p:txBody>
          <a:bodyPr/>
          <a:lstStyle>
            <a:lvl1pPr>
              <a:defRPr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</a:defRPr>
            </a:lvl1pPr>
          </a:lstStyle>
          <a:p>
            <a:fld id="{4BF46CD0-FBDC-4232-8F32-5100991AA633}" type="slidenum">
              <a:rPr lang="fr-FR" smtClean="0"/>
              <a:pPr/>
              <a:t>‹N°›</a:t>
            </a:fld>
            <a:endParaRPr lang="fr-FR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E70A7CF9-D006-5D4E-4C87-ABE73DC5C084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96384" y="57572"/>
            <a:ext cx="184822" cy="6742857"/>
          </a:xfrm>
          <a:prstGeom prst="rect">
            <a:avLst/>
          </a:prstGeom>
        </p:spPr>
      </p:pic>
      <p:sp>
        <p:nvSpPr>
          <p:cNvPr id="6" name="Espace réservé du pied de page 10">
            <a:extLst>
              <a:ext uri="{FF2B5EF4-FFF2-40B4-BE49-F238E27FC236}">
                <a16:creationId xmlns:a16="http://schemas.microsoft.com/office/drawing/2014/main" id="{49CCD4D4-CC68-450B-0039-C35809E124D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74952" y="6549509"/>
            <a:ext cx="3064239" cy="169277"/>
          </a:xfrm>
        </p:spPr>
        <p:txBody>
          <a:bodyPr/>
          <a:lstStyle/>
          <a:p>
            <a:pPr>
              <a:spcBef>
                <a:spcPts val="2438"/>
              </a:spcBef>
            </a:pPr>
            <a:r>
              <a:rPr lang="fr-FR"/>
              <a:t>Section title</a:t>
            </a:r>
            <a:endParaRPr lang="fr-FR" dirty="0"/>
          </a:p>
        </p:txBody>
      </p:sp>
      <p:sp>
        <p:nvSpPr>
          <p:cNvPr id="9" name="Espace réservé du texte 6">
            <a:extLst>
              <a:ext uri="{FF2B5EF4-FFF2-40B4-BE49-F238E27FC236}">
                <a16:creationId xmlns:a16="http://schemas.microsoft.com/office/drawing/2014/main" id="{A29C3E1F-9DA4-DA0F-99F4-ADAF96111A1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72840" y="1583489"/>
            <a:ext cx="6028596" cy="4891819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A9053039-A576-9ABD-2479-4BF25C0C798D}"/>
              </a:ext>
            </a:extLst>
          </p:cNvPr>
          <p:cNvGrpSpPr/>
          <p:nvPr userDrawn="1"/>
        </p:nvGrpSpPr>
        <p:grpSpPr>
          <a:xfrm>
            <a:off x="237380" y="6509290"/>
            <a:ext cx="730309" cy="179017"/>
            <a:chOff x="7804375" y="14663327"/>
            <a:chExt cx="7400924" cy="1473993"/>
          </a:xfrm>
          <a:solidFill>
            <a:schemeClr val="accent2"/>
          </a:solidFill>
        </p:grpSpPr>
        <p:grpSp>
          <p:nvGrpSpPr>
            <p:cNvPr id="11" name="Graphique 37">
              <a:extLst>
                <a:ext uri="{FF2B5EF4-FFF2-40B4-BE49-F238E27FC236}">
                  <a16:creationId xmlns:a16="http://schemas.microsoft.com/office/drawing/2014/main" id="{C06926C0-D160-317E-1F81-F3A35AC601C8}"/>
                </a:ext>
              </a:extLst>
            </p:cNvPr>
            <p:cNvGrpSpPr/>
            <p:nvPr/>
          </p:nvGrpSpPr>
          <p:grpSpPr>
            <a:xfrm>
              <a:off x="7804375" y="14663327"/>
              <a:ext cx="2394966" cy="1473326"/>
              <a:chOff x="7804375" y="14663327"/>
              <a:chExt cx="2394966" cy="1473326"/>
            </a:xfrm>
            <a:grpFill/>
          </p:grpSpPr>
          <p:sp>
            <p:nvSpPr>
              <p:cNvPr id="18" name="Forme libre : forme 17">
                <a:extLst>
                  <a:ext uri="{FF2B5EF4-FFF2-40B4-BE49-F238E27FC236}">
                    <a16:creationId xmlns:a16="http://schemas.microsoft.com/office/drawing/2014/main" id="{1C4D9228-FE3B-86E2-D6D3-175A2C937912}"/>
                  </a:ext>
                </a:extLst>
              </p:cNvPr>
              <p:cNvSpPr/>
              <p:nvPr/>
            </p:nvSpPr>
            <p:spPr>
              <a:xfrm>
                <a:off x="8464266" y="14990796"/>
                <a:ext cx="1206016" cy="1137570"/>
              </a:xfrm>
              <a:custGeom>
                <a:avLst/>
                <a:gdLst>
                  <a:gd name="connsiteX0" fmla="*/ 221075 w 1206016"/>
                  <a:gd name="connsiteY0" fmla="*/ 0 h 1137570"/>
                  <a:gd name="connsiteX1" fmla="*/ 0 w 1206016"/>
                  <a:gd name="connsiteY1" fmla="*/ 1137571 h 1137570"/>
                  <a:gd name="connsiteX2" fmla="*/ 467678 w 1206016"/>
                  <a:gd name="connsiteY2" fmla="*/ 1137571 h 1137570"/>
                  <a:gd name="connsiteX3" fmla="*/ 1192530 w 1206016"/>
                  <a:gd name="connsiteY3" fmla="*/ 536258 h 1137570"/>
                  <a:gd name="connsiteX4" fmla="*/ 792290 w 1206016"/>
                  <a:gd name="connsiteY4" fmla="*/ 95 h 1137570"/>
                  <a:gd name="connsiteX5" fmla="*/ 221075 w 1206016"/>
                  <a:gd name="connsiteY5" fmla="*/ 95 h 1137570"/>
                  <a:gd name="connsiteX6" fmla="*/ 452723 w 1206016"/>
                  <a:gd name="connsiteY6" fmla="*/ 96869 h 1137570"/>
                  <a:gd name="connsiteX7" fmla="*/ 616458 w 1206016"/>
                  <a:gd name="connsiteY7" fmla="*/ 96869 h 1137570"/>
                  <a:gd name="connsiteX8" fmla="*/ 915638 w 1206016"/>
                  <a:gd name="connsiteY8" fmla="*/ 534543 h 1137570"/>
                  <a:gd name="connsiteX9" fmla="*/ 411290 w 1206016"/>
                  <a:gd name="connsiteY9" fmla="*/ 1040606 h 1137570"/>
                  <a:gd name="connsiteX10" fmla="*/ 269367 w 1206016"/>
                  <a:gd name="connsiteY10" fmla="*/ 1040606 h 1137570"/>
                  <a:gd name="connsiteX11" fmla="*/ 452723 w 1206016"/>
                  <a:gd name="connsiteY11" fmla="*/ 96774 h 1137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206016" h="1137570">
                    <a:moveTo>
                      <a:pt x="221075" y="0"/>
                    </a:moveTo>
                    <a:lnTo>
                      <a:pt x="0" y="1137571"/>
                    </a:lnTo>
                    <a:lnTo>
                      <a:pt x="467678" y="1137571"/>
                    </a:lnTo>
                    <a:cubicBezTo>
                      <a:pt x="810101" y="1137571"/>
                      <a:pt x="1119188" y="913733"/>
                      <a:pt x="1192530" y="536258"/>
                    </a:cubicBezTo>
                    <a:cubicBezTo>
                      <a:pt x="1245775" y="262318"/>
                      <a:pt x="1147191" y="13430"/>
                      <a:pt x="792290" y="95"/>
                    </a:cubicBezTo>
                    <a:lnTo>
                      <a:pt x="221075" y="95"/>
                    </a:lnTo>
                    <a:close/>
                    <a:moveTo>
                      <a:pt x="452723" y="96869"/>
                    </a:moveTo>
                    <a:lnTo>
                      <a:pt x="616458" y="96869"/>
                    </a:lnTo>
                    <a:cubicBezTo>
                      <a:pt x="851916" y="96869"/>
                      <a:pt x="976598" y="220504"/>
                      <a:pt x="915638" y="534543"/>
                    </a:cubicBezTo>
                    <a:cubicBezTo>
                      <a:pt x="839629" y="925354"/>
                      <a:pt x="641795" y="1040606"/>
                      <a:pt x="411290" y="1040606"/>
                    </a:cubicBezTo>
                    <a:lnTo>
                      <a:pt x="269367" y="1040606"/>
                    </a:lnTo>
                    <a:lnTo>
                      <a:pt x="452723" y="96774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1544"/>
              </a:p>
            </p:txBody>
          </p:sp>
          <p:sp>
            <p:nvSpPr>
              <p:cNvPr id="19" name="Forme libre : forme 18">
                <a:extLst>
                  <a:ext uri="{FF2B5EF4-FFF2-40B4-BE49-F238E27FC236}">
                    <a16:creationId xmlns:a16="http://schemas.microsoft.com/office/drawing/2014/main" id="{D44D0F29-260B-CF5B-DEF1-BE6CAB919E4F}"/>
                  </a:ext>
                </a:extLst>
              </p:cNvPr>
              <p:cNvSpPr/>
              <p:nvPr/>
            </p:nvSpPr>
            <p:spPr>
              <a:xfrm>
                <a:off x="7804375" y="14663327"/>
                <a:ext cx="2394966" cy="1136017"/>
              </a:xfrm>
              <a:custGeom>
                <a:avLst/>
                <a:gdLst>
                  <a:gd name="connsiteX0" fmla="*/ 1852232 w 2394966"/>
                  <a:gd name="connsiteY0" fmla="*/ 299752 h 1136017"/>
                  <a:gd name="connsiteX1" fmla="*/ 1816132 w 2394966"/>
                  <a:gd name="connsiteY1" fmla="*/ 148781 h 1136017"/>
                  <a:gd name="connsiteX2" fmla="*/ 2265426 w 2394966"/>
                  <a:gd name="connsiteY2" fmla="*/ 0 h 1136017"/>
                  <a:gd name="connsiteX3" fmla="*/ 2394966 w 2394966"/>
                  <a:gd name="connsiteY3" fmla="*/ 451961 h 1136017"/>
                  <a:gd name="connsiteX4" fmla="*/ 2237804 w 2394966"/>
                  <a:gd name="connsiteY4" fmla="*/ 487775 h 1136017"/>
                  <a:gd name="connsiteX5" fmla="*/ 2207514 w 2394966"/>
                  <a:gd name="connsiteY5" fmla="*/ 303086 h 1136017"/>
                  <a:gd name="connsiteX6" fmla="*/ 0 w 2394966"/>
                  <a:gd name="connsiteY6" fmla="*/ 1074801 h 1136017"/>
                  <a:gd name="connsiteX7" fmla="*/ 17812 w 2394966"/>
                  <a:gd name="connsiteY7" fmla="*/ 1033272 h 1136017"/>
                  <a:gd name="connsiteX8" fmla="*/ 2028349 w 2394966"/>
                  <a:gd name="connsiteY8" fmla="*/ 231458 h 1136017"/>
                  <a:gd name="connsiteX9" fmla="*/ 1852232 w 2394966"/>
                  <a:gd name="connsiteY9" fmla="*/ 299752 h 1136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394966" h="1136017">
                    <a:moveTo>
                      <a:pt x="1852232" y="299752"/>
                    </a:moveTo>
                    <a:cubicBezTo>
                      <a:pt x="1851946" y="217742"/>
                      <a:pt x="1838611" y="205264"/>
                      <a:pt x="1816132" y="148781"/>
                    </a:cubicBezTo>
                    <a:lnTo>
                      <a:pt x="2265426" y="0"/>
                    </a:lnTo>
                    <a:lnTo>
                      <a:pt x="2394966" y="451961"/>
                    </a:lnTo>
                    <a:cubicBezTo>
                      <a:pt x="2348103" y="449199"/>
                      <a:pt x="2298478" y="454724"/>
                      <a:pt x="2237804" y="487775"/>
                    </a:cubicBezTo>
                    <a:lnTo>
                      <a:pt x="2207514" y="303086"/>
                    </a:lnTo>
                    <a:cubicBezTo>
                      <a:pt x="2042160" y="609124"/>
                      <a:pt x="1223677" y="1353217"/>
                      <a:pt x="0" y="1074801"/>
                    </a:cubicBezTo>
                    <a:cubicBezTo>
                      <a:pt x="7906" y="1068038"/>
                      <a:pt x="14002" y="1043654"/>
                      <a:pt x="17812" y="1033272"/>
                    </a:cubicBezTo>
                    <a:cubicBezTo>
                      <a:pt x="1146429" y="1185005"/>
                      <a:pt x="1915478" y="481679"/>
                      <a:pt x="2028349" y="231458"/>
                    </a:cubicBezTo>
                    <a:lnTo>
                      <a:pt x="1852232" y="299752"/>
                    </a:lnTo>
                    <a:close/>
                  </a:path>
                </a:pathLst>
              </a:custGeom>
              <a:solidFill>
                <a:schemeClr val="accent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1544"/>
              </a:p>
            </p:txBody>
          </p:sp>
          <p:sp>
            <p:nvSpPr>
              <p:cNvPr id="22" name="Forme libre : forme 21">
                <a:extLst>
                  <a:ext uri="{FF2B5EF4-FFF2-40B4-BE49-F238E27FC236}">
                    <a16:creationId xmlns:a16="http://schemas.microsoft.com/office/drawing/2014/main" id="{5743E238-9647-7F09-A731-CD05B6E3A7AD}"/>
                  </a:ext>
                </a:extLst>
              </p:cNvPr>
              <p:cNvSpPr/>
              <p:nvPr/>
            </p:nvSpPr>
            <p:spPr>
              <a:xfrm>
                <a:off x="8045167" y="14990796"/>
                <a:ext cx="473297" cy="1145857"/>
              </a:xfrm>
              <a:custGeom>
                <a:avLst/>
                <a:gdLst>
                  <a:gd name="connsiteX0" fmla="*/ 95 w 473297"/>
                  <a:gd name="connsiteY0" fmla="*/ 1145857 h 1145857"/>
                  <a:gd name="connsiteX1" fmla="*/ 126968 w 473297"/>
                  <a:gd name="connsiteY1" fmla="*/ 1137571 h 1145857"/>
                  <a:gd name="connsiteX2" fmla="*/ 250603 w 473297"/>
                  <a:gd name="connsiteY2" fmla="*/ 1145857 h 1145857"/>
                  <a:gd name="connsiteX3" fmla="*/ 473297 w 473297"/>
                  <a:gd name="connsiteY3" fmla="*/ 0 h 1145857"/>
                  <a:gd name="connsiteX4" fmla="*/ 346424 w 473297"/>
                  <a:gd name="connsiteY4" fmla="*/ 8382 h 1145857"/>
                  <a:gd name="connsiteX5" fmla="*/ 222790 w 473297"/>
                  <a:gd name="connsiteY5" fmla="*/ 0 h 1145857"/>
                  <a:gd name="connsiteX6" fmla="*/ 0 w 473297"/>
                  <a:gd name="connsiteY6" fmla="*/ 1145857 h 114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73297" h="1145857">
                    <a:moveTo>
                      <a:pt x="95" y="1145857"/>
                    </a:moveTo>
                    <a:cubicBezTo>
                      <a:pt x="42481" y="1142524"/>
                      <a:pt x="85249" y="1137571"/>
                      <a:pt x="126968" y="1137571"/>
                    </a:cubicBezTo>
                    <a:cubicBezTo>
                      <a:pt x="168688" y="1137571"/>
                      <a:pt x="209550" y="1142619"/>
                      <a:pt x="250603" y="1145857"/>
                    </a:cubicBezTo>
                    <a:lnTo>
                      <a:pt x="473297" y="0"/>
                    </a:lnTo>
                    <a:cubicBezTo>
                      <a:pt x="430911" y="3239"/>
                      <a:pt x="388144" y="8382"/>
                      <a:pt x="346424" y="8382"/>
                    </a:cubicBezTo>
                    <a:cubicBezTo>
                      <a:pt x="304705" y="8382"/>
                      <a:pt x="263843" y="3334"/>
                      <a:pt x="222790" y="0"/>
                    </a:cubicBezTo>
                    <a:lnTo>
                      <a:pt x="0" y="114585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1544"/>
              </a:p>
            </p:txBody>
          </p:sp>
        </p:grpSp>
        <p:sp>
          <p:nvSpPr>
            <p:cNvPr id="13" name="Forme libre : forme 12">
              <a:extLst>
                <a:ext uri="{FF2B5EF4-FFF2-40B4-BE49-F238E27FC236}">
                  <a16:creationId xmlns:a16="http://schemas.microsoft.com/office/drawing/2014/main" id="{C28E269F-2397-442B-B843-A3098B821F19}"/>
                </a:ext>
              </a:extLst>
            </p:cNvPr>
            <p:cNvSpPr/>
            <p:nvPr/>
          </p:nvSpPr>
          <p:spPr>
            <a:xfrm>
              <a:off x="9751570" y="15324933"/>
              <a:ext cx="5453729" cy="812387"/>
            </a:xfrm>
            <a:custGeom>
              <a:avLst/>
              <a:gdLst>
                <a:gd name="connsiteX0" fmla="*/ 5395722 w 5453729"/>
                <a:gd name="connsiteY0" fmla="*/ 166592 h 812387"/>
                <a:gd name="connsiteX1" fmla="*/ 5453730 w 5453729"/>
                <a:gd name="connsiteY1" fmla="*/ 54388 h 812387"/>
                <a:gd name="connsiteX2" fmla="*/ 5285328 w 5453729"/>
                <a:gd name="connsiteY2" fmla="*/ 0 h 812387"/>
                <a:gd name="connsiteX3" fmla="*/ 4977384 w 5453729"/>
                <a:gd name="connsiteY3" fmla="*/ 237839 h 812387"/>
                <a:gd name="connsiteX4" fmla="*/ 5239417 w 5453729"/>
                <a:gd name="connsiteY4" fmla="*/ 626459 h 812387"/>
                <a:gd name="connsiteX5" fmla="*/ 5083969 w 5453729"/>
                <a:gd name="connsiteY5" fmla="*/ 744188 h 812387"/>
                <a:gd name="connsiteX6" fmla="*/ 4951953 w 5453729"/>
                <a:gd name="connsiteY6" fmla="*/ 619601 h 812387"/>
                <a:gd name="connsiteX7" fmla="*/ 4930331 w 5453729"/>
                <a:gd name="connsiteY7" fmla="*/ 619601 h 812387"/>
                <a:gd name="connsiteX8" fmla="*/ 4869561 w 5453729"/>
                <a:gd name="connsiteY8" fmla="*/ 763429 h 812387"/>
                <a:gd name="connsiteX9" fmla="*/ 5042535 w 5453729"/>
                <a:gd name="connsiteY9" fmla="*/ 812197 h 812387"/>
                <a:gd name="connsiteX10" fmla="*/ 5391055 w 5453729"/>
                <a:gd name="connsiteY10" fmla="*/ 562928 h 812387"/>
                <a:gd name="connsiteX11" fmla="*/ 5121307 w 5453729"/>
                <a:gd name="connsiteY11" fmla="*/ 178975 h 812387"/>
                <a:gd name="connsiteX12" fmla="*/ 5267516 w 5453729"/>
                <a:gd name="connsiteY12" fmla="*/ 67913 h 812387"/>
                <a:gd name="connsiteX13" fmla="*/ 5378577 w 5453729"/>
                <a:gd name="connsiteY13" fmla="*/ 166592 h 812387"/>
                <a:gd name="connsiteX14" fmla="*/ 5395627 w 5453729"/>
                <a:gd name="connsiteY14" fmla="*/ 166592 h 812387"/>
                <a:gd name="connsiteX15" fmla="*/ 4776692 w 5453729"/>
                <a:gd name="connsiteY15" fmla="*/ 659320 h 812387"/>
                <a:gd name="connsiteX16" fmla="*/ 4557427 w 5453729"/>
                <a:gd name="connsiteY16" fmla="*/ 744284 h 812387"/>
                <a:gd name="connsiteX17" fmla="*/ 4351878 w 5453729"/>
                <a:gd name="connsiteY17" fmla="*/ 414719 h 812387"/>
                <a:gd name="connsiteX18" fmla="*/ 4683157 w 5453729"/>
                <a:gd name="connsiteY18" fmla="*/ 68008 h 812387"/>
                <a:gd name="connsiteX19" fmla="*/ 4850987 w 5453729"/>
                <a:gd name="connsiteY19" fmla="*/ 172307 h 812387"/>
                <a:gd name="connsiteX20" fmla="*/ 4866799 w 5453729"/>
                <a:gd name="connsiteY20" fmla="*/ 172307 h 812387"/>
                <a:gd name="connsiteX21" fmla="*/ 4915567 w 5453729"/>
                <a:gd name="connsiteY21" fmla="*/ 55626 h 812387"/>
                <a:gd name="connsiteX22" fmla="*/ 4695254 w 5453729"/>
                <a:gd name="connsiteY22" fmla="*/ 191 h 812387"/>
                <a:gd name="connsiteX23" fmla="*/ 4160806 w 5453729"/>
                <a:gd name="connsiteY23" fmla="*/ 430625 h 812387"/>
                <a:gd name="connsiteX24" fmla="*/ 4512469 w 5453729"/>
                <a:gd name="connsiteY24" fmla="*/ 812387 h 812387"/>
                <a:gd name="connsiteX25" fmla="*/ 4746212 w 5453729"/>
                <a:gd name="connsiteY25" fmla="*/ 763619 h 812387"/>
                <a:gd name="connsiteX26" fmla="*/ 4790028 w 5453729"/>
                <a:gd name="connsiteY26" fmla="*/ 666178 h 812387"/>
                <a:gd name="connsiteX27" fmla="*/ 4776692 w 5453729"/>
                <a:gd name="connsiteY27" fmla="*/ 659416 h 812387"/>
                <a:gd name="connsiteX28" fmla="*/ 3802571 w 5453729"/>
                <a:gd name="connsiteY28" fmla="*/ 797433 h 812387"/>
                <a:gd name="connsiteX29" fmla="*/ 3888677 w 5453729"/>
                <a:gd name="connsiteY29" fmla="*/ 791813 h 812387"/>
                <a:gd name="connsiteX30" fmla="*/ 3972497 w 5453729"/>
                <a:gd name="connsiteY30" fmla="*/ 797433 h 812387"/>
                <a:gd name="connsiteX31" fmla="*/ 4123468 w 5453729"/>
                <a:gd name="connsiteY31" fmla="*/ 20383 h 812387"/>
                <a:gd name="connsiteX32" fmla="*/ 4037457 w 5453729"/>
                <a:gd name="connsiteY32" fmla="*/ 26003 h 812387"/>
                <a:gd name="connsiteX33" fmla="*/ 3953542 w 5453729"/>
                <a:gd name="connsiteY33" fmla="*/ 20383 h 812387"/>
                <a:gd name="connsiteX34" fmla="*/ 3802476 w 5453729"/>
                <a:gd name="connsiteY34" fmla="*/ 797433 h 812387"/>
                <a:gd name="connsiteX35" fmla="*/ 3625120 w 5453729"/>
                <a:gd name="connsiteY35" fmla="*/ 100775 h 812387"/>
                <a:gd name="connsiteX36" fmla="*/ 3824764 w 5453729"/>
                <a:gd name="connsiteY36" fmla="*/ 116586 h 812387"/>
                <a:gd name="connsiteX37" fmla="*/ 3828574 w 5453729"/>
                <a:gd name="connsiteY37" fmla="*/ 67818 h 812387"/>
                <a:gd name="connsiteX38" fmla="*/ 3843528 w 5453729"/>
                <a:gd name="connsiteY38" fmla="*/ 20288 h 812387"/>
                <a:gd name="connsiteX39" fmla="*/ 3260122 w 5453729"/>
                <a:gd name="connsiteY39" fmla="*/ 20288 h 812387"/>
                <a:gd name="connsiteX40" fmla="*/ 3256503 w 5453729"/>
                <a:gd name="connsiteY40" fmla="*/ 67818 h 812387"/>
                <a:gd name="connsiteX41" fmla="*/ 3241358 w 5453729"/>
                <a:gd name="connsiteY41" fmla="*/ 116586 h 812387"/>
                <a:gd name="connsiteX42" fmla="*/ 3455194 w 5453729"/>
                <a:gd name="connsiteY42" fmla="*/ 100775 h 812387"/>
                <a:gd name="connsiteX43" fmla="*/ 3319749 w 5453729"/>
                <a:gd name="connsiteY43" fmla="*/ 797433 h 812387"/>
                <a:gd name="connsiteX44" fmla="*/ 3405759 w 5453729"/>
                <a:gd name="connsiteY44" fmla="*/ 791813 h 812387"/>
                <a:gd name="connsiteX45" fmla="*/ 3489674 w 5453729"/>
                <a:gd name="connsiteY45" fmla="*/ 797433 h 812387"/>
                <a:gd name="connsiteX46" fmla="*/ 3625025 w 5453729"/>
                <a:gd name="connsiteY46" fmla="*/ 100775 h 812387"/>
                <a:gd name="connsiteX47" fmla="*/ 3116676 w 5453729"/>
                <a:gd name="connsiteY47" fmla="*/ 166592 h 812387"/>
                <a:gd name="connsiteX48" fmla="*/ 3174778 w 5453729"/>
                <a:gd name="connsiteY48" fmla="*/ 54388 h 812387"/>
                <a:gd name="connsiteX49" fmla="*/ 3006376 w 5453729"/>
                <a:gd name="connsiteY49" fmla="*/ 0 h 812387"/>
                <a:gd name="connsiteX50" fmla="*/ 2698433 w 5453729"/>
                <a:gd name="connsiteY50" fmla="*/ 237839 h 812387"/>
                <a:gd name="connsiteX51" fmla="*/ 2960561 w 5453729"/>
                <a:gd name="connsiteY51" fmla="*/ 626459 h 812387"/>
                <a:gd name="connsiteX52" fmla="*/ 2805113 w 5453729"/>
                <a:gd name="connsiteY52" fmla="*/ 744188 h 812387"/>
                <a:gd name="connsiteX53" fmla="*/ 2673001 w 5453729"/>
                <a:gd name="connsiteY53" fmla="*/ 619601 h 812387"/>
                <a:gd name="connsiteX54" fmla="*/ 2651379 w 5453729"/>
                <a:gd name="connsiteY54" fmla="*/ 619601 h 812387"/>
                <a:gd name="connsiteX55" fmla="*/ 2590610 w 5453729"/>
                <a:gd name="connsiteY55" fmla="*/ 763429 h 812387"/>
                <a:gd name="connsiteX56" fmla="*/ 2763584 w 5453729"/>
                <a:gd name="connsiteY56" fmla="*/ 812197 h 812387"/>
                <a:gd name="connsiteX57" fmla="*/ 3112199 w 5453729"/>
                <a:gd name="connsiteY57" fmla="*/ 562928 h 812387"/>
                <a:gd name="connsiteX58" fmla="*/ 2842546 w 5453729"/>
                <a:gd name="connsiteY58" fmla="*/ 178975 h 812387"/>
                <a:gd name="connsiteX59" fmla="*/ 2988660 w 5453729"/>
                <a:gd name="connsiteY59" fmla="*/ 67913 h 812387"/>
                <a:gd name="connsiteX60" fmla="*/ 3099816 w 5453729"/>
                <a:gd name="connsiteY60" fmla="*/ 166592 h 812387"/>
                <a:gd name="connsiteX61" fmla="*/ 3116771 w 5453729"/>
                <a:gd name="connsiteY61" fmla="*/ 166592 h 812387"/>
                <a:gd name="connsiteX62" fmla="*/ 2287238 w 5453729"/>
                <a:gd name="connsiteY62" fmla="*/ 797433 h 812387"/>
                <a:gd name="connsiteX63" fmla="*/ 2373345 w 5453729"/>
                <a:gd name="connsiteY63" fmla="*/ 791813 h 812387"/>
                <a:gd name="connsiteX64" fmla="*/ 2457164 w 5453729"/>
                <a:gd name="connsiteY64" fmla="*/ 797433 h 812387"/>
                <a:gd name="connsiteX65" fmla="*/ 2608231 w 5453729"/>
                <a:gd name="connsiteY65" fmla="*/ 20383 h 812387"/>
                <a:gd name="connsiteX66" fmla="*/ 2522220 w 5453729"/>
                <a:gd name="connsiteY66" fmla="*/ 26003 h 812387"/>
                <a:gd name="connsiteX67" fmla="*/ 2438305 w 5453729"/>
                <a:gd name="connsiteY67" fmla="*/ 20383 h 812387"/>
                <a:gd name="connsiteX68" fmla="*/ 2287238 w 5453729"/>
                <a:gd name="connsiteY68" fmla="*/ 797433 h 812387"/>
                <a:gd name="connsiteX69" fmla="*/ 2206086 w 5453729"/>
                <a:gd name="connsiteY69" fmla="*/ 447485 h 812387"/>
                <a:gd name="connsiteX70" fmla="*/ 2120075 w 5453729"/>
                <a:gd name="connsiteY70" fmla="*/ 453104 h 812387"/>
                <a:gd name="connsiteX71" fmla="*/ 2036255 w 5453729"/>
                <a:gd name="connsiteY71" fmla="*/ 447485 h 812387"/>
                <a:gd name="connsiteX72" fmla="*/ 1984820 w 5453729"/>
                <a:gd name="connsiteY72" fmla="*/ 712470 h 812387"/>
                <a:gd name="connsiteX73" fmla="*/ 1853946 w 5453729"/>
                <a:gd name="connsiteY73" fmla="*/ 744188 h 812387"/>
                <a:gd name="connsiteX74" fmla="*/ 1643348 w 5453729"/>
                <a:gd name="connsiteY74" fmla="*/ 429292 h 812387"/>
                <a:gd name="connsiteX75" fmla="*/ 1995678 w 5453729"/>
                <a:gd name="connsiteY75" fmla="*/ 67913 h 812387"/>
                <a:gd name="connsiteX76" fmla="*/ 2196370 w 5453729"/>
                <a:gd name="connsiteY76" fmla="*/ 183452 h 812387"/>
                <a:gd name="connsiteX77" fmla="*/ 2212181 w 5453729"/>
                <a:gd name="connsiteY77" fmla="*/ 183452 h 812387"/>
                <a:gd name="connsiteX78" fmla="*/ 2266188 w 5453729"/>
                <a:gd name="connsiteY78" fmla="*/ 69056 h 812387"/>
                <a:gd name="connsiteX79" fmla="*/ 2006632 w 5453729"/>
                <a:gd name="connsiteY79" fmla="*/ 0 h 812387"/>
                <a:gd name="connsiteX80" fmla="*/ 1455992 w 5453729"/>
                <a:gd name="connsiteY80" fmla="*/ 425863 h 812387"/>
                <a:gd name="connsiteX81" fmla="*/ 1832896 w 5453729"/>
                <a:gd name="connsiteY81" fmla="*/ 812197 h 812387"/>
                <a:gd name="connsiteX82" fmla="*/ 2145316 w 5453729"/>
                <a:gd name="connsiteY82" fmla="*/ 761238 h 812387"/>
                <a:gd name="connsiteX83" fmla="*/ 2206276 w 5453729"/>
                <a:gd name="connsiteY83" fmla="*/ 447485 h 812387"/>
                <a:gd name="connsiteX84" fmla="*/ 1022033 w 5453729"/>
                <a:gd name="connsiteY84" fmla="*/ 67913 h 812387"/>
                <a:gd name="connsiteX85" fmla="*/ 1198817 w 5453729"/>
                <a:gd name="connsiteY85" fmla="*/ 381762 h 812387"/>
                <a:gd name="connsiteX86" fmla="*/ 875824 w 5453729"/>
                <a:gd name="connsiteY86" fmla="*/ 744188 h 812387"/>
                <a:gd name="connsiteX87" fmla="*/ 697992 w 5453729"/>
                <a:gd name="connsiteY87" fmla="*/ 440627 h 812387"/>
                <a:gd name="connsiteX88" fmla="*/ 1021937 w 5453729"/>
                <a:gd name="connsiteY88" fmla="*/ 67913 h 812387"/>
                <a:gd name="connsiteX89" fmla="*/ 1382649 w 5453729"/>
                <a:gd name="connsiteY89" fmla="*/ 403193 h 812387"/>
                <a:gd name="connsiteX90" fmla="*/ 1041940 w 5453729"/>
                <a:gd name="connsiteY90" fmla="*/ 0 h 812387"/>
                <a:gd name="connsiteX91" fmla="*/ 516350 w 5453729"/>
                <a:gd name="connsiteY91" fmla="*/ 407765 h 812387"/>
                <a:gd name="connsiteX92" fmla="*/ 856964 w 5453729"/>
                <a:gd name="connsiteY92" fmla="*/ 812197 h 812387"/>
                <a:gd name="connsiteX93" fmla="*/ 1382744 w 5453729"/>
                <a:gd name="connsiteY93" fmla="*/ 403289 h 812387"/>
                <a:gd name="connsiteX94" fmla="*/ 319850 w 5453729"/>
                <a:gd name="connsiteY94" fmla="*/ 20479 h 812387"/>
                <a:gd name="connsiteX95" fmla="*/ 233839 w 5453729"/>
                <a:gd name="connsiteY95" fmla="*/ 26098 h 812387"/>
                <a:gd name="connsiteX96" fmla="*/ 149924 w 5453729"/>
                <a:gd name="connsiteY96" fmla="*/ 20479 h 812387"/>
                <a:gd name="connsiteX97" fmla="*/ 0 w 5453729"/>
                <a:gd name="connsiteY97" fmla="*/ 791909 h 812387"/>
                <a:gd name="connsiteX98" fmla="*/ 429292 w 5453729"/>
                <a:gd name="connsiteY98" fmla="*/ 791909 h 812387"/>
                <a:gd name="connsiteX99" fmla="*/ 433197 w 5453729"/>
                <a:gd name="connsiteY99" fmla="*/ 743236 h 812387"/>
                <a:gd name="connsiteX100" fmla="*/ 448342 w 5453729"/>
                <a:gd name="connsiteY100" fmla="*/ 694468 h 812387"/>
                <a:gd name="connsiteX101" fmla="*/ 185833 w 5453729"/>
                <a:gd name="connsiteY101" fmla="*/ 710279 h 812387"/>
                <a:gd name="connsiteX102" fmla="*/ 319945 w 5453729"/>
                <a:gd name="connsiteY102" fmla="*/ 20479 h 81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453729" h="812387">
                  <a:moveTo>
                    <a:pt x="5395722" y="166592"/>
                  </a:moveTo>
                  <a:cubicBezTo>
                    <a:pt x="5414487" y="128016"/>
                    <a:pt x="5433156" y="90583"/>
                    <a:pt x="5453730" y="54388"/>
                  </a:cubicBezTo>
                  <a:cubicBezTo>
                    <a:pt x="5433537" y="30575"/>
                    <a:pt x="5366862" y="0"/>
                    <a:pt x="5285328" y="0"/>
                  </a:cubicBezTo>
                  <a:cubicBezTo>
                    <a:pt x="5113115" y="0"/>
                    <a:pt x="5002816" y="107633"/>
                    <a:pt x="4977384" y="237839"/>
                  </a:cubicBezTo>
                  <a:cubicBezTo>
                    <a:pt x="4924330" y="510826"/>
                    <a:pt x="5274660" y="445198"/>
                    <a:pt x="5239417" y="626459"/>
                  </a:cubicBezTo>
                  <a:cubicBezTo>
                    <a:pt x="5224272" y="704564"/>
                    <a:pt x="5154264" y="744188"/>
                    <a:pt x="5083969" y="744188"/>
                  </a:cubicBezTo>
                  <a:cubicBezTo>
                    <a:pt x="5005864" y="744188"/>
                    <a:pt x="4953667" y="697802"/>
                    <a:pt x="4951953" y="619601"/>
                  </a:cubicBezTo>
                  <a:lnTo>
                    <a:pt x="4930331" y="619601"/>
                  </a:lnTo>
                  <a:cubicBezTo>
                    <a:pt x="4914138" y="668274"/>
                    <a:pt x="4892421" y="715899"/>
                    <a:pt x="4869561" y="763429"/>
                  </a:cubicBezTo>
                  <a:cubicBezTo>
                    <a:pt x="4916234" y="797433"/>
                    <a:pt x="4980147" y="812197"/>
                    <a:pt x="5042535" y="812197"/>
                  </a:cubicBezTo>
                  <a:cubicBezTo>
                    <a:pt x="5217986" y="812197"/>
                    <a:pt x="5362956" y="707993"/>
                    <a:pt x="5391055" y="562928"/>
                  </a:cubicBezTo>
                  <a:cubicBezTo>
                    <a:pt x="5441537" y="303562"/>
                    <a:pt x="5091589" y="331851"/>
                    <a:pt x="5121307" y="178975"/>
                  </a:cubicBezTo>
                  <a:cubicBezTo>
                    <a:pt x="5133880" y="114395"/>
                    <a:pt x="5177981" y="67913"/>
                    <a:pt x="5267516" y="67913"/>
                  </a:cubicBezTo>
                  <a:cubicBezTo>
                    <a:pt x="5332095" y="67913"/>
                    <a:pt x="5367624" y="106490"/>
                    <a:pt x="5378577" y="166592"/>
                  </a:cubicBezTo>
                  <a:lnTo>
                    <a:pt x="5395627" y="166592"/>
                  </a:lnTo>
                  <a:close/>
                  <a:moveTo>
                    <a:pt x="4776692" y="659320"/>
                  </a:moveTo>
                  <a:cubicBezTo>
                    <a:pt x="4716209" y="707993"/>
                    <a:pt x="4627627" y="744284"/>
                    <a:pt x="4557427" y="744284"/>
                  </a:cubicBezTo>
                  <a:cubicBezTo>
                    <a:pt x="4382929" y="744284"/>
                    <a:pt x="4314254" y="608362"/>
                    <a:pt x="4351878" y="414719"/>
                  </a:cubicBezTo>
                  <a:cubicBezTo>
                    <a:pt x="4384262" y="248126"/>
                    <a:pt x="4495133" y="68008"/>
                    <a:pt x="4683157" y="68008"/>
                  </a:cubicBezTo>
                  <a:cubicBezTo>
                    <a:pt x="4756785" y="68008"/>
                    <a:pt x="4820889" y="111157"/>
                    <a:pt x="4850987" y="172307"/>
                  </a:cubicBezTo>
                  <a:lnTo>
                    <a:pt x="4866799" y="172307"/>
                  </a:lnTo>
                  <a:cubicBezTo>
                    <a:pt x="4883659" y="132779"/>
                    <a:pt x="4897851" y="94202"/>
                    <a:pt x="4915567" y="55626"/>
                  </a:cubicBezTo>
                  <a:cubicBezTo>
                    <a:pt x="4856893" y="19431"/>
                    <a:pt x="4770025" y="191"/>
                    <a:pt x="4695254" y="191"/>
                  </a:cubicBezTo>
                  <a:cubicBezTo>
                    <a:pt x="4448271" y="191"/>
                    <a:pt x="4218147" y="134874"/>
                    <a:pt x="4160806" y="430625"/>
                  </a:cubicBezTo>
                  <a:cubicBezTo>
                    <a:pt x="4115562" y="662845"/>
                    <a:pt x="4270058" y="812387"/>
                    <a:pt x="4512469" y="812387"/>
                  </a:cubicBezTo>
                  <a:cubicBezTo>
                    <a:pt x="4588384" y="812387"/>
                    <a:pt x="4671441" y="798862"/>
                    <a:pt x="4746212" y="763619"/>
                  </a:cubicBezTo>
                  <a:lnTo>
                    <a:pt x="4790028" y="666178"/>
                  </a:lnTo>
                  <a:lnTo>
                    <a:pt x="4776692" y="659416"/>
                  </a:lnTo>
                  <a:close/>
                  <a:moveTo>
                    <a:pt x="3802571" y="797433"/>
                  </a:moveTo>
                  <a:cubicBezTo>
                    <a:pt x="3831336" y="795147"/>
                    <a:pt x="3860387" y="791813"/>
                    <a:pt x="3888677" y="791813"/>
                  </a:cubicBezTo>
                  <a:cubicBezTo>
                    <a:pt x="3916966" y="791813"/>
                    <a:pt x="3944684" y="795147"/>
                    <a:pt x="3972497" y="797433"/>
                  </a:cubicBezTo>
                  <a:lnTo>
                    <a:pt x="4123468" y="20383"/>
                  </a:lnTo>
                  <a:cubicBezTo>
                    <a:pt x="4094798" y="22574"/>
                    <a:pt x="4065747" y="26003"/>
                    <a:pt x="4037457" y="26003"/>
                  </a:cubicBezTo>
                  <a:cubicBezTo>
                    <a:pt x="4009168" y="26003"/>
                    <a:pt x="3981450" y="22574"/>
                    <a:pt x="3953542" y="20383"/>
                  </a:cubicBezTo>
                  <a:lnTo>
                    <a:pt x="3802476" y="797433"/>
                  </a:lnTo>
                  <a:close/>
                  <a:moveTo>
                    <a:pt x="3625120" y="100775"/>
                  </a:moveTo>
                  <a:cubicBezTo>
                    <a:pt x="3694176" y="100775"/>
                    <a:pt x="3759518" y="108680"/>
                    <a:pt x="3824764" y="116586"/>
                  </a:cubicBezTo>
                  <a:cubicBezTo>
                    <a:pt x="3825526" y="100775"/>
                    <a:pt x="3825240" y="84868"/>
                    <a:pt x="3828574" y="67818"/>
                  </a:cubicBezTo>
                  <a:cubicBezTo>
                    <a:pt x="3831622" y="52006"/>
                    <a:pt x="3838194" y="36195"/>
                    <a:pt x="3843528" y="20288"/>
                  </a:cubicBezTo>
                  <a:lnTo>
                    <a:pt x="3260122" y="20288"/>
                  </a:lnTo>
                  <a:cubicBezTo>
                    <a:pt x="3259265" y="36195"/>
                    <a:pt x="3259646" y="51911"/>
                    <a:pt x="3256503" y="67818"/>
                  </a:cubicBezTo>
                  <a:cubicBezTo>
                    <a:pt x="3253168" y="84868"/>
                    <a:pt x="3246691" y="100679"/>
                    <a:pt x="3241358" y="116586"/>
                  </a:cubicBezTo>
                  <a:cubicBezTo>
                    <a:pt x="3301842" y="108680"/>
                    <a:pt x="3374803" y="100775"/>
                    <a:pt x="3455194" y="100775"/>
                  </a:cubicBezTo>
                  <a:lnTo>
                    <a:pt x="3319749" y="797433"/>
                  </a:lnTo>
                  <a:cubicBezTo>
                    <a:pt x="3348609" y="795147"/>
                    <a:pt x="3377565" y="791813"/>
                    <a:pt x="3405759" y="791813"/>
                  </a:cubicBezTo>
                  <a:cubicBezTo>
                    <a:pt x="3433953" y="791813"/>
                    <a:pt x="3461671" y="795147"/>
                    <a:pt x="3489674" y="797433"/>
                  </a:cubicBezTo>
                  <a:lnTo>
                    <a:pt x="3625025" y="100775"/>
                  </a:lnTo>
                  <a:close/>
                  <a:moveTo>
                    <a:pt x="3116676" y="166592"/>
                  </a:moveTo>
                  <a:cubicBezTo>
                    <a:pt x="3135535" y="128016"/>
                    <a:pt x="3154109" y="90583"/>
                    <a:pt x="3174778" y="54388"/>
                  </a:cubicBezTo>
                  <a:cubicBezTo>
                    <a:pt x="3154490" y="30575"/>
                    <a:pt x="3088005" y="0"/>
                    <a:pt x="3006376" y="0"/>
                  </a:cubicBezTo>
                  <a:cubicBezTo>
                    <a:pt x="2834164" y="0"/>
                    <a:pt x="2723769" y="107633"/>
                    <a:pt x="2698433" y="237839"/>
                  </a:cubicBezTo>
                  <a:cubicBezTo>
                    <a:pt x="2645378" y="510826"/>
                    <a:pt x="2995708" y="445198"/>
                    <a:pt x="2960561" y="626459"/>
                  </a:cubicBezTo>
                  <a:cubicBezTo>
                    <a:pt x="2945321" y="704564"/>
                    <a:pt x="2875312" y="744188"/>
                    <a:pt x="2805113" y="744188"/>
                  </a:cubicBezTo>
                  <a:cubicBezTo>
                    <a:pt x="2726912" y="744188"/>
                    <a:pt x="2674811" y="697802"/>
                    <a:pt x="2673001" y="619601"/>
                  </a:cubicBezTo>
                  <a:lnTo>
                    <a:pt x="2651379" y="619601"/>
                  </a:lnTo>
                  <a:cubicBezTo>
                    <a:pt x="2635091" y="668274"/>
                    <a:pt x="2613470" y="715899"/>
                    <a:pt x="2590610" y="763429"/>
                  </a:cubicBezTo>
                  <a:cubicBezTo>
                    <a:pt x="2637282" y="797433"/>
                    <a:pt x="2701290" y="812197"/>
                    <a:pt x="2763584" y="812197"/>
                  </a:cubicBezTo>
                  <a:cubicBezTo>
                    <a:pt x="2939129" y="812197"/>
                    <a:pt x="3084005" y="707993"/>
                    <a:pt x="3112199" y="562928"/>
                  </a:cubicBezTo>
                  <a:cubicBezTo>
                    <a:pt x="3162681" y="303562"/>
                    <a:pt x="2812828" y="331851"/>
                    <a:pt x="2842546" y="178975"/>
                  </a:cubicBezTo>
                  <a:cubicBezTo>
                    <a:pt x="2855119" y="114395"/>
                    <a:pt x="2899124" y="67913"/>
                    <a:pt x="2988660" y="67913"/>
                  </a:cubicBezTo>
                  <a:cubicBezTo>
                    <a:pt x="3053239" y="67913"/>
                    <a:pt x="3088767" y="106490"/>
                    <a:pt x="3099816" y="166592"/>
                  </a:cubicBezTo>
                  <a:lnTo>
                    <a:pt x="3116771" y="166592"/>
                  </a:lnTo>
                  <a:close/>
                  <a:moveTo>
                    <a:pt x="2287238" y="797433"/>
                  </a:moveTo>
                  <a:cubicBezTo>
                    <a:pt x="2316004" y="795147"/>
                    <a:pt x="2344960" y="791813"/>
                    <a:pt x="2373345" y="791813"/>
                  </a:cubicBezTo>
                  <a:cubicBezTo>
                    <a:pt x="2401729" y="791813"/>
                    <a:pt x="2429352" y="795147"/>
                    <a:pt x="2457164" y="797433"/>
                  </a:cubicBezTo>
                  <a:lnTo>
                    <a:pt x="2608231" y="20383"/>
                  </a:lnTo>
                  <a:cubicBezTo>
                    <a:pt x="2579465" y="22574"/>
                    <a:pt x="2550510" y="26003"/>
                    <a:pt x="2522220" y="26003"/>
                  </a:cubicBezTo>
                  <a:cubicBezTo>
                    <a:pt x="2493931" y="26003"/>
                    <a:pt x="2466213" y="22574"/>
                    <a:pt x="2438305" y="20383"/>
                  </a:cubicBezTo>
                  <a:lnTo>
                    <a:pt x="2287238" y="797433"/>
                  </a:lnTo>
                  <a:close/>
                  <a:moveTo>
                    <a:pt x="2206086" y="447485"/>
                  </a:moveTo>
                  <a:cubicBezTo>
                    <a:pt x="2177320" y="449675"/>
                    <a:pt x="2148364" y="453104"/>
                    <a:pt x="2120075" y="453104"/>
                  </a:cubicBezTo>
                  <a:cubicBezTo>
                    <a:pt x="2091785" y="453104"/>
                    <a:pt x="2064068" y="449675"/>
                    <a:pt x="2036255" y="447485"/>
                  </a:cubicBezTo>
                  <a:lnTo>
                    <a:pt x="1984820" y="712470"/>
                  </a:lnTo>
                  <a:cubicBezTo>
                    <a:pt x="1954530" y="728282"/>
                    <a:pt x="1910620" y="744188"/>
                    <a:pt x="1853946" y="744188"/>
                  </a:cubicBezTo>
                  <a:cubicBezTo>
                    <a:pt x="1681829" y="744188"/>
                    <a:pt x="1605058" y="626459"/>
                    <a:pt x="1643348" y="429292"/>
                  </a:cubicBezTo>
                  <a:cubicBezTo>
                    <a:pt x="1680401" y="238982"/>
                    <a:pt x="1806607" y="67913"/>
                    <a:pt x="1995678" y="67913"/>
                  </a:cubicBezTo>
                  <a:cubicBezTo>
                    <a:pt x="2085118" y="67913"/>
                    <a:pt x="2158937" y="107633"/>
                    <a:pt x="2196370" y="183452"/>
                  </a:cubicBezTo>
                  <a:lnTo>
                    <a:pt x="2212181" y="183452"/>
                  </a:lnTo>
                  <a:cubicBezTo>
                    <a:pt x="2224183" y="144971"/>
                    <a:pt x="2243233" y="105251"/>
                    <a:pt x="2266188" y="69056"/>
                  </a:cubicBezTo>
                  <a:cubicBezTo>
                    <a:pt x="2190655" y="20383"/>
                    <a:pt x="2103978" y="0"/>
                    <a:pt x="2006632" y="0"/>
                  </a:cubicBezTo>
                  <a:cubicBezTo>
                    <a:pt x="1744980" y="0"/>
                    <a:pt x="1510760" y="143827"/>
                    <a:pt x="1455992" y="425863"/>
                  </a:cubicBezTo>
                  <a:cubicBezTo>
                    <a:pt x="1404271" y="691991"/>
                    <a:pt x="1593818" y="812197"/>
                    <a:pt x="1832896" y="812197"/>
                  </a:cubicBezTo>
                  <a:cubicBezTo>
                    <a:pt x="1932623" y="812197"/>
                    <a:pt x="2037779" y="789527"/>
                    <a:pt x="2145316" y="761238"/>
                  </a:cubicBezTo>
                  <a:lnTo>
                    <a:pt x="2206276" y="447485"/>
                  </a:lnTo>
                  <a:close/>
                  <a:moveTo>
                    <a:pt x="1022033" y="67913"/>
                  </a:moveTo>
                  <a:cubicBezTo>
                    <a:pt x="1191959" y="67913"/>
                    <a:pt x="1227296" y="235553"/>
                    <a:pt x="1198817" y="381762"/>
                  </a:cubicBezTo>
                  <a:cubicBezTo>
                    <a:pt x="1162336" y="569690"/>
                    <a:pt x="1050227" y="744188"/>
                    <a:pt x="875824" y="744188"/>
                  </a:cubicBezTo>
                  <a:cubicBezTo>
                    <a:pt x="701421" y="744188"/>
                    <a:pt x="669417" y="587883"/>
                    <a:pt x="697992" y="440627"/>
                  </a:cubicBezTo>
                  <a:cubicBezTo>
                    <a:pt x="747332" y="186881"/>
                    <a:pt x="864394" y="67913"/>
                    <a:pt x="1021937" y="67913"/>
                  </a:cubicBezTo>
                  <a:moveTo>
                    <a:pt x="1382649" y="403193"/>
                  </a:moveTo>
                  <a:cubicBezTo>
                    <a:pt x="1415606" y="227552"/>
                    <a:pt x="1364742" y="0"/>
                    <a:pt x="1041940" y="0"/>
                  </a:cubicBezTo>
                  <a:cubicBezTo>
                    <a:pt x="759905" y="0"/>
                    <a:pt x="560165" y="182404"/>
                    <a:pt x="516350" y="407765"/>
                  </a:cubicBezTo>
                  <a:cubicBezTo>
                    <a:pt x="466344" y="664940"/>
                    <a:pt x="606552" y="812197"/>
                    <a:pt x="856964" y="812197"/>
                  </a:cubicBezTo>
                  <a:cubicBezTo>
                    <a:pt x="1134523" y="812197"/>
                    <a:pt x="1340930" y="624173"/>
                    <a:pt x="1382744" y="403289"/>
                  </a:cubicBezTo>
                  <a:moveTo>
                    <a:pt x="319850" y="20479"/>
                  </a:moveTo>
                  <a:cubicBezTo>
                    <a:pt x="291084" y="22669"/>
                    <a:pt x="262128" y="26098"/>
                    <a:pt x="233839" y="26098"/>
                  </a:cubicBezTo>
                  <a:cubicBezTo>
                    <a:pt x="205550" y="26098"/>
                    <a:pt x="177832" y="22669"/>
                    <a:pt x="149924" y="20479"/>
                  </a:cubicBezTo>
                  <a:lnTo>
                    <a:pt x="0" y="791909"/>
                  </a:lnTo>
                  <a:lnTo>
                    <a:pt x="429292" y="791909"/>
                  </a:lnTo>
                  <a:cubicBezTo>
                    <a:pt x="430149" y="776002"/>
                    <a:pt x="430054" y="759047"/>
                    <a:pt x="433197" y="743236"/>
                  </a:cubicBezTo>
                  <a:cubicBezTo>
                    <a:pt x="436150" y="727424"/>
                    <a:pt x="442817" y="710374"/>
                    <a:pt x="448342" y="694468"/>
                  </a:cubicBezTo>
                  <a:cubicBezTo>
                    <a:pt x="369761" y="702374"/>
                    <a:pt x="284321" y="710279"/>
                    <a:pt x="185833" y="710279"/>
                  </a:cubicBezTo>
                  <a:lnTo>
                    <a:pt x="319945" y="2047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1544"/>
            </a:p>
          </p:txBody>
        </p:sp>
      </p:grpSp>
      <p:sp>
        <p:nvSpPr>
          <p:cNvPr id="28" name="Espace réservé du texte 27">
            <a:extLst>
              <a:ext uri="{FF2B5EF4-FFF2-40B4-BE49-F238E27FC236}">
                <a16:creationId xmlns:a16="http://schemas.microsoft.com/office/drawing/2014/main" id="{8279EFA9-2960-15FF-6CFB-D05D84583AD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37536" y="1582738"/>
            <a:ext cx="3127872" cy="47799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pic>
        <p:nvPicPr>
          <p:cNvPr id="29" name="Graphique 28">
            <a:extLst>
              <a:ext uri="{FF2B5EF4-FFF2-40B4-BE49-F238E27FC236}">
                <a16:creationId xmlns:a16="http://schemas.microsoft.com/office/drawing/2014/main" id="{E4D7909A-A989-13FC-86E4-80491D64A9E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l="8861" t="-3712" r="64117" b="61920"/>
          <a:stretch/>
        </p:blipFill>
        <p:spPr>
          <a:xfrm rot="10800000">
            <a:off x="-1" y="1886193"/>
            <a:ext cx="2242643" cy="4448196"/>
          </a:xfrm>
          <a:prstGeom prst="rect">
            <a:avLst/>
          </a:prstGeom>
        </p:spPr>
      </p:pic>
      <p:sp>
        <p:nvSpPr>
          <p:cNvPr id="30" name="Titre 29">
            <a:extLst>
              <a:ext uri="{FF2B5EF4-FFF2-40B4-BE49-F238E27FC236}">
                <a16:creationId xmlns:a16="http://schemas.microsoft.com/office/drawing/2014/main" id="{3085E8CF-DB8B-1E63-64A6-873ACB10BB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 dirty="0"/>
              <a:t>Click to </a:t>
            </a:r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title</a:t>
            </a:r>
            <a:endParaRPr lang="fr-FR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88520601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| title text | dark highlight">
    <p:bg>
      <p:bgPr>
        <a:gradFill>
          <a:gsLst>
            <a:gs pos="0">
              <a:schemeClr val="bg2"/>
            </a:gs>
            <a:gs pos="100000">
              <a:schemeClr val="tx2"/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A39AF8A-B89D-AE94-2A4E-13F25CCDF21D}"/>
              </a:ext>
            </a:extLst>
          </p:cNvPr>
          <p:cNvSpPr/>
          <p:nvPr userDrawn="1"/>
        </p:nvSpPr>
        <p:spPr>
          <a:xfrm>
            <a:off x="1" y="0"/>
            <a:ext cx="6496383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544" dirty="0"/>
          </a:p>
        </p:txBody>
      </p:sp>
      <p:pic>
        <p:nvPicPr>
          <p:cNvPr id="21" name="Graphique 20">
            <a:extLst>
              <a:ext uri="{FF2B5EF4-FFF2-40B4-BE49-F238E27FC236}">
                <a16:creationId xmlns:a16="http://schemas.microsoft.com/office/drawing/2014/main" id="{01F624E6-AAF3-4A9A-81BA-DB51253B3D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8861" t="-3712" r="64117" b="61920"/>
          <a:stretch/>
        </p:blipFill>
        <p:spPr>
          <a:xfrm rot="10800000">
            <a:off x="-31952" y="1915040"/>
            <a:ext cx="2242643" cy="4448196"/>
          </a:xfrm>
          <a:prstGeom prst="rect">
            <a:avLst/>
          </a:prstGeom>
        </p:spPr>
      </p:pic>
      <p:pic>
        <p:nvPicPr>
          <p:cNvPr id="20" name="Graphique 19">
            <a:extLst>
              <a:ext uri="{FF2B5EF4-FFF2-40B4-BE49-F238E27FC236}">
                <a16:creationId xmlns:a16="http://schemas.microsoft.com/office/drawing/2014/main" id="{C3BA387A-FB08-4E8F-9F19-13FE2C6157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8861" t="-3712" r="37096" b="61920"/>
          <a:stretch/>
        </p:blipFill>
        <p:spPr>
          <a:xfrm>
            <a:off x="5420714" y="-31080"/>
            <a:ext cx="4485287" cy="4448196"/>
          </a:xfrm>
          <a:prstGeom prst="rect">
            <a:avLst/>
          </a:prstGeom>
        </p:spPr>
      </p:pic>
      <p:sp>
        <p:nvSpPr>
          <p:cNvPr id="24" name="Ellipse 23">
            <a:extLst>
              <a:ext uri="{FF2B5EF4-FFF2-40B4-BE49-F238E27FC236}">
                <a16:creationId xmlns:a16="http://schemas.microsoft.com/office/drawing/2014/main" id="{C2CB58D9-9EFF-4A71-AC43-B9411F176ED5}"/>
              </a:ext>
            </a:extLst>
          </p:cNvPr>
          <p:cNvSpPr/>
          <p:nvPr userDrawn="1"/>
        </p:nvSpPr>
        <p:spPr>
          <a:xfrm>
            <a:off x="1089370" y="6592896"/>
            <a:ext cx="63901" cy="78647"/>
          </a:xfrm>
          <a:prstGeom prst="ellipse">
            <a:avLst/>
          </a:prstGeom>
          <a:solidFill>
            <a:srgbClr val="EF1A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544" dirty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B8F567F4-EA09-C338-D049-9C2E91D2F64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solidFill>
            <a:schemeClr val="bg1"/>
          </a:solidFill>
        </p:spPr>
        <p:txBody>
          <a:bodyPr/>
          <a:lstStyle>
            <a:lvl1pPr>
              <a:defRPr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</a:defRPr>
            </a:lvl1pPr>
          </a:lstStyle>
          <a:p>
            <a:fld id="{4BF46CD0-FBDC-4232-8F32-5100991AA633}" type="slidenum">
              <a:rPr lang="fr-FR" smtClean="0"/>
              <a:pPr/>
              <a:t>‹N°›</a:t>
            </a:fld>
            <a:endParaRPr lang="fr-FR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E70A7CF9-D006-5D4E-4C87-ABE73DC5C084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96384" y="57572"/>
            <a:ext cx="184822" cy="6742857"/>
          </a:xfrm>
          <a:prstGeom prst="rect">
            <a:avLst/>
          </a:prstGeom>
        </p:spPr>
      </p:pic>
      <p:sp>
        <p:nvSpPr>
          <p:cNvPr id="6" name="Espace réservé du pied de page 10">
            <a:extLst>
              <a:ext uri="{FF2B5EF4-FFF2-40B4-BE49-F238E27FC236}">
                <a16:creationId xmlns:a16="http://schemas.microsoft.com/office/drawing/2014/main" id="{49CCD4D4-CC68-450B-0039-C35809E124D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74952" y="6549509"/>
            <a:ext cx="3064239" cy="169277"/>
          </a:xfrm>
        </p:spPr>
        <p:txBody>
          <a:bodyPr/>
          <a:lstStyle/>
          <a:p>
            <a:pPr>
              <a:spcBef>
                <a:spcPts val="2438"/>
              </a:spcBef>
            </a:pPr>
            <a:r>
              <a:rPr lang="fr-FR"/>
              <a:t>Section title</a:t>
            </a:r>
            <a:endParaRPr lang="fr-FR" dirty="0"/>
          </a:p>
        </p:txBody>
      </p:sp>
      <p:sp>
        <p:nvSpPr>
          <p:cNvPr id="9" name="Espace réservé du texte 6">
            <a:extLst>
              <a:ext uri="{FF2B5EF4-FFF2-40B4-BE49-F238E27FC236}">
                <a16:creationId xmlns:a16="http://schemas.microsoft.com/office/drawing/2014/main" id="{A29C3E1F-9DA4-DA0F-99F4-ADAF96111A1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72840" y="1583489"/>
            <a:ext cx="6028596" cy="4891819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A9053039-A576-9ABD-2479-4BF25C0C798D}"/>
              </a:ext>
            </a:extLst>
          </p:cNvPr>
          <p:cNvGrpSpPr/>
          <p:nvPr userDrawn="1"/>
        </p:nvGrpSpPr>
        <p:grpSpPr>
          <a:xfrm>
            <a:off x="237380" y="6509290"/>
            <a:ext cx="730309" cy="179017"/>
            <a:chOff x="7804375" y="14663327"/>
            <a:chExt cx="7400924" cy="1473993"/>
          </a:xfrm>
          <a:solidFill>
            <a:schemeClr val="accent2"/>
          </a:solidFill>
        </p:grpSpPr>
        <p:grpSp>
          <p:nvGrpSpPr>
            <p:cNvPr id="11" name="Graphique 37">
              <a:extLst>
                <a:ext uri="{FF2B5EF4-FFF2-40B4-BE49-F238E27FC236}">
                  <a16:creationId xmlns:a16="http://schemas.microsoft.com/office/drawing/2014/main" id="{C06926C0-D160-317E-1F81-F3A35AC601C8}"/>
                </a:ext>
              </a:extLst>
            </p:cNvPr>
            <p:cNvGrpSpPr/>
            <p:nvPr/>
          </p:nvGrpSpPr>
          <p:grpSpPr>
            <a:xfrm>
              <a:off x="7804375" y="14663327"/>
              <a:ext cx="2394966" cy="1473326"/>
              <a:chOff x="7804375" y="14663327"/>
              <a:chExt cx="2394966" cy="1473326"/>
            </a:xfrm>
            <a:grpFill/>
          </p:grpSpPr>
          <p:sp>
            <p:nvSpPr>
              <p:cNvPr id="18" name="Forme libre : forme 17">
                <a:extLst>
                  <a:ext uri="{FF2B5EF4-FFF2-40B4-BE49-F238E27FC236}">
                    <a16:creationId xmlns:a16="http://schemas.microsoft.com/office/drawing/2014/main" id="{1C4D9228-FE3B-86E2-D6D3-175A2C937912}"/>
                  </a:ext>
                </a:extLst>
              </p:cNvPr>
              <p:cNvSpPr/>
              <p:nvPr/>
            </p:nvSpPr>
            <p:spPr>
              <a:xfrm>
                <a:off x="8464266" y="14990796"/>
                <a:ext cx="1206016" cy="1137570"/>
              </a:xfrm>
              <a:custGeom>
                <a:avLst/>
                <a:gdLst>
                  <a:gd name="connsiteX0" fmla="*/ 221075 w 1206016"/>
                  <a:gd name="connsiteY0" fmla="*/ 0 h 1137570"/>
                  <a:gd name="connsiteX1" fmla="*/ 0 w 1206016"/>
                  <a:gd name="connsiteY1" fmla="*/ 1137571 h 1137570"/>
                  <a:gd name="connsiteX2" fmla="*/ 467678 w 1206016"/>
                  <a:gd name="connsiteY2" fmla="*/ 1137571 h 1137570"/>
                  <a:gd name="connsiteX3" fmla="*/ 1192530 w 1206016"/>
                  <a:gd name="connsiteY3" fmla="*/ 536258 h 1137570"/>
                  <a:gd name="connsiteX4" fmla="*/ 792290 w 1206016"/>
                  <a:gd name="connsiteY4" fmla="*/ 95 h 1137570"/>
                  <a:gd name="connsiteX5" fmla="*/ 221075 w 1206016"/>
                  <a:gd name="connsiteY5" fmla="*/ 95 h 1137570"/>
                  <a:gd name="connsiteX6" fmla="*/ 452723 w 1206016"/>
                  <a:gd name="connsiteY6" fmla="*/ 96869 h 1137570"/>
                  <a:gd name="connsiteX7" fmla="*/ 616458 w 1206016"/>
                  <a:gd name="connsiteY7" fmla="*/ 96869 h 1137570"/>
                  <a:gd name="connsiteX8" fmla="*/ 915638 w 1206016"/>
                  <a:gd name="connsiteY8" fmla="*/ 534543 h 1137570"/>
                  <a:gd name="connsiteX9" fmla="*/ 411290 w 1206016"/>
                  <a:gd name="connsiteY9" fmla="*/ 1040606 h 1137570"/>
                  <a:gd name="connsiteX10" fmla="*/ 269367 w 1206016"/>
                  <a:gd name="connsiteY10" fmla="*/ 1040606 h 1137570"/>
                  <a:gd name="connsiteX11" fmla="*/ 452723 w 1206016"/>
                  <a:gd name="connsiteY11" fmla="*/ 96774 h 1137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206016" h="1137570">
                    <a:moveTo>
                      <a:pt x="221075" y="0"/>
                    </a:moveTo>
                    <a:lnTo>
                      <a:pt x="0" y="1137571"/>
                    </a:lnTo>
                    <a:lnTo>
                      <a:pt x="467678" y="1137571"/>
                    </a:lnTo>
                    <a:cubicBezTo>
                      <a:pt x="810101" y="1137571"/>
                      <a:pt x="1119188" y="913733"/>
                      <a:pt x="1192530" y="536258"/>
                    </a:cubicBezTo>
                    <a:cubicBezTo>
                      <a:pt x="1245775" y="262318"/>
                      <a:pt x="1147191" y="13430"/>
                      <a:pt x="792290" y="95"/>
                    </a:cubicBezTo>
                    <a:lnTo>
                      <a:pt x="221075" y="95"/>
                    </a:lnTo>
                    <a:close/>
                    <a:moveTo>
                      <a:pt x="452723" y="96869"/>
                    </a:moveTo>
                    <a:lnTo>
                      <a:pt x="616458" y="96869"/>
                    </a:lnTo>
                    <a:cubicBezTo>
                      <a:pt x="851916" y="96869"/>
                      <a:pt x="976598" y="220504"/>
                      <a:pt x="915638" y="534543"/>
                    </a:cubicBezTo>
                    <a:cubicBezTo>
                      <a:pt x="839629" y="925354"/>
                      <a:pt x="641795" y="1040606"/>
                      <a:pt x="411290" y="1040606"/>
                    </a:cubicBezTo>
                    <a:lnTo>
                      <a:pt x="269367" y="1040606"/>
                    </a:lnTo>
                    <a:lnTo>
                      <a:pt x="452723" y="96774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1544"/>
              </a:p>
            </p:txBody>
          </p:sp>
          <p:sp>
            <p:nvSpPr>
              <p:cNvPr id="19" name="Forme libre : forme 18">
                <a:extLst>
                  <a:ext uri="{FF2B5EF4-FFF2-40B4-BE49-F238E27FC236}">
                    <a16:creationId xmlns:a16="http://schemas.microsoft.com/office/drawing/2014/main" id="{D44D0F29-260B-CF5B-DEF1-BE6CAB919E4F}"/>
                  </a:ext>
                </a:extLst>
              </p:cNvPr>
              <p:cNvSpPr/>
              <p:nvPr/>
            </p:nvSpPr>
            <p:spPr>
              <a:xfrm>
                <a:off x="7804375" y="14663327"/>
                <a:ext cx="2394966" cy="1136017"/>
              </a:xfrm>
              <a:custGeom>
                <a:avLst/>
                <a:gdLst>
                  <a:gd name="connsiteX0" fmla="*/ 1852232 w 2394966"/>
                  <a:gd name="connsiteY0" fmla="*/ 299752 h 1136017"/>
                  <a:gd name="connsiteX1" fmla="*/ 1816132 w 2394966"/>
                  <a:gd name="connsiteY1" fmla="*/ 148781 h 1136017"/>
                  <a:gd name="connsiteX2" fmla="*/ 2265426 w 2394966"/>
                  <a:gd name="connsiteY2" fmla="*/ 0 h 1136017"/>
                  <a:gd name="connsiteX3" fmla="*/ 2394966 w 2394966"/>
                  <a:gd name="connsiteY3" fmla="*/ 451961 h 1136017"/>
                  <a:gd name="connsiteX4" fmla="*/ 2237804 w 2394966"/>
                  <a:gd name="connsiteY4" fmla="*/ 487775 h 1136017"/>
                  <a:gd name="connsiteX5" fmla="*/ 2207514 w 2394966"/>
                  <a:gd name="connsiteY5" fmla="*/ 303086 h 1136017"/>
                  <a:gd name="connsiteX6" fmla="*/ 0 w 2394966"/>
                  <a:gd name="connsiteY6" fmla="*/ 1074801 h 1136017"/>
                  <a:gd name="connsiteX7" fmla="*/ 17812 w 2394966"/>
                  <a:gd name="connsiteY7" fmla="*/ 1033272 h 1136017"/>
                  <a:gd name="connsiteX8" fmla="*/ 2028349 w 2394966"/>
                  <a:gd name="connsiteY8" fmla="*/ 231458 h 1136017"/>
                  <a:gd name="connsiteX9" fmla="*/ 1852232 w 2394966"/>
                  <a:gd name="connsiteY9" fmla="*/ 299752 h 1136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394966" h="1136017">
                    <a:moveTo>
                      <a:pt x="1852232" y="299752"/>
                    </a:moveTo>
                    <a:cubicBezTo>
                      <a:pt x="1851946" y="217742"/>
                      <a:pt x="1838611" y="205264"/>
                      <a:pt x="1816132" y="148781"/>
                    </a:cubicBezTo>
                    <a:lnTo>
                      <a:pt x="2265426" y="0"/>
                    </a:lnTo>
                    <a:lnTo>
                      <a:pt x="2394966" y="451961"/>
                    </a:lnTo>
                    <a:cubicBezTo>
                      <a:pt x="2348103" y="449199"/>
                      <a:pt x="2298478" y="454724"/>
                      <a:pt x="2237804" y="487775"/>
                    </a:cubicBezTo>
                    <a:lnTo>
                      <a:pt x="2207514" y="303086"/>
                    </a:lnTo>
                    <a:cubicBezTo>
                      <a:pt x="2042160" y="609124"/>
                      <a:pt x="1223677" y="1353217"/>
                      <a:pt x="0" y="1074801"/>
                    </a:cubicBezTo>
                    <a:cubicBezTo>
                      <a:pt x="7906" y="1068038"/>
                      <a:pt x="14002" y="1043654"/>
                      <a:pt x="17812" y="1033272"/>
                    </a:cubicBezTo>
                    <a:cubicBezTo>
                      <a:pt x="1146429" y="1185005"/>
                      <a:pt x="1915478" y="481679"/>
                      <a:pt x="2028349" y="231458"/>
                    </a:cubicBezTo>
                    <a:lnTo>
                      <a:pt x="1852232" y="299752"/>
                    </a:lnTo>
                    <a:close/>
                  </a:path>
                </a:pathLst>
              </a:custGeom>
              <a:solidFill>
                <a:schemeClr val="accent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1544"/>
              </a:p>
            </p:txBody>
          </p:sp>
          <p:sp>
            <p:nvSpPr>
              <p:cNvPr id="22" name="Forme libre : forme 21">
                <a:extLst>
                  <a:ext uri="{FF2B5EF4-FFF2-40B4-BE49-F238E27FC236}">
                    <a16:creationId xmlns:a16="http://schemas.microsoft.com/office/drawing/2014/main" id="{5743E238-9647-7F09-A731-CD05B6E3A7AD}"/>
                  </a:ext>
                </a:extLst>
              </p:cNvPr>
              <p:cNvSpPr/>
              <p:nvPr/>
            </p:nvSpPr>
            <p:spPr>
              <a:xfrm>
                <a:off x="8045167" y="14990796"/>
                <a:ext cx="473297" cy="1145857"/>
              </a:xfrm>
              <a:custGeom>
                <a:avLst/>
                <a:gdLst>
                  <a:gd name="connsiteX0" fmla="*/ 95 w 473297"/>
                  <a:gd name="connsiteY0" fmla="*/ 1145857 h 1145857"/>
                  <a:gd name="connsiteX1" fmla="*/ 126968 w 473297"/>
                  <a:gd name="connsiteY1" fmla="*/ 1137571 h 1145857"/>
                  <a:gd name="connsiteX2" fmla="*/ 250603 w 473297"/>
                  <a:gd name="connsiteY2" fmla="*/ 1145857 h 1145857"/>
                  <a:gd name="connsiteX3" fmla="*/ 473297 w 473297"/>
                  <a:gd name="connsiteY3" fmla="*/ 0 h 1145857"/>
                  <a:gd name="connsiteX4" fmla="*/ 346424 w 473297"/>
                  <a:gd name="connsiteY4" fmla="*/ 8382 h 1145857"/>
                  <a:gd name="connsiteX5" fmla="*/ 222790 w 473297"/>
                  <a:gd name="connsiteY5" fmla="*/ 0 h 1145857"/>
                  <a:gd name="connsiteX6" fmla="*/ 0 w 473297"/>
                  <a:gd name="connsiteY6" fmla="*/ 1145857 h 114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73297" h="1145857">
                    <a:moveTo>
                      <a:pt x="95" y="1145857"/>
                    </a:moveTo>
                    <a:cubicBezTo>
                      <a:pt x="42481" y="1142524"/>
                      <a:pt x="85249" y="1137571"/>
                      <a:pt x="126968" y="1137571"/>
                    </a:cubicBezTo>
                    <a:cubicBezTo>
                      <a:pt x="168688" y="1137571"/>
                      <a:pt x="209550" y="1142619"/>
                      <a:pt x="250603" y="1145857"/>
                    </a:cubicBezTo>
                    <a:lnTo>
                      <a:pt x="473297" y="0"/>
                    </a:lnTo>
                    <a:cubicBezTo>
                      <a:pt x="430911" y="3239"/>
                      <a:pt x="388144" y="8382"/>
                      <a:pt x="346424" y="8382"/>
                    </a:cubicBezTo>
                    <a:cubicBezTo>
                      <a:pt x="304705" y="8382"/>
                      <a:pt x="263843" y="3334"/>
                      <a:pt x="222790" y="0"/>
                    </a:cubicBezTo>
                    <a:lnTo>
                      <a:pt x="0" y="114585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1544"/>
              </a:p>
            </p:txBody>
          </p:sp>
        </p:grpSp>
        <p:sp>
          <p:nvSpPr>
            <p:cNvPr id="13" name="Forme libre : forme 12">
              <a:extLst>
                <a:ext uri="{FF2B5EF4-FFF2-40B4-BE49-F238E27FC236}">
                  <a16:creationId xmlns:a16="http://schemas.microsoft.com/office/drawing/2014/main" id="{C28E269F-2397-442B-B843-A3098B821F19}"/>
                </a:ext>
              </a:extLst>
            </p:cNvPr>
            <p:cNvSpPr/>
            <p:nvPr/>
          </p:nvSpPr>
          <p:spPr>
            <a:xfrm>
              <a:off x="9751570" y="15324933"/>
              <a:ext cx="5453729" cy="812387"/>
            </a:xfrm>
            <a:custGeom>
              <a:avLst/>
              <a:gdLst>
                <a:gd name="connsiteX0" fmla="*/ 5395722 w 5453729"/>
                <a:gd name="connsiteY0" fmla="*/ 166592 h 812387"/>
                <a:gd name="connsiteX1" fmla="*/ 5453730 w 5453729"/>
                <a:gd name="connsiteY1" fmla="*/ 54388 h 812387"/>
                <a:gd name="connsiteX2" fmla="*/ 5285328 w 5453729"/>
                <a:gd name="connsiteY2" fmla="*/ 0 h 812387"/>
                <a:gd name="connsiteX3" fmla="*/ 4977384 w 5453729"/>
                <a:gd name="connsiteY3" fmla="*/ 237839 h 812387"/>
                <a:gd name="connsiteX4" fmla="*/ 5239417 w 5453729"/>
                <a:gd name="connsiteY4" fmla="*/ 626459 h 812387"/>
                <a:gd name="connsiteX5" fmla="*/ 5083969 w 5453729"/>
                <a:gd name="connsiteY5" fmla="*/ 744188 h 812387"/>
                <a:gd name="connsiteX6" fmla="*/ 4951953 w 5453729"/>
                <a:gd name="connsiteY6" fmla="*/ 619601 h 812387"/>
                <a:gd name="connsiteX7" fmla="*/ 4930331 w 5453729"/>
                <a:gd name="connsiteY7" fmla="*/ 619601 h 812387"/>
                <a:gd name="connsiteX8" fmla="*/ 4869561 w 5453729"/>
                <a:gd name="connsiteY8" fmla="*/ 763429 h 812387"/>
                <a:gd name="connsiteX9" fmla="*/ 5042535 w 5453729"/>
                <a:gd name="connsiteY9" fmla="*/ 812197 h 812387"/>
                <a:gd name="connsiteX10" fmla="*/ 5391055 w 5453729"/>
                <a:gd name="connsiteY10" fmla="*/ 562928 h 812387"/>
                <a:gd name="connsiteX11" fmla="*/ 5121307 w 5453729"/>
                <a:gd name="connsiteY11" fmla="*/ 178975 h 812387"/>
                <a:gd name="connsiteX12" fmla="*/ 5267516 w 5453729"/>
                <a:gd name="connsiteY12" fmla="*/ 67913 h 812387"/>
                <a:gd name="connsiteX13" fmla="*/ 5378577 w 5453729"/>
                <a:gd name="connsiteY13" fmla="*/ 166592 h 812387"/>
                <a:gd name="connsiteX14" fmla="*/ 5395627 w 5453729"/>
                <a:gd name="connsiteY14" fmla="*/ 166592 h 812387"/>
                <a:gd name="connsiteX15" fmla="*/ 4776692 w 5453729"/>
                <a:gd name="connsiteY15" fmla="*/ 659320 h 812387"/>
                <a:gd name="connsiteX16" fmla="*/ 4557427 w 5453729"/>
                <a:gd name="connsiteY16" fmla="*/ 744284 h 812387"/>
                <a:gd name="connsiteX17" fmla="*/ 4351878 w 5453729"/>
                <a:gd name="connsiteY17" fmla="*/ 414719 h 812387"/>
                <a:gd name="connsiteX18" fmla="*/ 4683157 w 5453729"/>
                <a:gd name="connsiteY18" fmla="*/ 68008 h 812387"/>
                <a:gd name="connsiteX19" fmla="*/ 4850987 w 5453729"/>
                <a:gd name="connsiteY19" fmla="*/ 172307 h 812387"/>
                <a:gd name="connsiteX20" fmla="*/ 4866799 w 5453729"/>
                <a:gd name="connsiteY20" fmla="*/ 172307 h 812387"/>
                <a:gd name="connsiteX21" fmla="*/ 4915567 w 5453729"/>
                <a:gd name="connsiteY21" fmla="*/ 55626 h 812387"/>
                <a:gd name="connsiteX22" fmla="*/ 4695254 w 5453729"/>
                <a:gd name="connsiteY22" fmla="*/ 191 h 812387"/>
                <a:gd name="connsiteX23" fmla="*/ 4160806 w 5453729"/>
                <a:gd name="connsiteY23" fmla="*/ 430625 h 812387"/>
                <a:gd name="connsiteX24" fmla="*/ 4512469 w 5453729"/>
                <a:gd name="connsiteY24" fmla="*/ 812387 h 812387"/>
                <a:gd name="connsiteX25" fmla="*/ 4746212 w 5453729"/>
                <a:gd name="connsiteY25" fmla="*/ 763619 h 812387"/>
                <a:gd name="connsiteX26" fmla="*/ 4790028 w 5453729"/>
                <a:gd name="connsiteY26" fmla="*/ 666178 h 812387"/>
                <a:gd name="connsiteX27" fmla="*/ 4776692 w 5453729"/>
                <a:gd name="connsiteY27" fmla="*/ 659416 h 812387"/>
                <a:gd name="connsiteX28" fmla="*/ 3802571 w 5453729"/>
                <a:gd name="connsiteY28" fmla="*/ 797433 h 812387"/>
                <a:gd name="connsiteX29" fmla="*/ 3888677 w 5453729"/>
                <a:gd name="connsiteY29" fmla="*/ 791813 h 812387"/>
                <a:gd name="connsiteX30" fmla="*/ 3972497 w 5453729"/>
                <a:gd name="connsiteY30" fmla="*/ 797433 h 812387"/>
                <a:gd name="connsiteX31" fmla="*/ 4123468 w 5453729"/>
                <a:gd name="connsiteY31" fmla="*/ 20383 h 812387"/>
                <a:gd name="connsiteX32" fmla="*/ 4037457 w 5453729"/>
                <a:gd name="connsiteY32" fmla="*/ 26003 h 812387"/>
                <a:gd name="connsiteX33" fmla="*/ 3953542 w 5453729"/>
                <a:gd name="connsiteY33" fmla="*/ 20383 h 812387"/>
                <a:gd name="connsiteX34" fmla="*/ 3802476 w 5453729"/>
                <a:gd name="connsiteY34" fmla="*/ 797433 h 812387"/>
                <a:gd name="connsiteX35" fmla="*/ 3625120 w 5453729"/>
                <a:gd name="connsiteY35" fmla="*/ 100775 h 812387"/>
                <a:gd name="connsiteX36" fmla="*/ 3824764 w 5453729"/>
                <a:gd name="connsiteY36" fmla="*/ 116586 h 812387"/>
                <a:gd name="connsiteX37" fmla="*/ 3828574 w 5453729"/>
                <a:gd name="connsiteY37" fmla="*/ 67818 h 812387"/>
                <a:gd name="connsiteX38" fmla="*/ 3843528 w 5453729"/>
                <a:gd name="connsiteY38" fmla="*/ 20288 h 812387"/>
                <a:gd name="connsiteX39" fmla="*/ 3260122 w 5453729"/>
                <a:gd name="connsiteY39" fmla="*/ 20288 h 812387"/>
                <a:gd name="connsiteX40" fmla="*/ 3256503 w 5453729"/>
                <a:gd name="connsiteY40" fmla="*/ 67818 h 812387"/>
                <a:gd name="connsiteX41" fmla="*/ 3241358 w 5453729"/>
                <a:gd name="connsiteY41" fmla="*/ 116586 h 812387"/>
                <a:gd name="connsiteX42" fmla="*/ 3455194 w 5453729"/>
                <a:gd name="connsiteY42" fmla="*/ 100775 h 812387"/>
                <a:gd name="connsiteX43" fmla="*/ 3319749 w 5453729"/>
                <a:gd name="connsiteY43" fmla="*/ 797433 h 812387"/>
                <a:gd name="connsiteX44" fmla="*/ 3405759 w 5453729"/>
                <a:gd name="connsiteY44" fmla="*/ 791813 h 812387"/>
                <a:gd name="connsiteX45" fmla="*/ 3489674 w 5453729"/>
                <a:gd name="connsiteY45" fmla="*/ 797433 h 812387"/>
                <a:gd name="connsiteX46" fmla="*/ 3625025 w 5453729"/>
                <a:gd name="connsiteY46" fmla="*/ 100775 h 812387"/>
                <a:gd name="connsiteX47" fmla="*/ 3116676 w 5453729"/>
                <a:gd name="connsiteY47" fmla="*/ 166592 h 812387"/>
                <a:gd name="connsiteX48" fmla="*/ 3174778 w 5453729"/>
                <a:gd name="connsiteY48" fmla="*/ 54388 h 812387"/>
                <a:gd name="connsiteX49" fmla="*/ 3006376 w 5453729"/>
                <a:gd name="connsiteY49" fmla="*/ 0 h 812387"/>
                <a:gd name="connsiteX50" fmla="*/ 2698433 w 5453729"/>
                <a:gd name="connsiteY50" fmla="*/ 237839 h 812387"/>
                <a:gd name="connsiteX51" fmla="*/ 2960561 w 5453729"/>
                <a:gd name="connsiteY51" fmla="*/ 626459 h 812387"/>
                <a:gd name="connsiteX52" fmla="*/ 2805113 w 5453729"/>
                <a:gd name="connsiteY52" fmla="*/ 744188 h 812387"/>
                <a:gd name="connsiteX53" fmla="*/ 2673001 w 5453729"/>
                <a:gd name="connsiteY53" fmla="*/ 619601 h 812387"/>
                <a:gd name="connsiteX54" fmla="*/ 2651379 w 5453729"/>
                <a:gd name="connsiteY54" fmla="*/ 619601 h 812387"/>
                <a:gd name="connsiteX55" fmla="*/ 2590610 w 5453729"/>
                <a:gd name="connsiteY55" fmla="*/ 763429 h 812387"/>
                <a:gd name="connsiteX56" fmla="*/ 2763584 w 5453729"/>
                <a:gd name="connsiteY56" fmla="*/ 812197 h 812387"/>
                <a:gd name="connsiteX57" fmla="*/ 3112199 w 5453729"/>
                <a:gd name="connsiteY57" fmla="*/ 562928 h 812387"/>
                <a:gd name="connsiteX58" fmla="*/ 2842546 w 5453729"/>
                <a:gd name="connsiteY58" fmla="*/ 178975 h 812387"/>
                <a:gd name="connsiteX59" fmla="*/ 2988660 w 5453729"/>
                <a:gd name="connsiteY59" fmla="*/ 67913 h 812387"/>
                <a:gd name="connsiteX60" fmla="*/ 3099816 w 5453729"/>
                <a:gd name="connsiteY60" fmla="*/ 166592 h 812387"/>
                <a:gd name="connsiteX61" fmla="*/ 3116771 w 5453729"/>
                <a:gd name="connsiteY61" fmla="*/ 166592 h 812387"/>
                <a:gd name="connsiteX62" fmla="*/ 2287238 w 5453729"/>
                <a:gd name="connsiteY62" fmla="*/ 797433 h 812387"/>
                <a:gd name="connsiteX63" fmla="*/ 2373345 w 5453729"/>
                <a:gd name="connsiteY63" fmla="*/ 791813 h 812387"/>
                <a:gd name="connsiteX64" fmla="*/ 2457164 w 5453729"/>
                <a:gd name="connsiteY64" fmla="*/ 797433 h 812387"/>
                <a:gd name="connsiteX65" fmla="*/ 2608231 w 5453729"/>
                <a:gd name="connsiteY65" fmla="*/ 20383 h 812387"/>
                <a:gd name="connsiteX66" fmla="*/ 2522220 w 5453729"/>
                <a:gd name="connsiteY66" fmla="*/ 26003 h 812387"/>
                <a:gd name="connsiteX67" fmla="*/ 2438305 w 5453729"/>
                <a:gd name="connsiteY67" fmla="*/ 20383 h 812387"/>
                <a:gd name="connsiteX68" fmla="*/ 2287238 w 5453729"/>
                <a:gd name="connsiteY68" fmla="*/ 797433 h 812387"/>
                <a:gd name="connsiteX69" fmla="*/ 2206086 w 5453729"/>
                <a:gd name="connsiteY69" fmla="*/ 447485 h 812387"/>
                <a:gd name="connsiteX70" fmla="*/ 2120075 w 5453729"/>
                <a:gd name="connsiteY70" fmla="*/ 453104 h 812387"/>
                <a:gd name="connsiteX71" fmla="*/ 2036255 w 5453729"/>
                <a:gd name="connsiteY71" fmla="*/ 447485 h 812387"/>
                <a:gd name="connsiteX72" fmla="*/ 1984820 w 5453729"/>
                <a:gd name="connsiteY72" fmla="*/ 712470 h 812387"/>
                <a:gd name="connsiteX73" fmla="*/ 1853946 w 5453729"/>
                <a:gd name="connsiteY73" fmla="*/ 744188 h 812387"/>
                <a:gd name="connsiteX74" fmla="*/ 1643348 w 5453729"/>
                <a:gd name="connsiteY74" fmla="*/ 429292 h 812387"/>
                <a:gd name="connsiteX75" fmla="*/ 1995678 w 5453729"/>
                <a:gd name="connsiteY75" fmla="*/ 67913 h 812387"/>
                <a:gd name="connsiteX76" fmla="*/ 2196370 w 5453729"/>
                <a:gd name="connsiteY76" fmla="*/ 183452 h 812387"/>
                <a:gd name="connsiteX77" fmla="*/ 2212181 w 5453729"/>
                <a:gd name="connsiteY77" fmla="*/ 183452 h 812387"/>
                <a:gd name="connsiteX78" fmla="*/ 2266188 w 5453729"/>
                <a:gd name="connsiteY78" fmla="*/ 69056 h 812387"/>
                <a:gd name="connsiteX79" fmla="*/ 2006632 w 5453729"/>
                <a:gd name="connsiteY79" fmla="*/ 0 h 812387"/>
                <a:gd name="connsiteX80" fmla="*/ 1455992 w 5453729"/>
                <a:gd name="connsiteY80" fmla="*/ 425863 h 812387"/>
                <a:gd name="connsiteX81" fmla="*/ 1832896 w 5453729"/>
                <a:gd name="connsiteY81" fmla="*/ 812197 h 812387"/>
                <a:gd name="connsiteX82" fmla="*/ 2145316 w 5453729"/>
                <a:gd name="connsiteY82" fmla="*/ 761238 h 812387"/>
                <a:gd name="connsiteX83" fmla="*/ 2206276 w 5453729"/>
                <a:gd name="connsiteY83" fmla="*/ 447485 h 812387"/>
                <a:gd name="connsiteX84" fmla="*/ 1022033 w 5453729"/>
                <a:gd name="connsiteY84" fmla="*/ 67913 h 812387"/>
                <a:gd name="connsiteX85" fmla="*/ 1198817 w 5453729"/>
                <a:gd name="connsiteY85" fmla="*/ 381762 h 812387"/>
                <a:gd name="connsiteX86" fmla="*/ 875824 w 5453729"/>
                <a:gd name="connsiteY86" fmla="*/ 744188 h 812387"/>
                <a:gd name="connsiteX87" fmla="*/ 697992 w 5453729"/>
                <a:gd name="connsiteY87" fmla="*/ 440627 h 812387"/>
                <a:gd name="connsiteX88" fmla="*/ 1021937 w 5453729"/>
                <a:gd name="connsiteY88" fmla="*/ 67913 h 812387"/>
                <a:gd name="connsiteX89" fmla="*/ 1382649 w 5453729"/>
                <a:gd name="connsiteY89" fmla="*/ 403193 h 812387"/>
                <a:gd name="connsiteX90" fmla="*/ 1041940 w 5453729"/>
                <a:gd name="connsiteY90" fmla="*/ 0 h 812387"/>
                <a:gd name="connsiteX91" fmla="*/ 516350 w 5453729"/>
                <a:gd name="connsiteY91" fmla="*/ 407765 h 812387"/>
                <a:gd name="connsiteX92" fmla="*/ 856964 w 5453729"/>
                <a:gd name="connsiteY92" fmla="*/ 812197 h 812387"/>
                <a:gd name="connsiteX93" fmla="*/ 1382744 w 5453729"/>
                <a:gd name="connsiteY93" fmla="*/ 403289 h 812387"/>
                <a:gd name="connsiteX94" fmla="*/ 319850 w 5453729"/>
                <a:gd name="connsiteY94" fmla="*/ 20479 h 812387"/>
                <a:gd name="connsiteX95" fmla="*/ 233839 w 5453729"/>
                <a:gd name="connsiteY95" fmla="*/ 26098 h 812387"/>
                <a:gd name="connsiteX96" fmla="*/ 149924 w 5453729"/>
                <a:gd name="connsiteY96" fmla="*/ 20479 h 812387"/>
                <a:gd name="connsiteX97" fmla="*/ 0 w 5453729"/>
                <a:gd name="connsiteY97" fmla="*/ 791909 h 812387"/>
                <a:gd name="connsiteX98" fmla="*/ 429292 w 5453729"/>
                <a:gd name="connsiteY98" fmla="*/ 791909 h 812387"/>
                <a:gd name="connsiteX99" fmla="*/ 433197 w 5453729"/>
                <a:gd name="connsiteY99" fmla="*/ 743236 h 812387"/>
                <a:gd name="connsiteX100" fmla="*/ 448342 w 5453729"/>
                <a:gd name="connsiteY100" fmla="*/ 694468 h 812387"/>
                <a:gd name="connsiteX101" fmla="*/ 185833 w 5453729"/>
                <a:gd name="connsiteY101" fmla="*/ 710279 h 812387"/>
                <a:gd name="connsiteX102" fmla="*/ 319945 w 5453729"/>
                <a:gd name="connsiteY102" fmla="*/ 20479 h 81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453729" h="812387">
                  <a:moveTo>
                    <a:pt x="5395722" y="166592"/>
                  </a:moveTo>
                  <a:cubicBezTo>
                    <a:pt x="5414487" y="128016"/>
                    <a:pt x="5433156" y="90583"/>
                    <a:pt x="5453730" y="54388"/>
                  </a:cubicBezTo>
                  <a:cubicBezTo>
                    <a:pt x="5433537" y="30575"/>
                    <a:pt x="5366862" y="0"/>
                    <a:pt x="5285328" y="0"/>
                  </a:cubicBezTo>
                  <a:cubicBezTo>
                    <a:pt x="5113115" y="0"/>
                    <a:pt x="5002816" y="107633"/>
                    <a:pt x="4977384" y="237839"/>
                  </a:cubicBezTo>
                  <a:cubicBezTo>
                    <a:pt x="4924330" y="510826"/>
                    <a:pt x="5274660" y="445198"/>
                    <a:pt x="5239417" y="626459"/>
                  </a:cubicBezTo>
                  <a:cubicBezTo>
                    <a:pt x="5224272" y="704564"/>
                    <a:pt x="5154264" y="744188"/>
                    <a:pt x="5083969" y="744188"/>
                  </a:cubicBezTo>
                  <a:cubicBezTo>
                    <a:pt x="5005864" y="744188"/>
                    <a:pt x="4953667" y="697802"/>
                    <a:pt x="4951953" y="619601"/>
                  </a:cubicBezTo>
                  <a:lnTo>
                    <a:pt x="4930331" y="619601"/>
                  </a:lnTo>
                  <a:cubicBezTo>
                    <a:pt x="4914138" y="668274"/>
                    <a:pt x="4892421" y="715899"/>
                    <a:pt x="4869561" y="763429"/>
                  </a:cubicBezTo>
                  <a:cubicBezTo>
                    <a:pt x="4916234" y="797433"/>
                    <a:pt x="4980147" y="812197"/>
                    <a:pt x="5042535" y="812197"/>
                  </a:cubicBezTo>
                  <a:cubicBezTo>
                    <a:pt x="5217986" y="812197"/>
                    <a:pt x="5362956" y="707993"/>
                    <a:pt x="5391055" y="562928"/>
                  </a:cubicBezTo>
                  <a:cubicBezTo>
                    <a:pt x="5441537" y="303562"/>
                    <a:pt x="5091589" y="331851"/>
                    <a:pt x="5121307" y="178975"/>
                  </a:cubicBezTo>
                  <a:cubicBezTo>
                    <a:pt x="5133880" y="114395"/>
                    <a:pt x="5177981" y="67913"/>
                    <a:pt x="5267516" y="67913"/>
                  </a:cubicBezTo>
                  <a:cubicBezTo>
                    <a:pt x="5332095" y="67913"/>
                    <a:pt x="5367624" y="106490"/>
                    <a:pt x="5378577" y="166592"/>
                  </a:cubicBezTo>
                  <a:lnTo>
                    <a:pt x="5395627" y="166592"/>
                  </a:lnTo>
                  <a:close/>
                  <a:moveTo>
                    <a:pt x="4776692" y="659320"/>
                  </a:moveTo>
                  <a:cubicBezTo>
                    <a:pt x="4716209" y="707993"/>
                    <a:pt x="4627627" y="744284"/>
                    <a:pt x="4557427" y="744284"/>
                  </a:cubicBezTo>
                  <a:cubicBezTo>
                    <a:pt x="4382929" y="744284"/>
                    <a:pt x="4314254" y="608362"/>
                    <a:pt x="4351878" y="414719"/>
                  </a:cubicBezTo>
                  <a:cubicBezTo>
                    <a:pt x="4384262" y="248126"/>
                    <a:pt x="4495133" y="68008"/>
                    <a:pt x="4683157" y="68008"/>
                  </a:cubicBezTo>
                  <a:cubicBezTo>
                    <a:pt x="4756785" y="68008"/>
                    <a:pt x="4820889" y="111157"/>
                    <a:pt x="4850987" y="172307"/>
                  </a:cubicBezTo>
                  <a:lnTo>
                    <a:pt x="4866799" y="172307"/>
                  </a:lnTo>
                  <a:cubicBezTo>
                    <a:pt x="4883659" y="132779"/>
                    <a:pt x="4897851" y="94202"/>
                    <a:pt x="4915567" y="55626"/>
                  </a:cubicBezTo>
                  <a:cubicBezTo>
                    <a:pt x="4856893" y="19431"/>
                    <a:pt x="4770025" y="191"/>
                    <a:pt x="4695254" y="191"/>
                  </a:cubicBezTo>
                  <a:cubicBezTo>
                    <a:pt x="4448271" y="191"/>
                    <a:pt x="4218147" y="134874"/>
                    <a:pt x="4160806" y="430625"/>
                  </a:cubicBezTo>
                  <a:cubicBezTo>
                    <a:pt x="4115562" y="662845"/>
                    <a:pt x="4270058" y="812387"/>
                    <a:pt x="4512469" y="812387"/>
                  </a:cubicBezTo>
                  <a:cubicBezTo>
                    <a:pt x="4588384" y="812387"/>
                    <a:pt x="4671441" y="798862"/>
                    <a:pt x="4746212" y="763619"/>
                  </a:cubicBezTo>
                  <a:lnTo>
                    <a:pt x="4790028" y="666178"/>
                  </a:lnTo>
                  <a:lnTo>
                    <a:pt x="4776692" y="659416"/>
                  </a:lnTo>
                  <a:close/>
                  <a:moveTo>
                    <a:pt x="3802571" y="797433"/>
                  </a:moveTo>
                  <a:cubicBezTo>
                    <a:pt x="3831336" y="795147"/>
                    <a:pt x="3860387" y="791813"/>
                    <a:pt x="3888677" y="791813"/>
                  </a:cubicBezTo>
                  <a:cubicBezTo>
                    <a:pt x="3916966" y="791813"/>
                    <a:pt x="3944684" y="795147"/>
                    <a:pt x="3972497" y="797433"/>
                  </a:cubicBezTo>
                  <a:lnTo>
                    <a:pt x="4123468" y="20383"/>
                  </a:lnTo>
                  <a:cubicBezTo>
                    <a:pt x="4094798" y="22574"/>
                    <a:pt x="4065747" y="26003"/>
                    <a:pt x="4037457" y="26003"/>
                  </a:cubicBezTo>
                  <a:cubicBezTo>
                    <a:pt x="4009168" y="26003"/>
                    <a:pt x="3981450" y="22574"/>
                    <a:pt x="3953542" y="20383"/>
                  </a:cubicBezTo>
                  <a:lnTo>
                    <a:pt x="3802476" y="797433"/>
                  </a:lnTo>
                  <a:close/>
                  <a:moveTo>
                    <a:pt x="3625120" y="100775"/>
                  </a:moveTo>
                  <a:cubicBezTo>
                    <a:pt x="3694176" y="100775"/>
                    <a:pt x="3759518" y="108680"/>
                    <a:pt x="3824764" y="116586"/>
                  </a:cubicBezTo>
                  <a:cubicBezTo>
                    <a:pt x="3825526" y="100775"/>
                    <a:pt x="3825240" y="84868"/>
                    <a:pt x="3828574" y="67818"/>
                  </a:cubicBezTo>
                  <a:cubicBezTo>
                    <a:pt x="3831622" y="52006"/>
                    <a:pt x="3838194" y="36195"/>
                    <a:pt x="3843528" y="20288"/>
                  </a:cubicBezTo>
                  <a:lnTo>
                    <a:pt x="3260122" y="20288"/>
                  </a:lnTo>
                  <a:cubicBezTo>
                    <a:pt x="3259265" y="36195"/>
                    <a:pt x="3259646" y="51911"/>
                    <a:pt x="3256503" y="67818"/>
                  </a:cubicBezTo>
                  <a:cubicBezTo>
                    <a:pt x="3253168" y="84868"/>
                    <a:pt x="3246691" y="100679"/>
                    <a:pt x="3241358" y="116586"/>
                  </a:cubicBezTo>
                  <a:cubicBezTo>
                    <a:pt x="3301842" y="108680"/>
                    <a:pt x="3374803" y="100775"/>
                    <a:pt x="3455194" y="100775"/>
                  </a:cubicBezTo>
                  <a:lnTo>
                    <a:pt x="3319749" y="797433"/>
                  </a:lnTo>
                  <a:cubicBezTo>
                    <a:pt x="3348609" y="795147"/>
                    <a:pt x="3377565" y="791813"/>
                    <a:pt x="3405759" y="791813"/>
                  </a:cubicBezTo>
                  <a:cubicBezTo>
                    <a:pt x="3433953" y="791813"/>
                    <a:pt x="3461671" y="795147"/>
                    <a:pt x="3489674" y="797433"/>
                  </a:cubicBezTo>
                  <a:lnTo>
                    <a:pt x="3625025" y="100775"/>
                  </a:lnTo>
                  <a:close/>
                  <a:moveTo>
                    <a:pt x="3116676" y="166592"/>
                  </a:moveTo>
                  <a:cubicBezTo>
                    <a:pt x="3135535" y="128016"/>
                    <a:pt x="3154109" y="90583"/>
                    <a:pt x="3174778" y="54388"/>
                  </a:cubicBezTo>
                  <a:cubicBezTo>
                    <a:pt x="3154490" y="30575"/>
                    <a:pt x="3088005" y="0"/>
                    <a:pt x="3006376" y="0"/>
                  </a:cubicBezTo>
                  <a:cubicBezTo>
                    <a:pt x="2834164" y="0"/>
                    <a:pt x="2723769" y="107633"/>
                    <a:pt x="2698433" y="237839"/>
                  </a:cubicBezTo>
                  <a:cubicBezTo>
                    <a:pt x="2645378" y="510826"/>
                    <a:pt x="2995708" y="445198"/>
                    <a:pt x="2960561" y="626459"/>
                  </a:cubicBezTo>
                  <a:cubicBezTo>
                    <a:pt x="2945321" y="704564"/>
                    <a:pt x="2875312" y="744188"/>
                    <a:pt x="2805113" y="744188"/>
                  </a:cubicBezTo>
                  <a:cubicBezTo>
                    <a:pt x="2726912" y="744188"/>
                    <a:pt x="2674811" y="697802"/>
                    <a:pt x="2673001" y="619601"/>
                  </a:cubicBezTo>
                  <a:lnTo>
                    <a:pt x="2651379" y="619601"/>
                  </a:lnTo>
                  <a:cubicBezTo>
                    <a:pt x="2635091" y="668274"/>
                    <a:pt x="2613470" y="715899"/>
                    <a:pt x="2590610" y="763429"/>
                  </a:cubicBezTo>
                  <a:cubicBezTo>
                    <a:pt x="2637282" y="797433"/>
                    <a:pt x="2701290" y="812197"/>
                    <a:pt x="2763584" y="812197"/>
                  </a:cubicBezTo>
                  <a:cubicBezTo>
                    <a:pt x="2939129" y="812197"/>
                    <a:pt x="3084005" y="707993"/>
                    <a:pt x="3112199" y="562928"/>
                  </a:cubicBezTo>
                  <a:cubicBezTo>
                    <a:pt x="3162681" y="303562"/>
                    <a:pt x="2812828" y="331851"/>
                    <a:pt x="2842546" y="178975"/>
                  </a:cubicBezTo>
                  <a:cubicBezTo>
                    <a:pt x="2855119" y="114395"/>
                    <a:pt x="2899124" y="67913"/>
                    <a:pt x="2988660" y="67913"/>
                  </a:cubicBezTo>
                  <a:cubicBezTo>
                    <a:pt x="3053239" y="67913"/>
                    <a:pt x="3088767" y="106490"/>
                    <a:pt x="3099816" y="166592"/>
                  </a:cubicBezTo>
                  <a:lnTo>
                    <a:pt x="3116771" y="166592"/>
                  </a:lnTo>
                  <a:close/>
                  <a:moveTo>
                    <a:pt x="2287238" y="797433"/>
                  </a:moveTo>
                  <a:cubicBezTo>
                    <a:pt x="2316004" y="795147"/>
                    <a:pt x="2344960" y="791813"/>
                    <a:pt x="2373345" y="791813"/>
                  </a:cubicBezTo>
                  <a:cubicBezTo>
                    <a:pt x="2401729" y="791813"/>
                    <a:pt x="2429352" y="795147"/>
                    <a:pt x="2457164" y="797433"/>
                  </a:cubicBezTo>
                  <a:lnTo>
                    <a:pt x="2608231" y="20383"/>
                  </a:lnTo>
                  <a:cubicBezTo>
                    <a:pt x="2579465" y="22574"/>
                    <a:pt x="2550510" y="26003"/>
                    <a:pt x="2522220" y="26003"/>
                  </a:cubicBezTo>
                  <a:cubicBezTo>
                    <a:pt x="2493931" y="26003"/>
                    <a:pt x="2466213" y="22574"/>
                    <a:pt x="2438305" y="20383"/>
                  </a:cubicBezTo>
                  <a:lnTo>
                    <a:pt x="2287238" y="797433"/>
                  </a:lnTo>
                  <a:close/>
                  <a:moveTo>
                    <a:pt x="2206086" y="447485"/>
                  </a:moveTo>
                  <a:cubicBezTo>
                    <a:pt x="2177320" y="449675"/>
                    <a:pt x="2148364" y="453104"/>
                    <a:pt x="2120075" y="453104"/>
                  </a:cubicBezTo>
                  <a:cubicBezTo>
                    <a:pt x="2091785" y="453104"/>
                    <a:pt x="2064068" y="449675"/>
                    <a:pt x="2036255" y="447485"/>
                  </a:cubicBezTo>
                  <a:lnTo>
                    <a:pt x="1984820" y="712470"/>
                  </a:lnTo>
                  <a:cubicBezTo>
                    <a:pt x="1954530" y="728282"/>
                    <a:pt x="1910620" y="744188"/>
                    <a:pt x="1853946" y="744188"/>
                  </a:cubicBezTo>
                  <a:cubicBezTo>
                    <a:pt x="1681829" y="744188"/>
                    <a:pt x="1605058" y="626459"/>
                    <a:pt x="1643348" y="429292"/>
                  </a:cubicBezTo>
                  <a:cubicBezTo>
                    <a:pt x="1680401" y="238982"/>
                    <a:pt x="1806607" y="67913"/>
                    <a:pt x="1995678" y="67913"/>
                  </a:cubicBezTo>
                  <a:cubicBezTo>
                    <a:pt x="2085118" y="67913"/>
                    <a:pt x="2158937" y="107633"/>
                    <a:pt x="2196370" y="183452"/>
                  </a:cubicBezTo>
                  <a:lnTo>
                    <a:pt x="2212181" y="183452"/>
                  </a:lnTo>
                  <a:cubicBezTo>
                    <a:pt x="2224183" y="144971"/>
                    <a:pt x="2243233" y="105251"/>
                    <a:pt x="2266188" y="69056"/>
                  </a:cubicBezTo>
                  <a:cubicBezTo>
                    <a:pt x="2190655" y="20383"/>
                    <a:pt x="2103978" y="0"/>
                    <a:pt x="2006632" y="0"/>
                  </a:cubicBezTo>
                  <a:cubicBezTo>
                    <a:pt x="1744980" y="0"/>
                    <a:pt x="1510760" y="143827"/>
                    <a:pt x="1455992" y="425863"/>
                  </a:cubicBezTo>
                  <a:cubicBezTo>
                    <a:pt x="1404271" y="691991"/>
                    <a:pt x="1593818" y="812197"/>
                    <a:pt x="1832896" y="812197"/>
                  </a:cubicBezTo>
                  <a:cubicBezTo>
                    <a:pt x="1932623" y="812197"/>
                    <a:pt x="2037779" y="789527"/>
                    <a:pt x="2145316" y="761238"/>
                  </a:cubicBezTo>
                  <a:lnTo>
                    <a:pt x="2206276" y="447485"/>
                  </a:lnTo>
                  <a:close/>
                  <a:moveTo>
                    <a:pt x="1022033" y="67913"/>
                  </a:moveTo>
                  <a:cubicBezTo>
                    <a:pt x="1191959" y="67913"/>
                    <a:pt x="1227296" y="235553"/>
                    <a:pt x="1198817" y="381762"/>
                  </a:cubicBezTo>
                  <a:cubicBezTo>
                    <a:pt x="1162336" y="569690"/>
                    <a:pt x="1050227" y="744188"/>
                    <a:pt x="875824" y="744188"/>
                  </a:cubicBezTo>
                  <a:cubicBezTo>
                    <a:pt x="701421" y="744188"/>
                    <a:pt x="669417" y="587883"/>
                    <a:pt x="697992" y="440627"/>
                  </a:cubicBezTo>
                  <a:cubicBezTo>
                    <a:pt x="747332" y="186881"/>
                    <a:pt x="864394" y="67913"/>
                    <a:pt x="1021937" y="67913"/>
                  </a:cubicBezTo>
                  <a:moveTo>
                    <a:pt x="1382649" y="403193"/>
                  </a:moveTo>
                  <a:cubicBezTo>
                    <a:pt x="1415606" y="227552"/>
                    <a:pt x="1364742" y="0"/>
                    <a:pt x="1041940" y="0"/>
                  </a:cubicBezTo>
                  <a:cubicBezTo>
                    <a:pt x="759905" y="0"/>
                    <a:pt x="560165" y="182404"/>
                    <a:pt x="516350" y="407765"/>
                  </a:cubicBezTo>
                  <a:cubicBezTo>
                    <a:pt x="466344" y="664940"/>
                    <a:pt x="606552" y="812197"/>
                    <a:pt x="856964" y="812197"/>
                  </a:cubicBezTo>
                  <a:cubicBezTo>
                    <a:pt x="1134523" y="812197"/>
                    <a:pt x="1340930" y="624173"/>
                    <a:pt x="1382744" y="403289"/>
                  </a:cubicBezTo>
                  <a:moveTo>
                    <a:pt x="319850" y="20479"/>
                  </a:moveTo>
                  <a:cubicBezTo>
                    <a:pt x="291084" y="22669"/>
                    <a:pt x="262128" y="26098"/>
                    <a:pt x="233839" y="26098"/>
                  </a:cubicBezTo>
                  <a:cubicBezTo>
                    <a:pt x="205550" y="26098"/>
                    <a:pt x="177832" y="22669"/>
                    <a:pt x="149924" y="20479"/>
                  </a:cubicBezTo>
                  <a:lnTo>
                    <a:pt x="0" y="791909"/>
                  </a:lnTo>
                  <a:lnTo>
                    <a:pt x="429292" y="791909"/>
                  </a:lnTo>
                  <a:cubicBezTo>
                    <a:pt x="430149" y="776002"/>
                    <a:pt x="430054" y="759047"/>
                    <a:pt x="433197" y="743236"/>
                  </a:cubicBezTo>
                  <a:cubicBezTo>
                    <a:pt x="436150" y="727424"/>
                    <a:pt x="442817" y="710374"/>
                    <a:pt x="448342" y="694468"/>
                  </a:cubicBezTo>
                  <a:cubicBezTo>
                    <a:pt x="369761" y="702374"/>
                    <a:pt x="284321" y="710279"/>
                    <a:pt x="185833" y="710279"/>
                  </a:cubicBezTo>
                  <a:lnTo>
                    <a:pt x="319945" y="2047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1544"/>
            </a:p>
          </p:txBody>
        </p:sp>
      </p:grpSp>
      <p:sp>
        <p:nvSpPr>
          <p:cNvPr id="28" name="Espace réservé du texte 27">
            <a:extLst>
              <a:ext uri="{FF2B5EF4-FFF2-40B4-BE49-F238E27FC236}">
                <a16:creationId xmlns:a16="http://schemas.microsoft.com/office/drawing/2014/main" id="{8279EFA9-2960-15FF-6CFB-D05D84583AD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37536" y="1582738"/>
            <a:ext cx="3127872" cy="47799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pic>
        <p:nvPicPr>
          <p:cNvPr id="29" name="Graphique 28">
            <a:extLst>
              <a:ext uri="{FF2B5EF4-FFF2-40B4-BE49-F238E27FC236}">
                <a16:creationId xmlns:a16="http://schemas.microsoft.com/office/drawing/2014/main" id="{E4D7909A-A989-13FC-86E4-80491D64A9E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l="8861" t="-3712" r="64117" b="61920"/>
          <a:stretch/>
        </p:blipFill>
        <p:spPr>
          <a:xfrm rot="10800000">
            <a:off x="-1" y="1886193"/>
            <a:ext cx="2242643" cy="4448196"/>
          </a:xfrm>
          <a:prstGeom prst="rect">
            <a:avLst/>
          </a:prstGeom>
        </p:spPr>
      </p:pic>
      <p:sp>
        <p:nvSpPr>
          <p:cNvPr id="30" name="Titre 29">
            <a:extLst>
              <a:ext uri="{FF2B5EF4-FFF2-40B4-BE49-F238E27FC236}">
                <a16:creationId xmlns:a16="http://schemas.microsoft.com/office/drawing/2014/main" id="{3085E8CF-DB8B-1E63-64A6-873ACB10BB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 dirty="0"/>
              <a:t>Click to </a:t>
            </a:r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title</a:t>
            </a:r>
            <a:endParaRPr lang="fr-FR" dirty="0"/>
          </a:p>
        </p:txBody>
      </p:sp>
      <p:cxnSp>
        <p:nvCxnSpPr>
          <p:cNvPr id="2" name="Connecteur droit 32">
            <a:extLst>
              <a:ext uri="{FF2B5EF4-FFF2-40B4-BE49-F238E27FC236}">
                <a16:creationId xmlns:a16="http://schemas.microsoft.com/office/drawing/2014/main" id="{B7A1FDF7-57B4-27B7-624B-97528FB80668}"/>
              </a:ext>
            </a:extLst>
          </p:cNvPr>
          <p:cNvCxnSpPr/>
          <p:nvPr userDrawn="1"/>
        </p:nvCxnSpPr>
        <p:spPr>
          <a:xfrm>
            <a:off x="332997" y="931569"/>
            <a:ext cx="220996" cy="0"/>
          </a:xfrm>
          <a:prstGeom prst="line">
            <a:avLst/>
          </a:prstGeom>
          <a:ln w="47625" cap="rnd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458353468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| title subtitle tex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CF821602-6F5B-4E68-AC5C-4848E0840D6B}"/>
              </a:ext>
            </a:extLst>
          </p:cNvPr>
          <p:cNvCxnSpPr>
            <a:cxnSpLocks/>
          </p:cNvCxnSpPr>
          <p:nvPr userDrawn="1"/>
        </p:nvCxnSpPr>
        <p:spPr>
          <a:xfrm>
            <a:off x="332997" y="1272237"/>
            <a:ext cx="220996" cy="0"/>
          </a:xfrm>
          <a:prstGeom prst="line">
            <a:avLst/>
          </a:prstGeom>
          <a:ln w="47625" cap="rnd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Graphique 19">
            <a:extLst>
              <a:ext uri="{FF2B5EF4-FFF2-40B4-BE49-F238E27FC236}">
                <a16:creationId xmlns:a16="http://schemas.microsoft.com/office/drawing/2014/main" id="{C3BA387A-FB08-4E8F-9F19-13FE2C6157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8861" t="-3712" r="37096" b="61920"/>
          <a:stretch/>
        </p:blipFill>
        <p:spPr>
          <a:xfrm>
            <a:off x="5374435" y="-337905"/>
            <a:ext cx="4485287" cy="4448196"/>
          </a:xfrm>
          <a:prstGeom prst="rect">
            <a:avLst/>
          </a:prstGeom>
        </p:spPr>
      </p:pic>
      <p:pic>
        <p:nvPicPr>
          <p:cNvPr id="21" name="Graphique 20">
            <a:extLst>
              <a:ext uri="{FF2B5EF4-FFF2-40B4-BE49-F238E27FC236}">
                <a16:creationId xmlns:a16="http://schemas.microsoft.com/office/drawing/2014/main" id="{01F624E6-AAF3-4A9A-81BA-DB51253B3D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8861" t="-3712" r="64117" b="61920"/>
          <a:stretch/>
        </p:blipFill>
        <p:spPr>
          <a:xfrm rot="10800000">
            <a:off x="-1" y="1886193"/>
            <a:ext cx="2242643" cy="4448196"/>
          </a:xfrm>
          <a:prstGeom prst="rect">
            <a:avLst/>
          </a:prstGeom>
        </p:spPr>
      </p:pic>
      <p:sp>
        <p:nvSpPr>
          <p:cNvPr id="24" name="Ellipse 23">
            <a:extLst>
              <a:ext uri="{FF2B5EF4-FFF2-40B4-BE49-F238E27FC236}">
                <a16:creationId xmlns:a16="http://schemas.microsoft.com/office/drawing/2014/main" id="{C2CB58D9-9EFF-4A71-AC43-B9411F176ED5}"/>
              </a:ext>
            </a:extLst>
          </p:cNvPr>
          <p:cNvSpPr/>
          <p:nvPr userDrawn="1"/>
        </p:nvSpPr>
        <p:spPr>
          <a:xfrm>
            <a:off x="1089370" y="6592896"/>
            <a:ext cx="63901" cy="78647"/>
          </a:xfrm>
          <a:prstGeom prst="ellipse">
            <a:avLst/>
          </a:prstGeom>
          <a:solidFill>
            <a:srgbClr val="EF1A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544" dirty="0"/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D09BEE1B-DFE6-4BA3-450B-621B453F3F1F}"/>
              </a:ext>
            </a:extLst>
          </p:cNvPr>
          <p:cNvGrpSpPr/>
          <p:nvPr userDrawn="1"/>
        </p:nvGrpSpPr>
        <p:grpSpPr>
          <a:xfrm>
            <a:off x="237380" y="6509290"/>
            <a:ext cx="730309" cy="179017"/>
            <a:chOff x="7804375" y="14663327"/>
            <a:chExt cx="7400924" cy="1473993"/>
          </a:xfrm>
          <a:solidFill>
            <a:schemeClr val="accent2"/>
          </a:solidFill>
        </p:grpSpPr>
        <p:grpSp>
          <p:nvGrpSpPr>
            <p:cNvPr id="16" name="Graphique 37">
              <a:extLst>
                <a:ext uri="{FF2B5EF4-FFF2-40B4-BE49-F238E27FC236}">
                  <a16:creationId xmlns:a16="http://schemas.microsoft.com/office/drawing/2014/main" id="{29F47292-06D8-297D-7918-7A1A41284944}"/>
                </a:ext>
              </a:extLst>
            </p:cNvPr>
            <p:cNvGrpSpPr/>
            <p:nvPr/>
          </p:nvGrpSpPr>
          <p:grpSpPr>
            <a:xfrm>
              <a:off x="7804375" y="14663327"/>
              <a:ext cx="2394966" cy="1473326"/>
              <a:chOff x="7804375" y="14663327"/>
              <a:chExt cx="2394966" cy="1473326"/>
            </a:xfrm>
            <a:grpFill/>
          </p:grpSpPr>
          <p:sp>
            <p:nvSpPr>
              <p:cNvPr id="25" name="Forme libre : forme 24">
                <a:extLst>
                  <a:ext uri="{FF2B5EF4-FFF2-40B4-BE49-F238E27FC236}">
                    <a16:creationId xmlns:a16="http://schemas.microsoft.com/office/drawing/2014/main" id="{EA7F752F-853C-8CCD-51B7-36A5589488F5}"/>
                  </a:ext>
                </a:extLst>
              </p:cNvPr>
              <p:cNvSpPr/>
              <p:nvPr/>
            </p:nvSpPr>
            <p:spPr>
              <a:xfrm>
                <a:off x="8464266" y="14990796"/>
                <a:ext cx="1206016" cy="1137570"/>
              </a:xfrm>
              <a:custGeom>
                <a:avLst/>
                <a:gdLst>
                  <a:gd name="connsiteX0" fmla="*/ 221075 w 1206016"/>
                  <a:gd name="connsiteY0" fmla="*/ 0 h 1137570"/>
                  <a:gd name="connsiteX1" fmla="*/ 0 w 1206016"/>
                  <a:gd name="connsiteY1" fmla="*/ 1137571 h 1137570"/>
                  <a:gd name="connsiteX2" fmla="*/ 467678 w 1206016"/>
                  <a:gd name="connsiteY2" fmla="*/ 1137571 h 1137570"/>
                  <a:gd name="connsiteX3" fmla="*/ 1192530 w 1206016"/>
                  <a:gd name="connsiteY3" fmla="*/ 536258 h 1137570"/>
                  <a:gd name="connsiteX4" fmla="*/ 792290 w 1206016"/>
                  <a:gd name="connsiteY4" fmla="*/ 95 h 1137570"/>
                  <a:gd name="connsiteX5" fmla="*/ 221075 w 1206016"/>
                  <a:gd name="connsiteY5" fmla="*/ 95 h 1137570"/>
                  <a:gd name="connsiteX6" fmla="*/ 452723 w 1206016"/>
                  <a:gd name="connsiteY6" fmla="*/ 96869 h 1137570"/>
                  <a:gd name="connsiteX7" fmla="*/ 616458 w 1206016"/>
                  <a:gd name="connsiteY7" fmla="*/ 96869 h 1137570"/>
                  <a:gd name="connsiteX8" fmla="*/ 915638 w 1206016"/>
                  <a:gd name="connsiteY8" fmla="*/ 534543 h 1137570"/>
                  <a:gd name="connsiteX9" fmla="*/ 411290 w 1206016"/>
                  <a:gd name="connsiteY9" fmla="*/ 1040606 h 1137570"/>
                  <a:gd name="connsiteX10" fmla="*/ 269367 w 1206016"/>
                  <a:gd name="connsiteY10" fmla="*/ 1040606 h 1137570"/>
                  <a:gd name="connsiteX11" fmla="*/ 452723 w 1206016"/>
                  <a:gd name="connsiteY11" fmla="*/ 96774 h 1137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206016" h="1137570">
                    <a:moveTo>
                      <a:pt x="221075" y="0"/>
                    </a:moveTo>
                    <a:lnTo>
                      <a:pt x="0" y="1137571"/>
                    </a:lnTo>
                    <a:lnTo>
                      <a:pt x="467678" y="1137571"/>
                    </a:lnTo>
                    <a:cubicBezTo>
                      <a:pt x="810101" y="1137571"/>
                      <a:pt x="1119188" y="913733"/>
                      <a:pt x="1192530" y="536258"/>
                    </a:cubicBezTo>
                    <a:cubicBezTo>
                      <a:pt x="1245775" y="262318"/>
                      <a:pt x="1147191" y="13430"/>
                      <a:pt x="792290" y="95"/>
                    </a:cubicBezTo>
                    <a:lnTo>
                      <a:pt x="221075" y="95"/>
                    </a:lnTo>
                    <a:close/>
                    <a:moveTo>
                      <a:pt x="452723" y="96869"/>
                    </a:moveTo>
                    <a:lnTo>
                      <a:pt x="616458" y="96869"/>
                    </a:lnTo>
                    <a:cubicBezTo>
                      <a:pt x="851916" y="96869"/>
                      <a:pt x="976598" y="220504"/>
                      <a:pt x="915638" y="534543"/>
                    </a:cubicBezTo>
                    <a:cubicBezTo>
                      <a:pt x="839629" y="925354"/>
                      <a:pt x="641795" y="1040606"/>
                      <a:pt x="411290" y="1040606"/>
                    </a:cubicBezTo>
                    <a:lnTo>
                      <a:pt x="269367" y="1040606"/>
                    </a:lnTo>
                    <a:lnTo>
                      <a:pt x="452723" y="96774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1544"/>
              </a:p>
            </p:txBody>
          </p:sp>
          <p:sp>
            <p:nvSpPr>
              <p:cNvPr id="26" name="Forme libre : forme 25">
                <a:extLst>
                  <a:ext uri="{FF2B5EF4-FFF2-40B4-BE49-F238E27FC236}">
                    <a16:creationId xmlns:a16="http://schemas.microsoft.com/office/drawing/2014/main" id="{2D13E8CC-5008-0CB6-4234-60C6A2BEE398}"/>
                  </a:ext>
                </a:extLst>
              </p:cNvPr>
              <p:cNvSpPr/>
              <p:nvPr/>
            </p:nvSpPr>
            <p:spPr>
              <a:xfrm>
                <a:off x="7804375" y="14663327"/>
                <a:ext cx="2394966" cy="1136017"/>
              </a:xfrm>
              <a:custGeom>
                <a:avLst/>
                <a:gdLst>
                  <a:gd name="connsiteX0" fmla="*/ 1852232 w 2394966"/>
                  <a:gd name="connsiteY0" fmla="*/ 299752 h 1136017"/>
                  <a:gd name="connsiteX1" fmla="*/ 1816132 w 2394966"/>
                  <a:gd name="connsiteY1" fmla="*/ 148781 h 1136017"/>
                  <a:gd name="connsiteX2" fmla="*/ 2265426 w 2394966"/>
                  <a:gd name="connsiteY2" fmla="*/ 0 h 1136017"/>
                  <a:gd name="connsiteX3" fmla="*/ 2394966 w 2394966"/>
                  <a:gd name="connsiteY3" fmla="*/ 451961 h 1136017"/>
                  <a:gd name="connsiteX4" fmla="*/ 2237804 w 2394966"/>
                  <a:gd name="connsiteY4" fmla="*/ 487775 h 1136017"/>
                  <a:gd name="connsiteX5" fmla="*/ 2207514 w 2394966"/>
                  <a:gd name="connsiteY5" fmla="*/ 303086 h 1136017"/>
                  <a:gd name="connsiteX6" fmla="*/ 0 w 2394966"/>
                  <a:gd name="connsiteY6" fmla="*/ 1074801 h 1136017"/>
                  <a:gd name="connsiteX7" fmla="*/ 17812 w 2394966"/>
                  <a:gd name="connsiteY7" fmla="*/ 1033272 h 1136017"/>
                  <a:gd name="connsiteX8" fmla="*/ 2028349 w 2394966"/>
                  <a:gd name="connsiteY8" fmla="*/ 231458 h 1136017"/>
                  <a:gd name="connsiteX9" fmla="*/ 1852232 w 2394966"/>
                  <a:gd name="connsiteY9" fmla="*/ 299752 h 1136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394966" h="1136017">
                    <a:moveTo>
                      <a:pt x="1852232" y="299752"/>
                    </a:moveTo>
                    <a:cubicBezTo>
                      <a:pt x="1851946" y="217742"/>
                      <a:pt x="1838611" y="205264"/>
                      <a:pt x="1816132" y="148781"/>
                    </a:cubicBezTo>
                    <a:lnTo>
                      <a:pt x="2265426" y="0"/>
                    </a:lnTo>
                    <a:lnTo>
                      <a:pt x="2394966" y="451961"/>
                    </a:lnTo>
                    <a:cubicBezTo>
                      <a:pt x="2348103" y="449199"/>
                      <a:pt x="2298478" y="454724"/>
                      <a:pt x="2237804" y="487775"/>
                    </a:cubicBezTo>
                    <a:lnTo>
                      <a:pt x="2207514" y="303086"/>
                    </a:lnTo>
                    <a:cubicBezTo>
                      <a:pt x="2042160" y="609124"/>
                      <a:pt x="1223677" y="1353217"/>
                      <a:pt x="0" y="1074801"/>
                    </a:cubicBezTo>
                    <a:cubicBezTo>
                      <a:pt x="7906" y="1068038"/>
                      <a:pt x="14002" y="1043654"/>
                      <a:pt x="17812" y="1033272"/>
                    </a:cubicBezTo>
                    <a:cubicBezTo>
                      <a:pt x="1146429" y="1185005"/>
                      <a:pt x="1915478" y="481679"/>
                      <a:pt x="2028349" y="231458"/>
                    </a:cubicBezTo>
                    <a:lnTo>
                      <a:pt x="1852232" y="299752"/>
                    </a:lnTo>
                    <a:close/>
                  </a:path>
                </a:pathLst>
              </a:custGeom>
              <a:solidFill>
                <a:schemeClr val="accent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1544"/>
              </a:p>
            </p:txBody>
          </p:sp>
          <p:sp>
            <p:nvSpPr>
              <p:cNvPr id="27" name="Forme libre : forme 26">
                <a:extLst>
                  <a:ext uri="{FF2B5EF4-FFF2-40B4-BE49-F238E27FC236}">
                    <a16:creationId xmlns:a16="http://schemas.microsoft.com/office/drawing/2014/main" id="{236CD0B0-F2FB-D8E9-1E56-54C2CFBC02CE}"/>
                  </a:ext>
                </a:extLst>
              </p:cNvPr>
              <p:cNvSpPr/>
              <p:nvPr/>
            </p:nvSpPr>
            <p:spPr>
              <a:xfrm>
                <a:off x="8045167" y="14990796"/>
                <a:ext cx="473297" cy="1145857"/>
              </a:xfrm>
              <a:custGeom>
                <a:avLst/>
                <a:gdLst>
                  <a:gd name="connsiteX0" fmla="*/ 95 w 473297"/>
                  <a:gd name="connsiteY0" fmla="*/ 1145857 h 1145857"/>
                  <a:gd name="connsiteX1" fmla="*/ 126968 w 473297"/>
                  <a:gd name="connsiteY1" fmla="*/ 1137571 h 1145857"/>
                  <a:gd name="connsiteX2" fmla="*/ 250603 w 473297"/>
                  <a:gd name="connsiteY2" fmla="*/ 1145857 h 1145857"/>
                  <a:gd name="connsiteX3" fmla="*/ 473297 w 473297"/>
                  <a:gd name="connsiteY3" fmla="*/ 0 h 1145857"/>
                  <a:gd name="connsiteX4" fmla="*/ 346424 w 473297"/>
                  <a:gd name="connsiteY4" fmla="*/ 8382 h 1145857"/>
                  <a:gd name="connsiteX5" fmla="*/ 222790 w 473297"/>
                  <a:gd name="connsiteY5" fmla="*/ 0 h 1145857"/>
                  <a:gd name="connsiteX6" fmla="*/ 0 w 473297"/>
                  <a:gd name="connsiteY6" fmla="*/ 1145857 h 114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73297" h="1145857">
                    <a:moveTo>
                      <a:pt x="95" y="1145857"/>
                    </a:moveTo>
                    <a:cubicBezTo>
                      <a:pt x="42481" y="1142524"/>
                      <a:pt x="85249" y="1137571"/>
                      <a:pt x="126968" y="1137571"/>
                    </a:cubicBezTo>
                    <a:cubicBezTo>
                      <a:pt x="168688" y="1137571"/>
                      <a:pt x="209550" y="1142619"/>
                      <a:pt x="250603" y="1145857"/>
                    </a:cubicBezTo>
                    <a:lnTo>
                      <a:pt x="473297" y="0"/>
                    </a:lnTo>
                    <a:cubicBezTo>
                      <a:pt x="430911" y="3239"/>
                      <a:pt x="388144" y="8382"/>
                      <a:pt x="346424" y="8382"/>
                    </a:cubicBezTo>
                    <a:cubicBezTo>
                      <a:pt x="304705" y="8382"/>
                      <a:pt x="263843" y="3334"/>
                      <a:pt x="222790" y="0"/>
                    </a:cubicBezTo>
                    <a:lnTo>
                      <a:pt x="0" y="114585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1544"/>
              </a:p>
            </p:txBody>
          </p:sp>
        </p:grpSp>
        <p:sp>
          <p:nvSpPr>
            <p:cNvPr id="17" name="Forme libre : forme 16">
              <a:extLst>
                <a:ext uri="{FF2B5EF4-FFF2-40B4-BE49-F238E27FC236}">
                  <a16:creationId xmlns:a16="http://schemas.microsoft.com/office/drawing/2014/main" id="{1646DCE5-914D-E2FF-8025-8EEE8608BAB0}"/>
                </a:ext>
              </a:extLst>
            </p:cNvPr>
            <p:cNvSpPr/>
            <p:nvPr/>
          </p:nvSpPr>
          <p:spPr>
            <a:xfrm>
              <a:off x="9751570" y="15324933"/>
              <a:ext cx="5453729" cy="812387"/>
            </a:xfrm>
            <a:custGeom>
              <a:avLst/>
              <a:gdLst>
                <a:gd name="connsiteX0" fmla="*/ 5395722 w 5453729"/>
                <a:gd name="connsiteY0" fmla="*/ 166592 h 812387"/>
                <a:gd name="connsiteX1" fmla="*/ 5453730 w 5453729"/>
                <a:gd name="connsiteY1" fmla="*/ 54388 h 812387"/>
                <a:gd name="connsiteX2" fmla="*/ 5285328 w 5453729"/>
                <a:gd name="connsiteY2" fmla="*/ 0 h 812387"/>
                <a:gd name="connsiteX3" fmla="*/ 4977384 w 5453729"/>
                <a:gd name="connsiteY3" fmla="*/ 237839 h 812387"/>
                <a:gd name="connsiteX4" fmla="*/ 5239417 w 5453729"/>
                <a:gd name="connsiteY4" fmla="*/ 626459 h 812387"/>
                <a:gd name="connsiteX5" fmla="*/ 5083969 w 5453729"/>
                <a:gd name="connsiteY5" fmla="*/ 744188 h 812387"/>
                <a:gd name="connsiteX6" fmla="*/ 4951953 w 5453729"/>
                <a:gd name="connsiteY6" fmla="*/ 619601 h 812387"/>
                <a:gd name="connsiteX7" fmla="*/ 4930331 w 5453729"/>
                <a:gd name="connsiteY7" fmla="*/ 619601 h 812387"/>
                <a:gd name="connsiteX8" fmla="*/ 4869561 w 5453729"/>
                <a:gd name="connsiteY8" fmla="*/ 763429 h 812387"/>
                <a:gd name="connsiteX9" fmla="*/ 5042535 w 5453729"/>
                <a:gd name="connsiteY9" fmla="*/ 812197 h 812387"/>
                <a:gd name="connsiteX10" fmla="*/ 5391055 w 5453729"/>
                <a:gd name="connsiteY10" fmla="*/ 562928 h 812387"/>
                <a:gd name="connsiteX11" fmla="*/ 5121307 w 5453729"/>
                <a:gd name="connsiteY11" fmla="*/ 178975 h 812387"/>
                <a:gd name="connsiteX12" fmla="*/ 5267516 w 5453729"/>
                <a:gd name="connsiteY12" fmla="*/ 67913 h 812387"/>
                <a:gd name="connsiteX13" fmla="*/ 5378577 w 5453729"/>
                <a:gd name="connsiteY13" fmla="*/ 166592 h 812387"/>
                <a:gd name="connsiteX14" fmla="*/ 5395627 w 5453729"/>
                <a:gd name="connsiteY14" fmla="*/ 166592 h 812387"/>
                <a:gd name="connsiteX15" fmla="*/ 4776692 w 5453729"/>
                <a:gd name="connsiteY15" fmla="*/ 659320 h 812387"/>
                <a:gd name="connsiteX16" fmla="*/ 4557427 w 5453729"/>
                <a:gd name="connsiteY16" fmla="*/ 744284 h 812387"/>
                <a:gd name="connsiteX17" fmla="*/ 4351878 w 5453729"/>
                <a:gd name="connsiteY17" fmla="*/ 414719 h 812387"/>
                <a:gd name="connsiteX18" fmla="*/ 4683157 w 5453729"/>
                <a:gd name="connsiteY18" fmla="*/ 68008 h 812387"/>
                <a:gd name="connsiteX19" fmla="*/ 4850987 w 5453729"/>
                <a:gd name="connsiteY19" fmla="*/ 172307 h 812387"/>
                <a:gd name="connsiteX20" fmla="*/ 4866799 w 5453729"/>
                <a:gd name="connsiteY20" fmla="*/ 172307 h 812387"/>
                <a:gd name="connsiteX21" fmla="*/ 4915567 w 5453729"/>
                <a:gd name="connsiteY21" fmla="*/ 55626 h 812387"/>
                <a:gd name="connsiteX22" fmla="*/ 4695254 w 5453729"/>
                <a:gd name="connsiteY22" fmla="*/ 191 h 812387"/>
                <a:gd name="connsiteX23" fmla="*/ 4160806 w 5453729"/>
                <a:gd name="connsiteY23" fmla="*/ 430625 h 812387"/>
                <a:gd name="connsiteX24" fmla="*/ 4512469 w 5453729"/>
                <a:gd name="connsiteY24" fmla="*/ 812387 h 812387"/>
                <a:gd name="connsiteX25" fmla="*/ 4746212 w 5453729"/>
                <a:gd name="connsiteY25" fmla="*/ 763619 h 812387"/>
                <a:gd name="connsiteX26" fmla="*/ 4790028 w 5453729"/>
                <a:gd name="connsiteY26" fmla="*/ 666178 h 812387"/>
                <a:gd name="connsiteX27" fmla="*/ 4776692 w 5453729"/>
                <a:gd name="connsiteY27" fmla="*/ 659416 h 812387"/>
                <a:gd name="connsiteX28" fmla="*/ 3802571 w 5453729"/>
                <a:gd name="connsiteY28" fmla="*/ 797433 h 812387"/>
                <a:gd name="connsiteX29" fmla="*/ 3888677 w 5453729"/>
                <a:gd name="connsiteY29" fmla="*/ 791813 h 812387"/>
                <a:gd name="connsiteX30" fmla="*/ 3972497 w 5453729"/>
                <a:gd name="connsiteY30" fmla="*/ 797433 h 812387"/>
                <a:gd name="connsiteX31" fmla="*/ 4123468 w 5453729"/>
                <a:gd name="connsiteY31" fmla="*/ 20383 h 812387"/>
                <a:gd name="connsiteX32" fmla="*/ 4037457 w 5453729"/>
                <a:gd name="connsiteY32" fmla="*/ 26003 h 812387"/>
                <a:gd name="connsiteX33" fmla="*/ 3953542 w 5453729"/>
                <a:gd name="connsiteY33" fmla="*/ 20383 h 812387"/>
                <a:gd name="connsiteX34" fmla="*/ 3802476 w 5453729"/>
                <a:gd name="connsiteY34" fmla="*/ 797433 h 812387"/>
                <a:gd name="connsiteX35" fmla="*/ 3625120 w 5453729"/>
                <a:gd name="connsiteY35" fmla="*/ 100775 h 812387"/>
                <a:gd name="connsiteX36" fmla="*/ 3824764 w 5453729"/>
                <a:gd name="connsiteY36" fmla="*/ 116586 h 812387"/>
                <a:gd name="connsiteX37" fmla="*/ 3828574 w 5453729"/>
                <a:gd name="connsiteY37" fmla="*/ 67818 h 812387"/>
                <a:gd name="connsiteX38" fmla="*/ 3843528 w 5453729"/>
                <a:gd name="connsiteY38" fmla="*/ 20288 h 812387"/>
                <a:gd name="connsiteX39" fmla="*/ 3260122 w 5453729"/>
                <a:gd name="connsiteY39" fmla="*/ 20288 h 812387"/>
                <a:gd name="connsiteX40" fmla="*/ 3256503 w 5453729"/>
                <a:gd name="connsiteY40" fmla="*/ 67818 h 812387"/>
                <a:gd name="connsiteX41" fmla="*/ 3241358 w 5453729"/>
                <a:gd name="connsiteY41" fmla="*/ 116586 h 812387"/>
                <a:gd name="connsiteX42" fmla="*/ 3455194 w 5453729"/>
                <a:gd name="connsiteY42" fmla="*/ 100775 h 812387"/>
                <a:gd name="connsiteX43" fmla="*/ 3319749 w 5453729"/>
                <a:gd name="connsiteY43" fmla="*/ 797433 h 812387"/>
                <a:gd name="connsiteX44" fmla="*/ 3405759 w 5453729"/>
                <a:gd name="connsiteY44" fmla="*/ 791813 h 812387"/>
                <a:gd name="connsiteX45" fmla="*/ 3489674 w 5453729"/>
                <a:gd name="connsiteY45" fmla="*/ 797433 h 812387"/>
                <a:gd name="connsiteX46" fmla="*/ 3625025 w 5453729"/>
                <a:gd name="connsiteY46" fmla="*/ 100775 h 812387"/>
                <a:gd name="connsiteX47" fmla="*/ 3116676 w 5453729"/>
                <a:gd name="connsiteY47" fmla="*/ 166592 h 812387"/>
                <a:gd name="connsiteX48" fmla="*/ 3174778 w 5453729"/>
                <a:gd name="connsiteY48" fmla="*/ 54388 h 812387"/>
                <a:gd name="connsiteX49" fmla="*/ 3006376 w 5453729"/>
                <a:gd name="connsiteY49" fmla="*/ 0 h 812387"/>
                <a:gd name="connsiteX50" fmla="*/ 2698433 w 5453729"/>
                <a:gd name="connsiteY50" fmla="*/ 237839 h 812387"/>
                <a:gd name="connsiteX51" fmla="*/ 2960561 w 5453729"/>
                <a:gd name="connsiteY51" fmla="*/ 626459 h 812387"/>
                <a:gd name="connsiteX52" fmla="*/ 2805113 w 5453729"/>
                <a:gd name="connsiteY52" fmla="*/ 744188 h 812387"/>
                <a:gd name="connsiteX53" fmla="*/ 2673001 w 5453729"/>
                <a:gd name="connsiteY53" fmla="*/ 619601 h 812387"/>
                <a:gd name="connsiteX54" fmla="*/ 2651379 w 5453729"/>
                <a:gd name="connsiteY54" fmla="*/ 619601 h 812387"/>
                <a:gd name="connsiteX55" fmla="*/ 2590610 w 5453729"/>
                <a:gd name="connsiteY55" fmla="*/ 763429 h 812387"/>
                <a:gd name="connsiteX56" fmla="*/ 2763584 w 5453729"/>
                <a:gd name="connsiteY56" fmla="*/ 812197 h 812387"/>
                <a:gd name="connsiteX57" fmla="*/ 3112199 w 5453729"/>
                <a:gd name="connsiteY57" fmla="*/ 562928 h 812387"/>
                <a:gd name="connsiteX58" fmla="*/ 2842546 w 5453729"/>
                <a:gd name="connsiteY58" fmla="*/ 178975 h 812387"/>
                <a:gd name="connsiteX59" fmla="*/ 2988660 w 5453729"/>
                <a:gd name="connsiteY59" fmla="*/ 67913 h 812387"/>
                <a:gd name="connsiteX60" fmla="*/ 3099816 w 5453729"/>
                <a:gd name="connsiteY60" fmla="*/ 166592 h 812387"/>
                <a:gd name="connsiteX61" fmla="*/ 3116771 w 5453729"/>
                <a:gd name="connsiteY61" fmla="*/ 166592 h 812387"/>
                <a:gd name="connsiteX62" fmla="*/ 2287238 w 5453729"/>
                <a:gd name="connsiteY62" fmla="*/ 797433 h 812387"/>
                <a:gd name="connsiteX63" fmla="*/ 2373345 w 5453729"/>
                <a:gd name="connsiteY63" fmla="*/ 791813 h 812387"/>
                <a:gd name="connsiteX64" fmla="*/ 2457164 w 5453729"/>
                <a:gd name="connsiteY64" fmla="*/ 797433 h 812387"/>
                <a:gd name="connsiteX65" fmla="*/ 2608231 w 5453729"/>
                <a:gd name="connsiteY65" fmla="*/ 20383 h 812387"/>
                <a:gd name="connsiteX66" fmla="*/ 2522220 w 5453729"/>
                <a:gd name="connsiteY66" fmla="*/ 26003 h 812387"/>
                <a:gd name="connsiteX67" fmla="*/ 2438305 w 5453729"/>
                <a:gd name="connsiteY67" fmla="*/ 20383 h 812387"/>
                <a:gd name="connsiteX68" fmla="*/ 2287238 w 5453729"/>
                <a:gd name="connsiteY68" fmla="*/ 797433 h 812387"/>
                <a:gd name="connsiteX69" fmla="*/ 2206086 w 5453729"/>
                <a:gd name="connsiteY69" fmla="*/ 447485 h 812387"/>
                <a:gd name="connsiteX70" fmla="*/ 2120075 w 5453729"/>
                <a:gd name="connsiteY70" fmla="*/ 453104 h 812387"/>
                <a:gd name="connsiteX71" fmla="*/ 2036255 w 5453729"/>
                <a:gd name="connsiteY71" fmla="*/ 447485 h 812387"/>
                <a:gd name="connsiteX72" fmla="*/ 1984820 w 5453729"/>
                <a:gd name="connsiteY72" fmla="*/ 712470 h 812387"/>
                <a:gd name="connsiteX73" fmla="*/ 1853946 w 5453729"/>
                <a:gd name="connsiteY73" fmla="*/ 744188 h 812387"/>
                <a:gd name="connsiteX74" fmla="*/ 1643348 w 5453729"/>
                <a:gd name="connsiteY74" fmla="*/ 429292 h 812387"/>
                <a:gd name="connsiteX75" fmla="*/ 1995678 w 5453729"/>
                <a:gd name="connsiteY75" fmla="*/ 67913 h 812387"/>
                <a:gd name="connsiteX76" fmla="*/ 2196370 w 5453729"/>
                <a:gd name="connsiteY76" fmla="*/ 183452 h 812387"/>
                <a:gd name="connsiteX77" fmla="*/ 2212181 w 5453729"/>
                <a:gd name="connsiteY77" fmla="*/ 183452 h 812387"/>
                <a:gd name="connsiteX78" fmla="*/ 2266188 w 5453729"/>
                <a:gd name="connsiteY78" fmla="*/ 69056 h 812387"/>
                <a:gd name="connsiteX79" fmla="*/ 2006632 w 5453729"/>
                <a:gd name="connsiteY79" fmla="*/ 0 h 812387"/>
                <a:gd name="connsiteX80" fmla="*/ 1455992 w 5453729"/>
                <a:gd name="connsiteY80" fmla="*/ 425863 h 812387"/>
                <a:gd name="connsiteX81" fmla="*/ 1832896 w 5453729"/>
                <a:gd name="connsiteY81" fmla="*/ 812197 h 812387"/>
                <a:gd name="connsiteX82" fmla="*/ 2145316 w 5453729"/>
                <a:gd name="connsiteY82" fmla="*/ 761238 h 812387"/>
                <a:gd name="connsiteX83" fmla="*/ 2206276 w 5453729"/>
                <a:gd name="connsiteY83" fmla="*/ 447485 h 812387"/>
                <a:gd name="connsiteX84" fmla="*/ 1022033 w 5453729"/>
                <a:gd name="connsiteY84" fmla="*/ 67913 h 812387"/>
                <a:gd name="connsiteX85" fmla="*/ 1198817 w 5453729"/>
                <a:gd name="connsiteY85" fmla="*/ 381762 h 812387"/>
                <a:gd name="connsiteX86" fmla="*/ 875824 w 5453729"/>
                <a:gd name="connsiteY86" fmla="*/ 744188 h 812387"/>
                <a:gd name="connsiteX87" fmla="*/ 697992 w 5453729"/>
                <a:gd name="connsiteY87" fmla="*/ 440627 h 812387"/>
                <a:gd name="connsiteX88" fmla="*/ 1021937 w 5453729"/>
                <a:gd name="connsiteY88" fmla="*/ 67913 h 812387"/>
                <a:gd name="connsiteX89" fmla="*/ 1382649 w 5453729"/>
                <a:gd name="connsiteY89" fmla="*/ 403193 h 812387"/>
                <a:gd name="connsiteX90" fmla="*/ 1041940 w 5453729"/>
                <a:gd name="connsiteY90" fmla="*/ 0 h 812387"/>
                <a:gd name="connsiteX91" fmla="*/ 516350 w 5453729"/>
                <a:gd name="connsiteY91" fmla="*/ 407765 h 812387"/>
                <a:gd name="connsiteX92" fmla="*/ 856964 w 5453729"/>
                <a:gd name="connsiteY92" fmla="*/ 812197 h 812387"/>
                <a:gd name="connsiteX93" fmla="*/ 1382744 w 5453729"/>
                <a:gd name="connsiteY93" fmla="*/ 403289 h 812387"/>
                <a:gd name="connsiteX94" fmla="*/ 319850 w 5453729"/>
                <a:gd name="connsiteY94" fmla="*/ 20479 h 812387"/>
                <a:gd name="connsiteX95" fmla="*/ 233839 w 5453729"/>
                <a:gd name="connsiteY95" fmla="*/ 26098 h 812387"/>
                <a:gd name="connsiteX96" fmla="*/ 149924 w 5453729"/>
                <a:gd name="connsiteY96" fmla="*/ 20479 h 812387"/>
                <a:gd name="connsiteX97" fmla="*/ 0 w 5453729"/>
                <a:gd name="connsiteY97" fmla="*/ 791909 h 812387"/>
                <a:gd name="connsiteX98" fmla="*/ 429292 w 5453729"/>
                <a:gd name="connsiteY98" fmla="*/ 791909 h 812387"/>
                <a:gd name="connsiteX99" fmla="*/ 433197 w 5453729"/>
                <a:gd name="connsiteY99" fmla="*/ 743236 h 812387"/>
                <a:gd name="connsiteX100" fmla="*/ 448342 w 5453729"/>
                <a:gd name="connsiteY100" fmla="*/ 694468 h 812387"/>
                <a:gd name="connsiteX101" fmla="*/ 185833 w 5453729"/>
                <a:gd name="connsiteY101" fmla="*/ 710279 h 812387"/>
                <a:gd name="connsiteX102" fmla="*/ 319945 w 5453729"/>
                <a:gd name="connsiteY102" fmla="*/ 20479 h 81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453729" h="812387">
                  <a:moveTo>
                    <a:pt x="5395722" y="166592"/>
                  </a:moveTo>
                  <a:cubicBezTo>
                    <a:pt x="5414487" y="128016"/>
                    <a:pt x="5433156" y="90583"/>
                    <a:pt x="5453730" y="54388"/>
                  </a:cubicBezTo>
                  <a:cubicBezTo>
                    <a:pt x="5433537" y="30575"/>
                    <a:pt x="5366862" y="0"/>
                    <a:pt x="5285328" y="0"/>
                  </a:cubicBezTo>
                  <a:cubicBezTo>
                    <a:pt x="5113115" y="0"/>
                    <a:pt x="5002816" y="107633"/>
                    <a:pt x="4977384" y="237839"/>
                  </a:cubicBezTo>
                  <a:cubicBezTo>
                    <a:pt x="4924330" y="510826"/>
                    <a:pt x="5274660" y="445198"/>
                    <a:pt x="5239417" y="626459"/>
                  </a:cubicBezTo>
                  <a:cubicBezTo>
                    <a:pt x="5224272" y="704564"/>
                    <a:pt x="5154264" y="744188"/>
                    <a:pt x="5083969" y="744188"/>
                  </a:cubicBezTo>
                  <a:cubicBezTo>
                    <a:pt x="5005864" y="744188"/>
                    <a:pt x="4953667" y="697802"/>
                    <a:pt x="4951953" y="619601"/>
                  </a:cubicBezTo>
                  <a:lnTo>
                    <a:pt x="4930331" y="619601"/>
                  </a:lnTo>
                  <a:cubicBezTo>
                    <a:pt x="4914138" y="668274"/>
                    <a:pt x="4892421" y="715899"/>
                    <a:pt x="4869561" y="763429"/>
                  </a:cubicBezTo>
                  <a:cubicBezTo>
                    <a:pt x="4916234" y="797433"/>
                    <a:pt x="4980147" y="812197"/>
                    <a:pt x="5042535" y="812197"/>
                  </a:cubicBezTo>
                  <a:cubicBezTo>
                    <a:pt x="5217986" y="812197"/>
                    <a:pt x="5362956" y="707993"/>
                    <a:pt x="5391055" y="562928"/>
                  </a:cubicBezTo>
                  <a:cubicBezTo>
                    <a:pt x="5441537" y="303562"/>
                    <a:pt x="5091589" y="331851"/>
                    <a:pt x="5121307" y="178975"/>
                  </a:cubicBezTo>
                  <a:cubicBezTo>
                    <a:pt x="5133880" y="114395"/>
                    <a:pt x="5177981" y="67913"/>
                    <a:pt x="5267516" y="67913"/>
                  </a:cubicBezTo>
                  <a:cubicBezTo>
                    <a:pt x="5332095" y="67913"/>
                    <a:pt x="5367624" y="106490"/>
                    <a:pt x="5378577" y="166592"/>
                  </a:cubicBezTo>
                  <a:lnTo>
                    <a:pt x="5395627" y="166592"/>
                  </a:lnTo>
                  <a:close/>
                  <a:moveTo>
                    <a:pt x="4776692" y="659320"/>
                  </a:moveTo>
                  <a:cubicBezTo>
                    <a:pt x="4716209" y="707993"/>
                    <a:pt x="4627627" y="744284"/>
                    <a:pt x="4557427" y="744284"/>
                  </a:cubicBezTo>
                  <a:cubicBezTo>
                    <a:pt x="4382929" y="744284"/>
                    <a:pt x="4314254" y="608362"/>
                    <a:pt x="4351878" y="414719"/>
                  </a:cubicBezTo>
                  <a:cubicBezTo>
                    <a:pt x="4384262" y="248126"/>
                    <a:pt x="4495133" y="68008"/>
                    <a:pt x="4683157" y="68008"/>
                  </a:cubicBezTo>
                  <a:cubicBezTo>
                    <a:pt x="4756785" y="68008"/>
                    <a:pt x="4820889" y="111157"/>
                    <a:pt x="4850987" y="172307"/>
                  </a:cubicBezTo>
                  <a:lnTo>
                    <a:pt x="4866799" y="172307"/>
                  </a:lnTo>
                  <a:cubicBezTo>
                    <a:pt x="4883659" y="132779"/>
                    <a:pt x="4897851" y="94202"/>
                    <a:pt x="4915567" y="55626"/>
                  </a:cubicBezTo>
                  <a:cubicBezTo>
                    <a:pt x="4856893" y="19431"/>
                    <a:pt x="4770025" y="191"/>
                    <a:pt x="4695254" y="191"/>
                  </a:cubicBezTo>
                  <a:cubicBezTo>
                    <a:pt x="4448271" y="191"/>
                    <a:pt x="4218147" y="134874"/>
                    <a:pt x="4160806" y="430625"/>
                  </a:cubicBezTo>
                  <a:cubicBezTo>
                    <a:pt x="4115562" y="662845"/>
                    <a:pt x="4270058" y="812387"/>
                    <a:pt x="4512469" y="812387"/>
                  </a:cubicBezTo>
                  <a:cubicBezTo>
                    <a:pt x="4588384" y="812387"/>
                    <a:pt x="4671441" y="798862"/>
                    <a:pt x="4746212" y="763619"/>
                  </a:cubicBezTo>
                  <a:lnTo>
                    <a:pt x="4790028" y="666178"/>
                  </a:lnTo>
                  <a:lnTo>
                    <a:pt x="4776692" y="659416"/>
                  </a:lnTo>
                  <a:close/>
                  <a:moveTo>
                    <a:pt x="3802571" y="797433"/>
                  </a:moveTo>
                  <a:cubicBezTo>
                    <a:pt x="3831336" y="795147"/>
                    <a:pt x="3860387" y="791813"/>
                    <a:pt x="3888677" y="791813"/>
                  </a:cubicBezTo>
                  <a:cubicBezTo>
                    <a:pt x="3916966" y="791813"/>
                    <a:pt x="3944684" y="795147"/>
                    <a:pt x="3972497" y="797433"/>
                  </a:cubicBezTo>
                  <a:lnTo>
                    <a:pt x="4123468" y="20383"/>
                  </a:lnTo>
                  <a:cubicBezTo>
                    <a:pt x="4094798" y="22574"/>
                    <a:pt x="4065747" y="26003"/>
                    <a:pt x="4037457" y="26003"/>
                  </a:cubicBezTo>
                  <a:cubicBezTo>
                    <a:pt x="4009168" y="26003"/>
                    <a:pt x="3981450" y="22574"/>
                    <a:pt x="3953542" y="20383"/>
                  </a:cubicBezTo>
                  <a:lnTo>
                    <a:pt x="3802476" y="797433"/>
                  </a:lnTo>
                  <a:close/>
                  <a:moveTo>
                    <a:pt x="3625120" y="100775"/>
                  </a:moveTo>
                  <a:cubicBezTo>
                    <a:pt x="3694176" y="100775"/>
                    <a:pt x="3759518" y="108680"/>
                    <a:pt x="3824764" y="116586"/>
                  </a:cubicBezTo>
                  <a:cubicBezTo>
                    <a:pt x="3825526" y="100775"/>
                    <a:pt x="3825240" y="84868"/>
                    <a:pt x="3828574" y="67818"/>
                  </a:cubicBezTo>
                  <a:cubicBezTo>
                    <a:pt x="3831622" y="52006"/>
                    <a:pt x="3838194" y="36195"/>
                    <a:pt x="3843528" y="20288"/>
                  </a:cubicBezTo>
                  <a:lnTo>
                    <a:pt x="3260122" y="20288"/>
                  </a:lnTo>
                  <a:cubicBezTo>
                    <a:pt x="3259265" y="36195"/>
                    <a:pt x="3259646" y="51911"/>
                    <a:pt x="3256503" y="67818"/>
                  </a:cubicBezTo>
                  <a:cubicBezTo>
                    <a:pt x="3253168" y="84868"/>
                    <a:pt x="3246691" y="100679"/>
                    <a:pt x="3241358" y="116586"/>
                  </a:cubicBezTo>
                  <a:cubicBezTo>
                    <a:pt x="3301842" y="108680"/>
                    <a:pt x="3374803" y="100775"/>
                    <a:pt x="3455194" y="100775"/>
                  </a:cubicBezTo>
                  <a:lnTo>
                    <a:pt x="3319749" y="797433"/>
                  </a:lnTo>
                  <a:cubicBezTo>
                    <a:pt x="3348609" y="795147"/>
                    <a:pt x="3377565" y="791813"/>
                    <a:pt x="3405759" y="791813"/>
                  </a:cubicBezTo>
                  <a:cubicBezTo>
                    <a:pt x="3433953" y="791813"/>
                    <a:pt x="3461671" y="795147"/>
                    <a:pt x="3489674" y="797433"/>
                  </a:cubicBezTo>
                  <a:lnTo>
                    <a:pt x="3625025" y="100775"/>
                  </a:lnTo>
                  <a:close/>
                  <a:moveTo>
                    <a:pt x="3116676" y="166592"/>
                  </a:moveTo>
                  <a:cubicBezTo>
                    <a:pt x="3135535" y="128016"/>
                    <a:pt x="3154109" y="90583"/>
                    <a:pt x="3174778" y="54388"/>
                  </a:cubicBezTo>
                  <a:cubicBezTo>
                    <a:pt x="3154490" y="30575"/>
                    <a:pt x="3088005" y="0"/>
                    <a:pt x="3006376" y="0"/>
                  </a:cubicBezTo>
                  <a:cubicBezTo>
                    <a:pt x="2834164" y="0"/>
                    <a:pt x="2723769" y="107633"/>
                    <a:pt x="2698433" y="237839"/>
                  </a:cubicBezTo>
                  <a:cubicBezTo>
                    <a:pt x="2645378" y="510826"/>
                    <a:pt x="2995708" y="445198"/>
                    <a:pt x="2960561" y="626459"/>
                  </a:cubicBezTo>
                  <a:cubicBezTo>
                    <a:pt x="2945321" y="704564"/>
                    <a:pt x="2875312" y="744188"/>
                    <a:pt x="2805113" y="744188"/>
                  </a:cubicBezTo>
                  <a:cubicBezTo>
                    <a:pt x="2726912" y="744188"/>
                    <a:pt x="2674811" y="697802"/>
                    <a:pt x="2673001" y="619601"/>
                  </a:cubicBezTo>
                  <a:lnTo>
                    <a:pt x="2651379" y="619601"/>
                  </a:lnTo>
                  <a:cubicBezTo>
                    <a:pt x="2635091" y="668274"/>
                    <a:pt x="2613470" y="715899"/>
                    <a:pt x="2590610" y="763429"/>
                  </a:cubicBezTo>
                  <a:cubicBezTo>
                    <a:pt x="2637282" y="797433"/>
                    <a:pt x="2701290" y="812197"/>
                    <a:pt x="2763584" y="812197"/>
                  </a:cubicBezTo>
                  <a:cubicBezTo>
                    <a:pt x="2939129" y="812197"/>
                    <a:pt x="3084005" y="707993"/>
                    <a:pt x="3112199" y="562928"/>
                  </a:cubicBezTo>
                  <a:cubicBezTo>
                    <a:pt x="3162681" y="303562"/>
                    <a:pt x="2812828" y="331851"/>
                    <a:pt x="2842546" y="178975"/>
                  </a:cubicBezTo>
                  <a:cubicBezTo>
                    <a:pt x="2855119" y="114395"/>
                    <a:pt x="2899124" y="67913"/>
                    <a:pt x="2988660" y="67913"/>
                  </a:cubicBezTo>
                  <a:cubicBezTo>
                    <a:pt x="3053239" y="67913"/>
                    <a:pt x="3088767" y="106490"/>
                    <a:pt x="3099816" y="166592"/>
                  </a:cubicBezTo>
                  <a:lnTo>
                    <a:pt x="3116771" y="166592"/>
                  </a:lnTo>
                  <a:close/>
                  <a:moveTo>
                    <a:pt x="2287238" y="797433"/>
                  </a:moveTo>
                  <a:cubicBezTo>
                    <a:pt x="2316004" y="795147"/>
                    <a:pt x="2344960" y="791813"/>
                    <a:pt x="2373345" y="791813"/>
                  </a:cubicBezTo>
                  <a:cubicBezTo>
                    <a:pt x="2401729" y="791813"/>
                    <a:pt x="2429352" y="795147"/>
                    <a:pt x="2457164" y="797433"/>
                  </a:cubicBezTo>
                  <a:lnTo>
                    <a:pt x="2608231" y="20383"/>
                  </a:lnTo>
                  <a:cubicBezTo>
                    <a:pt x="2579465" y="22574"/>
                    <a:pt x="2550510" y="26003"/>
                    <a:pt x="2522220" y="26003"/>
                  </a:cubicBezTo>
                  <a:cubicBezTo>
                    <a:pt x="2493931" y="26003"/>
                    <a:pt x="2466213" y="22574"/>
                    <a:pt x="2438305" y="20383"/>
                  </a:cubicBezTo>
                  <a:lnTo>
                    <a:pt x="2287238" y="797433"/>
                  </a:lnTo>
                  <a:close/>
                  <a:moveTo>
                    <a:pt x="2206086" y="447485"/>
                  </a:moveTo>
                  <a:cubicBezTo>
                    <a:pt x="2177320" y="449675"/>
                    <a:pt x="2148364" y="453104"/>
                    <a:pt x="2120075" y="453104"/>
                  </a:cubicBezTo>
                  <a:cubicBezTo>
                    <a:pt x="2091785" y="453104"/>
                    <a:pt x="2064068" y="449675"/>
                    <a:pt x="2036255" y="447485"/>
                  </a:cubicBezTo>
                  <a:lnTo>
                    <a:pt x="1984820" y="712470"/>
                  </a:lnTo>
                  <a:cubicBezTo>
                    <a:pt x="1954530" y="728282"/>
                    <a:pt x="1910620" y="744188"/>
                    <a:pt x="1853946" y="744188"/>
                  </a:cubicBezTo>
                  <a:cubicBezTo>
                    <a:pt x="1681829" y="744188"/>
                    <a:pt x="1605058" y="626459"/>
                    <a:pt x="1643348" y="429292"/>
                  </a:cubicBezTo>
                  <a:cubicBezTo>
                    <a:pt x="1680401" y="238982"/>
                    <a:pt x="1806607" y="67913"/>
                    <a:pt x="1995678" y="67913"/>
                  </a:cubicBezTo>
                  <a:cubicBezTo>
                    <a:pt x="2085118" y="67913"/>
                    <a:pt x="2158937" y="107633"/>
                    <a:pt x="2196370" y="183452"/>
                  </a:cubicBezTo>
                  <a:lnTo>
                    <a:pt x="2212181" y="183452"/>
                  </a:lnTo>
                  <a:cubicBezTo>
                    <a:pt x="2224183" y="144971"/>
                    <a:pt x="2243233" y="105251"/>
                    <a:pt x="2266188" y="69056"/>
                  </a:cubicBezTo>
                  <a:cubicBezTo>
                    <a:pt x="2190655" y="20383"/>
                    <a:pt x="2103978" y="0"/>
                    <a:pt x="2006632" y="0"/>
                  </a:cubicBezTo>
                  <a:cubicBezTo>
                    <a:pt x="1744980" y="0"/>
                    <a:pt x="1510760" y="143827"/>
                    <a:pt x="1455992" y="425863"/>
                  </a:cubicBezTo>
                  <a:cubicBezTo>
                    <a:pt x="1404271" y="691991"/>
                    <a:pt x="1593818" y="812197"/>
                    <a:pt x="1832896" y="812197"/>
                  </a:cubicBezTo>
                  <a:cubicBezTo>
                    <a:pt x="1932623" y="812197"/>
                    <a:pt x="2037779" y="789527"/>
                    <a:pt x="2145316" y="761238"/>
                  </a:cubicBezTo>
                  <a:lnTo>
                    <a:pt x="2206276" y="447485"/>
                  </a:lnTo>
                  <a:close/>
                  <a:moveTo>
                    <a:pt x="1022033" y="67913"/>
                  </a:moveTo>
                  <a:cubicBezTo>
                    <a:pt x="1191959" y="67913"/>
                    <a:pt x="1227296" y="235553"/>
                    <a:pt x="1198817" y="381762"/>
                  </a:cubicBezTo>
                  <a:cubicBezTo>
                    <a:pt x="1162336" y="569690"/>
                    <a:pt x="1050227" y="744188"/>
                    <a:pt x="875824" y="744188"/>
                  </a:cubicBezTo>
                  <a:cubicBezTo>
                    <a:pt x="701421" y="744188"/>
                    <a:pt x="669417" y="587883"/>
                    <a:pt x="697992" y="440627"/>
                  </a:cubicBezTo>
                  <a:cubicBezTo>
                    <a:pt x="747332" y="186881"/>
                    <a:pt x="864394" y="67913"/>
                    <a:pt x="1021937" y="67913"/>
                  </a:cubicBezTo>
                  <a:moveTo>
                    <a:pt x="1382649" y="403193"/>
                  </a:moveTo>
                  <a:cubicBezTo>
                    <a:pt x="1415606" y="227552"/>
                    <a:pt x="1364742" y="0"/>
                    <a:pt x="1041940" y="0"/>
                  </a:cubicBezTo>
                  <a:cubicBezTo>
                    <a:pt x="759905" y="0"/>
                    <a:pt x="560165" y="182404"/>
                    <a:pt x="516350" y="407765"/>
                  </a:cubicBezTo>
                  <a:cubicBezTo>
                    <a:pt x="466344" y="664940"/>
                    <a:pt x="606552" y="812197"/>
                    <a:pt x="856964" y="812197"/>
                  </a:cubicBezTo>
                  <a:cubicBezTo>
                    <a:pt x="1134523" y="812197"/>
                    <a:pt x="1340930" y="624173"/>
                    <a:pt x="1382744" y="403289"/>
                  </a:cubicBezTo>
                  <a:moveTo>
                    <a:pt x="319850" y="20479"/>
                  </a:moveTo>
                  <a:cubicBezTo>
                    <a:pt x="291084" y="22669"/>
                    <a:pt x="262128" y="26098"/>
                    <a:pt x="233839" y="26098"/>
                  </a:cubicBezTo>
                  <a:cubicBezTo>
                    <a:pt x="205550" y="26098"/>
                    <a:pt x="177832" y="22669"/>
                    <a:pt x="149924" y="20479"/>
                  </a:cubicBezTo>
                  <a:lnTo>
                    <a:pt x="0" y="791909"/>
                  </a:lnTo>
                  <a:lnTo>
                    <a:pt x="429292" y="791909"/>
                  </a:lnTo>
                  <a:cubicBezTo>
                    <a:pt x="430149" y="776002"/>
                    <a:pt x="430054" y="759047"/>
                    <a:pt x="433197" y="743236"/>
                  </a:cubicBezTo>
                  <a:cubicBezTo>
                    <a:pt x="436150" y="727424"/>
                    <a:pt x="442817" y="710374"/>
                    <a:pt x="448342" y="694468"/>
                  </a:cubicBezTo>
                  <a:cubicBezTo>
                    <a:pt x="369761" y="702374"/>
                    <a:pt x="284321" y="710279"/>
                    <a:pt x="185833" y="710279"/>
                  </a:cubicBezTo>
                  <a:lnTo>
                    <a:pt x="319945" y="2047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1544"/>
            </a:p>
          </p:txBody>
        </p:sp>
      </p:grp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B8F567F4-EA09-C338-D049-9C2E91D2F64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BF46CD0-FBDC-4232-8F32-5100991AA63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1" name="Espace réservé du pied de page 10">
            <a:extLst>
              <a:ext uri="{FF2B5EF4-FFF2-40B4-BE49-F238E27FC236}">
                <a16:creationId xmlns:a16="http://schemas.microsoft.com/office/drawing/2014/main" id="{58B155ED-97D6-3C7F-101D-5AFD078E912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74952" y="6549509"/>
            <a:ext cx="3064239" cy="169277"/>
          </a:xfrm>
        </p:spPr>
        <p:txBody>
          <a:bodyPr/>
          <a:lstStyle/>
          <a:p>
            <a:pPr>
              <a:spcBef>
                <a:spcPts val="2438"/>
              </a:spcBef>
            </a:pPr>
            <a:r>
              <a:rPr lang="fr-FR"/>
              <a:t>Section title</a:t>
            </a:r>
            <a:endParaRPr lang="fr-FR" dirty="0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9944C5AA-B436-81E8-8020-F4FA96F1A64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72840" y="1583489"/>
            <a:ext cx="9481227" cy="4891819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3" name="Espace réservé du texte 13">
            <a:extLst>
              <a:ext uri="{FF2B5EF4-FFF2-40B4-BE49-F238E27FC236}">
                <a16:creationId xmlns:a16="http://schemas.microsoft.com/office/drawing/2014/main" id="{0361BEEB-4FC3-BA9C-A3B1-CE00AA1F463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21505" y="693255"/>
            <a:ext cx="9438217" cy="254451"/>
          </a:xfrm>
          <a:prstGeom prst="rect">
            <a:avLst/>
          </a:prstGeom>
        </p:spPr>
        <p:txBody>
          <a:bodyPr lIns="72000" anchor="ctr">
            <a:noAutofit/>
          </a:bodyPr>
          <a:lstStyle>
            <a:lvl1pPr marL="0" indent="0">
              <a:buFont typeface="Arial" panose="020B0604020202020204" pitchFamily="34" charset="0"/>
              <a:buChar char="​"/>
              <a:defRPr sz="1300" b="0" cap="all" baseline="0">
                <a:solidFill>
                  <a:schemeClr val="accent1"/>
                </a:solidFill>
                <a:latin typeface="+mn-lt"/>
                <a:cs typeface="Quire Sans" panose="020B0502040400020003" pitchFamily="34" charset="0"/>
              </a:defRPr>
            </a:lvl1pPr>
            <a:lvl2pPr marL="0" indent="0">
              <a:buFont typeface="Arial" panose="020B0604020202020204" pitchFamily="34" charset="0"/>
              <a:buNone/>
              <a:defRPr sz="1300" b="0">
                <a:solidFill>
                  <a:schemeClr val="bg1"/>
                </a:solidFill>
                <a:latin typeface="+mn-lt"/>
              </a:defRPr>
            </a:lvl2pPr>
            <a:lvl3pPr marL="0" indent="0">
              <a:buFont typeface="Arial" panose="020B0604020202020204" pitchFamily="34" charset="0"/>
              <a:buChar char="​"/>
              <a:defRPr sz="1300" b="0">
                <a:solidFill>
                  <a:schemeClr val="bg1"/>
                </a:solidFill>
                <a:latin typeface="+mn-lt"/>
              </a:defRPr>
            </a:lvl3pPr>
            <a:lvl4pPr marL="0" indent="0">
              <a:buFont typeface="Arial" panose="020B0604020202020204" pitchFamily="34" charset="0"/>
              <a:buChar char="​"/>
              <a:defRPr sz="1300" b="0">
                <a:solidFill>
                  <a:schemeClr val="bg1"/>
                </a:solidFill>
                <a:latin typeface="+mn-lt"/>
              </a:defRPr>
            </a:lvl4pPr>
            <a:lvl5pPr marL="0" indent="0">
              <a:buFont typeface="Arial" panose="020B0604020202020204" pitchFamily="34" charset="0"/>
              <a:buChar char="​"/>
              <a:defRPr sz="1300" b="0">
                <a:solidFill>
                  <a:schemeClr val="bg1"/>
                </a:solidFill>
                <a:latin typeface="+mn-lt"/>
              </a:defRPr>
            </a:lvl5pPr>
            <a:lvl6pPr marL="0" indent="0">
              <a:buFont typeface="Arial" panose="020B0604020202020204" pitchFamily="34" charset="0"/>
              <a:buChar char="​"/>
              <a:defRPr sz="1300" b="0">
                <a:solidFill>
                  <a:schemeClr val="bg1"/>
                </a:solidFill>
                <a:latin typeface="+mn-lt"/>
              </a:defRPr>
            </a:lvl6pPr>
            <a:lvl7pPr marL="0" indent="0">
              <a:buFont typeface="Arial" panose="020B0604020202020204" pitchFamily="34" charset="0"/>
              <a:buChar char="​"/>
              <a:defRPr sz="1300" b="0">
                <a:solidFill>
                  <a:schemeClr val="bg1"/>
                </a:solidFill>
                <a:latin typeface="+mn-lt"/>
              </a:defRPr>
            </a:lvl7pPr>
            <a:lvl8pPr marL="0" indent="0">
              <a:buFont typeface="Arial" panose="020B0604020202020204" pitchFamily="34" charset="0"/>
              <a:buChar char="​"/>
              <a:defRPr sz="1300" b="0">
                <a:solidFill>
                  <a:schemeClr val="bg1"/>
                </a:solidFill>
                <a:latin typeface="+mn-lt"/>
              </a:defRPr>
            </a:lvl8pPr>
            <a:lvl9pPr marL="0" indent="0">
              <a:buFont typeface="Arial" panose="020B0604020202020204" pitchFamily="34" charset="0"/>
              <a:buChar char="​"/>
              <a:defRPr sz="1300" b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fr-FR" dirty="0"/>
              <a:t>Click to </a:t>
            </a:r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AB3BD377-255E-C72F-8B83-9457ED445C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1978101"/>
            <a:ext cx="9438217" cy="495088"/>
          </a:xfrm>
        </p:spPr>
        <p:txBody>
          <a:bodyPr/>
          <a:lstStyle/>
          <a:p>
            <a:r>
              <a:rPr lang="fr-FR" dirty="0"/>
              <a:t>Click to </a:t>
            </a:r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title</a:t>
            </a:r>
            <a:endParaRPr lang="fr-FR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9849743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| titl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que 19">
            <a:extLst>
              <a:ext uri="{FF2B5EF4-FFF2-40B4-BE49-F238E27FC236}">
                <a16:creationId xmlns:a16="http://schemas.microsoft.com/office/drawing/2014/main" id="{C3BA387A-FB08-4E8F-9F19-13FE2C6157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8861" t="-3712" r="37096" b="61920"/>
          <a:stretch/>
        </p:blipFill>
        <p:spPr>
          <a:xfrm>
            <a:off x="5420714" y="-31080"/>
            <a:ext cx="4485287" cy="4448196"/>
          </a:xfrm>
          <a:prstGeom prst="rect">
            <a:avLst/>
          </a:prstGeom>
        </p:spPr>
      </p:pic>
      <p:pic>
        <p:nvPicPr>
          <p:cNvPr id="21" name="Graphique 20">
            <a:extLst>
              <a:ext uri="{FF2B5EF4-FFF2-40B4-BE49-F238E27FC236}">
                <a16:creationId xmlns:a16="http://schemas.microsoft.com/office/drawing/2014/main" id="{01F624E6-AAF3-4A9A-81BA-DB51253B3D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8861" t="-3712" r="64117" b="61920"/>
          <a:stretch/>
        </p:blipFill>
        <p:spPr>
          <a:xfrm rot="10800000">
            <a:off x="-1" y="1886193"/>
            <a:ext cx="2242643" cy="4448196"/>
          </a:xfrm>
          <a:prstGeom prst="rect">
            <a:avLst/>
          </a:prstGeom>
        </p:spPr>
      </p:pic>
      <p:sp>
        <p:nvSpPr>
          <p:cNvPr id="24" name="Ellipse 23">
            <a:extLst>
              <a:ext uri="{FF2B5EF4-FFF2-40B4-BE49-F238E27FC236}">
                <a16:creationId xmlns:a16="http://schemas.microsoft.com/office/drawing/2014/main" id="{C2CB58D9-9EFF-4A71-AC43-B9411F176ED5}"/>
              </a:ext>
            </a:extLst>
          </p:cNvPr>
          <p:cNvSpPr/>
          <p:nvPr userDrawn="1"/>
        </p:nvSpPr>
        <p:spPr>
          <a:xfrm>
            <a:off x="1089370" y="6592896"/>
            <a:ext cx="63901" cy="78647"/>
          </a:xfrm>
          <a:prstGeom prst="ellipse">
            <a:avLst/>
          </a:prstGeom>
          <a:solidFill>
            <a:srgbClr val="EF1A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544" dirty="0"/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D09BEE1B-DFE6-4BA3-450B-621B453F3F1F}"/>
              </a:ext>
            </a:extLst>
          </p:cNvPr>
          <p:cNvGrpSpPr/>
          <p:nvPr userDrawn="1"/>
        </p:nvGrpSpPr>
        <p:grpSpPr>
          <a:xfrm>
            <a:off x="298221" y="6492580"/>
            <a:ext cx="730309" cy="179017"/>
            <a:chOff x="7804375" y="14663327"/>
            <a:chExt cx="7400924" cy="1473993"/>
          </a:xfrm>
          <a:solidFill>
            <a:schemeClr val="accent2"/>
          </a:solidFill>
        </p:grpSpPr>
        <p:grpSp>
          <p:nvGrpSpPr>
            <p:cNvPr id="16" name="Graphique 37">
              <a:extLst>
                <a:ext uri="{FF2B5EF4-FFF2-40B4-BE49-F238E27FC236}">
                  <a16:creationId xmlns:a16="http://schemas.microsoft.com/office/drawing/2014/main" id="{29F47292-06D8-297D-7918-7A1A41284944}"/>
                </a:ext>
              </a:extLst>
            </p:cNvPr>
            <p:cNvGrpSpPr/>
            <p:nvPr/>
          </p:nvGrpSpPr>
          <p:grpSpPr>
            <a:xfrm>
              <a:off x="7804375" y="14663327"/>
              <a:ext cx="2394966" cy="1473326"/>
              <a:chOff x="7804375" y="14663327"/>
              <a:chExt cx="2394966" cy="1473326"/>
            </a:xfrm>
            <a:grpFill/>
          </p:grpSpPr>
          <p:sp>
            <p:nvSpPr>
              <p:cNvPr id="25" name="Forme libre : forme 24">
                <a:extLst>
                  <a:ext uri="{FF2B5EF4-FFF2-40B4-BE49-F238E27FC236}">
                    <a16:creationId xmlns:a16="http://schemas.microsoft.com/office/drawing/2014/main" id="{EA7F752F-853C-8CCD-51B7-36A5589488F5}"/>
                  </a:ext>
                </a:extLst>
              </p:cNvPr>
              <p:cNvSpPr/>
              <p:nvPr/>
            </p:nvSpPr>
            <p:spPr>
              <a:xfrm>
                <a:off x="8464266" y="14990796"/>
                <a:ext cx="1206016" cy="1137570"/>
              </a:xfrm>
              <a:custGeom>
                <a:avLst/>
                <a:gdLst>
                  <a:gd name="connsiteX0" fmla="*/ 221075 w 1206016"/>
                  <a:gd name="connsiteY0" fmla="*/ 0 h 1137570"/>
                  <a:gd name="connsiteX1" fmla="*/ 0 w 1206016"/>
                  <a:gd name="connsiteY1" fmla="*/ 1137571 h 1137570"/>
                  <a:gd name="connsiteX2" fmla="*/ 467678 w 1206016"/>
                  <a:gd name="connsiteY2" fmla="*/ 1137571 h 1137570"/>
                  <a:gd name="connsiteX3" fmla="*/ 1192530 w 1206016"/>
                  <a:gd name="connsiteY3" fmla="*/ 536258 h 1137570"/>
                  <a:gd name="connsiteX4" fmla="*/ 792290 w 1206016"/>
                  <a:gd name="connsiteY4" fmla="*/ 95 h 1137570"/>
                  <a:gd name="connsiteX5" fmla="*/ 221075 w 1206016"/>
                  <a:gd name="connsiteY5" fmla="*/ 95 h 1137570"/>
                  <a:gd name="connsiteX6" fmla="*/ 452723 w 1206016"/>
                  <a:gd name="connsiteY6" fmla="*/ 96869 h 1137570"/>
                  <a:gd name="connsiteX7" fmla="*/ 616458 w 1206016"/>
                  <a:gd name="connsiteY7" fmla="*/ 96869 h 1137570"/>
                  <a:gd name="connsiteX8" fmla="*/ 915638 w 1206016"/>
                  <a:gd name="connsiteY8" fmla="*/ 534543 h 1137570"/>
                  <a:gd name="connsiteX9" fmla="*/ 411290 w 1206016"/>
                  <a:gd name="connsiteY9" fmla="*/ 1040606 h 1137570"/>
                  <a:gd name="connsiteX10" fmla="*/ 269367 w 1206016"/>
                  <a:gd name="connsiteY10" fmla="*/ 1040606 h 1137570"/>
                  <a:gd name="connsiteX11" fmla="*/ 452723 w 1206016"/>
                  <a:gd name="connsiteY11" fmla="*/ 96774 h 1137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206016" h="1137570">
                    <a:moveTo>
                      <a:pt x="221075" y="0"/>
                    </a:moveTo>
                    <a:lnTo>
                      <a:pt x="0" y="1137571"/>
                    </a:lnTo>
                    <a:lnTo>
                      <a:pt x="467678" y="1137571"/>
                    </a:lnTo>
                    <a:cubicBezTo>
                      <a:pt x="810101" y="1137571"/>
                      <a:pt x="1119188" y="913733"/>
                      <a:pt x="1192530" y="536258"/>
                    </a:cubicBezTo>
                    <a:cubicBezTo>
                      <a:pt x="1245775" y="262318"/>
                      <a:pt x="1147191" y="13430"/>
                      <a:pt x="792290" y="95"/>
                    </a:cubicBezTo>
                    <a:lnTo>
                      <a:pt x="221075" y="95"/>
                    </a:lnTo>
                    <a:close/>
                    <a:moveTo>
                      <a:pt x="452723" y="96869"/>
                    </a:moveTo>
                    <a:lnTo>
                      <a:pt x="616458" y="96869"/>
                    </a:lnTo>
                    <a:cubicBezTo>
                      <a:pt x="851916" y="96869"/>
                      <a:pt x="976598" y="220504"/>
                      <a:pt x="915638" y="534543"/>
                    </a:cubicBezTo>
                    <a:cubicBezTo>
                      <a:pt x="839629" y="925354"/>
                      <a:pt x="641795" y="1040606"/>
                      <a:pt x="411290" y="1040606"/>
                    </a:cubicBezTo>
                    <a:lnTo>
                      <a:pt x="269367" y="1040606"/>
                    </a:lnTo>
                    <a:lnTo>
                      <a:pt x="452723" y="96774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1544"/>
              </a:p>
            </p:txBody>
          </p:sp>
          <p:sp>
            <p:nvSpPr>
              <p:cNvPr id="26" name="Forme libre : forme 25">
                <a:extLst>
                  <a:ext uri="{FF2B5EF4-FFF2-40B4-BE49-F238E27FC236}">
                    <a16:creationId xmlns:a16="http://schemas.microsoft.com/office/drawing/2014/main" id="{2D13E8CC-5008-0CB6-4234-60C6A2BEE398}"/>
                  </a:ext>
                </a:extLst>
              </p:cNvPr>
              <p:cNvSpPr/>
              <p:nvPr/>
            </p:nvSpPr>
            <p:spPr>
              <a:xfrm>
                <a:off x="7804375" y="14663327"/>
                <a:ext cx="2394966" cy="1136017"/>
              </a:xfrm>
              <a:custGeom>
                <a:avLst/>
                <a:gdLst>
                  <a:gd name="connsiteX0" fmla="*/ 1852232 w 2394966"/>
                  <a:gd name="connsiteY0" fmla="*/ 299752 h 1136017"/>
                  <a:gd name="connsiteX1" fmla="*/ 1816132 w 2394966"/>
                  <a:gd name="connsiteY1" fmla="*/ 148781 h 1136017"/>
                  <a:gd name="connsiteX2" fmla="*/ 2265426 w 2394966"/>
                  <a:gd name="connsiteY2" fmla="*/ 0 h 1136017"/>
                  <a:gd name="connsiteX3" fmla="*/ 2394966 w 2394966"/>
                  <a:gd name="connsiteY3" fmla="*/ 451961 h 1136017"/>
                  <a:gd name="connsiteX4" fmla="*/ 2237804 w 2394966"/>
                  <a:gd name="connsiteY4" fmla="*/ 487775 h 1136017"/>
                  <a:gd name="connsiteX5" fmla="*/ 2207514 w 2394966"/>
                  <a:gd name="connsiteY5" fmla="*/ 303086 h 1136017"/>
                  <a:gd name="connsiteX6" fmla="*/ 0 w 2394966"/>
                  <a:gd name="connsiteY6" fmla="*/ 1074801 h 1136017"/>
                  <a:gd name="connsiteX7" fmla="*/ 17812 w 2394966"/>
                  <a:gd name="connsiteY7" fmla="*/ 1033272 h 1136017"/>
                  <a:gd name="connsiteX8" fmla="*/ 2028349 w 2394966"/>
                  <a:gd name="connsiteY8" fmla="*/ 231458 h 1136017"/>
                  <a:gd name="connsiteX9" fmla="*/ 1852232 w 2394966"/>
                  <a:gd name="connsiteY9" fmla="*/ 299752 h 1136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394966" h="1136017">
                    <a:moveTo>
                      <a:pt x="1852232" y="299752"/>
                    </a:moveTo>
                    <a:cubicBezTo>
                      <a:pt x="1851946" y="217742"/>
                      <a:pt x="1838611" y="205264"/>
                      <a:pt x="1816132" y="148781"/>
                    </a:cubicBezTo>
                    <a:lnTo>
                      <a:pt x="2265426" y="0"/>
                    </a:lnTo>
                    <a:lnTo>
                      <a:pt x="2394966" y="451961"/>
                    </a:lnTo>
                    <a:cubicBezTo>
                      <a:pt x="2348103" y="449199"/>
                      <a:pt x="2298478" y="454724"/>
                      <a:pt x="2237804" y="487775"/>
                    </a:cubicBezTo>
                    <a:lnTo>
                      <a:pt x="2207514" y="303086"/>
                    </a:lnTo>
                    <a:cubicBezTo>
                      <a:pt x="2042160" y="609124"/>
                      <a:pt x="1223677" y="1353217"/>
                      <a:pt x="0" y="1074801"/>
                    </a:cubicBezTo>
                    <a:cubicBezTo>
                      <a:pt x="7906" y="1068038"/>
                      <a:pt x="14002" y="1043654"/>
                      <a:pt x="17812" y="1033272"/>
                    </a:cubicBezTo>
                    <a:cubicBezTo>
                      <a:pt x="1146429" y="1185005"/>
                      <a:pt x="1915478" y="481679"/>
                      <a:pt x="2028349" y="231458"/>
                    </a:cubicBezTo>
                    <a:lnTo>
                      <a:pt x="1852232" y="299752"/>
                    </a:lnTo>
                    <a:close/>
                  </a:path>
                </a:pathLst>
              </a:custGeom>
              <a:solidFill>
                <a:schemeClr val="accent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1544"/>
              </a:p>
            </p:txBody>
          </p:sp>
          <p:sp>
            <p:nvSpPr>
              <p:cNvPr id="27" name="Forme libre : forme 26">
                <a:extLst>
                  <a:ext uri="{FF2B5EF4-FFF2-40B4-BE49-F238E27FC236}">
                    <a16:creationId xmlns:a16="http://schemas.microsoft.com/office/drawing/2014/main" id="{236CD0B0-F2FB-D8E9-1E56-54C2CFBC02CE}"/>
                  </a:ext>
                </a:extLst>
              </p:cNvPr>
              <p:cNvSpPr/>
              <p:nvPr/>
            </p:nvSpPr>
            <p:spPr>
              <a:xfrm>
                <a:off x="8045167" y="14990796"/>
                <a:ext cx="473297" cy="1145857"/>
              </a:xfrm>
              <a:custGeom>
                <a:avLst/>
                <a:gdLst>
                  <a:gd name="connsiteX0" fmla="*/ 95 w 473297"/>
                  <a:gd name="connsiteY0" fmla="*/ 1145857 h 1145857"/>
                  <a:gd name="connsiteX1" fmla="*/ 126968 w 473297"/>
                  <a:gd name="connsiteY1" fmla="*/ 1137571 h 1145857"/>
                  <a:gd name="connsiteX2" fmla="*/ 250603 w 473297"/>
                  <a:gd name="connsiteY2" fmla="*/ 1145857 h 1145857"/>
                  <a:gd name="connsiteX3" fmla="*/ 473297 w 473297"/>
                  <a:gd name="connsiteY3" fmla="*/ 0 h 1145857"/>
                  <a:gd name="connsiteX4" fmla="*/ 346424 w 473297"/>
                  <a:gd name="connsiteY4" fmla="*/ 8382 h 1145857"/>
                  <a:gd name="connsiteX5" fmla="*/ 222790 w 473297"/>
                  <a:gd name="connsiteY5" fmla="*/ 0 h 1145857"/>
                  <a:gd name="connsiteX6" fmla="*/ 0 w 473297"/>
                  <a:gd name="connsiteY6" fmla="*/ 1145857 h 114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73297" h="1145857">
                    <a:moveTo>
                      <a:pt x="95" y="1145857"/>
                    </a:moveTo>
                    <a:cubicBezTo>
                      <a:pt x="42481" y="1142524"/>
                      <a:pt x="85249" y="1137571"/>
                      <a:pt x="126968" y="1137571"/>
                    </a:cubicBezTo>
                    <a:cubicBezTo>
                      <a:pt x="168688" y="1137571"/>
                      <a:pt x="209550" y="1142619"/>
                      <a:pt x="250603" y="1145857"/>
                    </a:cubicBezTo>
                    <a:lnTo>
                      <a:pt x="473297" y="0"/>
                    </a:lnTo>
                    <a:cubicBezTo>
                      <a:pt x="430911" y="3239"/>
                      <a:pt x="388144" y="8382"/>
                      <a:pt x="346424" y="8382"/>
                    </a:cubicBezTo>
                    <a:cubicBezTo>
                      <a:pt x="304705" y="8382"/>
                      <a:pt x="263843" y="3334"/>
                      <a:pt x="222790" y="0"/>
                    </a:cubicBezTo>
                    <a:lnTo>
                      <a:pt x="0" y="114585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1544"/>
              </a:p>
            </p:txBody>
          </p:sp>
        </p:grpSp>
        <p:sp>
          <p:nvSpPr>
            <p:cNvPr id="17" name="Forme libre : forme 16">
              <a:extLst>
                <a:ext uri="{FF2B5EF4-FFF2-40B4-BE49-F238E27FC236}">
                  <a16:creationId xmlns:a16="http://schemas.microsoft.com/office/drawing/2014/main" id="{1646DCE5-914D-E2FF-8025-8EEE8608BAB0}"/>
                </a:ext>
              </a:extLst>
            </p:cNvPr>
            <p:cNvSpPr/>
            <p:nvPr/>
          </p:nvSpPr>
          <p:spPr>
            <a:xfrm>
              <a:off x="9751570" y="15324933"/>
              <a:ext cx="5453729" cy="812387"/>
            </a:xfrm>
            <a:custGeom>
              <a:avLst/>
              <a:gdLst>
                <a:gd name="connsiteX0" fmla="*/ 5395722 w 5453729"/>
                <a:gd name="connsiteY0" fmla="*/ 166592 h 812387"/>
                <a:gd name="connsiteX1" fmla="*/ 5453730 w 5453729"/>
                <a:gd name="connsiteY1" fmla="*/ 54388 h 812387"/>
                <a:gd name="connsiteX2" fmla="*/ 5285328 w 5453729"/>
                <a:gd name="connsiteY2" fmla="*/ 0 h 812387"/>
                <a:gd name="connsiteX3" fmla="*/ 4977384 w 5453729"/>
                <a:gd name="connsiteY3" fmla="*/ 237839 h 812387"/>
                <a:gd name="connsiteX4" fmla="*/ 5239417 w 5453729"/>
                <a:gd name="connsiteY4" fmla="*/ 626459 h 812387"/>
                <a:gd name="connsiteX5" fmla="*/ 5083969 w 5453729"/>
                <a:gd name="connsiteY5" fmla="*/ 744188 h 812387"/>
                <a:gd name="connsiteX6" fmla="*/ 4951953 w 5453729"/>
                <a:gd name="connsiteY6" fmla="*/ 619601 h 812387"/>
                <a:gd name="connsiteX7" fmla="*/ 4930331 w 5453729"/>
                <a:gd name="connsiteY7" fmla="*/ 619601 h 812387"/>
                <a:gd name="connsiteX8" fmla="*/ 4869561 w 5453729"/>
                <a:gd name="connsiteY8" fmla="*/ 763429 h 812387"/>
                <a:gd name="connsiteX9" fmla="*/ 5042535 w 5453729"/>
                <a:gd name="connsiteY9" fmla="*/ 812197 h 812387"/>
                <a:gd name="connsiteX10" fmla="*/ 5391055 w 5453729"/>
                <a:gd name="connsiteY10" fmla="*/ 562928 h 812387"/>
                <a:gd name="connsiteX11" fmla="*/ 5121307 w 5453729"/>
                <a:gd name="connsiteY11" fmla="*/ 178975 h 812387"/>
                <a:gd name="connsiteX12" fmla="*/ 5267516 w 5453729"/>
                <a:gd name="connsiteY12" fmla="*/ 67913 h 812387"/>
                <a:gd name="connsiteX13" fmla="*/ 5378577 w 5453729"/>
                <a:gd name="connsiteY13" fmla="*/ 166592 h 812387"/>
                <a:gd name="connsiteX14" fmla="*/ 5395627 w 5453729"/>
                <a:gd name="connsiteY14" fmla="*/ 166592 h 812387"/>
                <a:gd name="connsiteX15" fmla="*/ 4776692 w 5453729"/>
                <a:gd name="connsiteY15" fmla="*/ 659320 h 812387"/>
                <a:gd name="connsiteX16" fmla="*/ 4557427 w 5453729"/>
                <a:gd name="connsiteY16" fmla="*/ 744284 h 812387"/>
                <a:gd name="connsiteX17" fmla="*/ 4351878 w 5453729"/>
                <a:gd name="connsiteY17" fmla="*/ 414719 h 812387"/>
                <a:gd name="connsiteX18" fmla="*/ 4683157 w 5453729"/>
                <a:gd name="connsiteY18" fmla="*/ 68008 h 812387"/>
                <a:gd name="connsiteX19" fmla="*/ 4850987 w 5453729"/>
                <a:gd name="connsiteY19" fmla="*/ 172307 h 812387"/>
                <a:gd name="connsiteX20" fmla="*/ 4866799 w 5453729"/>
                <a:gd name="connsiteY20" fmla="*/ 172307 h 812387"/>
                <a:gd name="connsiteX21" fmla="*/ 4915567 w 5453729"/>
                <a:gd name="connsiteY21" fmla="*/ 55626 h 812387"/>
                <a:gd name="connsiteX22" fmla="*/ 4695254 w 5453729"/>
                <a:gd name="connsiteY22" fmla="*/ 191 h 812387"/>
                <a:gd name="connsiteX23" fmla="*/ 4160806 w 5453729"/>
                <a:gd name="connsiteY23" fmla="*/ 430625 h 812387"/>
                <a:gd name="connsiteX24" fmla="*/ 4512469 w 5453729"/>
                <a:gd name="connsiteY24" fmla="*/ 812387 h 812387"/>
                <a:gd name="connsiteX25" fmla="*/ 4746212 w 5453729"/>
                <a:gd name="connsiteY25" fmla="*/ 763619 h 812387"/>
                <a:gd name="connsiteX26" fmla="*/ 4790028 w 5453729"/>
                <a:gd name="connsiteY26" fmla="*/ 666178 h 812387"/>
                <a:gd name="connsiteX27" fmla="*/ 4776692 w 5453729"/>
                <a:gd name="connsiteY27" fmla="*/ 659416 h 812387"/>
                <a:gd name="connsiteX28" fmla="*/ 3802571 w 5453729"/>
                <a:gd name="connsiteY28" fmla="*/ 797433 h 812387"/>
                <a:gd name="connsiteX29" fmla="*/ 3888677 w 5453729"/>
                <a:gd name="connsiteY29" fmla="*/ 791813 h 812387"/>
                <a:gd name="connsiteX30" fmla="*/ 3972497 w 5453729"/>
                <a:gd name="connsiteY30" fmla="*/ 797433 h 812387"/>
                <a:gd name="connsiteX31" fmla="*/ 4123468 w 5453729"/>
                <a:gd name="connsiteY31" fmla="*/ 20383 h 812387"/>
                <a:gd name="connsiteX32" fmla="*/ 4037457 w 5453729"/>
                <a:gd name="connsiteY32" fmla="*/ 26003 h 812387"/>
                <a:gd name="connsiteX33" fmla="*/ 3953542 w 5453729"/>
                <a:gd name="connsiteY33" fmla="*/ 20383 h 812387"/>
                <a:gd name="connsiteX34" fmla="*/ 3802476 w 5453729"/>
                <a:gd name="connsiteY34" fmla="*/ 797433 h 812387"/>
                <a:gd name="connsiteX35" fmla="*/ 3625120 w 5453729"/>
                <a:gd name="connsiteY35" fmla="*/ 100775 h 812387"/>
                <a:gd name="connsiteX36" fmla="*/ 3824764 w 5453729"/>
                <a:gd name="connsiteY36" fmla="*/ 116586 h 812387"/>
                <a:gd name="connsiteX37" fmla="*/ 3828574 w 5453729"/>
                <a:gd name="connsiteY37" fmla="*/ 67818 h 812387"/>
                <a:gd name="connsiteX38" fmla="*/ 3843528 w 5453729"/>
                <a:gd name="connsiteY38" fmla="*/ 20288 h 812387"/>
                <a:gd name="connsiteX39" fmla="*/ 3260122 w 5453729"/>
                <a:gd name="connsiteY39" fmla="*/ 20288 h 812387"/>
                <a:gd name="connsiteX40" fmla="*/ 3256503 w 5453729"/>
                <a:gd name="connsiteY40" fmla="*/ 67818 h 812387"/>
                <a:gd name="connsiteX41" fmla="*/ 3241358 w 5453729"/>
                <a:gd name="connsiteY41" fmla="*/ 116586 h 812387"/>
                <a:gd name="connsiteX42" fmla="*/ 3455194 w 5453729"/>
                <a:gd name="connsiteY42" fmla="*/ 100775 h 812387"/>
                <a:gd name="connsiteX43" fmla="*/ 3319749 w 5453729"/>
                <a:gd name="connsiteY43" fmla="*/ 797433 h 812387"/>
                <a:gd name="connsiteX44" fmla="*/ 3405759 w 5453729"/>
                <a:gd name="connsiteY44" fmla="*/ 791813 h 812387"/>
                <a:gd name="connsiteX45" fmla="*/ 3489674 w 5453729"/>
                <a:gd name="connsiteY45" fmla="*/ 797433 h 812387"/>
                <a:gd name="connsiteX46" fmla="*/ 3625025 w 5453729"/>
                <a:gd name="connsiteY46" fmla="*/ 100775 h 812387"/>
                <a:gd name="connsiteX47" fmla="*/ 3116676 w 5453729"/>
                <a:gd name="connsiteY47" fmla="*/ 166592 h 812387"/>
                <a:gd name="connsiteX48" fmla="*/ 3174778 w 5453729"/>
                <a:gd name="connsiteY48" fmla="*/ 54388 h 812387"/>
                <a:gd name="connsiteX49" fmla="*/ 3006376 w 5453729"/>
                <a:gd name="connsiteY49" fmla="*/ 0 h 812387"/>
                <a:gd name="connsiteX50" fmla="*/ 2698433 w 5453729"/>
                <a:gd name="connsiteY50" fmla="*/ 237839 h 812387"/>
                <a:gd name="connsiteX51" fmla="*/ 2960561 w 5453729"/>
                <a:gd name="connsiteY51" fmla="*/ 626459 h 812387"/>
                <a:gd name="connsiteX52" fmla="*/ 2805113 w 5453729"/>
                <a:gd name="connsiteY52" fmla="*/ 744188 h 812387"/>
                <a:gd name="connsiteX53" fmla="*/ 2673001 w 5453729"/>
                <a:gd name="connsiteY53" fmla="*/ 619601 h 812387"/>
                <a:gd name="connsiteX54" fmla="*/ 2651379 w 5453729"/>
                <a:gd name="connsiteY54" fmla="*/ 619601 h 812387"/>
                <a:gd name="connsiteX55" fmla="*/ 2590610 w 5453729"/>
                <a:gd name="connsiteY55" fmla="*/ 763429 h 812387"/>
                <a:gd name="connsiteX56" fmla="*/ 2763584 w 5453729"/>
                <a:gd name="connsiteY56" fmla="*/ 812197 h 812387"/>
                <a:gd name="connsiteX57" fmla="*/ 3112199 w 5453729"/>
                <a:gd name="connsiteY57" fmla="*/ 562928 h 812387"/>
                <a:gd name="connsiteX58" fmla="*/ 2842546 w 5453729"/>
                <a:gd name="connsiteY58" fmla="*/ 178975 h 812387"/>
                <a:gd name="connsiteX59" fmla="*/ 2988660 w 5453729"/>
                <a:gd name="connsiteY59" fmla="*/ 67913 h 812387"/>
                <a:gd name="connsiteX60" fmla="*/ 3099816 w 5453729"/>
                <a:gd name="connsiteY60" fmla="*/ 166592 h 812387"/>
                <a:gd name="connsiteX61" fmla="*/ 3116771 w 5453729"/>
                <a:gd name="connsiteY61" fmla="*/ 166592 h 812387"/>
                <a:gd name="connsiteX62" fmla="*/ 2287238 w 5453729"/>
                <a:gd name="connsiteY62" fmla="*/ 797433 h 812387"/>
                <a:gd name="connsiteX63" fmla="*/ 2373345 w 5453729"/>
                <a:gd name="connsiteY63" fmla="*/ 791813 h 812387"/>
                <a:gd name="connsiteX64" fmla="*/ 2457164 w 5453729"/>
                <a:gd name="connsiteY64" fmla="*/ 797433 h 812387"/>
                <a:gd name="connsiteX65" fmla="*/ 2608231 w 5453729"/>
                <a:gd name="connsiteY65" fmla="*/ 20383 h 812387"/>
                <a:gd name="connsiteX66" fmla="*/ 2522220 w 5453729"/>
                <a:gd name="connsiteY66" fmla="*/ 26003 h 812387"/>
                <a:gd name="connsiteX67" fmla="*/ 2438305 w 5453729"/>
                <a:gd name="connsiteY67" fmla="*/ 20383 h 812387"/>
                <a:gd name="connsiteX68" fmla="*/ 2287238 w 5453729"/>
                <a:gd name="connsiteY68" fmla="*/ 797433 h 812387"/>
                <a:gd name="connsiteX69" fmla="*/ 2206086 w 5453729"/>
                <a:gd name="connsiteY69" fmla="*/ 447485 h 812387"/>
                <a:gd name="connsiteX70" fmla="*/ 2120075 w 5453729"/>
                <a:gd name="connsiteY70" fmla="*/ 453104 h 812387"/>
                <a:gd name="connsiteX71" fmla="*/ 2036255 w 5453729"/>
                <a:gd name="connsiteY71" fmla="*/ 447485 h 812387"/>
                <a:gd name="connsiteX72" fmla="*/ 1984820 w 5453729"/>
                <a:gd name="connsiteY72" fmla="*/ 712470 h 812387"/>
                <a:gd name="connsiteX73" fmla="*/ 1853946 w 5453729"/>
                <a:gd name="connsiteY73" fmla="*/ 744188 h 812387"/>
                <a:gd name="connsiteX74" fmla="*/ 1643348 w 5453729"/>
                <a:gd name="connsiteY74" fmla="*/ 429292 h 812387"/>
                <a:gd name="connsiteX75" fmla="*/ 1995678 w 5453729"/>
                <a:gd name="connsiteY75" fmla="*/ 67913 h 812387"/>
                <a:gd name="connsiteX76" fmla="*/ 2196370 w 5453729"/>
                <a:gd name="connsiteY76" fmla="*/ 183452 h 812387"/>
                <a:gd name="connsiteX77" fmla="*/ 2212181 w 5453729"/>
                <a:gd name="connsiteY77" fmla="*/ 183452 h 812387"/>
                <a:gd name="connsiteX78" fmla="*/ 2266188 w 5453729"/>
                <a:gd name="connsiteY78" fmla="*/ 69056 h 812387"/>
                <a:gd name="connsiteX79" fmla="*/ 2006632 w 5453729"/>
                <a:gd name="connsiteY79" fmla="*/ 0 h 812387"/>
                <a:gd name="connsiteX80" fmla="*/ 1455992 w 5453729"/>
                <a:gd name="connsiteY80" fmla="*/ 425863 h 812387"/>
                <a:gd name="connsiteX81" fmla="*/ 1832896 w 5453729"/>
                <a:gd name="connsiteY81" fmla="*/ 812197 h 812387"/>
                <a:gd name="connsiteX82" fmla="*/ 2145316 w 5453729"/>
                <a:gd name="connsiteY82" fmla="*/ 761238 h 812387"/>
                <a:gd name="connsiteX83" fmla="*/ 2206276 w 5453729"/>
                <a:gd name="connsiteY83" fmla="*/ 447485 h 812387"/>
                <a:gd name="connsiteX84" fmla="*/ 1022033 w 5453729"/>
                <a:gd name="connsiteY84" fmla="*/ 67913 h 812387"/>
                <a:gd name="connsiteX85" fmla="*/ 1198817 w 5453729"/>
                <a:gd name="connsiteY85" fmla="*/ 381762 h 812387"/>
                <a:gd name="connsiteX86" fmla="*/ 875824 w 5453729"/>
                <a:gd name="connsiteY86" fmla="*/ 744188 h 812387"/>
                <a:gd name="connsiteX87" fmla="*/ 697992 w 5453729"/>
                <a:gd name="connsiteY87" fmla="*/ 440627 h 812387"/>
                <a:gd name="connsiteX88" fmla="*/ 1021937 w 5453729"/>
                <a:gd name="connsiteY88" fmla="*/ 67913 h 812387"/>
                <a:gd name="connsiteX89" fmla="*/ 1382649 w 5453729"/>
                <a:gd name="connsiteY89" fmla="*/ 403193 h 812387"/>
                <a:gd name="connsiteX90" fmla="*/ 1041940 w 5453729"/>
                <a:gd name="connsiteY90" fmla="*/ 0 h 812387"/>
                <a:gd name="connsiteX91" fmla="*/ 516350 w 5453729"/>
                <a:gd name="connsiteY91" fmla="*/ 407765 h 812387"/>
                <a:gd name="connsiteX92" fmla="*/ 856964 w 5453729"/>
                <a:gd name="connsiteY92" fmla="*/ 812197 h 812387"/>
                <a:gd name="connsiteX93" fmla="*/ 1382744 w 5453729"/>
                <a:gd name="connsiteY93" fmla="*/ 403289 h 812387"/>
                <a:gd name="connsiteX94" fmla="*/ 319850 w 5453729"/>
                <a:gd name="connsiteY94" fmla="*/ 20479 h 812387"/>
                <a:gd name="connsiteX95" fmla="*/ 233839 w 5453729"/>
                <a:gd name="connsiteY95" fmla="*/ 26098 h 812387"/>
                <a:gd name="connsiteX96" fmla="*/ 149924 w 5453729"/>
                <a:gd name="connsiteY96" fmla="*/ 20479 h 812387"/>
                <a:gd name="connsiteX97" fmla="*/ 0 w 5453729"/>
                <a:gd name="connsiteY97" fmla="*/ 791909 h 812387"/>
                <a:gd name="connsiteX98" fmla="*/ 429292 w 5453729"/>
                <a:gd name="connsiteY98" fmla="*/ 791909 h 812387"/>
                <a:gd name="connsiteX99" fmla="*/ 433197 w 5453729"/>
                <a:gd name="connsiteY99" fmla="*/ 743236 h 812387"/>
                <a:gd name="connsiteX100" fmla="*/ 448342 w 5453729"/>
                <a:gd name="connsiteY100" fmla="*/ 694468 h 812387"/>
                <a:gd name="connsiteX101" fmla="*/ 185833 w 5453729"/>
                <a:gd name="connsiteY101" fmla="*/ 710279 h 812387"/>
                <a:gd name="connsiteX102" fmla="*/ 319945 w 5453729"/>
                <a:gd name="connsiteY102" fmla="*/ 20479 h 81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453729" h="812387">
                  <a:moveTo>
                    <a:pt x="5395722" y="166592"/>
                  </a:moveTo>
                  <a:cubicBezTo>
                    <a:pt x="5414487" y="128016"/>
                    <a:pt x="5433156" y="90583"/>
                    <a:pt x="5453730" y="54388"/>
                  </a:cubicBezTo>
                  <a:cubicBezTo>
                    <a:pt x="5433537" y="30575"/>
                    <a:pt x="5366862" y="0"/>
                    <a:pt x="5285328" y="0"/>
                  </a:cubicBezTo>
                  <a:cubicBezTo>
                    <a:pt x="5113115" y="0"/>
                    <a:pt x="5002816" y="107633"/>
                    <a:pt x="4977384" y="237839"/>
                  </a:cubicBezTo>
                  <a:cubicBezTo>
                    <a:pt x="4924330" y="510826"/>
                    <a:pt x="5274660" y="445198"/>
                    <a:pt x="5239417" y="626459"/>
                  </a:cubicBezTo>
                  <a:cubicBezTo>
                    <a:pt x="5224272" y="704564"/>
                    <a:pt x="5154264" y="744188"/>
                    <a:pt x="5083969" y="744188"/>
                  </a:cubicBezTo>
                  <a:cubicBezTo>
                    <a:pt x="5005864" y="744188"/>
                    <a:pt x="4953667" y="697802"/>
                    <a:pt x="4951953" y="619601"/>
                  </a:cubicBezTo>
                  <a:lnTo>
                    <a:pt x="4930331" y="619601"/>
                  </a:lnTo>
                  <a:cubicBezTo>
                    <a:pt x="4914138" y="668274"/>
                    <a:pt x="4892421" y="715899"/>
                    <a:pt x="4869561" y="763429"/>
                  </a:cubicBezTo>
                  <a:cubicBezTo>
                    <a:pt x="4916234" y="797433"/>
                    <a:pt x="4980147" y="812197"/>
                    <a:pt x="5042535" y="812197"/>
                  </a:cubicBezTo>
                  <a:cubicBezTo>
                    <a:pt x="5217986" y="812197"/>
                    <a:pt x="5362956" y="707993"/>
                    <a:pt x="5391055" y="562928"/>
                  </a:cubicBezTo>
                  <a:cubicBezTo>
                    <a:pt x="5441537" y="303562"/>
                    <a:pt x="5091589" y="331851"/>
                    <a:pt x="5121307" y="178975"/>
                  </a:cubicBezTo>
                  <a:cubicBezTo>
                    <a:pt x="5133880" y="114395"/>
                    <a:pt x="5177981" y="67913"/>
                    <a:pt x="5267516" y="67913"/>
                  </a:cubicBezTo>
                  <a:cubicBezTo>
                    <a:pt x="5332095" y="67913"/>
                    <a:pt x="5367624" y="106490"/>
                    <a:pt x="5378577" y="166592"/>
                  </a:cubicBezTo>
                  <a:lnTo>
                    <a:pt x="5395627" y="166592"/>
                  </a:lnTo>
                  <a:close/>
                  <a:moveTo>
                    <a:pt x="4776692" y="659320"/>
                  </a:moveTo>
                  <a:cubicBezTo>
                    <a:pt x="4716209" y="707993"/>
                    <a:pt x="4627627" y="744284"/>
                    <a:pt x="4557427" y="744284"/>
                  </a:cubicBezTo>
                  <a:cubicBezTo>
                    <a:pt x="4382929" y="744284"/>
                    <a:pt x="4314254" y="608362"/>
                    <a:pt x="4351878" y="414719"/>
                  </a:cubicBezTo>
                  <a:cubicBezTo>
                    <a:pt x="4384262" y="248126"/>
                    <a:pt x="4495133" y="68008"/>
                    <a:pt x="4683157" y="68008"/>
                  </a:cubicBezTo>
                  <a:cubicBezTo>
                    <a:pt x="4756785" y="68008"/>
                    <a:pt x="4820889" y="111157"/>
                    <a:pt x="4850987" y="172307"/>
                  </a:cubicBezTo>
                  <a:lnTo>
                    <a:pt x="4866799" y="172307"/>
                  </a:lnTo>
                  <a:cubicBezTo>
                    <a:pt x="4883659" y="132779"/>
                    <a:pt x="4897851" y="94202"/>
                    <a:pt x="4915567" y="55626"/>
                  </a:cubicBezTo>
                  <a:cubicBezTo>
                    <a:pt x="4856893" y="19431"/>
                    <a:pt x="4770025" y="191"/>
                    <a:pt x="4695254" y="191"/>
                  </a:cubicBezTo>
                  <a:cubicBezTo>
                    <a:pt x="4448271" y="191"/>
                    <a:pt x="4218147" y="134874"/>
                    <a:pt x="4160806" y="430625"/>
                  </a:cubicBezTo>
                  <a:cubicBezTo>
                    <a:pt x="4115562" y="662845"/>
                    <a:pt x="4270058" y="812387"/>
                    <a:pt x="4512469" y="812387"/>
                  </a:cubicBezTo>
                  <a:cubicBezTo>
                    <a:pt x="4588384" y="812387"/>
                    <a:pt x="4671441" y="798862"/>
                    <a:pt x="4746212" y="763619"/>
                  </a:cubicBezTo>
                  <a:lnTo>
                    <a:pt x="4790028" y="666178"/>
                  </a:lnTo>
                  <a:lnTo>
                    <a:pt x="4776692" y="659416"/>
                  </a:lnTo>
                  <a:close/>
                  <a:moveTo>
                    <a:pt x="3802571" y="797433"/>
                  </a:moveTo>
                  <a:cubicBezTo>
                    <a:pt x="3831336" y="795147"/>
                    <a:pt x="3860387" y="791813"/>
                    <a:pt x="3888677" y="791813"/>
                  </a:cubicBezTo>
                  <a:cubicBezTo>
                    <a:pt x="3916966" y="791813"/>
                    <a:pt x="3944684" y="795147"/>
                    <a:pt x="3972497" y="797433"/>
                  </a:cubicBezTo>
                  <a:lnTo>
                    <a:pt x="4123468" y="20383"/>
                  </a:lnTo>
                  <a:cubicBezTo>
                    <a:pt x="4094798" y="22574"/>
                    <a:pt x="4065747" y="26003"/>
                    <a:pt x="4037457" y="26003"/>
                  </a:cubicBezTo>
                  <a:cubicBezTo>
                    <a:pt x="4009168" y="26003"/>
                    <a:pt x="3981450" y="22574"/>
                    <a:pt x="3953542" y="20383"/>
                  </a:cubicBezTo>
                  <a:lnTo>
                    <a:pt x="3802476" y="797433"/>
                  </a:lnTo>
                  <a:close/>
                  <a:moveTo>
                    <a:pt x="3625120" y="100775"/>
                  </a:moveTo>
                  <a:cubicBezTo>
                    <a:pt x="3694176" y="100775"/>
                    <a:pt x="3759518" y="108680"/>
                    <a:pt x="3824764" y="116586"/>
                  </a:cubicBezTo>
                  <a:cubicBezTo>
                    <a:pt x="3825526" y="100775"/>
                    <a:pt x="3825240" y="84868"/>
                    <a:pt x="3828574" y="67818"/>
                  </a:cubicBezTo>
                  <a:cubicBezTo>
                    <a:pt x="3831622" y="52006"/>
                    <a:pt x="3838194" y="36195"/>
                    <a:pt x="3843528" y="20288"/>
                  </a:cubicBezTo>
                  <a:lnTo>
                    <a:pt x="3260122" y="20288"/>
                  </a:lnTo>
                  <a:cubicBezTo>
                    <a:pt x="3259265" y="36195"/>
                    <a:pt x="3259646" y="51911"/>
                    <a:pt x="3256503" y="67818"/>
                  </a:cubicBezTo>
                  <a:cubicBezTo>
                    <a:pt x="3253168" y="84868"/>
                    <a:pt x="3246691" y="100679"/>
                    <a:pt x="3241358" y="116586"/>
                  </a:cubicBezTo>
                  <a:cubicBezTo>
                    <a:pt x="3301842" y="108680"/>
                    <a:pt x="3374803" y="100775"/>
                    <a:pt x="3455194" y="100775"/>
                  </a:cubicBezTo>
                  <a:lnTo>
                    <a:pt x="3319749" y="797433"/>
                  </a:lnTo>
                  <a:cubicBezTo>
                    <a:pt x="3348609" y="795147"/>
                    <a:pt x="3377565" y="791813"/>
                    <a:pt x="3405759" y="791813"/>
                  </a:cubicBezTo>
                  <a:cubicBezTo>
                    <a:pt x="3433953" y="791813"/>
                    <a:pt x="3461671" y="795147"/>
                    <a:pt x="3489674" y="797433"/>
                  </a:cubicBezTo>
                  <a:lnTo>
                    <a:pt x="3625025" y="100775"/>
                  </a:lnTo>
                  <a:close/>
                  <a:moveTo>
                    <a:pt x="3116676" y="166592"/>
                  </a:moveTo>
                  <a:cubicBezTo>
                    <a:pt x="3135535" y="128016"/>
                    <a:pt x="3154109" y="90583"/>
                    <a:pt x="3174778" y="54388"/>
                  </a:cubicBezTo>
                  <a:cubicBezTo>
                    <a:pt x="3154490" y="30575"/>
                    <a:pt x="3088005" y="0"/>
                    <a:pt x="3006376" y="0"/>
                  </a:cubicBezTo>
                  <a:cubicBezTo>
                    <a:pt x="2834164" y="0"/>
                    <a:pt x="2723769" y="107633"/>
                    <a:pt x="2698433" y="237839"/>
                  </a:cubicBezTo>
                  <a:cubicBezTo>
                    <a:pt x="2645378" y="510826"/>
                    <a:pt x="2995708" y="445198"/>
                    <a:pt x="2960561" y="626459"/>
                  </a:cubicBezTo>
                  <a:cubicBezTo>
                    <a:pt x="2945321" y="704564"/>
                    <a:pt x="2875312" y="744188"/>
                    <a:pt x="2805113" y="744188"/>
                  </a:cubicBezTo>
                  <a:cubicBezTo>
                    <a:pt x="2726912" y="744188"/>
                    <a:pt x="2674811" y="697802"/>
                    <a:pt x="2673001" y="619601"/>
                  </a:cubicBezTo>
                  <a:lnTo>
                    <a:pt x="2651379" y="619601"/>
                  </a:lnTo>
                  <a:cubicBezTo>
                    <a:pt x="2635091" y="668274"/>
                    <a:pt x="2613470" y="715899"/>
                    <a:pt x="2590610" y="763429"/>
                  </a:cubicBezTo>
                  <a:cubicBezTo>
                    <a:pt x="2637282" y="797433"/>
                    <a:pt x="2701290" y="812197"/>
                    <a:pt x="2763584" y="812197"/>
                  </a:cubicBezTo>
                  <a:cubicBezTo>
                    <a:pt x="2939129" y="812197"/>
                    <a:pt x="3084005" y="707993"/>
                    <a:pt x="3112199" y="562928"/>
                  </a:cubicBezTo>
                  <a:cubicBezTo>
                    <a:pt x="3162681" y="303562"/>
                    <a:pt x="2812828" y="331851"/>
                    <a:pt x="2842546" y="178975"/>
                  </a:cubicBezTo>
                  <a:cubicBezTo>
                    <a:pt x="2855119" y="114395"/>
                    <a:pt x="2899124" y="67913"/>
                    <a:pt x="2988660" y="67913"/>
                  </a:cubicBezTo>
                  <a:cubicBezTo>
                    <a:pt x="3053239" y="67913"/>
                    <a:pt x="3088767" y="106490"/>
                    <a:pt x="3099816" y="166592"/>
                  </a:cubicBezTo>
                  <a:lnTo>
                    <a:pt x="3116771" y="166592"/>
                  </a:lnTo>
                  <a:close/>
                  <a:moveTo>
                    <a:pt x="2287238" y="797433"/>
                  </a:moveTo>
                  <a:cubicBezTo>
                    <a:pt x="2316004" y="795147"/>
                    <a:pt x="2344960" y="791813"/>
                    <a:pt x="2373345" y="791813"/>
                  </a:cubicBezTo>
                  <a:cubicBezTo>
                    <a:pt x="2401729" y="791813"/>
                    <a:pt x="2429352" y="795147"/>
                    <a:pt x="2457164" y="797433"/>
                  </a:cubicBezTo>
                  <a:lnTo>
                    <a:pt x="2608231" y="20383"/>
                  </a:lnTo>
                  <a:cubicBezTo>
                    <a:pt x="2579465" y="22574"/>
                    <a:pt x="2550510" y="26003"/>
                    <a:pt x="2522220" y="26003"/>
                  </a:cubicBezTo>
                  <a:cubicBezTo>
                    <a:pt x="2493931" y="26003"/>
                    <a:pt x="2466213" y="22574"/>
                    <a:pt x="2438305" y="20383"/>
                  </a:cubicBezTo>
                  <a:lnTo>
                    <a:pt x="2287238" y="797433"/>
                  </a:lnTo>
                  <a:close/>
                  <a:moveTo>
                    <a:pt x="2206086" y="447485"/>
                  </a:moveTo>
                  <a:cubicBezTo>
                    <a:pt x="2177320" y="449675"/>
                    <a:pt x="2148364" y="453104"/>
                    <a:pt x="2120075" y="453104"/>
                  </a:cubicBezTo>
                  <a:cubicBezTo>
                    <a:pt x="2091785" y="453104"/>
                    <a:pt x="2064068" y="449675"/>
                    <a:pt x="2036255" y="447485"/>
                  </a:cubicBezTo>
                  <a:lnTo>
                    <a:pt x="1984820" y="712470"/>
                  </a:lnTo>
                  <a:cubicBezTo>
                    <a:pt x="1954530" y="728282"/>
                    <a:pt x="1910620" y="744188"/>
                    <a:pt x="1853946" y="744188"/>
                  </a:cubicBezTo>
                  <a:cubicBezTo>
                    <a:pt x="1681829" y="744188"/>
                    <a:pt x="1605058" y="626459"/>
                    <a:pt x="1643348" y="429292"/>
                  </a:cubicBezTo>
                  <a:cubicBezTo>
                    <a:pt x="1680401" y="238982"/>
                    <a:pt x="1806607" y="67913"/>
                    <a:pt x="1995678" y="67913"/>
                  </a:cubicBezTo>
                  <a:cubicBezTo>
                    <a:pt x="2085118" y="67913"/>
                    <a:pt x="2158937" y="107633"/>
                    <a:pt x="2196370" y="183452"/>
                  </a:cubicBezTo>
                  <a:lnTo>
                    <a:pt x="2212181" y="183452"/>
                  </a:lnTo>
                  <a:cubicBezTo>
                    <a:pt x="2224183" y="144971"/>
                    <a:pt x="2243233" y="105251"/>
                    <a:pt x="2266188" y="69056"/>
                  </a:cubicBezTo>
                  <a:cubicBezTo>
                    <a:pt x="2190655" y="20383"/>
                    <a:pt x="2103978" y="0"/>
                    <a:pt x="2006632" y="0"/>
                  </a:cubicBezTo>
                  <a:cubicBezTo>
                    <a:pt x="1744980" y="0"/>
                    <a:pt x="1510760" y="143827"/>
                    <a:pt x="1455992" y="425863"/>
                  </a:cubicBezTo>
                  <a:cubicBezTo>
                    <a:pt x="1404271" y="691991"/>
                    <a:pt x="1593818" y="812197"/>
                    <a:pt x="1832896" y="812197"/>
                  </a:cubicBezTo>
                  <a:cubicBezTo>
                    <a:pt x="1932623" y="812197"/>
                    <a:pt x="2037779" y="789527"/>
                    <a:pt x="2145316" y="761238"/>
                  </a:cubicBezTo>
                  <a:lnTo>
                    <a:pt x="2206276" y="447485"/>
                  </a:lnTo>
                  <a:close/>
                  <a:moveTo>
                    <a:pt x="1022033" y="67913"/>
                  </a:moveTo>
                  <a:cubicBezTo>
                    <a:pt x="1191959" y="67913"/>
                    <a:pt x="1227296" y="235553"/>
                    <a:pt x="1198817" y="381762"/>
                  </a:cubicBezTo>
                  <a:cubicBezTo>
                    <a:pt x="1162336" y="569690"/>
                    <a:pt x="1050227" y="744188"/>
                    <a:pt x="875824" y="744188"/>
                  </a:cubicBezTo>
                  <a:cubicBezTo>
                    <a:pt x="701421" y="744188"/>
                    <a:pt x="669417" y="587883"/>
                    <a:pt x="697992" y="440627"/>
                  </a:cubicBezTo>
                  <a:cubicBezTo>
                    <a:pt x="747332" y="186881"/>
                    <a:pt x="864394" y="67913"/>
                    <a:pt x="1021937" y="67913"/>
                  </a:cubicBezTo>
                  <a:moveTo>
                    <a:pt x="1382649" y="403193"/>
                  </a:moveTo>
                  <a:cubicBezTo>
                    <a:pt x="1415606" y="227552"/>
                    <a:pt x="1364742" y="0"/>
                    <a:pt x="1041940" y="0"/>
                  </a:cubicBezTo>
                  <a:cubicBezTo>
                    <a:pt x="759905" y="0"/>
                    <a:pt x="560165" y="182404"/>
                    <a:pt x="516350" y="407765"/>
                  </a:cubicBezTo>
                  <a:cubicBezTo>
                    <a:pt x="466344" y="664940"/>
                    <a:pt x="606552" y="812197"/>
                    <a:pt x="856964" y="812197"/>
                  </a:cubicBezTo>
                  <a:cubicBezTo>
                    <a:pt x="1134523" y="812197"/>
                    <a:pt x="1340930" y="624173"/>
                    <a:pt x="1382744" y="403289"/>
                  </a:cubicBezTo>
                  <a:moveTo>
                    <a:pt x="319850" y="20479"/>
                  </a:moveTo>
                  <a:cubicBezTo>
                    <a:pt x="291084" y="22669"/>
                    <a:pt x="262128" y="26098"/>
                    <a:pt x="233839" y="26098"/>
                  </a:cubicBezTo>
                  <a:cubicBezTo>
                    <a:pt x="205550" y="26098"/>
                    <a:pt x="177832" y="22669"/>
                    <a:pt x="149924" y="20479"/>
                  </a:cubicBezTo>
                  <a:lnTo>
                    <a:pt x="0" y="791909"/>
                  </a:lnTo>
                  <a:lnTo>
                    <a:pt x="429292" y="791909"/>
                  </a:lnTo>
                  <a:cubicBezTo>
                    <a:pt x="430149" y="776002"/>
                    <a:pt x="430054" y="759047"/>
                    <a:pt x="433197" y="743236"/>
                  </a:cubicBezTo>
                  <a:cubicBezTo>
                    <a:pt x="436150" y="727424"/>
                    <a:pt x="442817" y="710374"/>
                    <a:pt x="448342" y="694468"/>
                  </a:cubicBezTo>
                  <a:cubicBezTo>
                    <a:pt x="369761" y="702374"/>
                    <a:pt x="284321" y="710279"/>
                    <a:pt x="185833" y="710279"/>
                  </a:cubicBezTo>
                  <a:lnTo>
                    <a:pt x="319945" y="2047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1544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D75F6318-4AF8-4C78-8C5D-D38F344AF0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dirty="0"/>
              <a:t>Click to </a:t>
            </a:r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B8F567F4-EA09-C338-D049-9C2E91D2F64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BF46CD0-FBDC-4232-8F32-5100991AA63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1" name="Espace réservé du pied de page 10">
            <a:extLst>
              <a:ext uri="{FF2B5EF4-FFF2-40B4-BE49-F238E27FC236}">
                <a16:creationId xmlns:a16="http://schemas.microsoft.com/office/drawing/2014/main" id="{58B155ED-97D6-3C7F-101D-5AFD078E912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74952" y="6549509"/>
            <a:ext cx="3064239" cy="169277"/>
          </a:xfrm>
        </p:spPr>
        <p:txBody>
          <a:bodyPr/>
          <a:lstStyle/>
          <a:p>
            <a:pPr>
              <a:spcBef>
                <a:spcPts val="2438"/>
              </a:spcBef>
            </a:pPr>
            <a:r>
              <a:rPr lang="fr-FR"/>
              <a:t>Section title</a:t>
            </a:r>
            <a:endParaRPr lang="fr-FR" dirty="0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9944C5AA-B436-81E8-8020-F4FA96F1A64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72840" y="1583489"/>
            <a:ext cx="9481227" cy="4891819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cxnSp>
        <p:nvCxnSpPr>
          <p:cNvPr id="3" name="Connecteur droit 32">
            <a:extLst>
              <a:ext uri="{FF2B5EF4-FFF2-40B4-BE49-F238E27FC236}">
                <a16:creationId xmlns:a16="http://schemas.microsoft.com/office/drawing/2014/main" id="{28C99FD0-1D3F-4C22-5006-D49E24EF2153}"/>
              </a:ext>
            </a:extLst>
          </p:cNvPr>
          <p:cNvCxnSpPr/>
          <p:nvPr userDrawn="1"/>
        </p:nvCxnSpPr>
        <p:spPr>
          <a:xfrm>
            <a:off x="332997" y="931569"/>
            <a:ext cx="220996" cy="0"/>
          </a:xfrm>
          <a:prstGeom prst="line">
            <a:avLst/>
          </a:prstGeom>
          <a:ln w="47625" cap="rnd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841462902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9535B2D-509A-4C28-663B-D45E7325320B}"/>
              </a:ext>
            </a:extLst>
          </p:cNvPr>
          <p:cNvSpPr/>
          <p:nvPr userDrawn="1"/>
        </p:nvSpPr>
        <p:spPr>
          <a:xfrm>
            <a:off x="0" y="0"/>
            <a:ext cx="9906000" cy="6858000"/>
          </a:xfrm>
          <a:prstGeom prst="rect">
            <a:avLst/>
          </a:prstGeom>
          <a:blipFill>
            <a:blip r:embed="rId3"/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rtlCol="0" anchor="t">
            <a:noAutofit/>
          </a:bodyPr>
          <a:lstStyle/>
          <a:p>
            <a:pPr algn="l">
              <a:buClr>
                <a:schemeClr val="accent4"/>
              </a:buClr>
            </a:pPr>
            <a:endParaRPr lang="fr-FR" sz="975" dirty="0" err="1">
              <a:solidFill>
                <a:schemeClr val="bg1">
                  <a:lumMod val="100000"/>
                </a:schemeClr>
              </a:solidFill>
              <a:latin typeface="Segoe UI Semilight" panose="020B0402040204020203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5DA8362-FBB8-3740-48AF-974524370FEC}"/>
              </a:ext>
            </a:extLst>
          </p:cNvPr>
          <p:cNvSpPr/>
          <p:nvPr userDrawn="1"/>
        </p:nvSpPr>
        <p:spPr>
          <a:xfrm>
            <a:off x="0" y="0"/>
            <a:ext cx="7361396" cy="6858000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36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544" dirty="0"/>
          </a:p>
        </p:txBody>
      </p:sp>
      <p:sp>
        <p:nvSpPr>
          <p:cNvPr id="6" name="Rectangle : avec coins arrondis en haut 5">
            <a:extLst>
              <a:ext uri="{FF2B5EF4-FFF2-40B4-BE49-F238E27FC236}">
                <a16:creationId xmlns:a16="http://schemas.microsoft.com/office/drawing/2014/main" id="{BEEBB81D-917B-BBDB-735A-E5AA289A871C}"/>
              </a:ext>
            </a:extLst>
          </p:cNvPr>
          <p:cNvSpPr/>
          <p:nvPr userDrawn="1"/>
        </p:nvSpPr>
        <p:spPr>
          <a:xfrm>
            <a:off x="1308788" y="2088084"/>
            <a:ext cx="2694001" cy="4769916"/>
          </a:xfrm>
          <a:prstGeom prst="round2Same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rtlCol="0" anchor="t">
            <a:noAutofit/>
          </a:bodyPr>
          <a:lstStyle/>
          <a:p>
            <a:pPr algn="l">
              <a:buClr>
                <a:schemeClr val="accent4"/>
              </a:buClr>
            </a:pPr>
            <a:endParaRPr lang="fr-FR" sz="975" dirty="0" err="1">
              <a:solidFill>
                <a:schemeClr val="bg1">
                  <a:lumMod val="100000"/>
                </a:schemeClr>
              </a:solidFill>
              <a:latin typeface="Segoe UI Semilight" panose="020B0402040204020203" pitchFamily="34" charset="0"/>
            </a:endParaRPr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0BE7EBDF-1A28-F0F1-F1F0-C9D6D262DA76}"/>
              </a:ext>
            </a:extLst>
          </p:cNvPr>
          <p:cNvGrpSpPr/>
          <p:nvPr userDrawn="1"/>
        </p:nvGrpSpPr>
        <p:grpSpPr>
          <a:xfrm>
            <a:off x="1727012" y="2805725"/>
            <a:ext cx="1857554" cy="455333"/>
            <a:chOff x="7804375" y="14663327"/>
            <a:chExt cx="7400924" cy="1473993"/>
          </a:xfrm>
          <a:solidFill>
            <a:schemeClr val="accent2"/>
          </a:solidFill>
        </p:grpSpPr>
        <p:grpSp>
          <p:nvGrpSpPr>
            <p:cNvPr id="3" name="Graphique 37">
              <a:extLst>
                <a:ext uri="{FF2B5EF4-FFF2-40B4-BE49-F238E27FC236}">
                  <a16:creationId xmlns:a16="http://schemas.microsoft.com/office/drawing/2014/main" id="{E9E69481-BB2E-D5A4-E0B2-8576371C0A4E}"/>
                </a:ext>
              </a:extLst>
            </p:cNvPr>
            <p:cNvGrpSpPr/>
            <p:nvPr/>
          </p:nvGrpSpPr>
          <p:grpSpPr>
            <a:xfrm>
              <a:off x="7804375" y="14663327"/>
              <a:ext cx="2394966" cy="1473326"/>
              <a:chOff x="7804375" y="14663327"/>
              <a:chExt cx="2394966" cy="1473326"/>
            </a:xfrm>
            <a:grpFill/>
          </p:grpSpPr>
          <p:sp>
            <p:nvSpPr>
              <p:cNvPr id="7" name="Forme libre : forme 6">
                <a:extLst>
                  <a:ext uri="{FF2B5EF4-FFF2-40B4-BE49-F238E27FC236}">
                    <a16:creationId xmlns:a16="http://schemas.microsoft.com/office/drawing/2014/main" id="{A62260C7-5BF8-4B98-3673-1F3A07362007}"/>
                  </a:ext>
                </a:extLst>
              </p:cNvPr>
              <p:cNvSpPr/>
              <p:nvPr/>
            </p:nvSpPr>
            <p:spPr>
              <a:xfrm>
                <a:off x="8464266" y="14990796"/>
                <a:ext cx="1206016" cy="1137570"/>
              </a:xfrm>
              <a:custGeom>
                <a:avLst/>
                <a:gdLst>
                  <a:gd name="connsiteX0" fmla="*/ 221075 w 1206016"/>
                  <a:gd name="connsiteY0" fmla="*/ 0 h 1137570"/>
                  <a:gd name="connsiteX1" fmla="*/ 0 w 1206016"/>
                  <a:gd name="connsiteY1" fmla="*/ 1137571 h 1137570"/>
                  <a:gd name="connsiteX2" fmla="*/ 467678 w 1206016"/>
                  <a:gd name="connsiteY2" fmla="*/ 1137571 h 1137570"/>
                  <a:gd name="connsiteX3" fmla="*/ 1192530 w 1206016"/>
                  <a:gd name="connsiteY3" fmla="*/ 536258 h 1137570"/>
                  <a:gd name="connsiteX4" fmla="*/ 792290 w 1206016"/>
                  <a:gd name="connsiteY4" fmla="*/ 95 h 1137570"/>
                  <a:gd name="connsiteX5" fmla="*/ 221075 w 1206016"/>
                  <a:gd name="connsiteY5" fmla="*/ 95 h 1137570"/>
                  <a:gd name="connsiteX6" fmla="*/ 452723 w 1206016"/>
                  <a:gd name="connsiteY6" fmla="*/ 96869 h 1137570"/>
                  <a:gd name="connsiteX7" fmla="*/ 616458 w 1206016"/>
                  <a:gd name="connsiteY7" fmla="*/ 96869 h 1137570"/>
                  <a:gd name="connsiteX8" fmla="*/ 915638 w 1206016"/>
                  <a:gd name="connsiteY8" fmla="*/ 534543 h 1137570"/>
                  <a:gd name="connsiteX9" fmla="*/ 411290 w 1206016"/>
                  <a:gd name="connsiteY9" fmla="*/ 1040606 h 1137570"/>
                  <a:gd name="connsiteX10" fmla="*/ 269367 w 1206016"/>
                  <a:gd name="connsiteY10" fmla="*/ 1040606 h 1137570"/>
                  <a:gd name="connsiteX11" fmla="*/ 452723 w 1206016"/>
                  <a:gd name="connsiteY11" fmla="*/ 96774 h 1137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206016" h="1137570">
                    <a:moveTo>
                      <a:pt x="221075" y="0"/>
                    </a:moveTo>
                    <a:lnTo>
                      <a:pt x="0" y="1137571"/>
                    </a:lnTo>
                    <a:lnTo>
                      <a:pt x="467678" y="1137571"/>
                    </a:lnTo>
                    <a:cubicBezTo>
                      <a:pt x="810101" y="1137571"/>
                      <a:pt x="1119188" y="913733"/>
                      <a:pt x="1192530" y="536258"/>
                    </a:cubicBezTo>
                    <a:cubicBezTo>
                      <a:pt x="1245775" y="262318"/>
                      <a:pt x="1147191" y="13430"/>
                      <a:pt x="792290" y="95"/>
                    </a:cubicBezTo>
                    <a:lnTo>
                      <a:pt x="221075" y="95"/>
                    </a:lnTo>
                    <a:close/>
                    <a:moveTo>
                      <a:pt x="452723" y="96869"/>
                    </a:moveTo>
                    <a:lnTo>
                      <a:pt x="616458" y="96869"/>
                    </a:lnTo>
                    <a:cubicBezTo>
                      <a:pt x="851916" y="96869"/>
                      <a:pt x="976598" y="220504"/>
                      <a:pt x="915638" y="534543"/>
                    </a:cubicBezTo>
                    <a:cubicBezTo>
                      <a:pt x="839629" y="925354"/>
                      <a:pt x="641795" y="1040606"/>
                      <a:pt x="411290" y="1040606"/>
                    </a:cubicBezTo>
                    <a:lnTo>
                      <a:pt x="269367" y="1040606"/>
                    </a:lnTo>
                    <a:lnTo>
                      <a:pt x="452723" y="96774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1544"/>
              </a:p>
            </p:txBody>
          </p:sp>
          <p:sp>
            <p:nvSpPr>
              <p:cNvPr id="8" name="Forme libre : forme 7">
                <a:extLst>
                  <a:ext uri="{FF2B5EF4-FFF2-40B4-BE49-F238E27FC236}">
                    <a16:creationId xmlns:a16="http://schemas.microsoft.com/office/drawing/2014/main" id="{2B527527-3A08-2DF5-2352-3E804E682D19}"/>
                  </a:ext>
                </a:extLst>
              </p:cNvPr>
              <p:cNvSpPr/>
              <p:nvPr/>
            </p:nvSpPr>
            <p:spPr>
              <a:xfrm>
                <a:off x="7804375" y="14663327"/>
                <a:ext cx="2394966" cy="1136017"/>
              </a:xfrm>
              <a:custGeom>
                <a:avLst/>
                <a:gdLst>
                  <a:gd name="connsiteX0" fmla="*/ 1852232 w 2394966"/>
                  <a:gd name="connsiteY0" fmla="*/ 299752 h 1136017"/>
                  <a:gd name="connsiteX1" fmla="*/ 1816132 w 2394966"/>
                  <a:gd name="connsiteY1" fmla="*/ 148781 h 1136017"/>
                  <a:gd name="connsiteX2" fmla="*/ 2265426 w 2394966"/>
                  <a:gd name="connsiteY2" fmla="*/ 0 h 1136017"/>
                  <a:gd name="connsiteX3" fmla="*/ 2394966 w 2394966"/>
                  <a:gd name="connsiteY3" fmla="*/ 451961 h 1136017"/>
                  <a:gd name="connsiteX4" fmla="*/ 2237804 w 2394966"/>
                  <a:gd name="connsiteY4" fmla="*/ 487775 h 1136017"/>
                  <a:gd name="connsiteX5" fmla="*/ 2207514 w 2394966"/>
                  <a:gd name="connsiteY5" fmla="*/ 303086 h 1136017"/>
                  <a:gd name="connsiteX6" fmla="*/ 0 w 2394966"/>
                  <a:gd name="connsiteY6" fmla="*/ 1074801 h 1136017"/>
                  <a:gd name="connsiteX7" fmla="*/ 17812 w 2394966"/>
                  <a:gd name="connsiteY7" fmla="*/ 1033272 h 1136017"/>
                  <a:gd name="connsiteX8" fmla="*/ 2028349 w 2394966"/>
                  <a:gd name="connsiteY8" fmla="*/ 231458 h 1136017"/>
                  <a:gd name="connsiteX9" fmla="*/ 1852232 w 2394966"/>
                  <a:gd name="connsiteY9" fmla="*/ 299752 h 1136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394966" h="1136017">
                    <a:moveTo>
                      <a:pt x="1852232" y="299752"/>
                    </a:moveTo>
                    <a:cubicBezTo>
                      <a:pt x="1851946" y="217742"/>
                      <a:pt x="1838611" y="205264"/>
                      <a:pt x="1816132" y="148781"/>
                    </a:cubicBezTo>
                    <a:lnTo>
                      <a:pt x="2265426" y="0"/>
                    </a:lnTo>
                    <a:lnTo>
                      <a:pt x="2394966" y="451961"/>
                    </a:lnTo>
                    <a:cubicBezTo>
                      <a:pt x="2348103" y="449199"/>
                      <a:pt x="2298478" y="454724"/>
                      <a:pt x="2237804" y="487775"/>
                    </a:cubicBezTo>
                    <a:lnTo>
                      <a:pt x="2207514" y="303086"/>
                    </a:lnTo>
                    <a:cubicBezTo>
                      <a:pt x="2042160" y="609124"/>
                      <a:pt x="1223677" y="1353217"/>
                      <a:pt x="0" y="1074801"/>
                    </a:cubicBezTo>
                    <a:cubicBezTo>
                      <a:pt x="7906" y="1068038"/>
                      <a:pt x="14002" y="1043654"/>
                      <a:pt x="17812" y="1033272"/>
                    </a:cubicBezTo>
                    <a:cubicBezTo>
                      <a:pt x="1146429" y="1185005"/>
                      <a:pt x="1915478" y="481679"/>
                      <a:pt x="2028349" y="231458"/>
                    </a:cubicBezTo>
                    <a:lnTo>
                      <a:pt x="1852232" y="299752"/>
                    </a:lnTo>
                    <a:close/>
                  </a:path>
                </a:pathLst>
              </a:custGeom>
              <a:solidFill>
                <a:schemeClr val="accent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1544"/>
              </a:p>
            </p:txBody>
          </p:sp>
          <p:sp>
            <p:nvSpPr>
              <p:cNvPr id="10" name="Forme libre : forme 9">
                <a:extLst>
                  <a:ext uri="{FF2B5EF4-FFF2-40B4-BE49-F238E27FC236}">
                    <a16:creationId xmlns:a16="http://schemas.microsoft.com/office/drawing/2014/main" id="{CA7992E6-A080-1183-6E40-B458317C5C0F}"/>
                  </a:ext>
                </a:extLst>
              </p:cNvPr>
              <p:cNvSpPr/>
              <p:nvPr/>
            </p:nvSpPr>
            <p:spPr>
              <a:xfrm>
                <a:off x="8045167" y="14990796"/>
                <a:ext cx="473297" cy="1145857"/>
              </a:xfrm>
              <a:custGeom>
                <a:avLst/>
                <a:gdLst>
                  <a:gd name="connsiteX0" fmla="*/ 95 w 473297"/>
                  <a:gd name="connsiteY0" fmla="*/ 1145857 h 1145857"/>
                  <a:gd name="connsiteX1" fmla="*/ 126968 w 473297"/>
                  <a:gd name="connsiteY1" fmla="*/ 1137571 h 1145857"/>
                  <a:gd name="connsiteX2" fmla="*/ 250603 w 473297"/>
                  <a:gd name="connsiteY2" fmla="*/ 1145857 h 1145857"/>
                  <a:gd name="connsiteX3" fmla="*/ 473297 w 473297"/>
                  <a:gd name="connsiteY3" fmla="*/ 0 h 1145857"/>
                  <a:gd name="connsiteX4" fmla="*/ 346424 w 473297"/>
                  <a:gd name="connsiteY4" fmla="*/ 8382 h 1145857"/>
                  <a:gd name="connsiteX5" fmla="*/ 222790 w 473297"/>
                  <a:gd name="connsiteY5" fmla="*/ 0 h 1145857"/>
                  <a:gd name="connsiteX6" fmla="*/ 0 w 473297"/>
                  <a:gd name="connsiteY6" fmla="*/ 1145857 h 114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73297" h="1145857">
                    <a:moveTo>
                      <a:pt x="95" y="1145857"/>
                    </a:moveTo>
                    <a:cubicBezTo>
                      <a:pt x="42481" y="1142524"/>
                      <a:pt x="85249" y="1137571"/>
                      <a:pt x="126968" y="1137571"/>
                    </a:cubicBezTo>
                    <a:cubicBezTo>
                      <a:pt x="168688" y="1137571"/>
                      <a:pt x="209550" y="1142619"/>
                      <a:pt x="250603" y="1145857"/>
                    </a:cubicBezTo>
                    <a:lnTo>
                      <a:pt x="473297" y="0"/>
                    </a:lnTo>
                    <a:cubicBezTo>
                      <a:pt x="430911" y="3239"/>
                      <a:pt x="388144" y="8382"/>
                      <a:pt x="346424" y="8382"/>
                    </a:cubicBezTo>
                    <a:cubicBezTo>
                      <a:pt x="304705" y="8382"/>
                      <a:pt x="263843" y="3334"/>
                      <a:pt x="222790" y="0"/>
                    </a:cubicBezTo>
                    <a:lnTo>
                      <a:pt x="0" y="114585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1544"/>
              </a:p>
            </p:txBody>
          </p:sp>
        </p:grpSp>
        <p:sp>
          <p:nvSpPr>
            <p:cNvPr id="5" name="Forme libre : forme 4">
              <a:extLst>
                <a:ext uri="{FF2B5EF4-FFF2-40B4-BE49-F238E27FC236}">
                  <a16:creationId xmlns:a16="http://schemas.microsoft.com/office/drawing/2014/main" id="{FF3D8E2E-C6F4-2E80-44C0-71FDD009DAA7}"/>
                </a:ext>
              </a:extLst>
            </p:cNvPr>
            <p:cNvSpPr/>
            <p:nvPr/>
          </p:nvSpPr>
          <p:spPr>
            <a:xfrm>
              <a:off x="9751570" y="15324933"/>
              <a:ext cx="5453729" cy="812387"/>
            </a:xfrm>
            <a:custGeom>
              <a:avLst/>
              <a:gdLst>
                <a:gd name="connsiteX0" fmla="*/ 5395722 w 5453729"/>
                <a:gd name="connsiteY0" fmla="*/ 166592 h 812387"/>
                <a:gd name="connsiteX1" fmla="*/ 5453730 w 5453729"/>
                <a:gd name="connsiteY1" fmla="*/ 54388 h 812387"/>
                <a:gd name="connsiteX2" fmla="*/ 5285328 w 5453729"/>
                <a:gd name="connsiteY2" fmla="*/ 0 h 812387"/>
                <a:gd name="connsiteX3" fmla="*/ 4977384 w 5453729"/>
                <a:gd name="connsiteY3" fmla="*/ 237839 h 812387"/>
                <a:gd name="connsiteX4" fmla="*/ 5239417 w 5453729"/>
                <a:gd name="connsiteY4" fmla="*/ 626459 h 812387"/>
                <a:gd name="connsiteX5" fmla="*/ 5083969 w 5453729"/>
                <a:gd name="connsiteY5" fmla="*/ 744188 h 812387"/>
                <a:gd name="connsiteX6" fmla="*/ 4951953 w 5453729"/>
                <a:gd name="connsiteY6" fmla="*/ 619601 h 812387"/>
                <a:gd name="connsiteX7" fmla="*/ 4930331 w 5453729"/>
                <a:gd name="connsiteY7" fmla="*/ 619601 h 812387"/>
                <a:gd name="connsiteX8" fmla="*/ 4869561 w 5453729"/>
                <a:gd name="connsiteY8" fmla="*/ 763429 h 812387"/>
                <a:gd name="connsiteX9" fmla="*/ 5042535 w 5453729"/>
                <a:gd name="connsiteY9" fmla="*/ 812197 h 812387"/>
                <a:gd name="connsiteX10" fmla="*/ 5391055 w 5453729"/>
                <a:gd name="connsiteY10" fmla="*/ 562928 h 812387"/>
                <a:gd name="connsiteX11" fmla="*/ 5121307 w 5453729"/>
                <a:gd name="connsiteY11" fmla="*/ 178975 h 812387"/>
                <a:gd name="connsiteX12" fmla="*/ 5267516 w 5453729"/>
                <a:gd name="connsiteY12" fmla="*/ 67913 h 812387"/>
                <a:gd name="connsiteX13" fmla="*/ 5378577 w 5453729"/>
                <a:gd name="connsiteY13" fmla="*/ 166592 h 812387"/>
                <a:gd name="connsiteX14" fmla="*/ 5395627 w 5453729"/>
                <a:gd name="connsiteY14" fmla="*/ 166592 h 812387"/>
                <a:gd name="connsiteX15" fmla="*/ 4776692 w 5453729"/>
                <a:gd name="connsiteY15" fmla="*/ 659320 h 812387"/>
                <a:gd name="connsiteX16" fmla="*/ 4557427 w 5453729"/>
                <a:gd name="connsiteY16" fmla="*/ 744284 h 812387"/>
                <a:gd name="connsiteX17" fmla="*/ 4351878 w 5453729"/>
                <a:gd name="connsiteY17" fmla="*/ 414719 h 812387"/>
                <a:gd name="connsiteX18" fmla="*/ 4683157 w 5453729"/>
                <a:gd name="connsiteY18" fmla="*/ 68008 h 812387"/>
                <a:gd name="connsiteX19" fmla="*/ 4850987 w 5453729"/>
                <a:gd name="connsiteY19" fmla="*/ 172307 h 812387"/>
                <a:gd name="connsiteX20" fmla="*/ 4866799 w 5453729"/>
                <a:gd name="connsiteY20" fmla="*/ 172307 h 812387"/>
                <a:gd name="connsiteX21" fmla="*/ 4915567 w 5453729"/>
                <a:gd name="connsiteY21" fmla="*/ 55626 h 812387"/>
                <a:gd name="connsiteX22" fmla="*/ 4695254 w 5453729"/>
                <a:gd name="connsiteY22" fmla="*/ 191 h 812387"/>
                <a:gd name="connsiteX23" fmla="*/ 4160806 w 5453729"/>
                <a:gd name="connsiteY23" fmla="*/ 430625 h 812387"/>
                <a:gd name="connsiteX24" fmla="*/ 4512469 w 5453729"/>
                <a:gd name="connsiteY24" fmla="*/ 812387 h 812387"/>
                <a:gd name="connsiteX25" fmla="*/ 4746212 w 5453729"/>
                <a:gd name="connsiteY25" fmla="*/ 763619 h 812387"/>
                <a:gd name="connsiteX26" fmla="*/ 4790028 w 5453729"/>
                <a:gd name="connsiteY26" fmla="*/ 666178 h 812387"/>
                <a:gd name="connsiteX27" fmla="*/ 4776692 w 5453729"/>
                <a:gd name="connsiteY27" fmla="*/ 659416 h 812387"/>
                <a:gd name="connsiteX28" fmla="*/ 3802571 w 5453729"/>
                <a:gd name="connsiteY28" fmla="*/ 797433 h 812387"/>
                <a:gd name="connsiteX29" fmla="*/ 3888677 w 5453729"/>
                <a:gd name="connsiteY29" fmla="*/ 791813 h 812387"/>
                <a:gd name="connsiteX30" fmla="*/ 3972497 w 5453729"/>
                <a:gd name="connsiteY30" fmla="*/ 797433 h 812387"/>
                <a:gd name="connsiteX31" fmla="*/ 4123468 w 5453729"/>
                <a:gd name="connsiteY31" fmla="*/ 20383 h 812387"/>
                <a:gd name="connsiteX32" fmla="*/ 4037457 w 5453729"/>
                <a:gd name="connsiteY32" fmla="*/ 26003 h 812387"/>
                <a:gd name="connsiteX33" fmla="*/ 3953542 w 5453729"/>
                <a:gd name="connsiteY33" fmla="*/ 20383 h 812387"/>
                <a:gd name="connsiteX34" fmla="*/ 3802476 w 5453729"/>
                <a:gd name="connsiteY34" fmla="*/ 797433 h 812387"/>
                <a:gd name="connsiteX35" fmla="*/ 3625120 w 5453729"/>
                <a:gd name="connsiteY35" fmla="*/ 100775 h 812387"/>
                <a:gd name="connsiteX36" fmla="*/ 3824764 w 5453729"/>
                <a:gd name="connsiteY36" fmla="*/ 116586 h 812387"/>
                <a:gd name="connsiteX37" fmla="*/ 3828574 w 5453729"/>
                <a:gd name="connsiteY37" fmla="*/ 67818 h 812387"/>
                <a:gd name="connsiteX38" fmla="*/ 3843528 w 5453729"/>
                <a:gd name="connsiteY38" fmla="*/ 20288 h 812387"/>
                <a:gd name="connsiteX39" fmla="*/ 3260122 w 5453729"/>
                <a:gd name="connsiteY39" fmla="*/ 20288 h 812387"/>
                <a:gd name="connsiteX40" fmla="*/ 3256503 w 5453729"/>
                <a:gd name="connsiteY40" fmla="*/ 67818 h 812387"/>
                <a:gd name="connsiteX41" fmla="*/ 3241358 w 5453729"/>
                <a:gd name="connsiteY41" fmla="*/ 116586 h 812387"/>
                <a:gd name="connsiteX42" fmla="*/ 3455194 w 5453729"/>
                <a:gd name="connsiteY42" fmla="*/ 100775 h 812387"/>
                <a:gd name="connsiteX43" fmla="*/ 3319749 w 5453729"/>
                <a:gd name="connsiteY43" fmla="*/ 797433 h 812387"/>
                <a:gd name="connsiteX44" fmla="*/ 3405759 w 5453729"/>
                <a:gd name="connsiteY44" fmla="*/ 791813 h 812387"/>
                <a:gd name="connsiteX45" fmla="*/ 3489674 w 5453729"/>
                <a:gd name="connsiteY45" fmla="*/ 797433 h 812387"/>
                <a:gd name="connsiteX46" fmla="*/ 3625025 w 5453729"/>
                <a:gd name="connsiteY46" fmla="*/ 100775 h 812387"/>
                <a:gd name="connsiteX47" fmla="*/ 3116676 w 5453729"/>
                <a:gd name="connsiteY47" fmla="*/ 166592 h 812387"/>
                <a:gd name="connsiteX48" fmla="*/ 3174778 w 5453729"/>
                <a:gd name="connsiteY48" fmla="*/ 54388 h 812387"/>
                <a:gd name="connsiteX49" fmla="*/ 3006376 w 5453729"/>
                <a:gd name="connsiteY49" fmla="*/ 0 h 812387"/>
                <a:gd name="connsiteX50" fmla="*/ 2698433 w 5453729"/>
                <a:gd name="connsiteY50" fmla="*/ 237839 h 812387"/>
                <a:gd name="connsiteX51" fmla="*/ 2960561 w 5453729"/>
                <a:gd name="connsiteY51" fmla="*/ 626459 h 812387"/>
                <a:gd name="connsiteX52" fmla="*/ 2805113 w 5453729"/>
                <a:gd name="connsiteY52" fmla="*/ 744188 h 812387"/>
                <a:gd name="connsiteX53" fmla="*/ 2673001 w 5453729"/>
                <a:gd name="connsiteY53" fmla="*/ 619601 h 812387"/>
                <a:gd name="connsiteX54" fmla="*/ 2651379 w 5453729"/>
                <a:gd name="connsiteY54" fmla="*/ 619601 h 812387"/>
                <a:gd name="connsiteX55" fmla="*/ 2590610 w 5453729"/>
                <a:gd name="connsiteY55" fmla="*/ 763429 h 812387"/>
                <a:gd name="connsiteX56" fmla="*/ 2763584 w 5453729"/>
                <a:gd name="connsiteY56" fmla="*/ 812197 h 812387"/>
                <a:gd name="connsiteX57" fmla="*/ 3112199 w 5453729"/>
                <a:gd name="connsiteY57" fmla="*/ 562928 h 812387"/>
                <a:gd name="connsiteX58" fmla="*/ 2842546 w 5453729"/>
                <a:gd name="connsiteY58" fmla="*/ 178975 h 812387"/>
                <a:gd name="connsiteX59" fmla="*/ 2988660 w 5453729"/>
                <a:gd name="connsiteY59" fmla="*/ 67913 h 812387"/>
                <a:gd name="connsiteX60" fmla="*/ 3099816 w 5453729"/>
                <a:gd name="connsiteY60" fmla="*/ 166592 h 812387"/>
                <a:gd name="connsiteX61" fmla="*/ 3116771 w 5453729"/>
                <a:gd name="connsiteY61" fmla="*/ 166592 h 812387"/>
                <a:gd name="connsiteX62" fmla="*/ 2287238 w 5453729"/>
                <a:gd name="connsiteY62" fmla="*/ 797433 h 812387"/>
                <a:gd name="connsiteX63" fmla="*/ 2373345 w 5453729"/>
                <a:gd name="connsiteY63" fmla="*/ 791813 h 812387"/>
                <a:gd name="connsiteX64" fmla="*/ 2457164 w 5453729"/>
                <a:gd name="connsiteY64" fmla="*/ 797433 h 812387"/>
                <a:gd name="connsiteX65" fmla="*/ 2608231 w 5453729"/>
                <a:gd name="connsiteY65" fmla="*/ 20383 h 812387"/>
                <a:gd name="connsiteX66" fmla="*/ 2522220 w 5453729"/>
                <a:gd name="connsiteY66" fmla="*/ 26003 h 812387"/>
                <a:gd name="connsiteX67" fmla="*/ 2438305 w 5453729"/>
                <a:gd name="connsiteY67" fmla="*/ 20383 h 812387"/>
                <a:gd name="connsiteX68" fmla="*/ 2287238 w 5453729"/>
                <a:gd name="connsiteY68" fmla="*/ 797433 h 812387"/>
                <a:gd name="connsiteX69" fmla="*/ 2206086 w 5453729"/>
                <a:gd name="connsiteY69" fmla="*/ 447485 h 812387"/>
                <a:gd name="connsiteX70" fmla="*/ 2120075 w 5453729"/>
                <a:gd name="connsiteY70" fmla="*/ 453104 h 812387"/>
                <a:gd name="connsiteX71" fmla="*/ 2036255 w 5453729"/>
                <a:gd name="connsiteY71" fmla="*/ 447485 h 812387"/>
                <a:gd name="connsiteX72" fmla="*/ 1984820 w 5453729"/>
                <a:gd name="connsiteY72" fmla="*/ 712470 h 812387"/>
                <a:gd name="connsiteX73" fmla="*/ 1853946 w 5453729"/>
                <a:gd name="connsiteY73" fmla="*/ 744188 h 812387"/>
                <a:gd name="connsiteX74" fmla="*/ 1643348 w 5453729"/>
                <a:gd name="connsiteY74" fmla="*/ 429292 h 812387"/>
                <a:gd name="connsiteX75" fmla="*/ 1995678 w 5453729"/>
                <a:gd name="connsiteY75" fmla="*/ 67913 h 812387"/>
                <a:gd name="connsiteX76" fmla="*/ 2196370 w 5453729"/>
                <a:gd name="connsiteY76" fmla="*/ 183452 h 812387"/>
                <a:gd name="connsiteX77" fmla="*/ 2212181 w 5453729"/>
                <a:gd name="connsiteY77" fmla="*/ 183452 h 812387"/>
                <a:gd name="connsiteX78" fmla="*/ 2266188 w 5453729"/>
                <a:gd name="connsiteY78" fmla="*/ 69056 h 812387"/>
                <a:gd name="connsiteX79" fmla="*/ 2006632 w 5453729"/>
                <a:gd name="connsiteY79" fmla="*/ 0 h 812387"/>
                <a:gd name="connsiteX80" fmla="*/ 1455992 w 5453729"/>
                <a:gd name="connsiteY80" fmla="*/ 425863 h 812387"/>
                <a:gd name="connsiteX81" fmla="*/ 1832896 w 5453729"/>
                <a:gd name="connsiteY81" fmla="*/ 812197 h 812387"/>
                <a:gd name="connsiteX82" fmla="*/ 2145316 w 5453729"/>
                <a:gd name="connsiteY82" fmla="*/ 761238 h 812387"/>
                <a:gd name="connsiteX83" fmla="*/ 2206276 w 5453729"/>
                <a:gd name="connsiteY83" fmla="*/ 447485 h 812387"/>
                <a:gd name="connsiteX84" fmla="*/ 1022033 w 5453729"/>
                <a:gd name="connsiteY84" fmla="*/ 67913 h 812387"/>
                <a:gd name="connsiteX85" fmla="*/ 1198817 w 5453729"/>
                <a:gd name="connsiteY85" fmla="*/ 381762 h 812387"/>
                <a:gd name="connsiteX86" fmla="*/ 875824 w 5453729"/>
                <a:gd name="connsiteY86" fmla="*/ 744188 h 812387"/>
                <a:gd name="connsiteX87" fmla="*/ 697992 w 5453729"/>
                <a:gd name="connsiteY87" fmla="*/ 440627 h 812387"/>
                <a:gd name="connsiteX88" fmla="*/ 1021937 w 5453729"/>
                <a:gd name="connsiteY88" fmla="*/ 67913 h 812387"/>
                <a:gd name="connsiteX89" fmla="*/ 1382649 w 5453729"/>
                <a:gd name="connsiteY89" fmla="*/ 403193 h 812387"/>
                <a:gd name="connsiteX90" fmla="*/ 1041940 w 5453729"/>
                <a:gd name="connsiteY90" fmla="*/ 0 h 812387"/>
                <a:gd name="connsiteX91" fmla="*/ 516350 w 5453729"/>
                <a:gd name="connsiteY91" fmla="*/ 407765 h 812387"/>
                <a:gd name="connsiteX92" fmla="*/ 856964 w 5453729"/>
                <a:gd name="connsiteY92" fmla="*/ 812197 h 812387"/>
                <a:gd name="connsiteX93" fmla="*/ 1382744 w 5453729"/>
                <a:gd name="connsiteY93" fmla="*/ 403289 h 812387"/>
                <a:gd name="connsiteX94" fmla="*/ 319850 w 5453729"/>
                <a:gd name="connsiteY94" fmla="*/ 20479 h 812387"/>
                <a:gd name="connsiteX95" fmla="*/ 233839 w 5453729"/>
                <a:gd name="connsiteY95" fmla="*/ 26098 h 812387"/>
                <a:gd name="connsiteX96" fmla="*/ 149924 w 5453729"/>
                <a:gd name="connsiteY96" fmla="*/ 20479 h 812387"/>
                <a:gd name="connsiteX97" fmla="*/ 0 w 5453729"/>
                <a:gd name="connsiteY97" fmla="*/ 791909 h 812387"/>
                <a:gd name="connsiteX98" fmla="*/ 429292 w 5453729"/>
                <a:gd name="connsiteY98" fmla="*/ 791909 h 812387"/>
                <a:gd name="connsiteX99" fmla="*/ 433197 w 5453729"/>
                <a:gd name="connsiteY99" fmla="*/ 743236 h 812387"/>
                <a:gd name="connsiteX100" fmla="*/ 448342 w 5453729"/>
                <a:gd name="connsiteY100" fmla="*/ 694468 h 812387"/>
                <a:gd name="connsiteX101" fmla="*/ 185833 w 5453729"/>
                <a:gd name="connsiteY101" fmla="*/ 710279 h 812387"/>
                <a:gd name="connsiteX102" fmla="*/ 319945 w 5453729"/>
                <a:gd name="connsiteY102" fmla="*/ 20479 h 81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453729" h="812387">
                  <a:moveTo>
                    <a:pt x="5395722" y="166592"/>
                  </a:moveTo>
                  <a:cubicBezTo>
                    <a:pt x="5414487" y="128016"/>
                    <a:pt x="5433156" y="90583"/>
                    <a:pt x="5453730" y="54388"/>
                  </a:cubicBezTo>
                  <a:cubicBezTo>
                    <a:pt x="5433537" y="30575"/>
                    <a:pt x="5366862" y="0"/>
                    <a:pt x="5285328" y="0"/>
                  </a:cubicBezTo>
                  <a:cubicBezTo>
                    <a:pt x="5113115" y="0"/>
                    <a:pt x="5002816" y="107633"/>
                    <a:pt x="4977384" y="237839"/>
                  </a:cubicBezTo>
                  <a:cubicBezTo>
                    <a:pt x="4924330" y="510826"/>
                    <a:pt x="5274660" y="445198"/>
                    <a:pt x="5239417" y="626459"/>
                  </a:cubicBezTo>
                  <a:cubicBezTo>
                    <a:pt x="5224272" y="704564"/>
                    <a:pt x="5154264" y="744188"/>
                    <a:pt x="5083969" y="744188"/>
                  </a:cubicBezTo>
                  <a:cubicBezTo>
                    <a:pt x="5005864" y="744188"/>
                    <a:pt x="4953667" y="697802"/>
                    <a:pt x="4951953" y="619601"/>
                  </a:cubicBezTo>
                  <a:lnTo>
                    <a:pt x="4930331" y="619601"/>
                  </a:lnTo>
                  <a:cubicBezTo>
                    <a:pt x="4914138" y="668274"/>
                    <a:pt x="4892421" y="715899"/>
                    <a:pt x="4869561" y="763429"/>
                  </a:cubicBezTo>
                  <a:cubicBezTo>
                    <a:pt x="4916234" y="797433"/>
                    <a:pt x="4980147" y="812197"/>
                    <a:pt x="5042535" y="812197"/>
                  </a:cubicBezTo>
                  <a:cubicBezTo>
                    <a:pt x="5217986" y="812197"/>
                    <a:pt x="5362956" y="707993"/>
                    <a:pt x="5391055" y="562928"/>
                  </a:cubicBezTo>
                  <a:cubicBezTo>
                    <a:pt x="5441537" y="303562"/>
                    <a:pt x="5091589" y="331851"/>
                    <a:pt x="5121307" y="178975"/>
                  </a:cubicBezTo>
                  <a:cubicBezTo>
                    <a:pt x="5133880" y="114395"/>
                    <a:pt x="5177981" y="67913"/>
                    <a:pt x="5267516" y="67913"/>
                  </a:cubicBezTo>
                  <a:cubicBezTo>
                    <a:pt x="5332095" y="67913"/>
                    <a:pt x="5367624" y="106490"/>
                    <a:pt x="5378577" y="166592"/>
                  </a:cubicBezTo>
                  <a:lnTo>
                    <a:pt x="5395627" y="166592"/>
                  </a:lnTo>
                  <a:close/>
                  <a:moveTo>
                    <a:pt x="4776692" y="659320"/>
                  </a:moveTo>
                  <a:cubicBezTo>
                    <a:pt x="4716209" y="707993"/>
                    <a:pt x="4627627" y="744284"/>
                    <a:pt x="4557427" y="744284"/>
                  </a:cubicBezTo>
                  <a:cubicBezTo>
                    <a:pt x="4382929" y="744284"/>
                    <a:pt x="4314254" y="608362"/>
                    <a:pt x="4351878" y="414719"/>
                  </a:cubicBezTo>
                  <a:cubicBezTo>
                    <a:pt x="4384262" y="248126"/>
                    <a:pt x="4495133" y="68008"/>
                    <a:pt x="4683157" y="68008"/>
                  </a:cubicBezTo>
                  <a:cubicBezTo>
                    <a:pt x="4756785" y="68008"/>
                    <a:pt x="4820889" y="111157"/>
                    <a:pt x="4850987" y="172307"/>
                  </a:cubicBezTo>
                  <a:lnTo>
                    <a:pt x="4866799" y="172307"/>
                  </a:lnTo>
                  <a:cubicBezTo>
                    <a:pt x="4883659" y="132779"/>
                    <a:pt x="4897851" y="94202"/>
                    <a:pt x="4915567" y="55626"/>
                  </a:cubicBezTo>
                  <a:cubicBezTo>
                    <a:pt x="4856893" y="19431"/>
                    <a:pt x="4770025" y="191"/>
                    <a:pt x="4695254" y="191"/>
                  </a:cubicBezTo>
                  <a:cubicBezTo>
                    <a:pt x="4448271" y="191"/>
                    <a:pt x="4218147" y="134874"/>
                    <a:pt x="4160806" y="430625"/>
                  </a:cubicBezTo>
                  <a:cubicBezTo>
                    <a:pt x="4115562" y="662845"/>
                    <a:pt x="4270058" y="812387"/>
                    <a:pt x="4512469" y="812387"/>
                  </a:cubicBezTo>
                  <a:cubicBezTo>
                    <a:pt x="4588384" y="812387"/>
                    <a:pt x="4671441" y="798862"/>
                    <a:pt x="4746212" y="763619"/>
                  </a:cubicBezTo>
                  <a:lnTo>
                    <a:pt x="4790028" y="666178"/>
                  </a:lnTo>
                  <a:lnTo>
                    <a:pt x="4776692" y="659416"/>
                  </a:lnTo>
                  <a:close/>
                  <a:moveTo>
                    <a:pt x="3802571" y="797433"/>
                  </a:moveTo>
                  <a:cubicBezTo>
                    <a:pt x="3831336" y="795147"/>
                    <a:pt x="3860387" y="791813"/>
                    <a:pt x="3888677" y="791813"/>
                  </a:cubicBezTo>
                  <a:cubicBezTo>
                    <a:pt x="3916966" y="791813"/>
                    <a:pt x="3944684" y="795147"/>
                    <a:pt x="3972497" y="797433"/>
                  </a:cubicBezTo>
                  <a:lnTo>
                    <a:pt x="4123468" y="20383"/>
                  </a:lnTo>
                  <a:cubicBezTo>
                    <a:pt x="4094798" y="22574"/>
                    <a:pt x="4065747" y="26003"/>
                    <a:pt x="4037457" y="26003"/>
                  </a:cubicBezTo>
                  <a:cubicBezTo>
                    <a:pt x="4009168" y="26003"/>
                    <a:pt x="3981450" y="22574"/>
                    <a:pt x="3953542" y="20383"/>
                  </a:cubicBezTo>
                  <a:lnTo>
                    <a:pt x="3802476" y="797433"/>
                  </a:lnTo>
                  <a:close/>
                  <a:moveTo>
                    <a:pt x="3625120" y="100775"/>
                  </a:moveTo>
                  <a:cubicBezTo>
                    <a:pt x="3694176" y="100775"/>
                    <a:pt x="3759518" y="108680"/>
                    <a:pt x="3824764" y="116586"/>
                  </a:cubicBezTo>
                  <a:cubicBezTo>
                    <a:pt x="3825526" y="100775"/>
                    <a:pt x="3825240" y="84868"/>
                    <a:pt x="3828574" y="67818"/>
                  </a:cubicBezTo>
                  <a:cubicBezTo>
                    <a:pt x="3831622" y="52006"/>
                    <a:pt x="3838194" y="36195"/>
                    <a:pt x="3843528" y="20288"/>
                  </a:cubicBezTo>
                  <a:lnTo>
                    <a:pt x="3260122" y="20288"/>
                  </a:lnTo>
                  <a:cubicBezTo>
                    <a:pt x="3259265" y="36195"/>
                    <a:pt x="3259646" y="51911"/>
                    <a:pt x="3256503" y="67818"/>
                  </a:cubicBezTo>
                  <a:cubicBezTo>
                    <a:pt x="3253168" y="84868"/>
                    <a:pt x="3246691" y="100679"/>
                    <a:pt x="3241358" y="116586"/>
                  </a:cubicBezTo>
                  <a:cubicBezTo>
                    <a:pt x="3301842" y="108680"/>
                    <a:pt x="3374803" y="100775"/>
                    <a:pt x="3455194" y="100775"/>
                  </a:cubicBezTo>
                  <a:lnTo>
                    <a:pt x="3319749" y="797433"/>
                  </a:lnTo>
                  <a:cubicBezTo>
                    <a:pt x="3348609" y="795147"/>
                    <a:pt x="3377565" y="791813"/>
                    <a:pt x="3405759" y="791813"/>
                  </a:cubicBezTo>
                  <a:cubicBezTo>
                    <a:pt x="3433953" y="791813"/>
                    <a:pt x="3461671" y="795147"/>
                    <a:pt x="3489674" y="797433"/>
                  </a:cubicBezTo>
                  <a:lnTo>
                    <a:pt x="3625025" y="100775"/>
                  </a:lnTo>
                  <a:close/>
                  <a:moveTo>
                    <a:pt x="3116676" y="166592"/>
                  </a:moveTo>
                  <a:cubicBezTo>
                    <a:pt x="3135535" y="128016"/>
                    <a:pt x="3154109" y="90583"/>
                    <a:pt x="3174778" y="54388"/>
                  </a:cubicBezTo>
                  <a:cubicBezTo>
                    <a:pt x="3154490" y="30575"/>
                    <a:pt x="3088005" y="0"/>
                    <a:pt x="3006376" y="0"/>
                  </a:cubicBezTo>
                  <a:cubicBezTo>
                    <a:pt x="2834164" y="0"/>
                    <a:pt x="2723769" y="107633"/>
                    <a:pt x="2698433" y="237839"/>
                  </a:cubicBezTo>
                  <a:cubicBezTo>
                    <a:pt x="2645378" y="510826"/>
                    <a:pt x="2995708" y="445198"/>
                    <a:pt x="2960561" y="626459"/>
                  </a:cubicBezTo>
                  <a:cubicBezTo>
                    <a:pt x="2945321" y="704564"/>
                    <a:pt x="2875312" y="744188"/>
                    <a:pt x="2805113" y="744188"/>
                  </a:cubicBezTo>
                  <a:cubicBezTo>
                    <a:pt x="2726912" y="744188"/>
                    <a:pt x="2674811" y="697802"/>
                    <a:pt x="2673001" y="619601"/>
                  </a:cubicBezTo>
                  <a:lnTo>
                    <a:pt x="2651379" y="619601"/>
                  </a:lnTo>
                  <a:cubicBezTo>
                    <a:pt x="2635091" y="668274"/>
                    <a:pt x="2613470" y="715899"/>
                    <a:pt x="2590610" y="763429"/>
                  </a:cubicBezTo>
                  <a:cubicBezTo>
                    <a:pt x="2637282" y="797433"/>
                    <a:pt x="2701290" y="812197"/>
                    <a:pt x="2763584" y="812197"/>
                  </a:cubicBezTo>
                  <a:cubicBezTo>
                    <a:pt x="2939129" y="812197"/>
                    <a:pt x="3084005" y="707993"/>
                    <a:pt x="3112199" y="562928"/>
                  </a:cubicBezTo>
                  <a:cubicBezTo>
                    <a:pt x="3162681" y="303562"/>
                    <a:pt x="2812828" y="331851"/>
                    <a:pt x="2842546" y="178975"/>
                  </a:cubicBezTo>
                  <a:cubicBezTo>
                    <a:pt x="2855119" y="114395"/>
                    <a:pt x="2899124" y="67913"/>
                    <a:pt x="2988660" y="67913"/>
                  </a:cubicBezTo>
                  <a:cubicBezTo>
                    <a:pt x="3053239" y="67913"/>
                    <a:pt x="3088767" y="106490"/>
                    <a:pt x="3099816" y="166592"/>
                  </a:cubicBezTo>
                  <a:lnTo>
                    <a:pt x="3116771" y="166592"/>
                  </a:lnTo>
                  <a:close/>
                  <a:moveTo>
                    <a:pt x="2287238" y="797433"/>
                  </a:moveTo>
                  <a:cubicBezTo>
                    <a:pt x="2316004" y="795147"/>
                    <a:pt x="2344960" y="791813"/>
                    <a:pt x="2373345" y="791813"/>
                  </a:cubicBezTo>
                  <a:cubicBezTo>
                    <a:pt x="2401729" y="791813"/>
                    <a:pt x="2429352" y="795147"/>
                    <a:pt x="2457164" y="797433"/>
                  </a:cubicBezTo>
                  <a:lnTo>
                    <a:pt x="2608231" y="20383"/>
                  </a:lnTo>
                  <a:cubicBezTo>
                    <a:pt x="2579465" y="22574"/>
                    <a:pt x="2550510" y="26003"/>
                    <a:pt x="2522220" y="26003"/>
                  </a:cubicBezTo>
                  <a:cubicBezTo>
                    <a:pt x="2493931" y="26003"/>
                    <a:pt x="2466213" y="22574"/>
                    <a:pt x="2438305" y="20383"/>
                  </a:cubicBezTo>
                  <a:lnTo>
                    <a:pt x="2287238" y="797433"/>
                  </a:lnTo>
                  <a:close/>
                  <a:moveTo>
                    <a:pt x="2206086" y="447485"/>
                  </a:moveTo>
                  <a:cubicBezTo>
                    <a:pt x="2177320" y="449675"/>
                    <a:pt x="2148364" y="453104"/>
                    <a:pt x="2120075" y="453104"/>
                  </a:cubicBezTo>
                  <a:cubicBezTo>
                    <a:pt x="2091785" y="453104"/>
                    <a:pt x="2064068" y="449675"/>
                    <a:pt x="2036255" y="447485"/>
                  </a:cubicBezTo>
                  <a:lnTo>
                    <a:pt x="1984820" y="712470"/>
                  </a:lnTo>
                  <a:cubicBezTo>
                    <a:pt x="1954530" y="728282"/>
                    <a:pt x="1910620" y="744188"/>
                    <a:pt x="1853946" y="744188"/>
                  </a:cubicBezTo>
                  <a:cubicBezTo>
                    <a:pt x="1681829" y="744188"/>
                    <a:pt x="1605058" y="626459"/>
                    <a:pt x="1643348" y="429292"/>
                  </a:cubicBezTo>
                  <a:cubicBezTo>
                    <a:pt x="1680401" y="238982"/>
                    <a:pt x="1806607" y="67913"/>
                    <a:pt x="1995678" y="67913"/>
                  </a:cubicBezTo>
                  <a:cubicBezTo>
                    <a:pt x="2085118" y="67913"/>
                    <a:pt x="2158937" y="107633"/>
                    <a:pt x="2196370" y="183452"/>
                  </a:cubicBezTo>
                  <a:lnTo>
                    <a:pt x="2212181" y="183452"/>
                  </a:lnTo>
                  <a:cubicBezTo>
                    <a:pt x="2224183" y="144971"/>
                    <a:pt x="2243233" y="105251"/>
                    <a:pt x="2266188" y="69056"/>
                  </a:cubicBezTo>
                  <a:cubicBezTo>
                    <a:pt x="2190655" y="20383"/>
                    <a:pt x="2103978" y="0"/>
                    <a:pt x="2006632" y="0"/>
                  </a:cubicBezTo>
                  <a:cubicBezTo>
                    <a:pt x="1744980" y="0"/>
                    <a:pt x="1510760" y="143827"/>
                    <a:pt x="1455992" y="425863"/>
                  </a:cubicBezTo>
                  <a:cubicBezTo>
                    <a:pt x="1404271" y="691991"/>
                    <a:pt x="1593818" y="812197"/>
                    <a:pt x="1832896" y="812197"/>
                  </a:cubicBezTo>
                  <a:cubicBezTo>
                    <a:pt x="1932623" y="812197"/>
                    <a:pt x="2037779" y="789527"/>
                    <a:pt x="2145316" y="761238"/>
                  </a:cubicBezTo>
                  <a:lnTo>
                    <a:pt x="2206276" y="447485"/>
                  </a:lnTo>
                  <a:close/>
                  <a:moveTo>
                    <a:pt x="1022033" y="67913"/>
                  </a:moveTo>
                  <a:cubicBezTo>
                    <a:pt x="1191959" y="67913"/>
                    <a:pt x="1227296" y="235553"/>
                    <a:pt x="1198817" y="381762"/>
                  </a:cubicBezTo>
                  <a:cubicBezTo>
                    <a:pt x="1162336" y="569690"/>
                    <a:pt x="1050227" y="744188"/>
                    <a:pt x="875824" y="744188"/>
                  </a:cubicBezTo>
                  <a:cubicBezTo>
                    <a:pt x="701421" y="744188"/>
                    <a:pt x="669417" y="587883"/>
                    <a:pt x="697992" y="440627"/>
                  </a:cubicBezTo>
                  <a:cubicBezTo>
                    <a:pt x="747332" y="186881"/>
                    <a:pt x="864394" y="67913"/>
                    <a:pt x="1021937" y="67913"/>
                  </a:cubicBezTo>
                  <a:moveTo>
                    <a:pt x="1382649" y="403193"/>
                  </a:moveTo>
                  <a:cubicBezTo>
                    <a:pt x="1415606" y="227552"/>
                    <a:pt x="1364742" y="0"/>
                    <a:pt x="1041940" y="0"/>
                  </a:cubicBezTo>
                  <a:cubicBezTo>
                    <a:pt x="759905" y="0"/>
                    <a:pt x="560165" y="182404"/>
                    <a:pt x="516350" y="407765"/>
                  </a:cubicBezTo>
                  <a:cubicBezTo>
                    <a:pt x="466344" y="664940"/>
                    <a:pt x="606552" y="812197"/>
                    <a:pt x="856964" y="812197"/>
                  </a:cubicBezTo>
                  <a:cubicBezTo>
                    <a:pt x="1134523" y="812197"/>
                    <a:pt x="1340930" y="624173"/>
                    <a:pt x="1382744" y="403289"/>
                  </a:cubicBezTo>
                  <a:moveTo>
                    <a:pt x="319850" y="20479"/>
                  </a:moveTo>
                  <a:cubicBezTo>
                    <a:pt x="291084" y="22669"/>
                    <a:pt x="262128" y="26098"/>
                    <a:pt x="233839" y="26098"/>
                  </a:cubicBezTo>
                  <a:cubicBezTo>
                    <a:pt x="205550" y="26098"/>
                    <a:pt x="177832" y="22669"/>
                    <a:pt x="149924" y="20479"/>
                  </a:cubicBezTo>
                  <a:lnTo>
                    <a:pt x="0" y="791909"/>
                  </a:lnTo>
                  <a:lnTo>
                    <a:pt x="429292" y="791909"/>
                  </a:lnTo>
                  <a:cubicBezTo>
                    <a:pt x="430149" y="776002"/>
                    <a:pt x="430054" y="759047"/>
                    <a:pt x="433197" y="743236"/>
                  </a:cubicBezTo>
                  <a:cubicBezTo>
                    <a:pt x="436150" y="727424"/>
                    <a:pt x="442817" y="710374"/>
                    <a:pt x="448342" y="694468"/>
                  </a:cubicBezTo>
                  <a:cubicBezTo>
                    <a:pt x="369761" y="702374"/>
                    <a:pt x="284321" y="710279"/>
                    <a:pt x="185833" y="710279"/>
                  </a:cubicBezTo>
                  <a:lnTo>
                    <a:pt x="319945" y="2047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1544"/>
            </a:p>
          </p:txBody>
        </p:sp>
      </p:grpSp>
      <p:sp>
        <p:nvSpPr>
          <p:cNvPr id="15" name="ZoneTexte 14">
            <a:extLst>
              <a:ext uri="{FF2B5EF4-FFF2-40B4-BE49-F238E27FC236}">
                <a16:creationId xmlns:a16="http://schemas.microsoft.com/office/drawing/2014/main" id="{564C6C0C-2F7A-5EEF-9CB8-9744437A8217}"/>
              </a:ext>
            </a:extLst>
          </p:cNvPr>
          <p:cNvSpPr txBox="1"/>
          <p:nvPr userDrawn="1"/>
        </p:nvSpPr>
        <p:spPr>
          <a:xfrm>
            <a:off x="1308788" y="4035343"/>
            <a:ext cx="2694001" cy="1352614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/>
            <a:r>
              <a:rPr lang="fr-FR" sz="1138">
                <a:solidFill>
                  <a:schemeClr val="accent1"/>
                </a:solidFill>
              </a:rPr>
              <a:t>55, Chemin des Engranauds</a:t>
            </a:r>
            <a:br>
              <a:rPr lang="fr-FR" sz="1138">
                <a:solidFill>
                  <a:schemeClr val="accent1"/>
                </a:solidFill>
              </a:rPr>
            </a:br>
            <a:r>
              <a:rPr lang="fr-FR" sz="1138">
                <a:solidFill>
                  <a:schemeClr val="accent1"/>
                </a:solidFill>
              </a:rPr>
              <a:t>CS 20040</a:t>
            </a:r>
          </a:p>
          <a:p>
            <a:pPr algn="ctr"/>
            <a:r>
              <a:rPr lang="fr-FR" sz="1138">
                <a:solidFill>
                  <a:schemeClr val="accent1"/>
                </a:solidFill>
              </a:rPr>
              <a:t>13660 Orgon France</a:t>
            </a:r>
          </a:p>
          <a:p>
            <a:pPr algn="ctr">
              <a:spcBef>
                <a:spcPts val="1463"/>
              </a:spcBef>
            </a:pPr>
            <a:r>
              <a:rPr lang="fr-FR" sz="1138">
                <a:solidFill>
                  <a:schemeClr val="accent4"/>
                </a:solidFill>
                <a:sym typeface="Wingdings 2" panose="05020102010507070707" pitchFamily="18" charset="2"/>
              </a:rPr>
              <a:t></a:t>
            </a:r>
            <a:endParaRPr lang="fr-FR" sz="1138">
              <a:solidFill>
                <a:schemeClr val="accent4"/>
              </a:solidFill>
            </a:endParaRPr>
          </a:p>
          <a:p>
            <a:pPr algn="ctr">
              <a:spcBef>
                <a:spcPts val="1463"/>
              </a:spcBef>
            </a:pPr>
            <a:r>
              <a:rPr lang="fr-FR" sz="1138">
                <a:solidFill>
                  <a:schemeClr val="accent1"/>
                </a:solidFill>
              </a:rPr>
              <a:t>+33 (0)4 42 110 600</a:t>
            </a:r>
            <a:endParaRPr lang="fr-FR" sz="1138" dirty="0">
              <a:solidFill>
                <a:schemeClr val="accent1"/>
              </a:solidFill>
            </a:endParaRPr>
          </a:p>
        </p:txBody>
      </p:sp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52DB090C-FFA2-23A2-F680-1FDA58DBAC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1177" y="650683"/>
            <a:ext cx="4349226" cy="12763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5850" b="1">
                <a:solidFill>
                  <a:schemeClr val="bg1"/>
                </a:solidFill>
                <a:effectLst>
                  <a:outerShdw blurRad="228600" algn="ctr" rotWithShape="0">
                    <a:prstClr val="black">
                      <a:alpha val="40000"/>
                    </a:prstClr>
                  </a:outerShdw>
                </a:effectLst>
                <a:latin typeface="+mj-lt"/>
              </a:defRPr>
            </a:lvl1pPr>
          </a:lstStyle>
          <a:p>
            <a:pPr lvl="0"/>
            <a:r>
              <a:rPr lang="fr-FR"/>
              <a:t>THANK YOU</a:t>
            </a:r>
            <a:endParaRPr lang="fr-FR" dirty="0"/>
          </a:p>
        </p:txBody>
      </p:sp>
      <p:pic>
        <p:nvPicPr>
          <p:cNvPr id="19" name="Graphique 18">
            <a:extLst>
              <a:ext uri="{FF2B5EF4-FFF2-40B4-BE49-F238E27FC236}">
                <a16:creationId xmlns:a16="http://schemas.microsoft.com/office/drawing/2014/main" id="{2BB3CB78-B4DE-60B0-639A-3F46F122BA1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8861" t="-3712" r="64117" b="61920"/>
          <a:stretch/>
        </p:blipFill>
        <p:spPr>
          <a:xfrm rot="10800000">
            <a:off x="-31952" y="1915040"/>
            <a:ext cx="2242643" cy="4448196"/>
          </a:xfrm>
          <a:prstGeom prst="rect">
            <a:avLst/>
          </a:prstGeom>
        </p:spPr>
      </p:pic>
      <p:pic>
        <p:nvPicPr>
          <p:cNvPr id="21" name="Graphique 20">
            <a:extLst>
              <a:ext uri="{FF2B5EF4-FFF2-40B4-BE49-F238E27FC236}">
                <a16:creationId xmlns:a16="http://schemas.microsoft.com/office/drawing/2014/main" id="{CA48B1F8-A244-039B-A72D-3BCC140CA7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8861" t="-3712" r="37096" b="61920"/>
          <a:stretch/>
        </p:blipFill>
        <p:spPr>
          <a:xfrm>
            <a:off x="5420714" y="-31080"/>
            <a:ext cx="4485287" cy="444819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42615218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ext | titl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que 19">
            <a:extLst>
              <a:ext uri="{FF2B5EF4-FFF2-40B4-BE49-F238E27FC236}">
                <a16:creationId xmlns:a16="http://schemas.microsoft.com/office/drawing/2014/main" id="{C3BA387A-FB08-4E8F-9F19-13FE2C6157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8861" t="-3712" r="37096" b="61920"/>
          <a:stretch/>
        </p:blipFill>
        <p:spPr>
          <a:xfrm>
            <a:off x="5420714" y="-31080"/>
            <a:ext cx="4485287" cy="4448196"/>
          </a:xfrm>
          <a:prstGeom prst="rect">
            <a:avLst/>
          </a:prstGeom>
        </p:spPr>
      </p:pic>
      <p:pic>
        <p:nvPicPr>
          <p:cNvPr id="21" name="Graphique 20">
            <a:extLst>
              <a:ext uri="{FF2B5EF4-FFF2-40B4-BE49-F238E27FC236}">
                <a16:creationId xmlns:a16="http://schemas.microsoft.com/office/drawing/2014/main" id="{01F624E6-AAF3-4A9A-81BA-DB51253B3D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8861" t="-3712" r="64117" b="61920"/>
          <a:stretch/>
        </p:blipFill>
        <p:spPr>
          <a:xfrm rot="10800000">
            <a:off x="-1" y="1886193"/>
            <a:ext cx="2242643" cy="4448196"/>
          </a:xfrm>
          <a:prstGeom prst="rect">
            <a:avLst/>
          </a:prstGeom>
        </p:spPr>
      </p:pic>
      <p:sp>
        <p:nvSpPr>
          <p:cNvPr id="24" name="Ellipse 23">
            <a:extLst>
              <a:ext uri="{FF2B5EF4-FFF2-40B4-BE49-F238E27FC236}">
                <a16:creationId xmlns:a16="http://schemas.microsoft.com/office/drawing/2014/main" id="{C2CB58D9-9EFF-4A71-AC43-B9411F176ED5}"/>
              </a:ext>
            </a:extLst>
          </p:cNvPr>
          <p:cNvSpPr/>
          <p:nvPr userDrawn="1"/>
        </p:nvSpPr>
        <p:spPr>
          <a:xfrm>
            <a:off x="1089370" y="6592896"/>
            <a:ext cx="63901" cy="78647"/>
          </a:xfrm>
          <a:prstGeom prst="ellipse">
            <a:avLst/>
          </a:prstGeom>
          <a:solidFill>
            <a:srgbClr val="EF1A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544" dirty="0"/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D09BEE1B-DFE6-4BA3-450B-621B453F3F1F}"/>
              </a:ext>
            </a:extLst>
          </p:cNvPr>
          <p:cNvGrpSpPr/>
          <p:nvPr userDrawn="1"/>
        </p:nvGrpSpPr>
        <p:grpSpPr>
          <a:xfrm>
            <a:off x="237380" y="6509290"/>
            <a:ext cx="730309" cy="179017"/>
            <a:chOff x="7804375" y="14663327"/>
            <a:chExt cx="7400924" cy="1473993"/>
          </a:xfrm>
          <a:solidFill>
            <a:schemeClr val="accent2"/>
          </a:solidFill>
        </p:grpSpPr>
        <p:grpSp>
          <p:nvGrpSpPr>
            <p:cNvPr id="16" name="Graphique 37">
              <a:extLst>
                <a:ext uri="{FF2B5EF4-FFF2-40B4-BE49-F238E27FC236}">
                  <a16:creationId xmlns:a16="http://schemas.microsoft.com/office/drawing/2014/main" id="{29F47292-06D8-297D-7918-7A1A41284944}"/>
                </a:ext>
              </a:extLst>
            </p:cNvPr>
            <p:cNvGrpSpPr/>
            <p:nvPr/>
          </p:nvGrpSpPr>
          <p:grpSpPr>
            <a:xfrm>
              <a:off x="7804375" y="14663327"/>
              <a:ext cx="2394966" cy="1473326"/>
              <a:chOff x="7804375" y="14663327"/>
              <a:chExt cx="2394966" cy="1473326"/>
            </a:xfrm>
            <a:grpFill/>
          </p:grpSpPr>
          <p:sp>
            <p:nvSpPr>
              <p:cNvPr id="25" name="Forme libre : forme 24">
                <a:extLst>
                  <a:ext uri="{FF2B5EF4-FFF2-40B4-BE49-F238E27FC236}">
                    <a16:creationId xmlns:a16="http://schemas.microsoft.com/office/drawing/2014/main" id="{EA7F752F-853C-8CCD-51B7-36A5589488F5}"/>
                  </a:ext>
                </a:extLst>
              </p:cNvPr>
              <p:cNvSpPr/>
              <p:nvPr/>
            </p:nvSpPr>
            <p:spPr>
              <a:xfrm>
                <a:off x="8464266" y="14990796"/>
                <a:ext cx="1206016" cy="1137570"/>
              </a:xfrm>
              <a:custGeom>
                <a:avLst/>
                <a:gdLst>
                  <a:gd name="connsiteX0" fmla="*/ 221075 w 1206016"/>
                  <a:gd name="connsiteY0" fmla="*/ 0 h 1137570"/>
                  <a:gd name="connsiteX1" fmla="*/ 0 w 1206016"/>
                  <a:gd name="connsiteY1" fmla="*/ 1137571 h 1137570"/>
                  <a:gd name="connsiteX2" fmla="*/ 467678 w 1206016"/>
                  <a:gd name="connsiteY2" fmla="*/ 1137571 h 1137570"/>
                  <a:gd name="connsiteX3" fmla="*/ 1192530 w 1206016"/>
                  <a:gd name="connsiteY3" fmla="*/ 536258 h 1137570"/>
                  <a:gd name="connsiteX4" fmla="*/ 792290 w 1206016"/>
                  <a:gd name="connsiteY4" fmla="*/ 95 h 1137570"/>
                  <a:gd name="connsiteX5" fmla="*/ 221075 w 1206016"/>
                  <a:gd name="connsiteY5" fmla="*/ 95 h 1137570"/>
                  <a:gd name="connsiteX6" fmla="*/ 452723 w 1206016"/>
                  <a:gd name="connsiteY6" fmla="*/ 96869 h 1137570"/>
                  <a:gd name="connsiteX7" fmla="*/ 616458 w 1206016"/>
                  <a:gd name="connsiteY7" fmla="*/ 96869 h 1137570"/>
                  <a:gd name="connsiteX8" fmla="*/ 915638 w 1206016"/>
                  <a:gd name="connsiteY8" fmla="*/ 534543 h 1137570"/>
                  <a:gd name="connsiteX9" fmla="*/ 411290 w 1206016"/>
                  <a:gd name="connsiteY9" fmla="*/ 1040606 h 1137570"/>
                  <a:gd name="connsiteX10" fmla="*/ 269367 w 1206016"/>
                  <a:gd name="connsiteY10" fmla="*/ 1040606 h 1137570"/>
                  <a:gd name="connsiteX11" fmla="*/ 452723 w 1206016"/>
                  <a:gd name="connsiteY11" fmla="*/ 96774 h 1137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206016" h="1137570">
                    <a:moveTo>
                      <a:pt x="221075" y="0"/>
                    </a:moveTo>
                    <a:lnTo>
                      <a:pt x="0" y="1137571"/>
                    </a:lnTo>
                    <a:lnTo>
                      <a:pt x="467678" y="1137571"/>
                    </a:lnTo>
                    <a:cubicBezTo>
                      <a:pt x="810101" y="1137571"/>
                      <a:pt x="1119188" y="913733"/>
                      <a:pt x="1192530" y="536258"/>
                    </a:cubicBezTo>
                    <a:cubicBezTo>
                      <a:pt x="1245775" y="262318"/>
                      <a:pt x="1147191" y="13430"/>
                      <a:pt x="792290" y="95"/>
                    </a:cubicBezTo>
                    <a:lnTo>
                      <a:pt x="221075" y="95"/>
                    </a:lnTo>
                    <a:close/>
                    <a:moveTo>
                      <a:pt x="452723" y="96869"/>
                    </a:moveTo>
                    <a:lnTo>
                      <a:pt x="616458" y="96869"/>
                    </a:lnTo>
                    <a:cubicBezTo>
                      <a:pt x="851916" y="96869"/>
                      <a:pt x="976598" y="220504"/>
                      <a:pt x="915638" y="534543"/>
                    </a:cubicBezTo>
                    <a:cubicBezTo>
                      <a:pt x="839629" y="925354"/>
                      <a:pt x="641795" y="1040606"/>
                      <a:pt x="411290" y="1040606"/>
                    </a:cubicBezTo>
                    <a:lnTo>
                      <a:pt x="269367" y="1040606"/>
                    </a:lnTo>
                    <a:lnTo>
                      <a:pt x="452723" y="96774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1544"/>
              </a:p>
            </p:txBody>
          </p:sp>
          <p:sp>
            <p:nvSpPr>
              <p:cNvPr id="26" name="Forme libre : forme 25">
                <a:extLst>
                  <a:ext uri="{FF2B5EF4-FFF2-40B4-BE49-F238E27FC236}">
                    <a16:creationId xmlns:a16="http://schemas.microsoft.com/office/drawing/2014/main" id="{2D13E8CC-5008-0CB6-4234-60C6A2BEE398}"/>
                  </a:ext>
                </a:extLst>
              </p:cNvPr>
              <p:cNvSpPr/>
              <p:nvPr/>
            </p:nvSpPr>
            <p:spPr>
              <a:xfrm>
                <a:off x="7804375" y="14663327"/>
                <a:ext cx="2394966" cy="1136017"/>
              </a:xfrm>
              <a:custGeom>
                <a:avLst/>
                <a:gdLst>
                  <a:gd name="connsiteX0" fmla="*/ 1852232 w 2394966"/>
                  <a:gd name="connsiteY0" fmla="*/ 299752 h 1136017"/>
                  <a:gd name="connsiteX1" fmla="*/ 1816132 w 2394966"/>
                  <a:gd name="connsiteY1" fmla="*/ 148781 h 1136017"/>
                  <a:gd name="connsiteX2" fmla="*/ 2265426 w 2394966"/>
                  <a:gd name="connsiteY2" fmla="*/ 0 h 1136017"/>
                  <a:gd name="connsiteX3" fmla="*/ 2394966 w 2394966"/>
                  <a:gd name="connsiteY3" fmla="*/ 451961 h 1136017"/>
                  <a:gd name="connsiteX4" fmla="*/ 2237804 w 2394966"/>
                  <a:gd name="connsiteY4" fmla="*/ 487775 h 1136017"/>
                  <a:gd name="connsiteX5" fmla="*/ 2207514 w 2394966"/>
                  <a:gd name="connsiteY5" fmla="*/ 303086 h 1136017"/>
                  <a:gd name="connsiteX6" fmla="*/ 0 w 2394966"/>
                  <a:gd name="connsiteY6" fmla="*/ 1074801 h 1136017"/>
                  <a:gd name="connsiteX7" fmla="*/ 17812 w 2394966"/>
                  <a:gd name="connsiteY7" fmla="*/ 1033272 h 1136017"/>
                  <a:gd name="connsiteX8" fmla="*/ 2028349 w 2394966"/>
                  <a:gd name="connsiteY8" fmla="*/ 231458 h 1136017"/>
                  <a:gd name="connsiteX9" fmla="*/ 1852232 w 2394966"/>
                  <a:gd name="connsiteY9" fmla="*/ 299752 h 1136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394966" h="1136017">
                    <a:moveTo>
                      <a:pt x="1852232" y="299752"/>
                    </a:moveTo>
                    <a:cubicBezTo>
                      <a:pt x="1851946" y="217742"/>
                      <a:pt x="1838611" y="205264"/>
                      <a:pt x="1816132" y="148781"/>
                    </a:cubicBezTo>
                    <a:lnTo>
                      <a:pt x="2265426" y="0"/>
                    </a:lnTo>
                    <a:lnTo>
                      <a:pt x="2394966" y="451961"/>
                    </a:lnTo>
                    <a:cubicBezTo>
                      <a:pt x="2348103" y="449199"/>
                      <a:pt x="2298478" y="454724"/>
                      <a:pt x="2237804" y="487775"/>
                    </a:cubicBezTo>
                    <a:lnTo>
                      <a:pt x="2207514" y="303086"/>
                    </a:lnTo>
                    <a:cubicBezTo>
                      <a:pt x="2042160" y="609124"/>
                      <a:pt x="1223677" y="1353217"/>
                      <a:pt x="0" y="1074801"/>
                    </a:cubicBezTo>
                    <a:cubicBezTo>
                      <a:pt x="7906" y="1068038"/>
                      <a:pt x="14002" y="1043654"/>
                      <a:pt x="17812" y="1033272"/>
                    </a:cubicBezTo>
                    <a:cubicBezTo>
                      <a:pt x="1146429" y="1185005"/>
                      <a:pt x="1915478" y="481679"/>
                      <a:pt x="2028349" y="231458"/>
                    </a:cubicBezTo>
                    <a:lnTo>
                      <a:pt x="1852232" y="299752"/>
                    </a:lnTo>
                    <a:close/>
                  </a:path>
                </a:pathLst>
              </a:custGeom>
              <a:solidFill>
                <a:schemeClr val="accent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1544"/>
              </a:p>
            </p:txBody>
          </p:sp>
          <p:sp>
            <p:nvSpPr>
              <p:cNvPr id="27" name="Forme libre : forme 26">
                <a:extLst>
                  <a:ext uri="{FF2B5EF4-FFF2-40B4-BE49-F238E27FC236}">
                    <a16:creationId xmlns:a16="http://schemas.microsoft.com/office/drawing/2014/main" id="{236CD0B0-F2FB-D8E9-1E56-54C2CFBC02CE}"/>
                  </a:ext>
                </a:extLst>
              </p:cNvPr>
              <p:cNvSpPr/>
              <p:nvPr/>
            </p:nvSpPr>
            <p:spPr>
              <a:xfrm>
                <a:off x="8045167" y="14990796"/>
                <a:ext cx="473297" cy="1145857"/>
              </a:xfrm>
              <a:custGeom>
                <a:avLst/>
                <a:gdLst>
                  <a:gd name="connsiteX0" fmla="*/ 95 w 473297"/>
                  <a:gd name="connsiteY0" fmla="*/ 1145857 h 1145857"/>
                  <a:gd name="connsiteX1" fmla="*/ 126968 w 473297"/>
                  <a:gd name="connsiteY1" fmla="*/ 1137571 h 1145857"/>
                  <a:gd name="connsiteX2" fmla="*/ 250603 w 473297"/>
                  <a:gd name="connsiteY2" fmla="*/ 1145857 h 1145857"/>
                  <a:gd name="connsiteX3" fmla="*/ 473297 w 473297"/>
                  <a:gd name="connsiteY3" fmla="*/ 0 h 1145857"/>
                  <a:gd name="connsiteX4" fmla="*/ 346424 w 473297"/>
                  <a:gd name="connsiteY4" fmla="*/ 8382 h 1145857"/>
                  <a:gd name="connsiteX5" fmla="*/ 222790 w 473297"/>
                  <a:gd name="connsiteY5" fmla="*/ 0 h 1145857"/>
                  <a:gd name="connsiteX6" fmla="*/ 0 w 473297"/>
                  <a:gd name="connsiteY6" fmla="*/ 1145857 h 114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73297" h="1145857">
                    <a:moveTo>
                      <a:pt x="95" y="1145857"/>
                    </a:moveTo>
                    <a:cubicBezTo>
                      <a:pt x="42481" y="1142524"/>
                      <a:pt x="85249" y="1137571"/>
                      <a:pt x="126968" y="1137571"/>
                    </a:cubicBezTo>
                    <a:cubicBezTo>
                      <a:pt x="168688" y="1137571"/>
                      <a:pt x="209550" y="1142619"/>
                      <a:pt x="250603" y="1145857"/>
                    </a:cubicBezTo>
                    <a:lnTo>
                      <a:pt x="473297" y="0"/>
                    </a:lnTo>
                    <a:cubicBezTo>
                      <a:pt x="430911" y="3239"/>
                      <a:pt x="388144" y="8382"/>
                      <a:pt x="346424" y="8382"/>
                    </a:cubicBezTo>
                    <a:cubicBezTo>
                      <a:pt x="304705" y="8382"/>
                      <a:pt x="263843" y="3334"/>
                      <a:pt x="222790" y="0"/>
                    </a:cubicBezTo>
                    <a:lnTo>
                      <a:pt x="0" y="114585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1544"/>
              </a:p>
            </p:txBody>
          </p:sp>
        </p:grpSp>
        <p:sp>
          <p:nvSpPr>
            <p:cNvPr id="17" name="Forme libre : forme 16">
              <a:extLst>
                <a:ext uri="{FF2B5EF4-FFF2-40B4-BE49-F238E27FC236}">
                  <a16:creationId xmlns:a16="http://schemas.microsoft.com/office/drawing/2014/main" id="{1646DCE5-914D-E2FF-8025-8EEE8608BAB0}"/>
                </a:ext>
              </a:extLst>
            </p:cNvPr>
            <p:cNvSpPr/>
            <p:nvPr/>
          </p:nvSpPr>
          <p:spPr>
            <a:xfrm>
              <a:off x="9751570" y="15324933"/>
              <a:ext cx="5453729" cy="812387"/>
            </a:xfrm>
            <a:custGeom>
              <a:avLst/>
              <a:gdLst>
                <a:gd name="connsiteX0" fmla="*/ 5395722 w 5453729"/>
                <a:gd name="connsiteY0" fmla="*/ 166592 h 812387"/>
                <a:gd name="connsiteX1" fmla="*/ 5453730 w 5453729"/>
                <a:gd name="connsiteY1" fmla="*/ 54388 h 812387"/>
                <a:gd name="connsiteX2" fmla="*/ 5285328 w 5453729"/>
                <a:gd name="connsiteY2" fmla="*/ 0 h 812387"/>
                <a:gd name="connsiteX3" fmla="*/ 4977384 w 5453729"/>
                <a:gd name="connsiteY3" fmla="*/ 237839 h 812387"/>
                <a:gd name="connsiteX4" fmla="*/ 5239417 w 5453729"/>
                <a:gd name="connsiteY4" fmla="*/ 626459 h 812387"/>
                <a:gd name="connsiteX5" fmla="*/ 5083969 w 5453729"/>
                <a:gd name="connsiteY5" fmla="*/ 744188 h 812387"/>
                <a:gd name="connsiteX6" fmla="*/ 4951953 w 5453729"/>
                <a:gd name="connsiteY6" fmla="*/ 619601 h 812387"/>
                <a:gd name="connsiteX7" fmla="*/ 4930331 w 5453729"/>
                <a:gd name="connsiteY7" fmla="*/ 619601 h 812387"/>
                <a:gd name="connsiteX8" fmla="*/ 4869561 w 5453729"/>
                <a:gd name="connsiteY8" fmla="*/ 763429 h 812387"/>
                <a:gd name="connsiteX9" fmla="*/ 5042535 w 5453729"/>
                <a:gd name="connsiteY9" fmla="*/ 812197 h 812387"/>
                <a:gd name="connsiteX10" fmla="*/ 5391055 w 5453729"/>
                <a:gd name="connsiteY10" fmla="*/ 562928 h 812387"/>
                <a:gd name="connsiteX11" fmla="*/ 5121307 w 5453729"/>
                <a:gd name="connsiteY11" fmla="*/ 178975 h 812387"/>
                <a:gd name="connsiteX12" fmla="*/ 5267516 w 5453729"/>
                <a:gd name="connsiteY12" fmla="*/ 67913 h 812387"/>
                <a:gd name="connsiteX13" fmla="*/ 5378577 w 5453729"/>
                <a:gd name="connsiteY13" fmla="*/ 166592 h 812387"/>
                <a:gd name="connsiteX14" fmla="*/ 5395627 w 5453729"/>
                <a:gd name="connsiteY14" fmla="*/ 166592 h 812387"/>
                <a:gd name="connsiteX15" fmla="*/ 4776692 w 5453729"/>
                <a:gd name="connsiteY15" fmla="*/ 659320 h 812387"/>
                <a:gd name="connsiteX16" fmla="*/ 4557427 w 5453729"/>
                <a:gd name="connsiteY16" fmla="*/ 744284 h 812387"/>
                <a:gd name="connsiteX17" fmla="*/ 4351878 w 5453729"/>
                <a:gd name="connsiteY17" fmla="*/ 414719 h 812387"/>
                <a:gd name="connsiteX18" fmla="*/ 4683157 w 5453729"/>
                <a:gd name="connsiteY18" fmla="*/ 68008 h 812387"/>
                <a:gd name="connsiteX19" fmla="*/ 4850987 w 5453729"/>
                <a:gd name="connsiteY19" fmla="*/ 172307 h 812387"/>
                <a:gd name="connsiteX20" fmla="*/ 4866799 w 5453729"/>
                <a:gd name="connsiteY20" fmla="*/ 172307 h 812387"/>
                <a:gd name="connsiteX21" fmla="*/ 4915567 w 5453729"/>
                <a:gd name="connsiteY21" fmla="*/ 55626 h 812387"/>
                <a:gd name="connsiteX22" fmla="*/ 4695254 w 5453729"/>
                <a:gd name="connsiteY22" fmla="*/ 191 h 812387"/>
                <a:gd name="connsiteX23" fmla="*/ 4160806 w 5453729"/>
                <a:gd name="connsiteY23" fmla="*/ 430625 h 812387"/>
                <a:gd name="connsiteX24" fmla="*/ 4512469 w 5453729"/>
                <a:gd name="connsiteY24" fmla="*/ 812387 h 812387"/>
                <a:gd name="connsiteX25" fmla="*/ 4746212 w 5453729"/>
                <a:gd name="connsiteY25" fmla="*/ 763619 h 812387"/>
                <a:gd name="connsiteX26" fmla="*/ 4790028 w 5453729"/>
                <a:gd name="connsiteY26" fmla="*/ 666178 h 812387"/>
                <a:gd name="connsiteX27" fmla="*/ 4776692 w 5453729"/>
                <a:gd name="connsiteY27" fmla="*/ 659416 h 812387"/>
                <a:gd name="connsiteX28" fmla="*/ 3802571 w 5453729"/>
                <a:gd name="connsiteY28" fmla="*/ 797433 h 812387"/>
                <a:gd name="connsiteX29" fmla="*/ 3888677 w 5453729"/>
                <a:gd name="connsiteY29" fmla="*/ 791813 h 812387"/>
                <a:gd name="connsiteX30" fmla="*/ 3972497 w 5453729"/>
                <a:gd name="connsiteY30" fmla="*/ 797433 h 812387"/>
                <a:gd name="connsiteX31" fmla="*/ 4123468 w 5453729"/>
                <a:gd name="connsiteY31" fmla="*/ 20383 h 812387"/>
                <a:gd name="connsiteX32" fmla="*/ 4037457 w 5453729"/>
                <a:gd name="connsiteY32" fmla="*/ 26003 h 812387"/>
                <a:gd name="connsiteX33" fmla="*/ 3953542 w 5453729"/>
                <a:gd name="connsiteY33" fmla="*/ 20383 h 812387"/>
                <a:gd name="connsiteX34" fmla="*/ 3802476 w 5453729"/>
                <a:gd name="connsiteY34" fmla="*/ 797433 h 812387"/>
                <a:gd name="connsiteX35" fmla="*/ 3625120 w 5453729"/>
                <a:gd name="connsiteY35" fmla="*/ 100775 h 812387"/>
                <a:gd name="connsiteX36" fmla="*/ 3824764 w 5453729"/>
                <a:gd name="connsiteY36" fmla="*/ 116586 h 812387"/>
                <a:gd name="connsiteX37" fmla="*/ 3828574 w 5453729"/>
                <a:gd name="connsiteY37" fmla="*/ 67818 h 812387"/>
                <a:gd name="connsiteX38" fmla="*/ 3843528 w 5453729"/>
                <a:gd name="connsiteY38" fmla="*/ 20288 h 812387"/>
                <a:gd name="connsiteX39" fmla="*/ 3260122 w 5453729"/>
                <a:gd name="connsiteY39" fmla="*/ 20288 h 812387"/>
                <a:gd name="connsiteX40" fmla="*/ 3256503 w 5453729"/>
                <a:gd name="connsiteY40" fmla="*/ 67818 h 812387"/>
                <a:gd name="connsiteX41" fmla="*/ 3241358 w 5453729"/>
                <a:gd name="connsiteY41" fmla="*/ 116586 h 812387"/>
                <a:gd name="connsiteX42" fmla="*/ 3455194 w 5453729"/>
                <a:gd name="connsiteY42" fmla="*/ 100775 h 812387"/>
                <a:gd name="connsiteX43" fmla="*/ 3319749 w 5453729"/>
                <a:gd name="connsiteY43" fmla="*/ 797433 h 812387"/>
                <a:gd name="connsiteX44" fmla="*/ 3405759 w 5453729"/>
                <a:gd name="connsiteY44" fmla="*/ 791813 h 812387"/>
                <a:gd name="connsiteX45" fmla="*/ 3489674 w 5453729"/>
                <a:gd name="connsiteY45" fmla="*/ 797433 h 812387"/>
                <a:gd name="connsiteX46" fmla="*/ 3625025 w 5453729"/>
                <a:gd name="connsiteY46" fmla="*/ 100775 h 812387"/>
                <a:gd name="connsiteX47" fmla="*/ 3116676 w 5453729"/>
                <a:gd name="connsiteY47" fmla="*/ 166592 h 812387"/>
                <a:gd name="connsiteX48" fmla="*/ 3174778 w 5453729"/>
                <a:gd name="connsiteY48" fmla="*/ 54388 h 812387"/>
                <a:gd name="connsiteX49" fmla="*/ 3006376 w 5453729"/>
                <a:gd name="connsiteY49" fmla="*/ 0 h 812387"/>
                <a:gd name="connsiteX50" fmla="*/ 2698433 w 5453729"/>
                <a:gd name="connsiteY50" fmla="*/ 237839 h 812387"/>
                <a:gd name="connsiteX51" fmla="*/ 2960561 w 5453729"/>
                <a:gd name="connsiteY51" fmla="*/ 626459 h 812387"/>
                <a:gd name="connsiteX52" fmla="*/ 2805113 w 5453729"/>
                <a:gd name="connsiteY52" fmla="*/ 744188 h 812387"/>
                <a:gd name="connsiteX53" fmla="*/ 2673001 w 5453729"/>
                <a:gd name="connsiteY53" fmla="*/ 619601 h 812387"/>
                <a:gd name="connsiteX54" fmla="*/ 2651379 w 5453729"/>
                <a:gd name="connsiteY54" fmla="*/ 619601 h 812387"/>
                <a:gd name="connsiteX55" fmla="*/ 2590610 w 5453729"/>
                <a:gd name="connsiteY55" fmla="*/ 763429 h 812387"/>
                <a:gd name="connsiteX56" fmla="*/ 2763584 w 5453729"/>
                <a:gd name="connsiteY56" fmla="*/ 812197 h 812387"/>
                <a:gd name="connsiteX57" fmla="*/ 3112199 w 5453729"/>
                <a:gd name="connsiteY57" fmla="*/ 562928 h 812387"/>
                <a:gd name="connsiteX58" fmla="*/ 2842546 w 5453729"/>
                <a:gd name="connsiteY58" fmla="*/ 178975 h 812387"/>
                <a:gd name="connsiteX59" fmla="*/ 2988660 w 5453729"/>
                <a:gd name="connsiteY59" fmla="*/ 67913 h 812387"/>
                <a:gd name="connsiteX60" fmla="*/ 3099816 w 5453729"/>
                <a:gd name="connsiteY60" fmla="*/ 166592 h 812387"/>
                <a:gd name="connsiteX61" fmla="*/ 3116771 w 5453729"/>
                <a:gd name="connsiteY61" fmla="*/ 166592 h 812387"/>
                <a:gd name="connsiteX62" fmla="*/ 2287238 w 5453729"/>
                <a:gd name="connsiteY62" fmla="*/ 797433 h 812387"/>
                <a:gd name="connsiteX63" fmla="*/ 2373345 w 5453729"/>
                <a:gd name="connsiteY63" fmla="*/ 791813 h 812387"/>
                <a:gd name="connsiteX64" fmla="*/ 2457164 w 5453729"/>
                <a:gd name="connsiteY64" fmla="*/ 797433 h 812387"/>
                <a:gd name="connsiteX65" fmla="*/ 2608231 w 5453729"/>
                <a:gd name="connsiteY65" fmla="*/ 20383 h 812387"/>
                <a:gd name="connsiteX66" fmla="*/ 2522220 w 5453729"/>
                <a:gd name="connsiteY66" fmla="*/ 26003 h 812387"/>
                <a:gd name="connsiteX67" fmla="*/ 2438305 w 5453729"/>
                <a:gd name="connsiteY67" fmla="*/ 20383 h 812387"/>
                <a:gd name="connsiteX68" fmla="*/ 2287238 w 5453729"/>
                <a:gd name="connsiteY68" fmla="*/ 797433 h 812387"/>
                <a:gd name="connsiteX69" fmla="*/ 2206086 w 5453729"/>
                <a:gd name="connsiteY69" fmla="*/ 447485 h 812387"/>
                <a:gd name="connsiteX70" fmla="*/ 2120075 w 5453729"/>
                <a:gd name="connsiteY70" fmla="*/ 453104 h 812387"/>
                <a:gd name="connsiteX71" fmla="*/ 2036255 w 5453729"/>
                <a:gd name="connsiteY71" fmla="*/ 447485 h 812387"/>
                <a:gd name="connsiteX72" fmla="*/ 1984820 w 5453729"/>
                <a:gd name="connsiteY72" fmla="*/ 712470 h 812387"/>
                <a:gd name="connsiteX73" fmla="*/ 1853946 w 5453729"/>
                <a:gd name="connsiteY73" fmla="*/ 744188 h 812387"/>
                <a:gd name="connsiteX74" fmla="*/ 1643348 w 5453729"/>
                <a:gd name="connsiteY74" fmla="*/ 429292 h 812387"/>
                <a:gd name="connsiteX75" fmla="*/ 1995678 w 5453729"/>
                <a:gd name="connsiteY75" fmla="*/ 67913 h 812387"/>
                <a:gd name="connsiteX76" fmla="*/ 2196370 w 5453729"/>
                <a:gd name="connsiteY76" fmla="*/ 183452 h 812387"/>
                <a:gd name="connsiteX77" fmla="*/ 2212181 w 5453729"/>
                <a:gd name="connsiteY77" fmla="*/ 183452 h 812387"/>
                <a:gd name="connsiteX78" fmla="*/ 2266188 w 5453729"/>
                <a:gd name="connsiteY78" fmla="*/ 69056 h 812387"/>
                <a:gd name="connsiteX79" fmla="*/ 2006632 w 5453729"/>
                <a:gd name="connsiteY79" fmla="*/ 0 h 812387"/>
                <a:gd name="connsiteX80" fmla="*/ 1455992 w 5453729"/>
                <a:gd name="connsiteY80" fmla="*/ 425863 h 812387"/>
                <a:gd name="connsiteX81" fmla="*/ 1832896 w 5453729"/>
                <a:gd name="connsiteY81" fmla="*/ 812197 h 812387"/>
                <a:gd name="connsiteX82" fmla="*/ 2145316 w 5453729"/>
                <a:gd name="connsiteY82" fmla="*/ 761238 h 812387"/>
                <a:gd name="connsiteX83" fmla="*/ 2206276 w 5453729"/>
                <a:gd name="connsiteY83" fmla="*/ 447485 h 812387"/>
                <a:gd name="connsiteX84" fmla="*/ 1022033 w 5453729"/>
                <a:gd name="connsiteY84" fmla="*/ 67913 h 812387"/>
                <a:gd name="connsiteX85" fmla="*/ 1198817 w 5453729"/>
                <a:gd name="connsiteY85" fmla="*/ 381762 h 812387"/>
                <a:gd name="connsiteX86" fmla="*/ 875824 w 5453729"/>
                <a:gd name="connsiteY86" fmla="*/ 744188 h 812387"/>
                <a:gd name="connsiteX87" fmla="*/ 697992 w 5453729"/>
                <a:gd name="connsiteY87" fmla="*/ 440627 h 812387"/>
                <a:gd name="connsiteX88" fmla="*/ 1021937 w 5453729"/>
                <a:gd name="connsiteY88" fmla="*/ 67913 h 812387"/>
                <a:gd name="connsiteX89" fmla="*/ 1382649 w 5453729"/>
                <a:gd name="connsiteY89" fmla="*/ 403193 h 812387"/>
                <a:gd name="connsiteX90" fmla="*/ 1041940 w 5453729"/>
                <a:gd name="connsiteY90" fmla="*/ 0 h 812387"/>
                <a:gd name="connsiteX91" fmla="*/ 516350 w 5453729"/>
                <a:gd name="connsiteY91" fmla="*/ 407765 h 812387"/>
                <a:gd name="connsiteX92" fmla="*/ 856964 w 5453729"/>
                <a:gd name="connsiteY92" fmla="*/ 812197 h 812387"/>
                <a:gd name="connsiteX93" fmla="*/ 1382744 w 5453729"/>
                <a:gd name="connsiteY93" fmla="*/ 403289 h 812387"/>
                <a:gd name="connsiteX94" fmla="*/ 319850 w 5453729"/>
                <a:gd name="connsiteY94" fmla="*/ 20479 h 812387"/>
                <a:gd name="connsiteX95" fmla="*/ 233839 w 5453729"/>
                <a:gd name="connsiteY95" fmla="*/ 26098 h 812387"/>
                <a:gd name="connsiteX96" fmla="*/ 149924 w 5453729"/>
                <a:gd name="connsiteY96" fmla="*/ 20479 h 812387"/>
                <a:gd name="connsiteX97" fmla="*/ 0 w 5453729"/>
                <a:gd name="connsiteY97" fmla="*/ 791909 h 812387"/>
                <a:gd name="connsiteX98" fmla="*/ 429292 w 5453729"/>
                <a:gd name="connsiteY98" fmla="*/ 791909 h 812387"/>
                <a:gd name="connsiteX99" fmla="*/ 433197 w 5453729"/>
                <a:gd name="connsiteY99" fmla="*/ 743236 h 812387"/>
                <a:gd name="connsiteX100" fmla="*/ 448342 w 5453729"/>
                <a:gd name="connsiteY100" fmla="*/ 694468 h 812387"/>
                <a:gd name="connsiteX101" fmla="*/ 185833 w 5453729"/>
                <a:gd name="connsiteY101" fmla="*/ 710279 h 812387"/>
                <a:gd name="connsiteX102" fmla="*/ 319945 w 5453729"/>
                <a:gd name="connsiteY102" fmla="*/ 20479 h 81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453729" h="812387">
                  <a:moveTo>
                    <a:pt x="5395722" y="166592"/>
                  </a:moveTo>
                  <a:cubicBezTo>
                    <a:pt x="5414487" y="128016"/>
                    <a:pt x="5433156" y="90583"/>
                    <a:pt x="5453730" y="54388"/>
                  </a:cubicBezTo>
                  <a:cubicBezTo>
                    <a:pt x="5433537" y="30575"/>
                    <a:pt x="5366862" y="0"/>
                    <a:pt x="5285328" y="0"/>
                  </a:cubicBezTo>
                  <a:cubicBezTo>
                    <a:pt x="5113115" y="0"/>
                    <a:pt x="5002816" y="107633"/>
                    <a:pt x="4977384" y="237839"/>
                  </a:cubicBezTo>
                  <a:cubicBezTo>
                    <a:pt x="4924330" y="510826"/>
                    <a:pt x="5274660" y="445198"/>
                    <a:pt x="5239417" y="626459"/>
                  </a:cubicBezTo>
                  <a:cubicBezTo>
                    <a:pt x="5224272" y="704564"/>
                    <a:pt x="5154264" y="744188"/>
                    <a:pt x="5083969" y="744188"/>
                  </a:cubicBezTo>
                  <a:cubicBezTo>
                    <a:pt x="5005864" y="744188"/>
                    <a:pt x="4953667" y="697802"/>
                    <a:pt x="4951953" y="619601"/>
                  </a:cubicBezTo>
                  <a:lnTo>
                    <a:pt x="4930331" y="619601"/>
                  </a:lnTo>
                  <a:cubicBezTo>
                    <a:pt x="4914138" y="668274"/>
                    <a:pt x="4892421" y="715899"/>
                    <a:pt x="4869561" y="763429"/>
                  </a:cubicBezTo>
                  <a:cubicBezTo>
                    <a:pt x="4916234" y="797433"/>
                    <a:pt x="4980147" y="812197"/>
                    <a:pt x="5042535" y="812197"/>
                  </a:cubicBezTo>
                  <a:cubicBezTo>
                    <a:pt x="5217986" y="812197"/>
                    <a:pt x="5362956" y="707993"/>
                    <a:pt x="5391055" y="562928"/>
                  </a:cubicBezTo>
                  <a:cubicBezTo>
                    <a:pt x="5441537" y="303562"/>
                    <a:pt x="5091589" y="331851"/>
                    <a:pt x="5121307" y="178975"/>
                  </a:cubicBezTo>
                  <a:cubicBezTo>
                    <a:pt x="5133880" y="114395"/>
                    <a:pt x="5177981" y="67913"/>
                    <a:pt x="5267516" y="67913"/>
                  </a:cubicBezTo>
                  <a:cubicBezTo>
                    <a:pt x="5332095" y="67913"/>
                    <a:pt x="5367624" y="106490"/>
                    <a:pt x="5378577" y="166592"/>
                  </a:cubicBezTo>
                  <a:lnTo>
                    <a:pt x="5395627" y="166592"/>
                  </a:lnTo>
                  <a:close/>
                  <a:moveTo>
                    <a:pt x="4776692" y="659320"/>
                  </a:moveTo>
                  <a:cubicBezTo>
                    <a:pt x="4716209" y="707993"/>
                    <a:pt x="4627627" y="744284"/>
                    <a:pt x="4557427" y="744284"/>
                  </a:cubicBezTo>
                  <a:cubicBezTo>
                    <a:pt x="4382929" y="744284"/>
                    <a:pt x="4314254" y="608362"/>
                    <a:pt x="4351878" y="414719"/>
                  </a:cubicBezTo>
                  <a:cubicBezTo>
                    <a:pt x="4384262" y="248126"/>
                    <a:pt x="4495133" y="68008"/>
                    <a:pt x="4683157" y="68008"/>
                  </a:cubicBezTo>
                  <a:cubicBezTo>
                    <a:pt x="4756785" y="68008"/>
                    <a:pt x="4820889" y="111157"/>
                    <a:pt x="4850987" y="172307"/>
                  </a:cubicBezTo>
                  <a:lnTo>
                    <a:pt x="4866799" y="172307"/>
                  </a:lnTo>
                  <a:cubicBezTo>
                    <a:pt x="4883659" y="132779"/>
                    <a:pt x="4897851" y="94202"/>
                    <a:pt x="4915567" y="55626"/>
                  </a:cubicBezTo>
                  <a:cubicBezTo>
                    <a:pt x="4856893" y="19431"/>
                    <a:pt x="4770025" y="191"/>
                    <a:pt x="4695254" y="191"/>
                  </a:cubicBezTo>
                  <a:cubicBezTo>
                    <a:pt x="4448271" y="191"/>
                    <a:pt x="4218147" y="134874"/>
                    <a:pt x="4160806" y="430625"/>
                  </a:cubicBezTo>
                  <a:cubicBezTo>
                    <a:pt x="4115562" y="662845"/>
                    <a:pt x="4270058" y="812387"/>
                    <a:pt x="4512469" y="812387"/>
                  </a:cubicBezTo>
                  <a:cubicBezTo>
                    <a:pt x="4588384" y="812387"/>
                    <a:pt x="4671441" y="798862"/>
                    <a:pt x="4746212" y="763619"/>
                  </a:cubicBezTo>
                  <a:lnTo>
                    <a:pt x="4790028" y="666178"/>
                  </a:lnTo>
                  <a:lnTo>
                    <a:pt x="4776692" y="659416"/>
                  </a:lnTo>
                  <a:close/>
                  <a:moveTo>
                    <a:pt x="3802571" y="797433"/>
                  </a:moveTo>
                  <a:cubicBezTo>
                    <a:pt x="3831336" y="795147"/>
                    <a:pt x="3860387" y="791813"/>
                    <a:pt x="3888677" y="791813"/>
                  </a:cubicBezTo>
                  <a:cubicBezTo>
                    <a:pt x="3916966" y="791813"/>
                    <a:pt x="3944684" y="795147"/>
                    <a:pt x="3972497" y="797433"/>
                  </a:cubicBezTo>
                  <a:lnTo>
                    <a:pt x="4123468" y="20383"/>
                  </a:lnTo>
                  <a:cubicBezTo>
                    <a:pt x="4094798" y="22574"/>
                    <a:pt x="4065747" y="26003"/>
                    <a:pt x="4037457" y="26003"/>
                  </a:cubicBezTo>
                  <a:cubicBezTo>
                    <a:pt x="4009168" y="26003"/>
                    <a:pt x="3981450" y="22574"/>
                    <a:pt x="3953542" y="20383"/>
                  </a:cubicBezTo>
                  <a:lnTo>
                    <a:pt x="3802476" y="797433"/>
                  </a:lnTo>
                  <a:close/>
                  <a:moveTo>
                    <a:pt x="3625120" y="100775"/>
                  </a:moveTo>
                  <a:cubicBezTo>
                    <a:pt x="3694176" y="100775"/>
                    <a:pt x="3759518" y="108680"/>
                    <a:pt x="3824764" y="116586"/>
                  </a:cubicBezTo>
                  <a:cubicBezTo>
                    <a:pt x="3825526" y="100775"/>
                    <a:pt x="3825240" y="84868"/>
                    <a:pt x="3828574" y="67818"/>
                  </a:cubicBezTo>
                  <a:cubicBezTo>
                    <a:pt x="3831622" y="52006"/>
                    <a:pt x="3838194" y="36195"/>
                    <a:pt x="3843528" y="20288"/>
                  </a:cubicBezTo>
                  <a:lnTo>
                    <a:pt x="3260122" y="20288"/>
                  </a:lnTo>
                  <a:cubicBezTo>
                    <a:pt x="3259265" y="36195"/>
                    <a:pt x="3259646" y="51911"/>
                    <a:pt x="3256503" y="67818"/>
                  </a:cubicBezTo>
                  <a:cubicBezTo>
                    <a:pt x="3253168" y="84868"/>
                    <a:pt x="3246691" y="100679"/>
                    <a:pt x="3241358" y="116586"/>
                  </a:cubicBezTo>
                  <a:cubicBezTo>
                    <a:pt x="3301842" y="108680"/>
                    <a:pt x="3374803" y="100775"/>
                    <a:pt x="3455194" y="100775"/>
                  </a:cubicBezTo>
                  <a:lnTo>
                    <a:pt x="3319749" y="797433"/>
                  </a:lnTo>
                  <a:cubicBezTo>
                    <a:pt x="3348609" y="795147"/>
                    <a:pt x="3377565" y="791813"/>
                    <a:pt x="3405759" y="791813"/>
                  </a:cubicBezTo>
                  <a:cubicBezTo>
                    <a:pt x="3433953" y="791813"/>
                    <a:pt x="3461671" y="795147"/>
                    <a:pt x="3489674" y="797433"/>
                  </a:cubicBezTo>
                  <a:lnTo>
                    <a:pt x="3625025" y="100775"/>
                  </a:lnTo>
                  <a:close/>
                  <a:moveTo>
                    <a:pt x="3116676" y="166592"/>
                  </a:moveTo>
                  <a:cubicBezTo>
                    <a:pt x="3135535" y="128016"/>
                    <a:pt x="3154109" y="90583"/>
                    <a:pt x="3174778" y="54388"/>
                  </a:cubicBezTo>
                  <a:cubicBezTo>
                    <a:pt x="3154490" y="30575"/>
                    <a:pt x="3088005" y="0"/>
                    <a:pt x="3006376" y="0"/>
                  </a:cubicBezTo>
                  <a:cubicBezTo>
                    <a:pt x="2834164" y="0"/>
                    <a:pt x="2723769" y="107633"/>
                    <a:pt x="2698433" y="237839"/>
                  </a:cubicBezTo>
                  <a:cubicBezTo>
                    <a:pt x="2645378" y="510826"/>
                    <a:pt x="2995708" y="445198"/>
                    <a:pt x="2960561" y="626459"/>
                  </a:cubicBezTo>
                  <a:cubicBezTo>
                    <a:pt x="2945321" y="704564"/>
                    <a:pt x="2875312" y="744188"/>
                    <a:pt x="2805113" y="744188"/>
                  </a:cubicBezTo>
                  <a:cubicBezTo>
                    <a:pt x="2726912" y="744188"/>
                    <a:pt x="2674811" y="697802"/>
                    <a:pt x="2673001" y="619601"/>
                  </a:cubicBezTo>
                  <a:lnTo>
                    <a:pt x="2651379" y="619601"/>
                  </a:lnTo>
                  <a:cubicBezTo>
                    <a:pt x="2635091" y="668274"/>
                    <a:pt x="2613470" y="715899"/>
                    <a:pt x="2590610" y="763429"/>
                  </a:cubicBezTo>
                  <a:cubicBezTo>
                    <a:pt x="2637282" y="797433"/>
                    <a:pt x="2701290" y="812197"/>
                    <a:pt x="2763584" y="812197"/>
                  </a:cubicBezTo>
                  <a:cubicBezTo>
                    <a:pt x="2939129" y="812197"/>
                    <a:pt x="3084005" y="707993"/>
                    <a:pt x="3112199" y="562928"/>
                  </a:cubicBezTo>
                  <a:cubicBezTo>
                    <a:pt x="3162681" y="303562"/>
                    <a:pt x="2812828" y="331851"/>
                    <a:pt x="2842546" y="178975"/>
                  </a:cubicBezTo>
                  <a:cubicBezTo>
                    <a:pt x="2855119" y="114395"/>
                    <a:pt x="2899124" y="67913"/>
                    <a:pt x="2988660" y="67913"/>
                  </a:cubicBezTo>
                  <a:cubicBezTo>
                    <a:pt x="3053239" y="67913"/>
                    <a:pt x="3088767" y="106490"/>
                    <a:pt x="3099816" y="166592"/>
                  </a:cubicBezTo>
                  <a:lnTo>
                    <a:pt x="3116771" y="166592"/>
                  </a:lnTo>
                  <a:close/>
                  <a:moveTo>
                    <a:pt x="2287238" y="797433"/>
                  </a:moveTo>
                  <a:cubicBezTo>
                    <a:pt x="2316004" y="795147"/>
                    <a:pt x="2344960" y="791813"/>
                    <a:pt x="2373345" y="791813"/>
                  </a:cubicBezTo>
                  <a:cubicBezTo>
                    <a:pt x="2401729" y="791813"/>
                    <a:pt x="2429352" y="795147"/>
                    <a:pt x="2457164" y="797433"/>
                  </a:cubicBezTo>
                  <a:lnTo>
                    <a:pt x="2608231" y="20383"/>
                  </a:lnTo>
                  <a:cubicBezTo>
                    <a:pt x="2579465" y="22574"/>
                    <a:pt x="2550510" y="26003"/>
                    <a:pt x="2522220" y="26003"/>
                  </a:cubicBezTo>
                  <a:cubicBezTo>
                    <a:pt x="2493931" y="26003"/>
                    <a:pt x="2466213" y="22574"/>
                    <a:pt x="2438305" y="20383"/>
                  </a:cubicBezTo>
                  <a:lnTo>
                    <a:pt x="2287238" y="797433"/>
                  </a:lnTo>
                  <a:close/>
                  <a:moveTo>
                    <a:pt x="2206086" y="447485"/>
                  </a:moveTo>
                  <a:cubicBezTo>
                    <a:pt x="2177320" y="449675"/>
                    <a:pt x="2148364" y="453104"/>
                    <a:pt x="2120075" y="453104"/>
                  </a:cubicBezTo>
                  <a:cubicBezTo>
                    <a:pt x="2091785" y="453104"/>
                    <a:pt x="2064068" y="449675"/>
                    <a:pt x="2036255" y="447485"/>
                  </a:cubicBezTo>
                  <a:lnTo>
                    <a:pt x="1984820" y="712470"/>
                  </a:lnTo>
                  <a:cubicBezTo>
                    <a:pt x="1954530" y="728282"/>
                    <a:pt x="1910620" y="744188"/>
                    <a:pt x="1853946" y="744188"/>
                  </a:cubicBezTo>
                  <a:cubicBezTo>
                    <a:pt x="1681829" y="744188"/>
                    <a:pt x="1605058" y="626459"/>
                    <a:pt x="1643348" y="429292"/>
                  </a:cubicBezTo>
                  <a:cubicBezTo>
                    <a:pt x="1680401" y="238982"/>
                    <a:pt x="1806607" y="67913"/>
                    <a:pt x="1995678" y="67913"/>
                  </a:cubicBezTo>
                  <a:cubicBezTo>
                    <a:pt x="2085118" y="67913"/>
                    <a:pt x="2158937" y="107633"/>
                    <a:pt x="2196370" y="183452"/>
                  </a:cubicBezTo>
                  <a:lnTo>
                    <a:pt x="2212181" y="183452"/>
                  </a:lnTo>
                  <a:cubicBezTo>
                    <a:pt x="2224183" y="144971"/>
                    <a:pt x="2243233" y="105251"/>
                    <a:pt x="2266188" y="69056"/>
                  </a:cubicBezTo>
                  <a:cubicBezTo>
                    <a:pt x="2190655" y="20383"/>
                    <a:pt x="2103978" y="0"/>
                    <a:pt x="2006632" y="0"/>
                  </a:cubicBezTo>
                  <a:cubicBezTo>
                    <a:pt x="1744980" y="0"/>
                    <a:pt x="1510760" y="143827"/>
                    <a:pt x="1455992" y="425863"/>
                  </a:cubicBezTo>
                  <a:cubicBezTo>
                    <a:pt x="1404271" y="691991"/>
                    <a:pt x="1593818" y="812197"/>
                    <a:pt x="1832896" y="812197"/>
                  </a:cubicBezTo>
                  <a:cubicBezTo>
                    <a:pt x="1932623" y="812197"/>
                    <a:pt x="2037779" y="789527"/>
                    <a:pt x="2145316" y="761238"/>
                  </a:cubicBezTo>
                  <a:lnTo>
                    <a:pt x="2206276" y="447485"/>
                  </a:lnTo>
                  <a:close/>
                  <a:moveTo>
                    <a:pt x="1022033" y="67913"/>
                  </a:moveTo>
                  <a:cubicBezTo>
                    <a:pt x="1191959" y="67913"/>
                    <a:pt x="1227296" y="235553"/>
                    <a:pt x="1198817" y="381762"/>
                  </a:cubicBezTo>
                  <a:cubicBezTo>
                    <a:pt x="1162336" y="569690"/>
                    <a:pt x="1050227" y="744188"/>
                    <a:pt x="875824" y="744188"/>
                  </a:cubicBezTo>
                  <a:cubicBezTo>
                    <a:pt x="701421" y="744188"/>
                    <a:pt x="669417" y="587883"/>
                    <a:pt x="697992" y="440627"/>
                  </a:cubicBezTo>
                  <a:cubicBezTo>
                    <a:pt x="747332" y="186881"/>
                    <a:pt x="864394" y="67913"/>
                    <a:pt x="1021937" y="67913"/>
                  </a:cubicBezTo>
                  <a:moveTo>
                    <a:pt x="1382649" y="403193"/>
                  </a:moveTo>
                  <a:cubicBezTo>
                    <a:pt x="1415606" y="227552"/>
                    <a:pt x="1364742" y="0"/>
                    <a:pt x="1041940" y="0"/>
                  </a:cubicBezTo>
                  <a:cubicBezTo>
                    <a:pt x="759905" y="0"/>
                    <a:pt x="560165" y="182404"/>
                    <a:pt x="516350" y="407765"/>
                  </a:cubicBezTo>
                  <a:cubicBezTo>
                    <a:pt x="466344" y="664940"/>
                    <a:pt x="606552" y="812197"/>
                    <a:pt x="856964" y="812197"/>
                  </a:cubicBezTo>
                  <a:cubicBezTo>
                    <a:pt x="1134523" y="812197"/>
                    <a:pt x="1340930" y="624173"/>
                    <a:pt x="1382744" y="403289"/>
                  </a:cubicBezTo>
                  <a:moveTo>
                    <a:pt x="319850" y="20479"/>
                  </a:moveTo>
                  <a:cubicBezTo>
                    <a:pt x="291084" y="22669"/>
                    <a:pt x="262128" y="26098"/>
                    <a:pt x="233839" y="26098"/>
                  </a:cubicBezTo>
                  <a:cubicBezTo>
                    <a:pt x="205550" y="26098"/>
                    <a:pt x="177832" y="22669"/>
                    <a:pt x="149924" y="20479"/>
                  </a:cubicBezTo>
                  <a:lnTo>
                    <a:pt x="0" y="791909"/>
                  </a:lnTo>
                  <a:lnTo>
                    <a:pt x="429292" y="791909"/>
                  </a:lnTo>
                  <a:cubicBezTo>
                    <a:pt x="430149" y="776002"/>
                    <a:pt x="430054" y="759047"/>
                    <a:pt x="433197" y="743236"/>
                  </a:cubicBezTo>
                  <a:cubicBezTo>
                    <a:pt x="436150" y="727424"/>
                    <a:pt x="442817" y="710374"/>
                    <a:pt x="448342" y="694468"/>
                  </a:cubicBezTo>
                  <a:cubicBezTo>
                    <a:pt x="369761" y="702374"/>
                    <a:pt x="284321" y="710279"/>
                    <a:pt x="185833" y="710279"/>
                  </a:cubicBezTo>
                  <a:lnTo>
                    <a:pt x="319945" y="2047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1544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D75F6318-4AF8-4C78-8C5D-D38F344AF0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dirty="0"/>
              <a:t>Click to </a:t>
            </a:r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B8F567F4-EA09-C338-D049-9C2E91D2F64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BF46CD0-FBDC-4232-8F32-5100991AA63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1" name="Espace réservé du pied de page 10">
            <a:extLst>
              <a:ext uri="{FF2B5EF4-FFF2-40B4-BE49-F238E27FC236}">
                <a16:creationId xmlns:a16="http://schemas.microsoft.com/office/drawing/2014/main" id="{58B155ED-97D6-3C7F-101D-5AFD078E912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74952" y="6549509"/>
            <a:ext cx="3064239" cy="169277"/>
          </a:xfrm>
        </p:spPr>
        <p:txBody>
          <a:bodyPr/>
          <a:lstStyle/>
          <a:p>
            <a:pPr>
              <a:spcBef>
                <a:spcPts val="2438"/>
              </a:spcBef>
            </a:pPr>
            <a:r>
              <a:rPr lang="fr-FR"/>
              <a:t>Section title</a:t>
            </a:r>
            <a:endParaRPr lang="fr-FR" dirty="0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9944C5AA-B436-81E8-8020-F4FA96F1A64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72840" y="1583489"/>
            <a:ext cx="9481227" cy="4891819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cxnSp>
        <p:nvCxnSpPr>
          <p:cNvPr id="3" name="Connecteur droit 32">
            <a:extLst>
              <a:ext uri="{FF2B5EF4-FFF2-40B4-BE49-F238E27FC236}">
                <a16:creationId xmlns:a16="http://schemas.microsoft.com/office/drawing/2014/main" id="{28C99FD0-1D3F-4C22-5006-D49E24EF2153}"/>
              </a:ext>
            </a:extLst>
          </p:cNvPr>
          <p:cNvCxnSpPr/>
          <p:nvPr userDrawn="1"/>
        </p:nvCxnSpPr>
        <p:spPr>
          <a:xfrm>
            <a:off x="332997" y="931569"/>
            <a:ext cx="220996" cy="0"/>
          </a:xfrm>
          <a:prstGeom prst="line">
            <a:avLst/>
          </a:prstGeom>
          <a:ln w="47625" cap="rnd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ce réservé pour une image  4">
            <a:extLst>
              <a:ext uri="{FF2B5EF4-FFF2-40B4-BE49-F238E27FC236}">
                <a16:creationId xmlns:a16="http://schemas.microsoft.com/office/drawing/2014/main" id="{F8BFCFE3-DD00-7163-E2AE-E979F1FF342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524772" y="6469380"/>
            <a:ext cx="856456" cy="29752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fr-FR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92104536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 Text | title subtitl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que 19">
            <a:extLst>
              <a:ext uri="{FF2B5EF4-FFF2-40B4-BE49-F238E27FC236}">
                <a16:creationId xmlns:a16="http://schemas.microsoft.com/office/drawing/2014/main" id="{C3BA387A-FB08-4E8F-9F19-13FE2C6157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8861" t="-3712" r="37096" b="61920"/>
          <a:stretch/>
        </p:blipFill>
        <p:spPr>
          <a:xfrm>
            <a:off x="5420714" y="-31080"/>
            <a:ext cx="4485287" cy="4448196"/>
          </a:xfrm>
          <a:prstGeom prst="rect">
            <a:avLst/>
          </a:prstGeom>
        </p:spPr>
      </p:pic>
      <p:pic>
        <p:nvPicPr>
          <p:cNvPr id="21" name="Graphique 20">
            <a:extLst>
              <a:ext uri="{FF2B5EF4-FFF2-40B4-BE49-F238E27FC236}">
                <a16:creationId xmlns:a16="http://schemas.microsoft.com/office/drawing/2014/main" id="{01F624E6-AAF3-4A9A-81BA-DB51253B3D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8861" t="-3712" r="64117" b="61920"/>
          <a:stretch/>
        </p:blipFill>
        <p:spPr>
          <a:xfrm rot="10800000">
            <a:off x="-1" y="1886193"/>
            <a:ext cx="2242643" cy="4448196"/>
          </a:xfrm>
          <a:prstGeom prst="rect">
            <a:avLst/>
          </a:prstGeom>
        </p:spPr>
      </p:pic>
      <p:sp>
        <p:nvSpPr>
          <p:cNvPr id="24" name="Ellipse 23">
            <a:extLst>
              <a:ext uri="{FF2B5EF4-FFF2-40B4-BE49-F238E27FC236}">
                <a16:creationId xmlns:a16="http://schemas.microsoft.com/office/drawing/2014/main" id="{C2CB58D9-9EFF-4A71-AC43-B9411F176ED5}"/>
              </a:ext>
            </a:extLst>
          </p:cNvPr>
          <p:cNvSpPr/>
          <p:nvPr userDrawn="1"/>
        </p:nvSpPr>
        <p:spPr>
          <a:xfrm>
            <a:off x="1089370" y="6592896"/>
            <a:ext cx="63901" cy="78647"/>
          </a:xfrm>
          <a:prstGeom prst="ellipse">
            <a:avLst/>
          </a:prstGeom>
          <a:solidFill>
            <a:srgbClr val="EF1A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44" dirty="0"/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D09BEE1B-DFE6-4BA3-450B-621B453F3F1F}"/>
              </a:ext>
            </a:extLst>
          </p:cNvPr>
          <p:cNvGrpSpPr/>
          <p:nvPr userDrawn="1"/>
        </p:nvGrpSpPr>
        <p:grpSpPr>
          <a:xfrm>
            <a:off x="237380" y="6509290"/>
            <a:ext cx="730309" cy="179017"/>
            <a:chOff x="7804375" y="14663327"/>
            <a:chExt cx="7400924" cy="1473993"/>
          </a:xfrm>
          <a:solidFill>
            <a:schemeClr val="accent2"/>
          </a:solidFill>
        </p:grpSpPr>
        <p:grpSp>
          <p:nvGrpSpPr>
            <p:cNvPr id="16" name="Graphique 37">
              <a:extLst>
                <a:ext uri="{FF2B5EF4-FFF2-40B4-BE49-F238E27FC236}">
                  <a16:creationId xmlns:a16="http://schemas.microsoft.com/office/drawing/2014/main" id="{29F47292-06D8-297D-7918-7A1A41284944}"/>
                </a:ext>
              </a:extLst>
            </p:cNvPr>
            <p:cNvGrpSpPr/>
            <p:nvPr/>
          </p:nvGrpSpPr>
          <p:grpSpPr>
            <a:xfrm>
              <a:off x="7804375" y="14663327"/>
              <a:ext cx="2394966" cy="1473326"/>
              <a:chOff x="7804375" y="14663327"/>
              <a:chExt cx="2394966" cy="1473326"/>
            </a:xfrm>
            <a:grpFill/>
          </p:grpSpPr>
          <p:sp>
            <p:nvSpPr>
              <p:cNvPr id="25" name="Forme libre : forme 24">
                <a:extLst>
                  <a:ext uri="{FF2B5EF4-FFF2-40B4-BE49-F238E27FC236}">
                    <a16:creationId xmlns:a16="http://schemas.microsoft.com/office/drawing/2014/main" id="{EA7F752F-853C-8CCD-51B7-36A5589488F5}"/>
                  </a:ext>
                </a:extLst>
              </p:cNvPr>
              <p:cNvSpPr/>
              <p:nvPr/>
            </p:nvSpPr>
            <p:spPr>
              <a:xfrm>
                <a:off x="8464266" y="14990796"/>
                <a:ext cx="1206016" cy="1137570"/>
              </a:xfrm>
              <a:custGeom>
                <a:avLst/>
                <a:gdLst>
                  <a:gd name="connsiteX0" fmla="*/ 221075 w 1206016"/>
                  <a:gd name="connsiteY0" fmla="*/ 0 h 1137570"/>
                  <a:gd name="connsiteX1" fmla="*/ 0 w 1206016"/>
                  <a:gd name="connsiteY1" fmla="*/ 1137571 h 1137570"/>
                  <a:gd name="connsiteX2" fmla="*/ 467678 w 1206016"/>
                  <a:gd name="connsiteY2" fmla="*/ 1137571 h 1137570"/>
                  <a:gd name="connsiteX3" fmla="*/ 1192530 w 1206016"/>
                  <a:gd name="connsiteY3" fmla="*/ 536258 h 1137570"/>
                  <a:gd name="connsiteX4" fmla="*/ 792290 w 1206016"/>
                  <a:gd name="connsiteY4" fmla="*/ 95 h 1137570"/>
                  <a:gd name="connsiteX5" fmla="*/ 221075 w 1206016"/>
                  <a:gd name="connsiteY5" fmla="*/ 95 h 1137570"/>
                  <a:gd name="connsiteX6" fmla="*/ 452723 w 1206016"/>
                  <a:gd name="connsiteY6" fmla="*/ 96869 h 1137570"/>
                  <a:gd name="connsiteX7" fmla="*/ 616458 w 1206016"/>
                  <a:gd name="connsiteY7" fmla="*/ 96869 h 1137570"/>
                  <a:gd name="connsiteX8" fmla="*/ 915638 w 1206016"/>
                  <a:gd name="connsiteY8" fmla="*/ 534543 h 1137570"/>
                  <a:gd name="connsiteX9" fmla="*/ 411290 w 1206016"/>
                  <a:gd name="connsiteY9" fmla="*/ 1040606 h 1137570"/>
                  <a:gd name="connsiteX10" fmla="*/ 269367 w 1206016"/>
                  <a:gd name="connsiteY10" fmla="*/ 1040606 h 1137570"/>
                  <a:gd name="connsiteX11" fmla="*/ 452723 w 1206016"/>
                  <a:gd name="connsiteY11" fmla="*/ 96774 h 1137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206016" h="1137570">
                    <a:moveTo>
                      <a:pt x="221075" y="0"/>
                    </a:moveTo>
                    <a:lnTo>
                      <a:pt x="0" y="1137571"/>
                    </a:lnTo>
                    <a:lnTo>
                      <a:pt x="467678" y="1137571"/>
                    </a:lnTo>
                    <a:cubicBezTo>
                      <a:pt x="810101" y="1137571"/>
                      <a:pt x="1119188" y="913733"/>
                      <a:pt x="1192530" y="536258"/>
                    </a:cubicBezTo>
                    <a:cubicBezTo>
                      <a:pt x="1245775" y="262318"/>
                      <a:pt x="1147191" y="13430"/>
                      <a:pt x="792290" y="95"/>
                    </a:cubicBezTo>
                    <a:lnTo>
                      <a:pt x="221075" y="95"/>
                    </a:lnTo>
                    <a:close/>
                    <a:moveTo>
                      <a:pt x="452723" y="96869"/>
                    </a:moveTo>
                    <a:lnTo>
                      <a:pt x="616458" y="96869"/>
                    </a:lnTo>
                    <a:cubicBezTo>
                      <a:pt x="851916" y="96869"/>
                      <a:pt x="976598" y="220504"/>
                      <a:pt x="915638" y="534543"/>
                    </a:cubicBezTo>
                    <a:cubicBezTo>
                      <a:pt x="839629" y="925354"/>
                      <a:pt x="641795" y="1040606"/>
                      <a:pt x="411290" y="1040606"/>
                    </a:cubicBezTo>
                    <a:lnTo>
                      <a:pt x="269367" y="1040606"/>
                    </a:lnTo>
                    <a:lnTo>
                      <a:pt x="452723" y="96774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1544"/>
              </a:p>
            </p:txBody>
          </p:sp>
          <p:sp>
            <p:nvSpPr>
              <p:cNvPr id="26" name="Forme libre : forme 25">
                <a:extLst>
                  <a:ext uri="{FF2B5EF4-FFF2-40B4-BE49-F238E27FC236}">
                    <a16:creationId xmlns:a16="http://schemas.microsoft.com/office/drawing/2014/main" id="{2D13E8CC-5008-0CB6-4234-60C6A2BEE398}"/>
                  </a:ext>
                </a:extLst>
              </p:cNvPr>
              <p:cNvSpPr/>
              <p:nvPr/>
            </p:nvSpPr>
            <p:spPr>
              <a:xfrm>
                <a:off x="7804375" y="14663327"/>
                <a:ext cx="2394966" cy="1136017"/>
              </a:xfrm>
              <a:custGeom>
                <a:avLst/>
                <a:gdLst>
                  <a:gd name="connsiteX0" fmla="*/ 1852232 w 2394966"/>
                  <a:gd name="connsiteY0" fmla="*/ 299752 h 1136017"/>
                  <a:gd name="connsiteX1" fmla="*/ 1816132 w 2394966"/>
                  <a:gd name="connsiteY1" fmla="*/ 148781 h 1136017"/>
                  <a:gd name="connsiteX2" fmla="*/ 2265426 w 2394966"/>
                  <a:gd name="connsiteY2" fmla="*/ 0 h 1136017"/>
                  <a:gd name="connsiteX3" fmla="*/ 2394966 w 2394966"/>
                  <a:gd name="connsiteY3" fmla="*/ 451961 h 1136017"/>
                  <a:gd name="connsiteX4" fmla="*/ 2237804 w 2394966"/>
                  <a:gd name="connsiteY4" fmla="*/ 487775 h 1136017"/>
                  <a:gd name="connsiteX5" fmla="*/ 2207514 w 2394966"/>
                  <a:gd name="connsiteY5" fmla="*/ 303086 h 1136017"/>
                  <a:gd name="connsiteX6" fmla="*/ 0 w 2394966"/>
                  <a:gd name="connsiteY6" fmla="*/ 1074801 h 1136017"/>
                  <a:gd name="connsiteX7" fmla="*/ 17812 w 2394966"/>
                  <a:gd name="connsiteY7" fmla="*/ 1033272 h 1136017"/>
                  <a:gd name="connsiteX8" fmla="*/ 2028349 w 2394966"/>
                  <a:gd name="connsiteY8" fmla="*/ 231458 h 1136017"/>
                  <a:gd name="connsiteX9" fmla="*/ 1852232 w 2394966"/>
                  <a:gd name="connsiteY9" fmla="*/ 299752 h 1136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394966" h="1136017">
                    <a:moveTo>
                      <a:pt x="1852232" y="299752"/>
                    </a:moveTo>
                    <a:cubicBezTo>
                      <a:pt x="1851946" y="217742"/>
                      <a:pt x="1838611" y="205264"/>
                      <a:pt x="1816132" y="148781"/>
                    </a:cubicBezTo>
                    <a:lnTo>
                      <a:pt x="2265426" y="0"/>
                    </a:lnTo>
                    <a:lnTo>
                      <a:pt x="2394966" y="451961"/>
                    </a:lnTo>
                    <a:cubicBezTo>
                      <a:pt x="2348103" y="449199"/>
                      <a:pt x="2298478" y="454724"/>
                      <a:pt x="2237804" y="487775"/>
                    </a:cubicBezTo>
                    <a:lnTo>
                      <a:pt x="2207514" y="303086"/>
                    </a:lnTo>
                    <a:cubicBezTo>
                      <a:pt x="2042160" y="609124"/>
                      <a:pt x="1223677" y="1353217"/>
                      <a:pt x="0" y="1074801"/>
                    </a:cubicBezTo>
                    <a:cubicBezTo>
                      <a:pt x="7906" y="1068038"/>
                      <a:pt x="14002" y="1043654"/>
                      <a:pt x="17812" y="1033272"/>
                    </a:cubicBezTo>
                    <a:cubicBezTo>
                      <a:pt x="1146429" y="1185005"/>
                      <a:pt x="1915478" y="481679"/>
                      <a:pt x="2028349" y="231458"/>
                    </a:cubicBezTo>
                    <a:lnTo>
                      <a:pt x="1852232" y="299752"/>
                    </a:lnTo>
                    <a:close/>
                  </a:path>
                </a:pathLst>
              </a:custGeom>
              <a:solidFill>
                <a:schemeClr val="accent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1544"/>
              </a:p>
            </p:txBody>
          </p:sp>
          <p:sp>
            <p:nvSpPr>
              <p:cNvPr id="27" name="Forme libre : forme 26">
                <a:extLst>
                  <a:ext uri="{FF2B5EF4-FFF2-40B4-BE49-F238E27FC236}">
                    <a16:creationId xmlns:a16="http://schemas.microsoft.com/office/drawing/2014/main" id="{236CD0B0-F2FB-D8E9-1E56-54C2CFBC02CE}"/>
                  </a:ext>
                </a:extLst>
              </p:cNvPr>
              <p:cNvSpPr/>
              <p:nvPr/>
            </p:nvSpPr>
            <p:spPr>
              <a:xfrm>
                <a:off x="8045167" y="14990796"/>
                <a:ext cx="473297" cy="1145857"/>
              </a:xfrm>
              <a:custGeom>
                <a:avLst/>
                <a:gdLst>
                  <a:gd name="connsiteX0" fmla="*/ 95 w 473297"/>
                  <a:gd name="connsiteY0" fmla="*/ 1145857 h 1145857"/>
                  <a:gd name="connsiteX1" fmla="*/ 126968 w 473297"/>
                  <a:gd name="connsiteY1" fmla="*/ 1137571 h 1145857"/>
                  <a:gd name="connsiteX2" fmla="*/ 250603 w 473297"/>
                  <a:gd name="connsiteY2" fmla="*/ 1145857 h 1145857"/>
                  <a:gd name="connsiteX3" fmla="*/ 473297 w 473297"/>
                  <a:gd name="connsiteY3" fmla="*/ 0 h 1145857"/>
                  <a:gd name="connsiteX4" fmla="*/ 346424 w 473297"/>
                  <a:gd name="connsiteY4" fmla="*/ 8382 h 1145857"/>
                  <a:gd name="connsiteX5" fmla="*/ 222790 w 473297"/>
                  <a:gd name="connsiteY5" fmla="*/ 0 h 1145857"/>
                  <a:gd name="connsiteX6" fmla="*/ 0 w 473297"/>
                  <a:gd name="connsiteY6" fmla="*/ 1145857 h 114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73297" h="1145857">
                    <a:moveTo>
                      <a:pt x="95" y="1145857"/>
                    </a:moveTo>
                    <a:cubicBezTo>
                      <a:pt x="42481" y="1142524"/>
                      <a:pt x="85249" y="1137571"/>
                      <a:pt x="126968" y="1137571"/>
                    </a:cubicBezTo>
                    <a:cubicBezTo>
                      <a:pt x="168688" y="1137571"/>
                      <a:pt x="209550" y="1142619"/>
                      <a:pt x="250603" y="1145857"/>
                    </a:cubicBezTo>
                    <a:lnTo>
                      <a:pt x="473297" y="0"/>
                    </a:lnTo>
                    <a:cubicBezTo>
                      <a:pt x="430911" y="3239"/>
                      <a:pt x="388144" y="8382"/>
                      <a:pt x="346424" y="8382"/>
                    </a:cubicBezTo>
                    <a:cubicBezTo>
                      <a:pt x="304705" y="8382"/>
                      <a:pt x="263843" y="3334"/>
                      <a:pt x="222790" y="0"/>
                    </a:cubicBezTo>
                    <a:lnTo>
                      <a:pt x="0" y="114585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1544"/>
              </a:p>
            </p:txBody>
          </p:sp>
        </p:grpSp>
        <p:sp>
          <p:nvSpPr>
            <p:cNvPr id="17" name="Forme libre : forme 16">
              <a:extLst>
                <a:ext uri="{FF2B5EF4-FFF2-40B4-BE49-F238E27FC236}">
                  <a16:creationId xmlns:a16="http://schemas.microsoft.com/office/drawing/2014/main" id="{1646DCE5-914D-E2FF-8025-8EEE8608BAB0}"/>
                </a:ext>
              </a:extLst>
            </p:cNvPr>
            <p:cNvSpPr/>
            <p:nvPr/>
          </p:nvSpPr>
          <p:spPr>
            <a:xfrm>
              <a:off x="9751570" y="15324933"/>
              <a:ext cx="5453729" cy="812387"/>
            </a:xfrm>
            <a:custGeom>
              <a:avLst/>
              <a:gdLst>
                <a:gd name="connsiteX0" fmla="*/ 5395722 w 5453729"/>
                <a:gd name="connsiteY0" fmla="*/ 166592 h 812387"/>
                <a:gd name="connsiteX1" fmla="*/ 5453730 w 5453729"/>
                <a:gd name="connsiteY1" fmla="*/ 54388 h 812387"/>
                <a:gd name="connsiteX2" fmla="*/ 5285328 w 5453729"/>
                <a:gd name="connsiteY2" fmla="*/ 0 h 812387"/>
                <a:gd name="connsiteX3" fmla="*/ 4977384 w 5453729"/>
                <a:gd name="connsiteY3" fmla="*/ 237839 h 812387"/>
                <a:gd name="connsiteX4" fmla="*/ 5239417 w 5453729"/>
                <a:gd name="connsiteY4" fmla="*/ 626459 h 812387"/>
                <a:gd name="connsiteX5" fmla="*/ 5083969 w 5453729"/>
                <a:gd name="connsiteY5" fmla="*/ 744188 h 812387"/>
                <a:gd name="connsiteX6" fmla="*/ 4951953 w 5453729"/>
                <a:gd name="connsiteY6" fmla="*/ 619601 h 812387"/>
                <a:gd name="connsiteX7" fmla="*/ 4930331 w 5453729"/>
                <a:gd name="connsiteY7" fmla="*/ 619601 h 812387"/>
                <a:gd name="connsiteX8" fmla="*/ 4869561 w 5453729"/>
                <a:gd name="connsiteY8" fmla="*/ 763429 h 812387"/>
                <a:gd name="connsiteX9" fmla="*/ 5042535 w 5453729"/>
                <a:gd name="connsiteY9" fmla="*/ 812197 h 812387"/>
                <a:gd name="connsiteX10" fmla="*/ 5391055 w 5453729"/>
                <a:gd name="connsiteY10" fmla="*/ 562928 h 812387"/>
                <a:gd name="connsiteX11" fmla="*/ 5121307 w 5453729"/>
                <a:gd name="connsiteY11" fmla="*/ 178975 h 812387"/>
                <a:gd name="connsiteX12" fmla="*/ 5267516 w 5453729"/>
                <a:gd name="connsiteY12" fmla="*/ 67913 h 812387"/>
                <a:gd name="connsiteX13" fmla="*/ 5378577 w 5453729"/>
                <a:gd name="connsiteY13" fmla="*/ 166592 h 812387"/>
                <a:gd name="connsiteX14" fmla="*/ 5395627 w 5453729"/>
                <a:gd name="connsiteY14" fmla="*/ 166592 h 812387"/>
                <a:gd name="connsiteX15" fmla="*/ 4776692 w 5453729"/>
                <a:gd name="connsiteY15" fmla="*/ 659320 h 812387"/>
                <a:gd name="connsiteX16" fmla="*/ 4557427 w 5453729"/>
                <a:gd name="connsiteY16" fmla="*/ 744284 h 812387"/>
                <a:gd name="connsiteX17" fmla="*/ 4351878 w 5453729"/>
                <a:gd name="connsiteY17" fmla="*/ 414719 h 812387"/>
                <a:gd name="connsiteX18" fmla="*/ 4683157 w 5453729"/>
                <a:gd name="connsiteY18" fmla="*/ 68008 h 812387"/>
                <a:gd name="connsiteX19" fmla="*/ 4850987 w 5453729"/>
                <a:gd name="connsiteY19" fmla="*/ 172307 h 812387"/>
                <a:gd name="connsiteX20" fmla="*/ 4866799 w 5453729"/>
                <a:gd name="connsiteY20" fmla="*/ 172307 h 812387"/>
                <a:gd name="connsiteX21" fmla="*/ 4915567 w 5453729"/>
                <a:gd name="connsiteY21" fmla="*/ 55626 h 812387"/>
                <a:gd name="connsiteX22" fmla="*/ 4695254 w 5453729"/>
                <a:gd name="connsiteY22" fmla="*/ 191 h 812387"/>
                <a:gd name="connsiteX23" fmla="*/ 4160806 w 5453729"/>
                <a:gd name="connsiteY23" fmla="*/ 430625 h 812387"/>
                <a:gd name="connsiteX24" fmla="*/ 4512469 w 5453729"/>
                <a:gd name="connsiteY24" fmla="*/ 812387 h 812387"/>
                <a:gd name="connsiteX25" fmla="*/ 4746212 w 5453729"/>
                <a:gd name="connsiteY25" fmla="*/ 763619 h 812387"/>
                <a:gd name="connsiteX26" fmla="*/ 4790028 w 5453729"/>
                <a:gd name="connsiteY26" fmla="*/ 666178 h 812387"/>
                <a:gd name="connsiteX27" fmla="*/ 4776692 w 5453729"/>
                <a:gd name="connsiteY27" fmla="*/ 659416 h 812387"/>
                <a:gd name="connsiteX28" fmla="*/ 3802571 w 5453729"/>
                <a:gd name="connsiteY28" fmla="*/ 797433 h 812387"/>
                <a:gd name="connsiteX29" fmla="*/ 3888677 w 5453729"/>
                <a:gd name="connsiteY29" fmla="*/ 791813 h 812387"/>
                <a:gd name="connsiteX30" fmla="*/ 3972497 w 5453729"/>
                <a:gd name="connsiteY30" fmla="*/ 797433 h 812387"/>
                <a:gd name="connsiteX31" fmla="*/ 4123468 w 5453729"/>
                <a:gd name="connsiteY31" fmla="*/ 20383 h 812387"/>
                <a:gd name="connsiteX32" fmla="*/ 4037457 w 5453729"/>
                <a:gd name="connsiteY32" fmla="*/ 26003 h 812387"/>
                <a:gd name="connsiteX33" fmla="*/ 3953542 w 5453729"/>
                <a:gd name="connsiteY33" fmla="*/ 20383 h 812387"/>
                <a:gd name="connsiteX34" fmla="*/ 3802476 w 5453729"/>
                <a:gd name="connsiteY34" fmla="*/ 797433 h 812387"/>
                <a:gd name="connsiteX35" fmla="*/ 3625120 w 5453729"/>
                <a:gd name="connsiteY35" fmla="*/ 100775 h 812387"/>
                <a:gd name="connsiteX36" fmla="*/ 3824764 w 5453729"/>
                <a:gd name="connsiteY36" fmla="*/ 116586 h 812387"/>
                <a:gd name="connsiteX37" fmla="*/ 3828574 w 5453729"/>
                <a:gd name="connsiteY37" fmla="*/ 67818 h 812387"/>
                <a:gd name="connsiteX38" fmla="*/ 3843528 w 5453729"/>
                <a:gd name="connsiteY38" fmla="*/ 20288 h 812387"/>
                <a:gd name="connsiteX39" fmla="*/ 3260122 w 5453729"/>
                <a:gd name="connsiteY39" fmla="*/ 20288 h 812387"/>
                <a:gd name="connsiteX40" fmla="*/ 3256503 w 5453729"/>
                <a:gd name="connsiteY40" fmla="*/ 67818 h 812387"/>
                <a:gd name="connsiteX41" fmla="*/ 3241358 w 5453729"/>
                <a:gd name="connsiteY41" fmla="*/ 116586 h 812387"/>
                <a:gd name="connsiteX42" fmla="*/ 3455194 w 5453729"/>
                <a:gd name="connsiteY42" fmla="*/ 100775 h 812387"/>
                <a:gd name="connsiteX43" fmla="*/ 3319749 w 5453729"/>
                <a:gd name="connsiteY43" fmla="*/ 797433 h 812387"/>
                <a:gd name="connsiteX44" fmla="*/ 3405759 w 5453729"/>
                <a:gd name="connsiteY44" fmla="*/ 791813 h 812387"/>
                <a:gd name="connsiteX45" fmla="*/ 3489674 w 5453729"/>
                <a:gd name="connsiteY45" fmla="*/ 797433 h 812387"/>
                <a:gd name="connsiteX46" fmla="*/ 3625025 w 5453729"/>
                <a:gd name="connsiteY46" fmla="*/ 100775 h 812387"/>
                <a:gd name="connsiteX47" fmla="*/ 3116676 w 5453729"/>
                <a:gd name="connsiteY47" fmla="*/ 166592 h 812387"/>
                <a:gd name="connsiteX48" fmla="*/ 3174778 w 5453729"/>
                <a:gd name="connsiteY48" fmla="*/ 54388 h 812387"/>
                <a:gd name="connsiteX49" fmla="*/ 3006376 w 5453729"/>
                <a:gd name="connsiteY49" fmla="*/ 0 h 812387"/>
                <a:gd name="connsiteX50" fmla="*/ 2698433 w 5453729"/>
                <a:gd name="connsiteY50" fmla="*/ 237839 h 812387"/>
                <a:gd name="connsiteX51" fmla="*/ 2960561 w 5453729"/>
                <a:gd name="connsiteY51" fmla="*/ 626459 h 812387"/>
                <a:gd name="connsiteX52" fmla="*/ 2805113 w 5453729"/>
                <a:gd name="connsiteY52" fmla="*/ 744188 h 812387"/>
                <a:gd name="connsiteX53" fmla="*/ 2673001 w 5453729"/>
                <a:gd name="connsiteY53" fmla="*/ 619601 h 812387"/>
                <a:gd name="connsiteX54" fmla="*/ 2651379 w 5453729"/>
                <a:gd name="connsiteY54" fmla="*/ 619601 h 812387"/>
                <a:gd name="connsiteX55" fmla="*/ 2590610 w 5453729"/>
                <a:gd name="connsiteY55" fmla="*/ 763429 h 812387"/>
                <a:gd name="connsiteX56" fmla="*/ 2763584 w 5453729"/>
                <a:gd name="connsiteY56" fmla="*/ 812197 h 812387"/>
                <a:gd name="connsiteX57" fmla="*/ 3112199 w 5453729"/>
                <a:gd name="connsiteY57" fmla="*/ 562928 h 812387"/>
                <a:gd name="connsiteX58" fmla="*/ 2842546 w 5453729"/>
                <a:gd name="connsiteY58" fmla="*/ 178975 h 812387"/>
                <a:gd name="connsiteX59" fmla="*/ 2988660 w 5453729"/>
                <a:gd name="connsiteY59" fmla="*/ 67913 h 812387"/>
                <a:gd name="connsiteX60" fmla="*/ 3099816 w 5453729"/>
                <a:gd name="connsiteY60" fmla="*/ 166592 h 812387"/>
                <a:gd name="connsiteX61" fmla="*/ 3116771 w 5453729"/>
                <a:gd name="connsiteY61" fmla="*/ 166592 h 812387"/>
                <a:gd name="connsiteX62" fmla="*/ 2287238 w 5453729"/>
                <a:gd name="connsiteY62" fmla="*/ 797433 h 812387"/>
                <a:gd name="connsiteX63" fmla="*/ 2373345 w 5453729"/>
                <a:gd name="connsiteY63" fmla="*/ 791813 h 812387"/>
                <a:gd name="connsiteX64" fmla="*/ 2457164 w 5453729"/>
                <a:gd name="connsiteY64" fmla="*/ 797433 h 812387"/>
                <a:gd name="connsiteX65" fmla="*/ 2608231 w 5453729"/>
                <a:gd name="connsiteY65" fmla="*/ 20383 h 812387"/>
                <a:gd name="connsiteX66" fmla="*/ 2522220 w 5453729"/>
                <a:gd name="connsiteY66" fmla="*/ 26003 h 812387"/>
                <a:gd name="connsiteX67" fmla="*/ 2438305 w 5453729"/>
                <a:gd name="connsiteY67" fmla="*/ 20383 h 812387"/>
                <a:gd name="connsiteX68" fmla="*/ 2287238 w 5453729"/>
                <a:gd name="connsiteY68" fmla="*/ 797433 h 812387"/>
                <a:gd name="connsiteX69" fmla="*/ 2206086 w 5453729"/>
                <a:gd name="connsiteY69" fmla="*/ 447485 h 812387"/>
                <a:gd name="connsiteX70" fmla="*/ 2120075 w 5453729"/>
                <a:gd name="connsiteY70" fmla="*/ 453104 h 812387"/>
                <a:gd name="connsiteX71" fmla="*/ 2036255 w 5453729"/>
                <a:gd name="connsiteY71" fmla="*/ 447485 h 812387"/>
                <a:gd name="connsiteX72" fmla="*/ 1984820 w 5453729"/>
                <a:gd name="connsiteY72" fmla="*/ 712470 h 812387"/>
                <a:gd name="connsiteX73" fmla="*/ 1853946 w 5453729"/>
                <a:gd name="connsiteY73" fmla="*/ 744188 h 812387"/>
                <a:gd name="connsiteX74" fmla="*/ 1643348 w 5453729"/>
                <a:gd name="connsiteY74" fmla="*/ 429292 h 812387"/>
                <a:gd name="connsiteX75" fmla="*/ 1995678 w 5453729"/>
                <a:gd name="connsiteY75" fmla="*/ 67913 h 812387"/>
                <a:gd name="connsiteX76" fmla="*/ 2196370 w 5453729"/>
                <a:gd name="connsiteY76" fmla="*/ 183452 h 812387"/>
                <a:gd name="connsiteX77" fmla="*/ 2212181 w 5453729"/>
                <a:gd name="connsiteY77" fmla="*/ 183452 h 812387"/>
                <a:gd name="connsiteX78" fmla="*/ 2266188 w 5453729"/>
                <a:gd name="connsiteY78" fmla="*/ 69056 h 812387"/>
                <a:gd name="connsiteX79" fmla="*/ 2006632 w 5453729"/>
                <a:gd name="connsiteY79" fmla="*/ 0 h 812387"/>
                <a:gd name="connsiteX80" fmla="*/ 1455992 w 5453729"/>
                <a:gd name="connsiteY80" fmla="*/ 425863 h 812387"/>
                <a:gd name="connsiteX81" fmla="*/ 1832896 w 5453729"/>
                <a:gd name="connsiteY81" fmla="*/ 812197 h 812387"/>
                <a:gd name="connsiteX82" fmla="*/ 2145316 w 5453729"/>
                <a:gd name="connsiteY82" fmla="*/ 761238 h 812387"/>
                <a:gd name="connsiteX83" fmla="*/ 2206276 w 5453729"/>
                <a:gd name="connsiteY83" fmla="*/ 447485 h 812387"/>
                <a:gd name="connsiteX84" fmla="*/ 1022033 w 5453729"/>
                <a:gd name="connsiteY84" fmla="*/ 67913 h 812387"/>
                <a:gd name="connsiteX85" fmla="*/ 1198817 w 5453729"/>
                <a:gd name="connsiteY85" fmla="*/ 381762 h 812387"/>
                <a:gd name="connsiteX86" fmla="*/ 875824 w 5453729"/>
                <a:gd name="connsiteY86" fmla="*/ 744188 h 812387"/>
                <a:gd name="connsiteX87" fmla="*/ 697992 w 5453729"/>
                <a:gd name="connsiteY87" fmla="*/ 440627 h 812387"/>
                <a:gd name="connsiteX88" fmla="*/ 1021937 w 5453729"/>
                <a:gd name="connsiteY88" fmla="*/ 67913 h 812387"/>
                <a:gd name="connsiteX89" fmla="*/ 1382649 w 5453729"/>
                <a:gd name="connsiteY89" fmla="*/ 403193 h 812387"/>
                <a:gd name="connsiteX90" fmla="*/ 1041940 w 5453729"/>
                <a:gd name="connsiteY90" fmla="*/ 0 h 812387"/>
                <a:gd name="connsiteX91" fmla="*/ 516350 w 5453729"/>
                <a:gd name="connsiteY91" fmla="*/ 407765 h 812387"/>
                <a:gd name="connsiteX92" fmla="*/ 856964 w 5453729"/>
                <a:gd name="connsiteY92" fmla="*/ 812197 h 812387"/>
                <a:gd name="connsiteX93" fmla="*/ 1382744 w 5453729"/>
                <a:gd name="connsiteY93" fmla="*/ 403289 h 812387"/>
                <a:gd name="connsiteX94" fmla="*/ 319850 w 5453729"/>
                <a:gd name="connsiteY94" fmla="*/ 20479 h 812387"/>
                <a:gd name="connsiteX95" fmla="*/ 233839 w 5453729"/>
                <a:gd name="connsiteY95" fmla="*/ 26098 h 812387"/>
                <a:gd name="connsiteX96" fmla="*/ 149924 w 5453729"/>
                <a:gd name="connsiteY96" fmla="*/ 20479 h 812387"/>
                <a:gd name="connsiteX97" fmla="*/ 0 w 5453729"/>
                <a:gd name="connsiteY97" fmla="*/ 791909 h 812387"/>
                <a:gd name="connsiteX98" fmla="*/ 429292 w 5453729"/>
                <a:gd name="connsiteY98" fmla="*/ 791909 h 812387"/>
                <a:gd name="connsiteX99" fmla="*/ 433197 w 5453729"/>
                <a:gd name="connsiteY99" fmla="*/ 743236 h 812387"/>
                <a:gd name="connsiteX100" fmla="*/ 448342 w 5453729"/>
                <a:gd name="connsiteY100" fmla="*/ 694468 h 812387"/>
                <a:gd name="connsiteX101" fmla="*/ 185833 w 5453729"/>
                <a:gd name="connsiteY101" fmla="*/ 710279 h 812387"/>
                <a:gd name="connsiteX102" fmla="*/ 319945 w 5453729"/>
                <a:gd name="connsiteY102" fmla="*/ 20479 h 81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453729" h="812387">
                  <a:moveTo>
                    <a:pt x="5395722" y="166592"/>
                  </a:moveTo>
                  <a:cubicBezTo>
                    <a:pt x="5414487" y="128016"/>
                    <a:pt x="5433156" y="90583"/>
                    <a:pt x="5453730" y="54388"/>
                  </a:cubicBezTo>
                  <a:cubicBezTo>
                    <a:pt x="5433537" y="30575"/>
                    <a:pt x="5366862" y="0"/>
                    <a:pt x="5285328" y="0"/>
                  </a:cubicBezTo>
                  <a:cubicBezTo>
                    <a:pt x="5113115" y="0"/>
                    <a:pt x="5002816" y="107633"/>
                    <a:pt x="4977384" y="237839"/>
                  </a:cubicBezTo>
                  <a:cubicBezTo>
                    <a:pt x="4924330" y="510826"/>
                    <a:pt x="5274660" y="445198"/>
                    <a:pt x="5239417" y="626459"/>
                  </a:cubicBezTo>
                  <a:cubicBezTo>
                    <a:pt x="5224272" y="704564"/>
                    <a:pt x="5154264" y="744188"/>
                    <a:pt x="5083969" y="744188"/>
                  </a:cubicBezTo>
                  <a:cubicBezTo>
                    <a:pt x="5005864" y="744188"/>
                    <a:pt x="4953667" y="697802"/>
                    <a:pt x="4951953" y="619601"/>
                  </a:cubicBezTo>
                  <a:lnTo>
                    <a:pt x="4930331" y="619601"/>
                  </a:lnTo>
                  <a:cubicBezTo>
                    <a:pt x="4914138" y="668274"/>
                    <a:pt x="4892421" y="715899"/>
                    <a:pt x="4869561" y="763429"/>
                  </a:cubicBezTo>
                  <a:cubicBezTo>
                    <a:pt x="4916234" y="797433"/>
                    <a:pt x="4980147" y="812197"/>
                    <a:pt x="5042535" y="812197"/>
                  </a:cubicBezTo>
                  <a:cubicBezTo>
                    <a:pt x="5217986" y="812197"/>
                    <a:pt x="5362956" y="707993"/>
                    <a:pt x="5391055" y="562928"/>
                  </a:cubicBezTo>
                  <a:cubicBezTo>
                    <a:pt x="5441537" y="303562"/>
                    <a:pt x="5091589" y="331851"/>
                    <a:pt x="5121307" y="178975"/>
                  </a:cubicBezTo>
                  <a:cubicBezTo>
                    <a:pt x="5133880" y="114395"/>
                    <a:pt x="5177981" y="67913"/>
                    <a:pt x="5267516" y="67913"/>
                  </a:cubicBezTo>
                  <a:cubicBezTo>
                    <a:pt x="5332095" y="67913"/>
                    <a:pt x="5367624" y="106490"/>
                    <a:pt x="5378577" y="166592"/>
                  </a:cubicBezTo>
                  <a:lnTo>
                    <a:pt x="5395627" y="166592"/>
                  </a:lnTo>
                  <a:close/>
                  <a:moveTo>
                    <a:pt x="4776692" y="659320"/>
                  </a:moveTo>
                  <a:cubicBezTo>
                    <a:pt x="4716209" y="707993"/>
                    <a:pt x="4627627" y="744284"/>
                    <a:pt x="4557427" y="744284"/>
                  </a:cubicBezTo>
                  <a:cubicBezTo>
                    <a:pt x="4382929" y="744284"/>
                    <a:pt x="4314254" y="608362"/>
                    <a:pt x="4351878" y="414719"/>
                  </a:cubicBezTo>
                  <a:cubicBezTo>
                    <a:pt x="4384262" y="248126"/>
                    <a:pt x="4495133" y="68008"/>
                    <a:pt x="4683157" y="68008"/>
                  </a:cubicBezTo>
                  <a:cubicBezTo>
                    <a:pt x="4756785" y="68008"/>
                    <a:pt x="4820889" y="111157"/>
                    <a:pt x="4850987" y="172307"/>
                  </a:cubicBezTo>
                  <a:lnTo>
                    <a:pt x="4866799" y="172307"/>
                  </a:lnTo>
                  <a:cubicBezTo>
                    <a:pt x="4883659" y="132779"/>
                    <a:pt x="4897851" y="94202"/>
                    <a:pt x="4915567" y="55626"/>
                  </a:cubicBezTo>
                  <a:cubicBezTo>
                    <a:pt x="4856893" y="19431"/>
                    <a:pt x="4770025" y="191"/>
                    <a:pt x="4695254" y="191"/>
                  </a:cubicBezTo>
                  <a:cubicBezTo>
                    <a:pt x="4448271" y="191"/>
                    <a:pt x="4218147" y="134874"/>
                    <a:pt x="4160806" y="430625"/>
                  </a:cubicBezTo>
                  <a:cubicBezTo>
                    <a:pt x="4115562" y="662845"/>
                    <a:pt x="4270058" y="812387"/>
                    <a:pt x="4512469" y="812387"/>
                  </a:cubicBezTo>
                  <a:cubicBezTo>
                    <a:pt x="4588384" y="812387"/>
                    <a:pt x="4671441" y="798862"/>
                    <a:pt x="4746212" y="763619"/>
                  </a:cubicBezTo>
                  <a:lnTo>
                    <a:pt x="4790028" y="666178"/>
                  </a:lnTo>
                  <a:lnTo>
                    <a:pt x="4776692" y="659416"/>
                  </a:lnTo>
                  <a:close/>
                  <a:moveTo>
                    <a:pt x="3802571" y="797433"/>
                  </a:moveTo>
                  <a:cubicBezTo>
                    <a:pt x="3831336" y="795147"/>
                    <a:pt x="3860387" y="791813"/>
                    <a:pt x="3888677" y="791813"/>
                  </a:cubicBezTo>
                  <a:cubicBezTo>
                    <a:pt x="3916966" y="791813"/>
                    <a:pt x="3944684" y="795147"/>
                    <a:pt x="3972497" y="797433"/>
                  </a:cubicBezTo>
                  <a:lnTo>
                    <a:pt x="4123468" y="20383"/>
                  </a:lnTo>
                  <a:cubicBezTo>
                    <a:pt x="4094798" y="22574"/>
                    <a:pt x="4065747" y="26003"/>
                    <a:pt x="4037457" y="26003"/>
                  </a:cubicBezTo>
                  <a:cubicBezTo>
                    <a:pt x="4009168" y="26003"/>
                    <a:pt x="3981450" y="22574"/>
                    <a:pt x="3953542" y="20383"/>
                  </a:cubicBezTo>
                  <a:lnTo>
                    <a:pt x="3802476" y="797433"/>
                  </a:lnTo>
                  <a:close/>
                  <a:moveTo>
                    <a:pt x="3625120" y="100775"/>
                  </a:moveTo>
                  <a:cubicBezTo>
                    <a:pt x="3694176" y="100775"/>
                    <a:pt x="3759518" y="108680"/>
                    <a:pt x="3824764" y="116586"/>
                  </a:cubicBezTo>
                  <a:cubicBezTo>
                    <a:pt x="3825526" y="100775"/>
                    <a:pt x="3825240" y="84868"/>
                    <a:pt x="3828574" y="67818"/>
                  </a:cubicBezTo>
                  <a:cubicBezTo>
                    <a:pt x="3831622" y="52006"/>
                    <a:pt x="3838194" y="36195"/>
                    <a:pt x="3843528" y="20288"/>
                  </a:cubicBezTo>
                  <a:lnTo>
                    <a:pt x="3260122" y="20288"/>
                  </a:lnTo>
                  <a:cubicBezTo>
                    <a:pt x="3259265" y="36195"/>
                    <a:pt x="3259646" y="51911"/>
                    <a:pt x="3256503" y="67818"/>
                  </a:cubicBezTo>
                  <a:cubicBezTo>
                    <a:pt x="3253168" y="84868"/>
                    <a:pt x="3246691" y="100679"/>
                    <a:pt x="3241358" y="116586"/>
                  </a:cubicBezTo>
                  <a:cubicBezTo>
                    <a:pt x="3301842" y="108680"/>
                    <a:pt x="3374803" y="100775"/>
                    <a:pt x="3455194" y="100775"/>
                  </a:cubicBezTo>
                  <a:lnTo>
                    <a:pt x="3319749" y="797433"/>
                  </a:lnTo>
                  <a:cubicBezTo>
                    <a:pt x="3348609" y="795147"/>
                    <a:pt x="3377565" y="791813"/>
                    <a:pt x="3405759" y="791813"/>
                  </a:cubicBezTo>
                  <a:cubicBezTo>
                    <a:pt x="3433953" y="791813"/>
                    <a:pt x="3461671" y="795147"/>
                    <a:pt x="3489674" y="797433"/>
                  </a:cubicBezTo>
                  <a:lnTo>
                    <a:pt x="3625025" y="100775"/>
                  </a:lnTo>
                  <a:close/>
                  <a:moveTo>
                    <a:pt x="3116676" y="166592"/>
                  </a:moveTo>
                  <a:cubicBezTo>
                    <a:pt x="3135535" y="128016"/>
                    <a:pt x="3154109" y="90583"/>
                    <a:pt x="3174778" y="54388"/>
                  </a:cubicBezTo>
                  <a:cubicBezTo>
                    <a:pt x="3154490" y="30575"/>
                    <a:pt x="3088005" y="0"/>
                    <a:pt x="3006376" y="0"/>
                  </a:cubicBezTo>
                  <a:cubicBezTo>
                    <a:pt x="2834164" y="0"/>
                    <a:pt x="2723769" y="107633"/>
                    <a:pt x="2698433" y="237839"/>
                  </a:cubicBezTo>
                  <a:cubicBezTo>
                    <a:pt x="2645378" y="510826"/>
                    <a:pt x="2995708" y="445198"/>
                    <a:pt x="2960561" y="626459"/>
                  </a:cubicBezTo>
                  <a:cubicBezTo>
                    <a:pt x="2945321" y="704564"/>
                    <a:pt x="2875312" y="744188"/>
                    <a:pt x="2805113" y="744188"/>
                  </a:cubicBezTo>
                  <a:cubicBezTo>
                    <a:pt x="2726912" y="744188"/>
                    <a:pt x="2674811" y="697802"/>
                    <a:pt x="2673001" y="619601"/>
                  </a:cubicBezTo>
                  <a:lnTo>
                    <a:pt x="2651379" y="619601"/>
                  </a:lnTo>
                  <a:cubicBezTo>
                    <a:pt x="2635091" y="668274"/>
                    <a:pt x="2613470" y="715899"/>
                    <a:pt x="2590610" y="763429"/>
                  </a:cubicBezTo>
                  <a:cubicBezTo>
                    <a:pt x="2637282" y="797433"/>
                    <a:pt x="2701290" y="812197"/>
                    <a:pt x="2763584" y="812197"/>
                  </a:cubicBezTo>
                  <a:cubicBezTo>
                    <a:pt x="2939129" y="812197"/>
                    <a:pt x="3084005" y="707993"/>
                    <a:pt x="3112199" y="562928"/>
                  </a:cubicBezTo>
                  <a:cubicBezTo>
                    <a:pt x="3162681" y="303562"/>
                    <a:pt x="2812828" y="331851"/>
                    <a:pt x="2842546" y="178975"/>
                  </a:cubicBezTo>
                  <a:cubicBezTo>
                    <a:pt x="2855119" y="114395"/>
                    <a:pt x="2899124" y="67913"/>
                    <a:pt x="2988660" y="67913"/>
                  </a:cubicBezTo>
                  <a:cubicBezTo>
                    <a:pt x="3053239" y="67913"/>
                    <a:pt x="3088767" y="106490"/>
                    <a:pt x="3099816" y="166592"/>
                  </a:cubicBezTo>
                  <a:lnTo>
                    <a:pt x="3116771" y="166592"/>
                  </a:lnTo>
                  <a:close/>
                  <a:moveTo>
                    <a:pt x="2287238" y="797433"/>
                  </a:moveTo>
                  <a:cubicBezTo>
                    <a:pt x="2316004" y="795147"/>
                    <a:pt x="2344960" y="791813"/>
                    <a:pt x="2373345" y="791813"/>
                  </a:cubicBezTo>
                  <a:cubicBezTo>
                    <a:pt x="2401729" y="791813"/>
                    <a:pt x="2429352" y="795147"/>
                    <a:pt x="2457164" y="797433"/>
                  </a:cubicBezTo>
                  <a:lnTo>
                    <a:pt x="2608231" y="20383"/>
                  </a:lnTo>
                  <a:cubicBezTo>
                    <a:pt x="2579465" y="22574"/>
                    <a:pt x="2550510" y="26003"/>
                    <a:pt x="2522220" y="26003"/>
                  </a:cubicBezTo>
                  <a:cubicBezTo>
                    <a:pt x="2493931" y="26003"/>
                    <a:pt x="2466213" y="22574"/>
                    <a:pt x="2438305" y="20383"/>
                  </a:cubicBezTo>
                  <a:lnTo>
                    <a:pt x="2287238" y="797433"/>
                  </a:lnTo>
                  <a:close/>
                  <a:moveTo>
                    <a:pt x="2206086" y="447485"/>
                  </a:moveTo>
                  <a:cubicBezTo>
                    <a:pt x="2177320" y="449675"/>
                    <a:pt x="2148364" y="453104"/>
                    <a:pt x="2120075" y="453104"/>
                  </a:cubicBezTo>
                  <a:cubicBezTo>
                    <a:pt x="2091785" y="453104"/>
                    <a:pt x="2064068" y="449675"/>
                    <a:pt x="2036255" y="447485"/>
                  </a:cubicBezTo>
                  <a:lnTo>
                    <a:pt x="1984820" y="712470"/>
                  </a:lnTo>
                  <a:cubicBezTo>
                    <a:pt x="1954530" y="728282"/>
                    <a:pt x="1910620" y="744188"/>
                    <a:pt x="1853946" y="744188"/>
                  </a:cubicBezTo>
                  <a:cubicBezTo>
                    <a:pt x="1681829" y="744188"/>
                    <a:pt x="1605058" y="626459"/>
                    <a:pt x="1643348" y="429292"/>
                  </a:cubicBezTo>
                  <a:cubicBezTo>
                    <a:pt x="1680401" y="238982"/>
                    <a:pt x="1806607" y="67913"/>
                    <a:pt x="1995678" y="67913"/>
                  </a:cubicBezTo>
                  <a:cubicBezTo>
                    <a:pt x="2085118" y="67913"/>
                    <a:pt x="2158937" y="107633"/>
                    <a:pt x="2196370" y="183452"/>
                  </a:cubicBezTo>
                  <a:lnTo>
                    <a:pt x="2212181" y="183452"/>
                  </a:lnTo>
                  <a:cubicBezTo>
                    <a:pt x="2224183" y="144971"/>
                    <a:pt x="2243233" y="105251"/>
                    <a:pt x="2266188" y="69056"/>
                  </a:cubicBezTo>
                  <a:cubicBezTo>
                    <a:pt x="2190655" y="20383"/>
                    <a:pt x="2103978" y="0"/>
                    <a:pt x="2006632" y="0"/>
                  </a:cubicBezTo>
                  <a:cubicBezTo>
                    <a:pt x="1744980" y="0"/>
                    <a:pt x="1510760" y="143827"/>
                    <a:pt x="1455992" y="425863"/>
                  </a:cubicBezTo>
                  <a:cubicBezTo>
                    <a:pt x="1404271" y="691991"/>
                    <a:pt x="1593818" y="812197"/>
                    <a:pt x="1832896" y="812197"/>
                  </a:cubicBezTo>
                  <a:cubicBezTo>
                    <a:pt x="1932623" y="812197"/>
                    <a:pt x="2037779" y="789527"/>
                    <a:pt x="2145316" y="761238"/>
                  </a:cubicBezTo>
                  <a:lnTo>
                    <a:pt x="2206276" y="447485"/>
                  </a:lnTo>
                  <a:close/>
                  <a:moveTo>
                    <a:pt x="1022033" y="67913"/>
                  </a:moveTo>
                  <a:cubicBezTo>
                    <a:pt x="1191959" y="67913"/>
                    <a:pt x="1227296" y="235553"/>
                    <a:pt x="1198817" y="381762"/>
                  </a:cubicBezTo>
                  <a:cubicBezTo>
                    <a:pt x="1162336" y="569690"/>
                    <a:pt x="1050227" y="744188"/>
                    <a:pt x="875824" y="744188"/>
                  </a:cubicBezTo>
                  <a:cubicBezTo>
                    <a:pt x="701421" y="744188"/>
                    <a:pt x="669417" y="587883"/>
                    <a:pt x="697992" y="440627"/>
                  </a:cubicBezTo>
                  <a:cubicBezTo>
                    <a:pt x="747332" y="186881"/>
                    <a:pt x="864394" y="67913"/>
                    <a:pt x="1021937" y="67913"/>
                  </a:cubicBezTo>
                  <a:moveTo>
                    <a:pt x="1382649" y="403193"/>
                  </a:moveTo>
                  <a:cubicBezTo>
                    <a:pt x="1415606" y="227552"/>
                    <a:pt x="1364742" y="0"/>
                    <a:pt x="1041940" y="0"/>
                  </a:cubicBezTo>
                  <a:cubicBezTo>
                    <a:pt x="759905" y="0"/>
                    <a:pt x="560165" y="182404"/>
                    <a:pt x="516350" y="407765"/>
                  </a:cubicBezTo>
                  <a:cubicBezTo>
                    <a:pt x="466344" y="664940"/>
                    <a:pt x="606552" y="812197"/>
                    <a:pt x="856964" y="812197"/>
                  </a:cubicBezTo>
                  <a:cubicBezTo>
                    <a:pt x="1134523" y="812197"/>
                    <a:pt x="1340930" y="624173"/>
                    <a:pt x="1382744" y="403289"/>
                  </a:cubicBezTo>
                  <a:moveTo>
                    <a:pt x="319850" y="20479"/>
                  </a:moveTo>
                  <a:cubicBezTo>
                    <a:pt x="291084" y="22669"/>
                    <a:pt x="262128" y="26098"/>
                    <a:pt x="233839" y="26098"/>
                  </a:cubicBezTo>
                  <a:cubicBezTo>
                    <a:pt x="205550" y="26098"/>
                    <a:pt x="177832" y="22669"/>
                    <a:pt x="149924" y="20479"/>
                  </a:cubicBezTo>
                  <a:lnTo>
                    <a:pt x="0" y="791909"/>
                  </a:lnTo>
                  <a:lnTo>
                    <a:pt x="429292" y="791909"/>
                  </a:lnTo>
                  <a:cubicBezTo>
                    <a:pt x="430149" y="776002"/>
                    <a:pt x="430054" y="759047"/>
                    <a:pt x="433197" y="743236"/>
                  </a:cubicBezTo>
                  <a:cubicBezTo>
                    <a:pt x="436150" y="727424"/>
                    <a:pt x="442817" y="710374"/>
                    <a:pt x="448342" y="694468"/>
                  </a:cubicBezTo>
                  <a:cubicBezTo>
                    <a:pt x="369761" y="702374"/>
                    <a:pt x="284321" y="710279"/>
                    <a:pt x="185833" y="710279"/>
                  </a:cubicBezTo>
                  <a:lnTo>
                    <a:pt x="319945" y="2047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1544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D75F6318-4AF8-4C78-8C5D-D38F344AF0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en-US" dirty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B8F567F4-EA09-C338-D049-9C2E91D2F64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BF46CD0-FBDC-4232-8F32-5100991AA633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11" name="Espace réservé du pied de page 10">
            <a:extLst>
              <a:ext uri="{FF2B5EF4-FFF2-40B4-BE49-F238E27FC236}">
                <a16:creationId xmlns:a16="http://schemas.microsoft.com/office/drawing/2014/main" id="{58B155ED-97D6-3C7F-101D-5AFD078E912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>
              <a:spcBef>
                <a:spcPts val="2438"/>
              </a:spcBef>
            </a:pPr>
            <a:r>
              <a:rPr lang="en-US"/>
              <a:t>Section title</a:t>
            </a:r>
            <a:endParaRPr lang="en-US" dirty="0"/>
          </a:p>
        </p:txBody>
      </p:sp>
      <p:sp>
        <p:nvSpPr>
          <p:cNvPr id="6" name="Espace réservé du texte 6">
            <a:extLst>
              <a:ext uri="{FF2B5EF4-FFF2-40B4-BE49-F238E27FC236}">
                <a16:creationId xmlns:a16="http://schemas.microsoft.com/office/drawing/2014/main" id="{7F17B9F4-3FA3-0A01-1EF7-CE721239FA1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72840" y="1583489"/>
            <a:ext cx="9481227" cy="4891819"/>
          </a:xfrm>
        </p:spPr>
        <p:txBody>
          <a:bodyPr/>
          <a:lstStyle/>
          <a:p>
            <a:pPr lvl="0"/>
            <a:r>
              <a:rPr lang="en-US"/>
              <a:t>Cliquez pour modifier les styles du texte du masque</a:t>
            </a:r>
          </a:p>
          <a:p>
            <a:pPr lvl="1"/>
            <a:r>
              <a:rPr lang="en-US"/>
              <a:t>Deuxième niveau</a:t>
            </a:r>
          </a:p>
          <a:p>
            <a:pPr lvl="2"/>
            <a:r>
              <a:rPr lang="en-US"/>
              <a:t>Troisième niveau</a:t>
            </a:r>
          </a:p>
          <a:p>
            <a:pPr lvl="3"/>
            <a:r>
              <a:rPr lang="en-US"/>
              <a:t>Quatrième niveau</a:t>
            </a:r>
          </a:p>
          <a:p>
            <a:pPr lvl="4"/>
            <a:r>
              <a:rPr lang="en-US"/>
              <a:t>Cinquième niveau</a:t>
            </a:r>
            <a:endParaRPr lang="en-US" dirty="0"/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2F2E27FE-9573-EE63-69B6-291937E5D9C9}"/>
              </a:ext>
            </a:extLst>
          </p:cNvPr>
          <p:cNvCxnSpPr/>
          <p:nvPr userDrawn="1"/>
        </p:nvCxnSpPr>
        <p:spPr>
          <a:xfrm>
            <a:off x="332997" y="931569"/>
            <a:ext cx="220996" cy="0"/>
          </a:xfrm>
          <a:prstGeom prst="line">
            <a:avLst/>
          </a:prstGeom>
          <a:ln w="47625" cap="rnd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45154579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 Text |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que 19">
            <a:extLst>
              <a:ext uri="{FF2B5EF4-FFF2-40B4-BE49-F238E27FC236}">
                <a16:creationId xmlns:a16="http://schemas.microsoft.com/office/drawing/2014/main" id="{C3BA387A-FB08-4E8F-9F19-13FE2C6157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8861" t="-3712" r="37096" b="61920"/>
          <a:stretch/>
        </p:blipFill>
        <p:spPr>
          <a:xfrm>
            <a:off x="5420714" y="-31080"/>
            <a:ext cx="4485287" cy="4448196"/>
          </a:xfrm>
          <a:prstGeom prst="rect">
            <a:avLst/>
          </a:prstGeom>
        </p:spPr>
      </p:pic>
      <p:pic>
        <p:nvPicPr>
          <p:cNvPr id="21" name="Graphique 20">
            <a:extLst>
              <a:ext uri="{FF2B5EF4-FFF2-40B4-BE49-F238E27FC236}">
                <a16:creationId xmlns:a16="http://schemas.microsoft.com/office/drawing/2014/main" id="{01F624E6-AAF3-4A9A-81BA-DB51253B3D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8861" t="-3712" r="64117" b="61920"/>
          <a:stretch/>
        </p:blipFill>
        <p:spPr>
          <a:xfrm rot="10800000">
            <a:off x="-1" y="1886193"/>
            <a:ext cx="2242643" cy="4448196"/>
          </a:xfrm>
          <a:prstGeom prst="rect">
            <a:avLst/>
          </a:prstGeom>
        </p:spPr>
      </p:pic>
      <p:sp>
        <p:nvSpPr>
          <p:cNvPr id="24" name="Ellipse 23">
            <a:extLst>
              <a:ext uri="{FF2B5EF4-FFF2-40B4-BE49-F238E27FC236}">
                <a16:creationId xmlns:a16="http://schemas.microsoft.com/office/drawing/2014/main" id="{C2CB58D9-9EFF-4A71-AC43-B9411F176ED5}"/>
              </a:ext>
            </a:extLst>
          </p:cNvPr>
          <p:cNvSpPr/>
          <p:nvPr userDrawn="1"/>
        </p:nvSpPr>
        <p:spPr>
          <a:xfrm>
            <a:off x="1089370" y="6592896"/>
            <a:ext cx="63901" cy="78647"/>
          </a:xfrm>
          <a:prstGeom prst="ellipse">
            <a:avLst/>
          </a:prstGeom>
          <a:solidFill>
            <a:srgbClr val="EF1A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544" dirty="0"/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D09BEE1B-DFE6-4BA3-450B-621B453F3F1F}"/>
              </a:ext>
            </a:extLst>
          </p:cNvPr>
          <p:cNvGrpSpPr/>
          <p:nvPr userDrawn="1"/>
        </p:nvGrpSpPr>
        <p:grpSpPr>
          <a:xfrm>
            <a:off x="237380" y="6509290"/>
            <a:ext cx="730309" cy="179017"/>
            <a:chOff x="7804375" y="14663327"/>
            <a:chExt cx="7400924" cy="1473993"/>
          </a:xfrm>
          <a:solidFill>
            <a:schemeClr val="accent2"/>
          </a:solidFill>
        </p:grpSpPr>
        <p:grpSp>
          <p:nvGrpSpPr>
            <p:cNvPr id="16" name="Graphique 37">
              <a:extLst>
                <a:ext uri="{FF2B5EF4-FFF2-40B4-BE49-F238E27FC236}">
                  <a16:creationId xmlns:a16="http://schemas.microsoft.com/office/drawing/2014/main" id="{29F47292-06D8-297D-7918-7A1A41284944}"/>
                </a:ext>
              </a:extLst>
            </p:cNvPr>
            <p:cNvGrpSpPr/>
            <p:nvPr/>
          </p:nvGrpSpPr>
          <p:grpSpPr>
            <a:xfrm>
              <a:off x="7804375" y="14663327"/>
              <a:ext cx="2394966" cy="1473326"/>
              <a:chOff x="7804375" y="14663327"/>
              <a:chExt cx="2394966" cy="1473326"/>
            </a:xfrm>
            <a:grpFill/>
          </p:grpSpPr>
          <p:sp>
            <p:nvSpPr>
              <p:cNvPr id="25" name="Forme libre : forme 24">
                <a:extLst>
                  <a:ext uri="{FF2B5EF4-FFF2-40B4-BE49-F238E27FC236}">
                    <a16:creationId xmlns:a16="http://schemas.microsoft.com/office/drawing/2014/main" id="{EA7F752F-853C-8CCD-51B7-36A5589488F5}"/>
                  </a:ext>
                </a:extLst>
              </p:cNvPr>
              <p:cNvSpPr/>
              <p:nvPr/>
            </p:nvSpPr>
            <p:spPr>
              <a:xfrm>
                <a:off x="8464266" y="14990796"/>
                <a:ext cx="1206016" cy="1137570"/>
              </a:xfrm>
              <a:custGeom>
                <a:avLst/>
                <a:gdLst>
                  <a:gd name="connsiteX0" fmla="*/ 221075 w 1206016"/>
                  <a:gd name="connsiteY0" fmla="*/ 0 h 1137570"/>
                  <a:gd name="connsiteX1" fmla="*/ 0 w 1206016"/>
                  <a:gd name="connsiteY1" fmla="*/ 1137571 h 1137570"/>
                  <a:gd name="connsiteX2" fmla="*/ 467678 w 1206016"/>
                  <a:gd name="connsiteY2" fmla="*/ 1137571 h 1137570"/>
                  <a:gd name="connsiteX3" fmla="*/ 1192530 w 1206016"/>
                  <a:gd name="connsiteY3" fmla="*/ 536258 h 1137570"/>
                  <a:gd name="connsiteX4" fmla="*/ 792290 w 1206016"/>
                  <a:gd name="connsiteY4" fmla="*/ 95 h 1137570"/>
                  <a:gd name="connsiteX5" fmla="*/ 221075 w 1206016"/>
                  <a:gd name="connsiteY5" fmla="*/ 95 h 1137570"/>
                  <a:gd name="connsiteX6" fmla="*/ 452723 w 1206016"/>
                  <a:gd name="connsiteY6" fmla="*/ 96869 h 1137570"/>
                  <a:gd name="connsiteX7" fmla="*/ 616458 w 1206016"/>
                  <a:gd name="connsiteY7" fmla="*/ 96869 h 1137570"/>
                  <a:gd name="connsiteX8" fmla="*/ 915638 w 1206016"/>
                  <a:gd name="connsiteY8" fmla="*/ 534543 h 1137570"/>
                  <a:gd name="connsiteX9" fmla="*/ 411290 w 1206016"/>
                  <a:gd name="connsiteY9" fmla="*/ 1040606 h 1137570"/>
                  <a:gd name="connsiteX10" fmla="*/ 269367 w 1206016"/>
                  <a:gd name="connsiteY10" fmla="*/ 1040606 h 1137570"/>
                  <a:gd name="connsiteX11" fmla="*/ 452723 w 1206016"/>
                  <a:gd name="connsiteY11" fmla="*/ 96774 h 1137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206016" h="1137570">
                    <a:moveTo>
                      <a:pt x="221075" y="0"/>
                    </a:moveTo>
                    <a:lnTo>
                      <a:pt x="0" y="1137571"/>
                    </a:lnTo>
                    <a:lnTo>
                      <a:pt x="467678" y="1137571"/>
                    </a:lnTo>
                    <a:cubicBezTo>
                      <a:pt x="810101" y="1137571"/>
                      <a:pt x="1119188" y="913733"/>
                      <a:pt x="1192530" y="536258"/>
                    </a:cubicBezTo>
                    <a:cubicBezTo>
                      <a:pt x="1245775" y="262318"/>
                      <a:pt x="1147191" y="13430"/>
                      <a:pt x="792290" y="95"/>
                    </a:cubicBezTo>
                    <a:lnTo>
                      <a:pt x="221075" y="95"/>
                    </a:lnTo>
                    <a:close/>
                    <a:moveTo>
                      <a:pt x="452723" y="96869"/>
                    </a:moveTo>
                    <a:lnTo>
                      <a:pt x="616458" y="96869"/>
                    </a:lnTo>
                    <a:cubicBezTo>
                      <a:pt x="851916" y="96869"/>
                      <a:pt x="976598" y="220504"/>
                      <a:pt x="915638" y="534543"/>
                    </a:cubicBezTo>
                    <a:cubicBezTo>
                      <a:pt x="839629" y="925354"/>
                      <a:pt x="641795" y="1040606"/>
                      <a:pt x="411290" y="1040606"/>
                    </a:cubicBezTo>
                    <a:lnTo>
                      <a:pt x="269367" y="1040606"/>
                    </a:lnTo>
                    <a:lnTo>
                      <a:pt x="452723" y="96774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1544"/>
              </a:p>
            </p:txBody>
          </p:sp>
          <p:sp>
            <p:nvSpPr>
              <p:cNvPr id="26" name="Forme libre : forme 25">
                <a:extLst>
                  <a:ext uri="{FF2B5EF4-FFF2-40B4-BE49-F238E27FC236}">
                    <a16:creationId xmlns:a16="http://schemas.microsoft.com/office/drawing/2014/main" id="{2D13E8CC-5008-0CB6-4234-60C6A2BEE398}"/>
                  </a:ext>
                </a:extLst>
              </p:cNvPr>
              <p:cNvSpPr/>
              <p:nvPr/>
            </p:nvSpPr>
            <p:spPr>
              <a:xfrm>
                <a:off x="7804375" y="14663327"/>
                <a:ext cx="2394966" cy="1136017"/>
              </a:xfrm>
              <a:custGeom>
                <a:avLst/>
                <a:gdLst>
                  <a:gd name="connsiteX0" fmla="*/ 1852232 w 2394966"/>
                  <a:gd name="connsiteY0" fmla="*/ 299752 h 1136017"/>
                  <a:gd name="connsiteX1" fmla="*/ 1816132 w 2394966"/>
                  <a:gd name="connsiteY1" fmla="*/ 148781 h 1136017"/>
                  <a:gd name="connsiteX2" fmla="*/ 2265426 w 2394966"/>
                  <a:gd name="connsiteY2" fmla="*/ 0 h 1136017"/>
                  <a:gd name="connsiteX3" fmla="*/ 2394966 w 2394966"/>
                  <a:gd name="connsiteY3" fmla="*/ 451961 h 1136017"/>
                  <a:gd name="connsiteX4" fmla="*/ 2237804 w 2394966"/>
                  <a:gd name="connsiteY4" fmla="*/ 487775 h 1136017"/>
                  <a:gd name="connsiteX5" fmla="*/ 2207514 w 2394966"/>
                  <a:gd name="connsiteY5" fmla="*/ 303086 h 1136017"/>
                  <a:gd name="connsiteX6" fmla="*/ 0 w 2394966"/>
                  <a:gd name="connsiteY6" fmla="*/ 1074801 h 1136017"/>
                  <a:gd name="connsiteX7" fmla="*/ 17812 w 2394966"/>
                  <a:gd name="connsiteY7" fmla="*/ 1033272 h 1136017"/>
                  <a:gd name="connsiteX8" fmla="*/ 2028349 w 2394966"/>
                  <a:gd name="connsiteY8" fmla="*/ 231458 h 1136017"/>
                  <a:gd name="connsiteX9" fmla="*/ 1852232 w 2394966"/>
                  <a:gd name="connsiteY9" fmla="*/ 299752 h 1136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394966" h="1136017">
                    <a:moveTo>
                      <a:pt x="1852232" y="299752"/>
                    </a:moveTo>
                    <a:cubicBezTo>
                      <a:pt x="1851946" y="217742"/>
                      <a:pt x="1838611" y="205264"/>
                      <a:pt x="1816132" y="148781"/>
                    </a:cubicBezTo>
                    <a:lnTo>
                      <a:pt x="2265426" y="0"/>
                    </a:lnTo>
                    <a:lnTo>
                      <a:pt x="2394966" y="451961"/>
                    </a:lnTo>
                    <a:cubicBezTo>
                      <a:pt x="2348103" y="449199"/>
                      <a:pt x="2298478" y="454724"/>
                      <a:pt x="2237804" y="487775"/>
                    </a:cubicBezTo>
                    <a:lnTo>
                      <a:pt x="2207514" y="303086"/>
                    </a:lnTo>
                    <a:cubicBezTo>
                      <a:pt x="2042160" y="609124"/>
                      <a:pt x="1223677" y="1353217"/>
                      <a:pt x="0" y="1074801"/>
                    </a:cubicBezTo>
                    <a:cubicBezTo>
                      <a:pt x="7906" y="1068038"/>
                      <a:pt x="14002" y="1043654"/>
                      <a:pt x="17812" y="1033272"/>
                    </a:cubicBezTo>
                    <a:cubicBezTo>
                      <a:pt x="1146429" y="1185005"/>
                      <a:pt x="1915478" y="481679"/>
                      <a:pt x="2028349" y="231458"/>
                    </a:cubicBezTo>
                    <a:lnTo>
                      <a:pt x="1852232" y="299752"/>
                    </a:lnTo>
                    <a:close/>
                  </a:path>
                </a:pathLst>
              </a:custGeom>
              <a:solidFill>
                <a:schemeClr val="accent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1544"/>
              </a:p>
            </p:txBody>
          </p:sp>
          <p:sp>
            <p:nvSpPr>
              <p:cNvPr id="27" name="Forme libre : forme 26">
                <a:extLst>
                  <a:ext uri="{FF2B5EF4-FFF2-40B4-BE49-F238E27FC236}">
                    <a16:creationId xmlns:a16="http://schemas.microsoft.com/office/drawing/2014/main" id="{236CD0B0-F2FB-D8E9-1E56-54C2CFBC02CE}"/>
                  </a:ext>
                </a:extLst>
              </p:cNvPr>
              <p:cNvSpPr/>
              <p:nvPr/>
            </p:nvSpPr>
            <p:spPr>
              <a:xfrm>
                <a:off x="8045167" y="14990796"/>
                <a:ext cx="473297" cy="1145857"/>
              </a:xfrm>
              <a:custGeom>
                <a:avLst/>
                <a:gdLst>
                  <a:gd name="connsiteX0" fmla="*/ 95 w 473297"/>
                  <a:gd name="connsiteY0" fmla="*/ 1145857 h 1145857"/>
                  <a:gd name="connsiteX1" fmla="*/ 126968 w 473297"/>
                  <a:gd name="connsiteY1" fmla="*/ 1137571 h 1145857"/>
                  <a:gd name="connsiteX2" fmla="*/ 250603 w 473297"/>
                  <a:gd name="connsiteY2" fmla="*/ 1145857 h 1145857"/>
                  <a:gd name="connsiteX3" fmla="*/ 473297 w 473297"/>
                  <a:gd name="connsiteY3" fmla="*/ 0 h 1145857"/>
                  <a:gd name="connsiteX4" fmla="*/ 346424 w 473297"/>
                  <a:gd name="connsiteY4" fmla="*/ 8382 h 1145857"/>
                  <a:gd name="connsiteX5" fmla="*/ 222790 w 473297"/>
                  <a:gd name="connsiteY5" fmla="*/ 0 h 1145857"/>
                  <a:gd name="connsiteX6" fmla="*/ 0 w 473297"/>
                  <a:gd name="connsiteY6" fmla="*/ 1145857 h 114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73297" h="1145857">
                    <a:moveTo>
                      <a:pt x="95" y="1145857"/>
                    </a:moveTo>
                    <a:cubicBezTo>
                      <a:pt x="42481" y="1142524"/>
                      <a:pt x="85249" y="1137571"/>
                      <a:pt x="126968" y="1137571"/>
                    </a:cubicBezTo>
                    <a:cubicBezTo>
                      <a:pt x="168688" y="1137571"/>
                      <a:pt x="209550" y="1142619"/>
                      <a:pt x="250603" y="1145857"/>
                    </a:cubicBezTo>
                    <a:lnTo>
                      <a:pt x="473297" y="0"/>
                    </a:lnTo>
                    <a:cubicBezTo>
                      <a:pt x="430911" y="3239"/>
                      <a:pt x="388144" y="8382"/>
                      <a:pt x="346424" y="8382"/>
                    </a:cubicBezTo>
                    <a:cubicBezTo>
                      <a:pt x="304705" y="8382"/>
                      <a:pt x="263843" y="3334"/>
                      <a:pt x="222790" y="0"/>
                    </a:cubicBezTo>
                    <a:lnTo>
                      <a:pt x="0" y="114585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1544"/>
              </a:p>
            </p:txBody>
          </p:sp>
        </p:grpSp>
        <p:sp>
          <p:nvSpPr>
            <p:cNvPr id="17" name="Forme libre : forme 16">
              <a:extLst>
                <a:ext uri="{FF2B5EF4-FFF2-40B4-BE49-F238E27FC236}">
                  <a16:creationId xmlns:a16="http://schemas.microsoft.com/office/drawing/2014/main" id="{1646DCE5-914D-E2FF-8025-8EEE8608BAB0}"/>
                </a:ext>
              </a:extLst>
            </p:cNvPr>
            <p:cNvSpPr/>
            <p:nvPr/>
          </p:nvSpPr>
          <p:spPr>
            <a:xfrm>
              <a:off x="9751570" y="15324933"/>
              <a:ext cx="5453729" cy="812387"/>
            </a:xfrm>
            <a:custGeom>
              <a:avLst/>
              <a:gdLst>
                <a:gd name="connsiteX0" fmla="*/ 5395722 w 5453729"/>
                <a:gd name="connsiteY0" fmla="*/ 166592 h 812387"/>
                <a:gd name="connsiteX1" fmla="*/ 5453730 w 5453729"/>
                <a:gd name="connsiteY1" fmla="*/ 54388 h 812387"/>
                <a:gd name="connsiteX2" fmla="*/ 5285328 w 5453729"/>
                <a:gd name="connsiteY2" fmla="*/ 0 h 812387"/>
                <a:gd name="connsiteX3" fmla="*/ 4977384 w 5453729"/>
                <a:gd name="connsiteY3" fmla="*/ 237839 h 812387"/>
                <a:gd name="connsiteX4" fmla="*/ 5239417 w 5453729"/>
                <a:gd name="connsiteY4" fmla="*/ 626459 h 812387"/>
                <a:gd name="connsiteX5" fmla="*/ 5083969 w 5453729"/>
                <a:gd name="connsiteY5" fmla="*/ 744188 h 812387"/>
                <a:gd name="connsiteX6" fmla="*/ 4951953 w 5453729"/>
                <a:gd name="connsiteY6" fmla="*/ 619601 h 812387"/>
                <a:gd name="connsiteX7" fmla="*/ 4930331 w 5453729"/>
                <a:gd name="connsiteY7" fmla="*/ 619601 h 812387"/>
                <a:gd name="connsiteX8" fmla="*/ 4869561 w 5453729"/>
                <a:gd name="connsiteY8" fmla="*/ 763429 h 812387"/>
                <a:gd name="connsiteX9" fmla="*/ 5042535 w 5453729"/>
                <a:gd name="connsiteY9" fmla="*/ 812197 h 812387"/>
                <a:gd name="connsiteX10" fmla="*/ 5391055 w 5453729"/>
                <a:gd name="connsiteY10" fmla="*/ 562928 h 812387"/>
                <a:gd name="connsiteX11" fmla="*/ 5121307 w 5453729"/>
                <a:gd name="connsiteY11" fmla="*/ 178975 h 812387"/>
                <a:gd name="connsiteX12" fmla="*/ 5267516 w 5453729"/>
                <a:gd name="connsiteY12" fmla="*/ 67913 h 812387"/>
                <a:gd name="connsiteX13" fmla="*/ 5378577 w 5453729"/>
                <a:gd name="connsiteY13" fmla="*/ 166592 h 812387"/>
                <a:gd name="connsiteX14" fmla="*/ 5395627 w 5453729"/>
                <a:gd name="connsiteY14" fmla="*/ 166592 h 812387"/>
                <a:gd name="connsiteX15" fmla="*/ 4776692 w 5453729"/>
                <a:gd name="connsiteY15" fmla="*/ 659320 h 812387"/>
                <a:gd name="connsiteX16" fmla="*/ 4557427 w 5453729"/>
                <a:gd name="connsiteY16" fmla="*/ 744284 h 812387"/>
                <a:gd name="connsiteX17" fmla="*/ 4351878 w 5453729"/>
                <a:gd name="connsiteY17" fmla="*/ 414719 h 812387"/>
                <a:gd name="connsiteX18" fmla="*/ 4683157 w 5453729"/>
                <a:gd name="connsiteY18" fmla="*/ 68008 h 812387"/>
                <a:gd name="connsiteX19" fmla="*/ 4850987 w 5453729"/>
                <a:gd name="connsiteY19" fmla="*/ 172307 h 812387"/>
                <a:gd name="connsiteX20" fmla="*/ 4866799 w 5453729"/>
                <a:gd name="connsiteY20" fmla="*/ 172307 h 812387"/>
                <a:gd name="connsiteX21" fmla="*/ 4915567 w 5453729"/>
                <a:gd name="connsiteY21" fmla="*/ 55626 h 812387"/>
                <a:gd name="connsiteX22" fmla="*/ 4695254 w 5453729"/>
                <a:gd name="connsiteY22" fmla="*/ 191 h 812387"/>
                <a:gd name="connsiteX23" fmla="*/ 4160806 w 5453729"/>
                <a:gd name="connsiteY23" fmla="*/ 430625 h 812387"/>
                <a:gd name="connsiteX24" fmla="*/ 4512469 w 5453729"/>
                <a:gd name="connsiteY24" fmla="*/ 812387 h 812387"/>
                <a:gd name="connsiteX25" fmla="*/ 4746212 w 5453729"/>
                <a:gd name="connsiteY25" fmla="*/ 763619 h 812387"/>
                <a:gd name="connsiteX26" fmla="*/ 4790028 w 5453729"/>
                <a:gd name="connsiteY26" fmla="*/ 666178 h 812387"/>
                <a:gd name="connsiteX27" fmla="*/ 4776692 w 5453729"/>
                <a:gd name="connsiteY27" fmla="*/ 659416 h 812387"/>
                <a:gd name="connsiteX28" fmla="*/ 3802571 w 5453729"/>
                <a:gd name="connsiteY28" fmla="*/ 797433 h 812387"/>
                <a:gd name="connsiteX29" fmla="*/ 3888677 w 5453729"/>
                <a:gd name="connsiteY29" fmla="*/ 791813 h 812387"/>
                <a:gd name="connsiteX30" fmla="*/ 3972497 w 5453729"/>
                <a:gd name="connsiteY30" fmla="*/ 797433 h 812387"/>
                <a:gd name="connsiteX31" fmla="*/ 4123468 w 5453729"/>
                <a:gd name="connsiteY31" fmla="*/ 20383 h 812387"/>
                <a:gd name="connsiteX32" fmla="*/ 4037457 w 5453729"/>
                <a:gd name="connsiteY32" fmla="*/ 26003 h 812387"/>
                <a:gd name="connsiteX33" fmla="*/ 3953542 w 5453729"/>
                <a:gd name="connsiteY33" fmla="*/ 20383 h 812387"/>
                <a:gd name="connsiteX34" fmla="*/ 3802476 w 5453729"/>
                <a:gd name="connsiteY34" fmla="*/ 797433 h 812387"/>
                <a:gd name="connsiteX35" fmla="*/ 3625120 w 5453729"/>
                <a:gd name="connsiteY35" fmla="*/ 100775 h 812387"/>
                <a:gd name="connsiteX36" fmla="*/ 3824764 w 5453729"/>
                <a:gd name="connsiteY36" fmla="*/ 116586 h 812387"/>
                <a:gd name="connsiteX37" fmla="*/ 3828574 w 5453729"/>
                <a:gd name="connsiteY37" fmla="*/ 67818 h 812387"/>
                <a:gd name="connsiteX38" fmla="*/ 3843528 w 5453729"/>
                <a:gd name="connsiteY38" fmla="*/ 20288 h 812387"/>
                <a:gd name="connsiteX39" fmla="*/ 3260122 w 5453729"/>
                <a:gd name="connsiteY39" fmla="*/ 20288 h 812387"/>
                <a:gd name="connsiteX40" fmla="*/ 3256503 w 5453729"/>
                <a:gd name="connsiteY40" fmla="*/ 67818 h 812387"/>
                <a:gd name="connsiteX41" fmla="*/ 3241358 w 5453729"/>
                <a:gd name="connsiteY41" fmla="*/ 116586 h 812387"/>
                <a:gd name="connsiteX42" fmla="*/ 3455194 w 5453729"/>
                <a:gd name="connsiteY42" fmla="*/ 100775 h 812387"/>
                <a:gd name="connsiteX43" fmla="*/ 3319749 w 5453729"/>
                <a:gd name="connsiteY43" fmla="*/ 797433 h 812387"/>
                <a:gd name="connsiteX44" fmla="*/ 3405759 w 5453729"/>
                <a:gd name="connsiteY44" fmla="*/ 791813 h 812387"/>
                <a:gd name="connsiteX45" fmla="*/ 3489674 w 5453729"/>
                <a:gd name="connsiteY45" fmla="*/ 797433 h 812387"/>
                <a:gd name="connsiteX46" fmla="*/ 3625025 w 5453729"/>
                <a:gd name="connsiteY46" fmla="*/ 100775 h 812387"/>
                <a:gd name="connsiteX47" fmla="*/ 3116676 w 5453729"/>
                <a:gd name="connsiteY47" fmla="*/ 166592 h 812387"/>
                <a:gd name="connsiteX48" fmla="*/ 3174778 w 5453729"/>
                <a:gd name="connsiteY48" fmla="*/ 54388 h 812387"/>
                <a:gd name="connsiteX49" fmla="*/ 3006376 w 5453729"/>
                <a:gd name="connsiteY49" fmla="*/ 0 h 812387"/>
                <a:gd name="connsiteX50" fmla="*/ 2698433 w 5453729"/>
                <a:gd name="connsiteY50" fmla="*/ 237839 h 812387"/>
                <a:gd name="connsiteX51" fmla="*/ 2960561 w 5453729"/>
                <a:gd name="connsiteY51" fmla="*/ 626459 h 812387"/>
                <a:gd name="connsiteX52" fmla="*/ 2805113 w 5453729"/>
                <a:gd name="connsiteY52" fmla="*/ 744188 h 812387"/>
                <a:gd name="connsiteX53" fmla="*/ 2673001 w 5453729"/>
                <a:gd name="connsiteY53" fmla="*/ 619601 h 812387"/>
                <a:gd name="connsiteX54" fmla="*/ 2651379 w 5453729"/>
                <a:gd name="connsiteY54" fmla="*/ 619601 h 812387"/>
                <a:gd name="connsiteX55" fmla="*/ 2590610 w 5453729"/>
                <a:gd name="connsiteY55" fmla="*/ 763429 h 812387"/>
                <a:gd name="connsiteX56" fmla="*/ 2763584 w 5453729"/>
                <a:gd name="connsiteY56" fmla="*/ 812197 h 812387"/>
                <a:gd name="connsiteX57" fmla="*/ 3112199 w 5453729"/>
                <a:gd name="connsiteY57" fmla="*/ 562928 h 812387"/>
                <a:gd name="connsiteX58" fmla="*/ 2842546 w 5453729"/>
                <a:gd name="connsiteY58" fmla="*/ 178975 h 812387"/>
                <a:gd name="connsiteX59" fmla="*/ 2988660 w 5453729"/>
                <a:gd name="connsiteY59" fmla="*/ 67913 h 812387"/>
                <a:gd name="connsiteX60" fmla="*/ 3099816 w 5453729"/>
                <a:gd name="connsiteY60" fmla="*/ 166592 h 812387"/>
                <a:gd name="connsiteX61" fmla="*/ 3116771 w 5453729"/>
                <a:gd name="connsiteY61" fmla="*/ 166592 h 812387"/>
                <a:gd name="connsiteX62" fmla="*/ 2287238 w 5453729"/>
                <a:gd name="connsiteY62" fmla="*/ 797433 h 812387"/>
                <a:gd name="connsiteX63" fmla="*/ 2373345 w 5453729"/>
                <a:gd name="connsiteY63" fmla="*/ 791813 h 812387"/>
                <a:gd name="connsiteX64" fmla="*/ 2457164 w 5453729"/>
                <a:gd name="connsiteY64" fmla="*/ 797433 h 812387"/>
                <a:gd name="connsiteX65" fmla="*/ 2608231 w 5453729"/>
                <a:gd name="connsiteY65" fmla="*/ 20383 h 812387"/>
                <a:gd name="connsiteX66" fmla="*/ 2522220 w 5453729"/>
                <a:gd name="connsiteY66" fmla="*/ 26003 h 812387"/>
                <a:gd name="connsiteX67" fmla="*/ 2438305 w 5453729"/>
                <a:gd name="connsiteY67" fmla="*/ 20383 h 812387"/>
                <a:gd name="connsiteX68" fmla="*/ 2287238 w 5453729"/>
                <a:gd name="connsiteY68" fmla="*/ 797433 h 812387"/>
                <a:gd name="connsiteX69" fmla="*/ 2206086 w 5453729"/>
                <a:gd name="connsiteY69" fmla="*/ 447485 h 812387"/>
                <a:gd name="connsiteX70" fmla="*/ 2120075 w 5453729"/>
                <a:gd name="connsiteY70" fmla="*/ 453104 h 812387"/>
                <a:gd name="connsiteX71" fmla="*/ 2036255 w 5453729"/>
                <a:gd name="connsiteY71" fmla="*/ 447485 h 812387"/>
                <a:gd name="connsiteX72" fmla="*/ 1984820 w 5453729"/>
                <a:gd name="connsiteY72" fmla="*/ 712470 h 812387"/>
                <a:gd name="connsiteX73" fmla="*/ 1853946 w 5453729"/>
                <a:gd name="connsiteY73" fmla="*/ 744188 h 812387"/>
                <a:gd name="connsiteX74" fmla="*/ 1643348 w 5453729"/>
                <a:gd name="connsiteY74" fmla="*/ 429292 h 812387"/>
                <a:gd name="connsiteX75" fmla="*/ 1995678 w 5453729"/>
                <a:gd name="connsiteY75" fmla="*/ 67913 h 812387"/>
                <a:gd name="connsiteX76" fmla="*/ 2196370 w 5453729"/>
                <a:gd name="connsiteY76" fmla="*/ 183452 h 812387"/>
                <a:gd name="connsiteX77" fmla="*/ 2212181 w 5453729"/>
                <a:gd name="connsiteY77" fmla="*/ 183452 h 812387"/>
                <a:gd name="connsiteX78" fmla="*/ 2266188 w 5453729"/>
                <a:gd name="connsiteY78" fmla="*/ 69056 h 812387"/>
                <a:gd name="connsiteX79" fmla="*/ 2006632 w 5453729"/>
                <a:gd name="connsiteY79" fmla="*/ 0 h 812387"/>
                <a:gd name="connsiteX80" fmla="*/ 1455992 w 5453729"/>
                <a:gd name="connsiteY80" fmla="*/ 425863 h 812387"/>
                <a:gd name="connsiteX81" fmla="*/ 1832896 w 5453729"/>
                <a:gd name="connsiteY81" fmla="*/ 812197 h 812387"/>
                <a:gd name="connsiteX82" fmla="*/ 2145316 w 5453729"/>
                <a:gd name="connsiteY82" fmla="*/ 761238 h 812387"/>
                <a:gd name="connsiteX83" fmla="*/ 2206276 w 5453729"/>
                <a:gd name="connsiteY83" fmla="*/ 447485 h 812387"/>
                <a:gd name="connsiteX84" fmla="*/ 1022033 w 5453729"/>
                <a:gd name="connsiteY84" fmla="*/ 67913 h 812387"/>
                <a:gd name="connsiteX85" fmla="*/ 1198817 w 5453729"/>
                <a:gd name="connsiteY85" fmla="*/ 381762 h 812387"/>
                <a:gd name="connsiteX86" fmla="*/ 875824 w 5453729"/>
                <a:gd name="connsiteY86" fmla="*/ 744188 h 812387"/>
                <a:gd name="connsiteX87" fmla="*/ 697992 w 5453729"/>
                <a:gd name="connsiteY87" fmla="*/ 440627 h 812387"/>
                <a:gd name="connsiteX88" fmla="*/ 1021937 w 5453729"/>
                <a:gd name="connsiteY88" fmla="*/ 67913 h 812387"/>
                <a:gd name="connsiteX89" fmla="*/ 1382649 w 5453729"/>
                <a:gd name="connsiteY89" fmla="*/ 403193 h 812387"/>
                <a:gd name="connsiteX90" fmla="*/ 1041940 w 5453729"/>
                <a:gd name="connsiteY90" fmla="*/ 0 h 812387"/>
                <a:gd name="connsiteX91" fmla="*/ 516350 w 5453729"/>
                <a:gd name="connsiteY91" fmla="*/ 407765 h 812387"/>
                <a:gd name="connsiteX92" fmla="*/ 856964 w 5453729"/>
                <a:gd name="connsiteY92" fmla="*/ 812197 h 812387"/>
                <a:gd name="connsiteX93" fmla="*/ 1382744 w 5453729"/>
                <a:gd name="connsiteY93" fmla="*/ 403289 h 812387"/>
                <a:gd name="connsiteX94" fmla="*/ 319850 w 5453729"/>
                <a:gd name="connsiteY94" fmla="*/ 20479 h 812387"/>
                <a:gd name="connsiteX95" fmla="*/ 233839 w 5453729"/>
                <a:gd name="connsiteY95" fmla="*/ 26098 h 812387"/>
                <a:gd name="connsiteX96" fmla="*/ 149924 w 5453729"/>
                <a:gd name="connsiteY96" fmla="*/ 20479 h 812387"/>
                <a:gd name="connsiteX97" fmla="*/ 0 w 5453729"/>
                <a:gd name="connsiteY97" fmla="*/ 791909 h 812387"/>
                <a:gd name="connsiteX98" fmla="*/ 429292 w 5453729"/>
                <a:gd name="connsiteY98" fmla="*/ 791909 h 812387"/>
                <a:gd name="connsiteX99" fmla="*/ 433197 w 5453729"/>
                <a:gd name="connsiteY99" fmla="*/ 743236 h 812387"/>
                <a:gd name="connsiteX100" fmla="*/ 448342 w 5453729"/>
                <a:gd name="connsiteY100" fmla="*/ 694468 h 812387"/>
                <a:gd name="connsiteX101" fmla="*/ 185833 w 5453729"/>
                <a:gd name="connsiteY101" fmla="*/ 710279 h 812387"/>
                <a:gd name="connsiteX102" fmla="*/ 319945 w 5453729"/>
                <a:gd name="connsiteY102" fmla="*/ 20479 h 81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453729" h="812387">
                  <a:moveTo>
                    <a:pt x="5395722" y="166592"/>
                  </a:moveTo>
                  <a:cubicBezTo>
                    <a:pt x="5414487" y="128016"/>
                    <a:pt x="5433156" y="90583"/>
                    <a:pt x="5453730" y="54388"/>
                  </a:cubicBezTo>
                  <a:cubicBezTo>
                    <a:pt x="5433537" y="30575"/>
                    <a:pt x="5366862" y="0"/>
                    <a:pt x="5285328" y="0"/>
                  </a:cubicBezTo>
                  <a:cubicBezTo>
                    <a:pt x="5113115" y="0"/>
                    <a:pt x="5002816" y="107633"/>
                    <a:pt x="4977384" y="237839"/>
                  </a:cubicBezTo>
                  <a:cubicBezTo>
                    <a:pt x="4924330" y="510826"/>
                    <a:pt x="5274660" y="445198"/>
                    <a:pt x="5239417" y="626459"/>
                  </a:cubicBezTo>
                  <a:cubicBezTo>
                    <a:pt x="5224272" y="704564"/>
                    <a:pt x="5154264" y="744188"/>
                    <a:pt x="5083969" y="744188"/>
                  </a:cubicBezTo>
                  <a:cubicBezTo>
                    <a:pt x="5005864" y="744188"/>
                    <a:pt x="4953667" y="697802"/>
                    <a:pt x="4951953" y="619601"/>
                  </a:cubicBezTo>
                  <a:lnTo>
                    <a:pt x="4930331" y="619601"/>
                  </a:lnTo>
                  <a:cubicBezTo>
                    <a:pt x="4914138" y="668274"/>
                    <a:pt x="4892421" y="715899"/>
                    <a:pt x="4869561" y="763429"/>
                  </a:cubicBezTo>
                  <a:cubicBezTo>
                    <a:pt x="4916234" y="797433"/>
                    <a:pt x="4980147" y="812197"/>
                    <a:pt x="5042535" y="812197"/>
                  </a:cubicBezTo>
                  <a:cubicBezTo>
                    <a:pt x="5217986" y="812197"/>
                    <a:pt x="5362956" y="707993"/>
                    <a:pt x="5391055" y="562928"/>
                  </a:cubicBezTo>
                  <a:cubicBezTo>
                    <a:pt x="5441537" y="303562"/>
                    <a:pt x="5091589" y="331851"/>
                    <a:pt x="5121307" y="178975"/>
                  </a:cubicBezTo>
                  <a:cubicBezTo>
                    <a:pt x="5133880" y="114395"/>
                    <a:pt x="5177981" y="67913"/>
                    <a:pt x="5267516" y="67913"/>
                  </a:cubicBezTo>
                  <a:cubicBezTo>
                    <a:pt x="5332095" y="67913"/>
                    <a:pt x="5367624" y="106490"/>
                    <a:pt x="5378577" y="166592"/>
                  </a:cubicBezTo>
                  <a:lnTo>
                    <a:pt x="5395627" y="166592"/>
                  </a:lnTo>
                  <a:close/>
                  <a:moveTo>
                    <a:pt x="4776692" y="659320"/>
                  </a:moveTo>
                  <a:cubicBezTo>
                    <a:pt x="4716209" y="707993"/>
                    <a:pt x="4627627" y="744284"/>
                    <a:pt x="4557427" y="744284"/>
                  </a:cubicBezTo>
                  <a:cubicBezTo>
                    <a:pt x="4382929" y="744284"/>
                    <a:pt x="4314254" y="608362"/>
                    <a:pt x="4351878" y="414719"/>
                  </a:cubicBezTo>
                  <a:cubicBezTo>
                    <a:pt x="4384262" y="248126"/>
                    <a:pt x="4495133" y="68008"/>
                    <a:pt x="4683157" y="68008"/>
                  </a:cubicBezTo>
                  <a:cubicBezTo>
                    <a:pt x="4756785" y="68008"/>
                    <a:pt x="4820889" y="111157"/>
                    <a:pt x="4850987" y="172307"/>
                  </a:cubicBezTo>
                  <a:lnTo>
                    <a:pt x="4866799" y="172307"/>
                  </a:lnTo>
                  <a:cubicBezTo>
                    <a:pt x="4883659" y="132779"/>
                    <a:pt x="4897851" y="94202"/>
                    <a:pt x="4915567" y="55626"/>
                  </a:cubicBezTo>
                  <a:cubicBezTo>
                    <a:pt x="4856893" y="19431"/>
                    <a:pt x="4770025" y="191"/>
                    <a:pt x="4695254" y="191"/>
                  </a:cubicBezTo>
                  <a:cubicBezTo>
                    <a:pt x="4448271" y="191"/>
                    <a:pt x="4218147" y="134874"/>
                    <a:pt x="4160806" y="430625"/>
                  </a:cubicBezTo>
                  <a:cubicBezTo>
                    <a:pt x="4115562" y="662845"/>
                    <a:pt x="4270058" y="812387"/>
                    <a:pt x="4512469" y="812387"/>
                  </a:cubicBezTo>
                  <a:cubicBezTo>
                    <a:pt x="4588384" y="812387"/>
                    <a:pt x="4671441" y="798862"/>
                    <a:pt x="4746212" y="763619"/>
                  </a:cubicBezTo>
                  <a:lnTo>
                    <a:pt x="4790028" y="666178"/>
                  </a:lnTo>
                  <a:lnTo>
                    <a:pt x="4776692" y="659416"/>
                  </a:lnTo>
                  <a:close/>
                  <a:moveTo>
                    <a:pt x="3802571" y="797433"/>
                  </a:moveTo>
                  <a:cubicBezTo>
                    <a:pt x="3831336" y="795147"/>
                    <a:pt x="3860387" y="791813"/>
                    <a:pt x="3888677" y="791813"/>
                  </a:cubicBezTo>
                  <a:cubicBezTo>
                    <a:pt x="3916966" y="791813"/>
                    <a:pt x="3944684" y="795147"/>
                    <a:pt x="3972497" y="797433"/>
                  </a:cubicBezTo>
                  <a:lnTo>
                    <a:pt x="4123468" y="20383"/>
                  </a:lnTo>
                  <a:cubicBezTo>
                    <a:pt x="4094798" y="22574"/>
                    <a:pt x="4065747" y="26003"/>
                    <a:pt x="4037457" y="26003"/>
                  </a:cubicBezTo>
                  <a:cubicBezTo>
                    <a:pt x="4009168" y="26003"/>
                    <a:pt x="3981450" y="22574"/>
                    <a:pt x="3953542" y="20383"/>
                  </a:cubicBezTo>
                  <a:lnTo>
                    <a:pt x="3802476" y="797433"/>
                  </a:lnTo>
                  <a:close/>
                  <a:moveTo>
                    <a:pt x="3625120" y="100775"/>
                  </a:moveTo>
                  <a:cubicBezTo>
                    <a:pt x="3694176" y="100775"/>
                    <a:pt x="3759518" y="108680"/>
                    <a:pt x="3824764" y="116586"/>
                  </a:cubicBezTo>
                  <a:cubicBezTo>
                    <a:pt x="3825526" y="100775"/>
                    <a:pt x="3825240" y="84868"/>
                    <a:pt x="3828574" y="67818"/>
                  </a:cubicBezTo>
                  <a:cubicBezTo>
                    <a:pt x="3831622" y="52006"/>
                    <a:pt x="3838194" y="36195"/>
                    <a:pt x="3843528" y="20288"/>
                  </a:cubicBezTo>
                  <a:lnTo>
                    <a:pt x="3260122" y="20288"/>
                  </a:lnTo>
                  <a:cubicBezTo>
                    <a:pt x="3259265" y="36195"/>
                    <a:pt x="3259646" y="51911"/>
                    <a:pt x="3256503" y="67818"/>
                  </a:cubicBezTo>
                  <a:cubicBezTo>
                    <a:pt x="3253168" y="84868"/>
                    <a:pt x="3246691" y="100679"/>
                    <a:pt x="3241358" y="116586"/>
                  </a:cubicBezTo>
                  <a:cubicBezTo>
                    <a:pt x="3301842" y="108680"/>
                    <a:pt x="3374803" y="100775"/>
                    <a:pt x="3455194" y="100775"/>
                  </a:cubicBezTo>
                  <a:lnTo>
                    <a:pt x="3319749" y="797433"/>
                  </a:lnTo>
                  <a:cubicBezTo>
                    <a:pt x="3348609" y="795147"/>
                    <a:pt x="3377565" y="791813"/>
                    <a:pt x="3405759" y="791813"/>
                  </a:cubicBezTo>
                  <a:cubicBezTo>
                    <a:pt x="3433953" y="791813"/>
                    <a:pt x="3461671" y="795147"/>
                    <a:pt x="3489674" y="797433"/>
                  </a:cubicBezTo>
                  <a:lnTo>
                    <a:pt x="3625025" y="100775"/>
                  </a:lnTo>
                  <a:close/>
                  <a:moveTo>
                    <a:pt x="3116676" y="166592"/>
                  </a:moveTo>
                  <a:cubicBezTo>
                    <a:pt x="3135535" y="128016"/>
                    <a:pt x="3154109" y="90583"/>
                    <a:pt x="3174778" y="54388"/>
                  </a:cubicBezTo>
                  <a:cubicBezTo>
                    <a:pt x="3154490" y="30575"/>
                    <a:pt x="3088005" y="0"/>
                    <a:pt x="3006376" y="0"/>
                  </a:cubicBezTo>
                  <a:cubicBezTo>
                    <a:pt x="2834164" y="0"/>
                    <a:pt x="2723769" y="107633"/>
                    <a:pt x="2698433" y="237839"/>
                  </a:cubicBezTo>
                  <a:cubicBezTo>
                    <a:pt x="2645378" y="510826"/>
                    <a:pt x="2995708" y="445198"/>
                    <a:pt x="2960561" y="626459"/>
                  </a:cubicBezTo>
                  <a:cubicBezTo>
                    <a:pt x="2945321" y="704564"/>
                    <a:pt x="2875312" y="744188"/>
                    <a:pt x="2805113" y="744188"/>
                  </a:cubicBezTo>
                  <a:cubicBezTo>
                    <a:pt x="2726912" y="744188"/>
                    <a:pt x="2674811" y="697802"/>
                    <a:pt x="2673001" y="619601"/>
                  </a:cubicBezTo>
                  <a:lnTo>
                    <a:pt x="2651379" y="619601"/>
                  </a:lnTo>
                  <a:cubicBezTo>
                    <a:pt x="2635091" y="668274"/>
                    <a:pt x="2613470" y="715899"/>
                    <a:pt x="2590610" y="763429"/>
                  </a:cubicBezTo>
                  <a:cubicBezTo>
                    <a:pt x="2637282" y="797433"/>
                    <a:pt x="2701290" y="812197"/>
                    <a:pt x="2763584" y="812197"/>
                  </a:cubicBezTo>
                  <a:cubicBezTo>
                    <a:pt x="2939129" y="812197"/>
                    <a:pt x="3084005" y="707993"/>
                    <a:pt x="3112199" y="562928"/>
                  </a:cubicBezTo>
                  <a:cubicBezTo>
                    <a:pt x="3162681" y="303562"/>
                    <a:pt x="2812828" y="331851"/>
                    <a:pt x="2842546" y="178975"/>
                  </a:cubicBezTo>
                  <a:cubicBezTo>
                    <a:pt x="2855119" y="114395"/>
                    <a:pt x="2899124" y="67913"/>
                    <a:pt x="2988660" y="67913"/>
                  </a:cubicBezTo>
                  <a:cubicBezTo>
                    <a:pt x="3053239" y="67913"/>
                    <a:pt x="3088767" y="106490"/>
                    <a:pt x="3099816" y="166592"/>
                  </a:cubicBezTo>
                  <a:lnTo>
                    <a:pt x="3116771" y="166592"/>
                  </a:lnTo>
                  <a:close/>
                  <a:moveTo>
                    <a:pt x="2287238" y="797433"/>
                  </a:moveTo>
                  <a:cubicBezTo>
                    <a:pt x="2316004" y="795147"/>
                    <a:pt x="2344960" y="791813"/>
                    <a:pt x="2373345" y="791813"/>
                  </a:cubicBezTo>
                  <a:cubicBezTo>
                    <a:pt x="2401729" y="791813"/>
                    <a:pt x="2429352" y="795147"/>
                    <a:pt x="2457164" y="797433"/>
                  </a:cubicBezTo>
                  <a:lnTo>
                    <a:pt x="2608231" y="20383"/>
                  </a:lnTo>
                  <a:cubicBezTo>
                    <a:pt x="2579465" y="22574"/>
                    <a:pt x="2550510" y="26003"/>
                    <a:pt x="2522220" y="26003"/>
                  </a:cubicBezTo>
                  <a:cubicBezTo>
                    <a:pt x="2493931" y="26003"/>
                    <a:pt x="2466213" y="22574"/>
                    <a:pt x="2438305" y="20383"/>
                  </a:cubicBezTo>
                  <a:lnTo>
                    <a:pt x="2287238" y="797433"/>
                  </a:lnTo>
                  <a:close/>
                  <a:moveTo>
                    <a:pt x="2206086" y="447485"/>
                  </a:moveTo>
                  <a:cubicBezTo>
                    <a:pt x="2177320" y="449675"/>
                    <a:pt x="2148364" y="453104"/>
                    <a:pt x="2120075" y="453104"/>
                  </a:cubicBezTo>
                  <a:cubicBezTo>
                    <a:pt x="2091785" y="453104"/>
                    <a:pt x="2064068" y="449675"/>
                    <a:pt x="2036255" y="447485"/>
                  </a:cubicBezTo>
                  <a:lnTo>
                    <a:pt x="1984820" y="712470"/>
                  </a:lnTo>
                  <a:cubicBezTo>
                    <a:pt x="1954530" y="728282"/>
                    <a:pt x="1910620" y="744188"/>
                    <a:pt x="1853946" y="744188"/>
                  </a:cubicBezTo>
                  <a:cubicBezTo>
                    <a:pt x="1681829" y="744188"/>
                    <a:pt x="1605058" y="626459"/>
                    <a:pt x="1643348" y="429292"/>
                  </a:cubicBezTo>
                  <a:cubicBezTo>
                    <a:pt x="1680401" y="238982"/>
                    <a:pt x="1806607" y="67913"/>
                    <a:pt x="1995678" y="67913"/>
                  </a:cubicBezTo>
                  <a:cubicBezTo>
                    <a:pt x="2085118" y="67913"/>
                    <a:pt x="2158937" y="107633"/>
                    <a:pt x="2196370" y="183452"/>
                  </a:cubicBezTo>
                  <a:lnTo>
                    <a:pt x="2212181" y="183452"/>
                  </a:lnTo>
                  <a:cubicBezTo>
                    <a:pt x="2224183" y="144971"/>
                    <a:pt x="2243233" y="105251"/>
                    <a:pt x="2266188" y="69056"/>
                  </a:cubicBezTo>
                  <a:cubicBezTo>
                    <a:pt x="2190655" y="20383"/>
                    <a:pt x="2103978" y="0"/>
                    <a:pt x="2006632" y="0"/>
                  </a:cubicBezTo>
                  <a:cubicBezTo>
                    <a:pt x="1744980" y="0"/>
                    <a:pt x="1510760" y="143827"/>
                    <a:pt x="1455992" y="425863"/>
                  </a:cubicBezTo>
                  <a:cubicBezTo>
                    <a:pt x="1404271" y="691991"/>
                    <a:pt x="1593818" y="812197"/>
                    <a:pt x="1832896" y="812197"/>
                  </a:cubicBezTo>
                  <a:cubicBezTo>
                    <a:pt x="1932623" y="812197"/>
                    <a:pt x="2037779" y="789527"/>
                    <a:pt x="2145316" y="761238"/>
                  </a:cubicBezTo>
                  <a:lnTo>
                    <a:pt x="2206276" y="447485"/>
                  </a:lnTo>
                  <a:close/>
                  <a:moveTo>
                    <a:pt x="1022033" y="67913"/>
                  </a:moveTo>
                  <a:cubicBezTo>
                    <a:pt x="1191959" y="67913"/>
                    <a:pt x="1227296" y="235553"/>
                    <a:pt x="1198817" y="381762"/>
                  </a:cubicBezTo>
                  <a:cubicBezTo>
                    <a:pt x="1162336" y="569690"/>
                    <a:pt x="1050227" y="744188"/>
                    <a:pt x="875824" y="744188"/>
                  </a:cubicBezTo>
                  <a:cubicBezTo>
                    <a:pt x="701421" y="744188"/>
                    <a:pt x="669417" y="587883"/>
                    <a:pt x="697992" y="440627"/>
                  </a:cubicBezTo>
                  <a:cubicBezTo>
                    <a:pt x="747332" y="186881"/>
                    <a:pt x="864394" y="67913"/>
                    <a:pt x="1021937" y="67913"/>
                  </a:cubicBezTo>
                  <a:moveTo>
                    <a:pt x="1382649" y="403193"/>
                  </a:moveTo>
                  <a:cubicBezTo>
                    <a:pt x="1415606" y="227552"/>
                    <a:pt x="1364742" y="0"/>
                    <a:pt x="1041940" y="0"/>
                  </a:cubicBezTo>
                  <a:cubicBezTo>
                    <a:pt x="759905" y="0"/>
                    <a:pt x="560165" y="182404"/>
                    <a:pt x="516350" y="407765"/>
                  </a:cubicBezTo>
                  <a:cubicBezTo>
                    <a:pt x="466344" y="664940"/>
                    <a:pt x="606552" y="812197"/>
                    <a:pt x="856964" y="812197"/>
                  </a:cubicBezTo>
                  <a:cubicBezTo>
                    <a:pt x="1134523" y="812197"/>
                    <a:pt x="1340930" y="624173"/>
                    <a:pt x="1382744" y="403289"/>
                  </a:cubicBezTo>
                  <a:moveTo>
                    <a:pt x="319850" y="20479"/>
                  </a:moveTo>
                  <a:cubicBezTo>
                    <a:pt x="291084" y="22669"/>
                    <a:pt x="262128" y="26098"/>
                    <a:pt x="233839" y="26098"/>
                  </a:cubicBezTo>
                  <a:cubicBezTo>
                    <a:pt x="205550" y="26098"/>
                    <a:pt x="177832" y="22669"/>
                    <a:pt x="149924" y="20479"/>
                  </a:cubicBezTo>
                  <a:lnTo>
                    <a:pt x="0" y="791909"/>
                  </a:lnTo>
                  <a:lnTo>
                    <a:pt x="429292" y="791909"/>
                  </a:lnTo>
                  <a:cubicBezTo>
                    <a:pt x="430149" y="776002"/>
                    <a:pt x="430054" y="759047"/>
                    <a:pt x="433197" y="743236"/>
                  </a:cubicBezTo>
                  <a:cubicBezTo>
                    <a:pt x="436150" y="727424"/>
                    <a:pt x="442817" y="710374"/>
                    <a:pt x="448342" y="694468"/>
                  </a:cubicBezTo>
                  <a:cubicBezTo>
                    <a:pt x="369761" y="702374"/>
                    <a:pt x="284321" y="710279"/>
                    <a:pt x="185833" y="710279"/>
                  </a:cubicBezTo>
                  <a:lnTo>
                    <a:pt x="319945" y="2047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1544"/>
            </a:p>
          </p:txBody>
        </p:sp>
      </p:grp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B8F567F4-EA09-C338-D049-9C2E91D2F64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BF46CD0-FBDC-4232-8F32-5100991AA633}" type="slidenum">
              <a:rPr lang="en-GB" smtClean="0"/>
              <a:pPr/>
              <a:t>‹N°›</a:t>
            </a:fld>
            <a:endParaRPr lang="en-GB" dirty="0"/>
          </a:p>
        </p:txBody>
      </p:sp>
      <p:sp>
        <p:nvSpPr>
          <p:cNvPr id="3" name="Espace réservé pour une image  4">
            <a:extLst>
              <a:ext uri="{FF2B5EF4-FFF2-40B4-BE49-F238E27FC236}">
                <a16:creationId xmlns:a16="http://schemas.microsoft.com/office/drawing/2014/main" id="{94C7B19B-4B0E-8704-CCF9-ABB334D5CC6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524772" y="6469380"/>
            <a:ext cx="856456" cy="29752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fr-FR" dirty="0"/>
          </a:p>
        </p:txBody>
      </p:sp>
      <p:cxnSp>
        <p:nvCxnSpPr>
          <p:cNvPr id="4" name="Connecteur droit 32">
            <a:extLst>
              <a:ext uri="{FF2B5EF4-FFF2-40B4-BE49-F238E27FC236}">
                <a16:creationId xmlns:a16="http://schemas.microsoft.com/office/drawing/2014/main" id="{0A968166-8483-8CE8-5DD4-89E2CE27D9A8}"/>
              </a:ext>
            </a:extLst>
          </p:cNvPr>
          <p:cNvCxnSpPr/>
          <p:nvPr userDrawn="1"/>
        </p:nvCxnSpPr>
        <p:spPr>
          <a:xfrm>
            <a:off x="332997" y="931569"/>
            <a:ext cx="220996" cy="0"/>
          </a:xfrm>
          <a:prstGeom prst="line">
            <a:avLst/>
          </a:prstGeom>
          <a:ln w="47625" cap="rnd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F261511B-6297-730A-4AF1-CF07B124E855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233892" y="382693"/>
            <a:ext cx="9438217" cy="495088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2" name="Espace réservé du pied de page 10">
            <a:extLst>
              <a:ext uri="{FF2B5EF4-FFF2-40B4-BE49-F238E27FC236}">
                <a16:creationId xmlns:a16="http://schemas.microsoft.com/office/drawing/2014/main" id="{A61FBFFB-7D80-5A7E-0D20-D957370DD02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74952" y="6549509"/>
            <a:ext cx="3064239" cy="169277"/>
          </a:xfrm>
        </p:spPr>
        <p:txBody>
          <a:bodyPr/>
          <a:lstStyle/>
          <a:p>
            <a:pPr>
              <a:spcBef>
                <a:spcPts val="2438"/>
              </a:spcBef>
            </a:pPr>
            <a:r>
              <a:rPr lang="en-GB"/>
              <a:t>Section title</a:t>
            </a:r>
            <a:endParaRPr lang="en-GB" dirty="0"/>
          </a:p>
        </p:txBody>
      </p:sp>
      <p:sp>
        <p:nvSpPr>
          <p:cNvPr id="6" name="Espace réservé du texte 6">
            <a:extLst>
              <a:ext uri="{FF2B5EF4-FFF2-40B4-BE49-F238E27FC236}">
                <a16:creationId xmlns:a16="http://schemas.microsoft.com/office/drawing/2014/main" id="{337E9829-218E-A25A-EC1C-122FCF6BA8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72840" y="1583489"/>
            <a:ext cx="9481227" cy="4891819"/>
          </a:xfrm>
        </p:spPr>
        <p:txBody>
          <a:bodyPr/>
          <a:lstStyle/>
          <a:p>
            <a:pPr lvl="0"/>
            <a:r>
              <a:rPr lang="en-GB" dirty="0" err="1"/>
              <a:t>Cliquez</a:t>
            </a:r>
            <a:r>
              <a:rPr lang="en-GB" dirty="0"/>
              <a:t> pour modifier les styles du </a:t>
            </a:r>
            <a:r>
              <a:rPr lang="en-GB" dirty="0" err="1"/>
              <a:t>texte</a:t>
            </a:r>
            <a:r>
              <a:rPr lang="en-GB" dirty="0"/>
              <a:t> du masque</a:t>
            </a:r>
          </a:p>
          <a:p>
            <a:pPr lvl="1"/>
            <a:r>
              <a:rPr lang="en-GB" dirty="0" err="1"/>
              <a:t>Deuxième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2"/>
            <a:r>
              <a:rPr lang="en-GB" dirty="0" err="1"/>
              <a:t>Troisième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3"/>
            <a:r>
              <a:rPr lang="en-GB" dirty="0" err="1"/>
              <a:t>Quatrième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4"/>
            <a:r>
              <a:rPr lang="en-GB" dirty="0" err="1"/>
              <a:t>Cinquième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51507481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 Text | title only | dark">
    <p:bg>
      <p:bgPr>
        <a:gradFill>
          <a:gsLst>
            <a:gs pos="0">
              <a:schemeClr val="bg2"/>
            </a:gs>
            <a:gs pos="100000">
              <a:schemeClr val="tx2"/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raphique 20">
            <a:extLst>
              <a:ext uri="{FF2B5EF4-FFF2-40B4-BE49-F238E27FC236}">
                <a16:creationId xmlns:a16="http://schemas.microsoft.com/office/drawing/2014/main" id="{01F624E6-AAF3-4A9A-81BA-DB51253B3D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8861" t="-3712" r="64117" b="61920"/>
          <a:stretch/>
        </p:blipFill>
        <p:spPr>
          <a:xfrm rot="10800000">
            <a:off x="-31952" y="1915040"/>
            <a:ext cx="2242643" cy="4448196"/>
          </a:xfrm>
          <a:prstGeom prst="rect">
            <a:avLst/>
          </a:prstGeom>
        </p:spPr>
      </p:pic>
      <p:pic>
        <p:nvPicPr>
          <p:cNvPr id="20" name="Graphique 19">
            <a:extLst>
              <a:ext uri="{FF2B5EF4-FFF2-40B4-BE49-F238E27FC236}">
                <a16:creationId xmlns:a16="http://schemas.microsoft.com/office/drawing/2014/main" id="{C3BA387A-FB08-4E8F-9F19-13FE2C6157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8861" t="-3712" r="37096" b="61920"/>
          <a:stretch/>
        </p:blipFill>
        <p:spPr>
          <a:xfrm>
            <a:off x="5420714" y="-31080"/>
            <a:ext cx="4485287" cy="4448196"/>
          </a:xfrm>
          <a:prstGeom prst="rect">
            <a:avLst/>
          </a:prstGeom>
        </p:spPr>
      </p:pic>
      <p:sp>
        <p:nvSpPr>
          <p:cNvPr id="24" name="Ellipse 23">
            <a:extLst>
              <a:ext uri="{FF2B5EF4-FFF2-40B4-BE49-F238E27FC236}">
                <a16:creationId xmlns:a16="http://schemas.microsoft.com/office/drawing/2014/main" id="{C2CB58D9-9EFF-4A71-AC43-B9411F176ED5}"/>
              </a:ext>
            </a:extLst>
          </p:cNvPr>
          <p:cNvSpPr/>
          <p:nvPr userDrawn="1"/>
        </p:nvSpPr>
        <p:spPr>
          <a:xfrm>
            <a:off x="1089370" y="6592896"/>
            <a:ext cx="63901" cy="78647"/>
          </a:xfrm>
          <a:prstGeom prst="ellipse">
            <a:avLst/>
          </a:prstGeom>
          <a:solidFill>
            <a:srgbClr val="EF1A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544" dirty="0"/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D09BEE1B-DFE6-4BA3-450B-621B453F3F1F}"/>
              </a:ext>
            </a:extLst>
          </p:cNvPr>
          <p:cNvGrpSpPr/>
          <p:nvPr userDrawn="1"/>
        </p:nvGrpSpPr>
        <p:grpSpPr>
          <a:xfrm>
            <a:off x="237380" y="6509290"/>
            <a:ext cx="730309" cy="179017"/>
            <a:chOff x="7804375" y="14663327"/>
            <a:chExt cx="7400924" cy="1473993"/>
          </a:xfrm>
          <a:solidFill>
            <a:schemeClr val="bg1"/>
          </a:solidFill>
        </p:grpSpPr>
        <p:grpSp>
          <p:nvGrpSpPr>
            <p:cNvPr id="16" name="Graphique 37">
              <a:extLst>
                <a:ext uri="{FF2B5EF4-FFF2-40B4-BE49-F238E27FC236}">
                  <a16:creationId xmlns:a16="http://schemas.microsoft.com/office/drawing/2014/main" id="{29F47292-06D8-297D-7918-7A1A41284944}"/>
                </a:ext>
              </a:extLst>
            </p:cNvPr>
            <p:cNvGrpSpPr/>
            <p:nvPr/>
          </p:nvGrpSpPr>
          <p:grpSpPr>
            <a:xfrm>
              <a:off x="7804375" y="14663327"/>
              <a:ext cx="2394966" cy="1473326"/>
              <a:chOff x="7804375" y="14663327"/>
              <a:chExt cx="2394966" cy="1473326"/>
            </a:xfrm>
            <a:grpFill/>
          </p:grpSpPr>
          <p:sp>
            <p:nvSpPr>
              <p:cNvPr id="25" name="Forme libre : forme 24">
                <a:extLst>
                  <a:ext uri="{FF2B5EF4-FFF2-40B4-BE49-F238E27FC236}">
                    <a16:creationId xmlns:a16="http://schemas.microsoft.com/office/drawing/2014/main" id="{EA7F752F-853C-8CCD-51B7-36A5589488F5}"/>
                  </a:ext>
                </a:extLst>
              </p:cNvPr>
              <p:cNvSpPr/>
              <p:nvPr/>
            </p:nvSpPr>
            <p:spPr>
              <a:xfrm>
                <a:off x="8464266" y="14990796"/>
                <a:ext cx="1206016" cy="1137570"/>
              </a:xfrm>
              <a:custGeom>
                <a:avLst/>
                <a:gdLst>
                  <a:gd name="connsiteX0" fmla="*/ 221075 w 1206016"/>
                  <a:gd name="connsiteY0" fmla="*/ 0 h 1137570"/>
                  <a:gd name="connsiteX1" fmla="*/ 0 w 1206016"/>
                  <a:gd name="connsiteY1" fmla="*/ 1137571 h 1137570"/>
                  <a:gd name="connsiteX2" fmla="*/ 467678 w 1206016"/>
                  <a:gd name="connsiteY2" fmla="*/ 1137571 h 1137570"/>
                  <a:gd name="connsiteX3" fmla="*/ 1192530 w 1206016"/>
                  <a:gd name="connsiteY3" fmla="*/ 536258 h 1137570"/>
                  <a:gd name="connsiteX4" fmla="*/ 792290 w 1206016"/>
                  <a:gd name="connsiteY4" fmla="*/ 95 h 1137570"/>
                  <a:gd name="connsiteX5" fmla="*/ 221075 w 1206016"/>
                  <a:gd name="connsiteY5" fmla="*/ 95 h 1137570"/>
                  <a:gd name="connsiteX6" fmla="*/ 452723 w 1206016"/>
                  <a:gd name="connsiteY6" fmla="*/ 96869 h 1137570"/>
                  <a:gd name="connsiteX7" fmla="*/ 616458 w 1206016"/>
                  <a:gd name="connsiteY7" fmla="*/ 96869 h 1137570"/>
                  <a:gd name="connsiteX8" fmla="*/ 915638 w 1206016"/>
                  <a:gd name="connsiteY8" fmla="*/ 534543 h 1137570"/>
                  <a:gd name="connsiteX9" fmla="*/ 411290 w 1206016"/>
                  <a:gd name="connsiteY9" fmla="*/ 1040606 h 1137570"/>
                  <a:gd name="connsiteX10" fmla="*/ 269367 w 1206016"/>
                  <a:gd name="connsiteY10" fmla="*/ 1040606 h 1137570"/>
                  <a:gd name="connsiteX11" fmla="*/ 452723 w 1206016"/>
                  <a:gd name="connsiteY11" fmla="*/ 96774 h 1137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206016" h="1137570">
                    <a:moveTo>
                      <a:pt x="221075" y="0"/>
                    </a:moveTo>
                    <a:lnTo>
                      <a:pt x="0" y="1137571"/>
                    </a:lnTo>
                    <a:lnTo>
                      <a:pt x="467678" y="1137571"/>
                    </a:lnTo>
                    <a:cubicBezTo>
                      <a:pt x="810101" y="1137571"/>
                      <a:pt x="1119188" y="913733"/>
                      <a:pt x="1192530" y="536258"/>
                    </a:cubicBezTo>
                    <a:cubicBezTo>
                      <a:pt x="1245775" y="262318"/>
                      <a:pt x="1147191" y="13430"/>
                      <a:pt x="792290" y="95"/>
                    </a:cubicBezTo>
                    <a:lnTo>
                      <a:pt x="221075" y="95"/>
                    </a:lnTo>
                    <a:close/>
                    <a:moveTo>
                      <a:pt x="452723" y="96869"/>
                    </a:moveTo>
                    <a:lnTo>
                      <a:pt x="616458" y="96869"/>
                    </a:lnTo>
                    <a:cubicBezTo>
                      <a:pt x="851916" y="96869"/>
                      <a:pt x="976598" y="220504"/>
                      <a:pt x="915638" y="534543"/>
                    </a:cubicBezTo>
                    <a:cubicBezTo>
                      <a:pt x="839629" y="925354"/>
                      <a:pt x="641795" y="1040606"/>
                      <a:pt x="411290" y="1040606"/>
                    </a:cubicBezTo>
                    <a:lnTo>
                      <a:pt x="269367" y="1040606"/>
                    </a:lnTo>
                    <a:lnTo>
                      <a:pt x="452723" y="96774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1544"/>
              </a:p>
            </p:txBody>
          </p:sp>
          <p:sp>
            <p:nvSpPr>
              <p:cNvPr id="26" name="Forme libre : forme 25">
                <a:extLst>
                  <a:ext uri="{FF2B5EF4-FFF2-40B4-BE49-F238E27FC236}">
                    <a16:creationId xmlns:a16="http://schemas.microsoft.com/office/drawing/2014/main" id="{2D13E8CC-5008-0CB6-4234-60C6A2BEE398}"/>
                  </a:ext>
                </a:extLst>
              </p:cNvPr>
              <p:cNvSpPr/>
              <p:nvPr/>
            </p:nvSpPr>
            <p:spPr>
              <a:xfrm>
                <a:off x="7804375" y="14663327"/>
                <a:ext cx="2394966" cy="1136017"/>
              </a:xfrm>
              <a:custGeom>
                <a:avLst/>
                <a:gdLst>
                  <a:gd name="connsiteX0" fmla="*/ 1852232 w 2394966"/>
                  <a:gd name="connsiteY0" fmla="*/ 299752 h 1136017"/>
                  <a:gd name="connsiteX1" fmla="*/ 1816132 w 2394966"/>
                  <a:gd name="connsiteY1" fmla="*/ 148781 h 1136017"/>
                  <a:gd name="connsiteX2" fmla="*/ 2265426 w 2394966"/>
                  <a:gd name="connsiteY2" fmla="*/ 0 h 1136017"/>
                  <a:gd name="connsiteX3" fmla="*/ 2394966 w 2394966"/>
                  <a:gd name="connsiteY3" fmla="*/ 451961 h 1136017"/>
                  <a:gd name="connsiteX4" fmla="*/ 2237804 w 2394966"/>
                  <a:gd name="connsiteY4" fmla="*/ 487775 h 1136017"/>
                  <a:gd name="connsiteX5" fmla="*/ 2207514 w 2394966"/>
                  <a:gd name="connsiteY5" fmla="*/ 303086 h 1136017"/>
                  <a:gd name="connsiteX6" fmla="*/ 0 w 2394966"/>
                  <a:gd name="connsiteY6" fmla="*/ 1074801 h 1136017"/>
                  <a:gd name="connsiteX7" fmla="*/ 17812 w 2394966"/>
                  <a:gd name="connsiteY7" fmla="*/ 1033272 h 1136017"/>
                  <a:gd name="connsiteX8" fmla="*/ 2028349 w 2394966"/>
                  <a:gd name="connsiteY8" fmla="*/ 231458 h 1136017"/>
                  <a:gd name="connsiteX9" fmla="*/ 1852232 w 2394966"/>
                  <a:gd name="connsiteY9" fmla="*/ 299752 h 1136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394966" h="1136017">
                    <a:moveTo>
                      <a:pt x="1852232" y="299752"/>
                    </a:moveTo>
                    <a:cubicBezTo>
                      <a:pt x="1851946" y="217742"/>
                      <a:pt x="1838611" y="205264"/>
                      <a:pt x="1816132" y="148781"/>
                    </a:cubicBezTo>
                    <a:lnTo>
                      <a:pt x="2265426" y="0"/>
                    </a:lnTo>
                    <a:lnTo>
                      <a:pt x="2394966" y="451961"/>
                    </a:lnTo>
                    <a:cubicBezTo>
                      <a:pt x="2348103" y="449199"/>
                      <a:pt x="2298478" y="454724"/>
                      <a:pt x="2237804" y="487775"/>
                    </a:cubicBezTo>
                    <a:lnTo>
                      <a:pt x="2207514" y="303086"/>
                    </a:lnTo>
                    <a:cubicBezTo>
                      <a:pt x="2042160" y="609124"/>
                      <a:pt x="1223677" y="1353217"/>
                      <a:pt x="0" y="1074801"/>
                    </a:cubicBezTo>
                    <a:cubicBezTo>
                      <a:pt x="7906" y="1068038"/>
                      <a:pt x="14002" y="1043654"/>
                      <a:pt x="17812" y="1033272"/>
                    </a:cubicBezTo>
                    <a:cubicBezTo>
                      <a:pt x="1146429" y="1185005"/>
                      <a:pt x="1915478" y="481679"/>
                      <a:pt x="2028349" y="231458"/>
                    </a:cubicBezTo>
                    <a:lnTo>
                      <a:pt x="1852232" y="299752"/>
                    </a:lnTo>
                    <a:close/>
                  </a:path>
                </a:pathLst>
              </a:custGeom>
              <a:solidFill>
                <a:schemeClr val="accent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1544"/>
              </a:p>
            </p:txBody>
          </p:sp>
          <p:sp>
            <p:nvSpPr>
              <p:cNvPr id="27" name="Forme libre : forme 26">
                <a:extLst>
                  <a:ext uri="{FF2B5EF4-FFF2-40B4-BE49-F238E27FC236}">
                    <a16:creationId xmlns:a16="http://schemas.microsoft.com/office/drawing/2014/main" id="{236CD0B0-F2FB-D8E9-1E56-54C2CFBC02CE}"/>
                  </a:ext>
                </a:extLst>
              </p:cNvPr>
              <p:cNvSpPr/>
              <p:nvPr/>
            </p:nvSpPr>
            <p:spPr>
              <a:xfrm>
                <a:off x="8045167" y="14990796"/>
                <a:ext cx="473297" cy="1145857"/>
              </a:xfrm>
              <a:custGeom>
                <a:avLst/>
                <a:gdLst>
                  <a:gd name="connsiteX0" fmla="*/ 95 w 473297"/>
                  <a:gd name="connsiteY0" fmla="*/ 1145857 h 1145857"/>
                  <a:gd name="connsiteX1" fmla="*/ 126968 w 473297"/>
                  <a:gd name="connsiteY1" fmla="*/ 1137571 h 1145857"/>
                  <a:gd name="connsiteX2" fmla="*/ 250603 w 473297"/>
                  <a:gd name="connsiteY2" fmla="*/ 1145857 h 1145857"/>
                  <a:gd name="connsiteX3" fmla="*/ 473297 w 473297"/>
                  <a:gd name="connsiteY3" fmla="*/ 0 h 1145857"/>
                  <a:gd name="connsiteX4" fmla="*/ 346424 w 473297"/>
                  <a:gd name="connsiteY4" fmla="*/ 8382 h 1145857"/>
                  <a:gd name="connsiteX5" fmla="*/ 222790 w 473297"/>
                  <a:gd name="connsiteY5" fmla="*/ 0 h 1145857"/>
                  <a:gd name="connsiteX6" fmla="*/ 0 w 473297"/>
                  <a:gd name="connsiteY6" fmla="*/ 1145857 h 114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73297" h="1145857">
                    <a:moveTo>
                      <a:pt x="95" y="1145857"/>
                    </a:moveTo>
                    <a:cubicBezTo>
                      <a:pt x="42481" y="1142524"/>
                      <a:pt x="85249" y="1137571"/>
                      <a:pt x="126968" y="1137571"/>
                    </a:cubicBezTo>
                    <a:cubicBezTo>
                      <a:pt x="168688" y="1137571"/>
                      <a:pt x="209550" y="1142619"/>
                      <a:pt x="250603" y="1145857"/>
                    </a:cubicBezTo>
                    <a:lnTo>
                      <a:pt x="473297" y="0"/>
                    </a:lnTo>
                    <a:cubicBezTo>
                      <a:pt x="430911" y="3239"/>
                      <a:pt x="388144" y="8382"/>
                      <a:pt x="346424" y="8382"/>
                    </a:cubicBezTo>
                    <a:cubicBezTo>
                      <a:pt x="304705" y="8382"/>
                      <a:pt x="263843" y="3334"/>
                      <a:pt x="222790" y="0"/>
                    </a:cubicBezTo>
                    <a:lnTo>
                      <a:pt x="0" y="114585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1544"/>
              </a:p>
            </p:txBody>
          </p:sp>
        </p:grpSp>
        <p:sp>
          <p:nvSpPr>
            <p:cNvPr id="17" name="Forme libre : forme 16">
              <a:extLst>
                <a:ext uri="{FF2B5EF4-FFF2-40B4-BE49-F238E27FC236}">
                  <a16:creationId xmlns:a16="http://schemas.microsoft.com/office/drawing/2014/main" id="{1646DCE5-914D-E2FF-8025-8EEE8608BAB0}"/>
                </a:ext>
              </a:extLst>
            </p:cNvPr>
            <p:cNvSpPr/>
            <p:nvPr/>
          </p:nvSpPr>
          <p:spPr>
            <a:xfrm>
              <a:off x="9751570" y="15324933"/>
              <a:ext cx="5453729" cy="812387"/>
            </a:xfrm>
            <a:custGeom>
              <a:avLst/>
              <a:gdLst>
                <a:gd name="connsiteX0" fmla="*/ 5395722 w 5453729"/>
                <a:gd name="connsiteY0" fmla="*/ 166592 h 812387"/>
                <a:gd name="connsiteX1" fmla="*/ 5453730 w 5453729"/>
                <a:gd name="connsiteY1" fmla="*/ 54388 h 812387"/>
                <a:gd name="connsiteX2" fmla="*/ 5285328 w 5453729"/>
                <a:gd name="connsiteY2" fmla="*/ 0 h 812387"/>
                <a:gd name="connsiteX3" fmla="*/ 4977384 w 5453729"/>
                <a:gd name="connsiteY3" fmla="*/ 237839 h 812387"/>
                <a:gd name="connsiteX4" fmla="*/ 5239417 w 5453729"/>
                <a:gd name="connsiteY4" fmla="*/ 626459 h 812387"/>
                <a:gd name="connsiteX5" fmla="*/ 5083969 w 5453729"/>
                <a:gd name="connsiteY5" fmla="*/ 744188 h 812387"/>
                <a:gd name="connsiteX6" fmla="*/ 4951953 w 5453729"/>
                <a:gd name="connsiteY6" fmla="*/ 619601 h 812387"/>
                <a:gd name="connsiteX7" fmla="*/ 4930331 w 5453729"/>
                <a:gd name="connsiteY7" fmla="*/ 619601 h 812387"/>
                <a:gd name="connsiteX8" fmla="*/ 4869561 w 5453729"/>
                <a:gd name="connsiteY8" fmla="*/ 763429 h 812387"/>
                <a:gd name="connsiteX9" fmla="*/ 5042535 w 5453729"/>
                <a:gd name="connsiteY9" fmla="*/ 812197 h 812387"/>
                <a:gd name="connsiteX10" fmla="*/ 5391055 w 5453729"/>
                <a:gd name="connsiteY10" fmla="*/ 562928 h 812387"/>
                <a:gd name="connsiteX11" fmla="*/ 5121307 w 5453729"/>
                <a:gd name="connsiteY11" fmla="*/ 178975 h 812387"/>
                <a:gd name="connsiteX12" fmla="*/ 5267516 w 5453729"/>
                <a:gd name="connsiteY12" fmla="*/ 67913 h 812387"/>
                <a:gd name="connsiteX13" fmla="*/ 5378577 w 5453729"/>
                <a:gd name="connsiteY13" fmla="*/ 166592 h 812387"/>
                <a:gd name="connsiteX14" fmla="*/ 5395627 w 5453729"/>
                <a:gd name="connsiteY14" fmla="*/ 166592 h 812387"/>
                <a:gd name="connsiteX15" fmla="*/ 4776692 w 5453729"/>
                <a:gd name="connsiteY15" fmla="*/ 659320 h 812387"/>
                <a:gd name="connsiteX16" fmla="*/ 4557427 w 5453729"/>
                <a:gd name="connsiteY16" fmla="*/ 744284 h 812387"/>
                <a:gd name="connsiteX17" fmla="*/ 4351878 w 5453729"/>
                <a:gd name="connsiteY17" fmla="*/ 414719 h 812387"/>
                <a:gd name="connsiteX18" fmla="*/ 4683157 w 5453729"/>
                <a:gd name="connsiteY18" fmla="*/ 68008 h 812387"/>
                <a:gd name="connsiteX19" fmla="*/ 4850987 w 5453729"/>
                <a:gd name="connsiteY19" fmla="*/ 172307 h 812387"/>
                <a:gd name="connsiteX20" fmla="*/ 4866799 w 5453729"/>
                <a:gd name="connsiteY20" fmla="*/ 172307 h 812387"/>
                <a:gd name="connsiteX21" fmla="*/ 4915567 w 5453729"/>
                <a:gd name="connsiteY21" fmla="*/ 55626 h 812387"/>
                <a:gd name="connsiteX22" fmla="*/ 4695254 w 5453729"/>
                <a:gd name="connsiteY22" fmla="*/ 191 h 812387"/>
                <a:gd name="connsiteX23" fmla="*/ 4160806 w 5453729"/>
                <a:gd name="connsiteY23" fmla="*/ 430625 h 812387"/>
                <a:gd name="connsiteX24" fmla="*/ 4512469 w 5453729"/>
                <a:gd name="connsiteY24" fmla="*/ 812387 h 812387"/>
                <a:gd name="connsiteX25" fmla="*/ 4746212 w 5453729"/>
                <a:gd name="connsiteY25" fmla="*/ 763619 h 812387"/>
                <a:gd name="connsiteX26" fmla="*/ 4790028 w 5453729"/>
                <a:gd name="connsiteY26" fmla="*/ 666178 h 812387"/>
                <a:gd name="connsiteX27" fmla="*/ 4776692 w 5453729"/>
                <a:gd name="connsiteY27" fmla="*/ 659416 h 812387"/>
                <a:gd name="connsiteX28" fmla="*/ 3802571 w 5453729"/>
                <a:gd name="connsiteY28" fmla="*/ 797433 h 812387"/>
                <a:gd name="connsiteX29" fmla="*/ 3888677 w 5453729"/>
                <a:gd name="connsiteY29" fmla="*/ 791813 h 812387"/>
                <a:gd name="connsiteX30" fmla="*/ 3972497 w 5453729"/>
                <a:gd name="connsiteY30" fmla="*/ 797433 h 812387"/>
                <a:gd name="connsiteX31" fmla="*/ 4123468 w 5453729"/>
                <a:gd name="connsiteY31" fmla="*/ 20383 h 812387"/>
                <a:gd name="connsiteX32" fmla="*/ 4037457 w 5453729"/>
                <a:gd name="connsiteY32" fmla="*/ 26003 h 812387"/>
                <a:gd name="connsiteX33" fmla="*/ 3953542 w 5453729"/>
                <a:gd name="connsiteY33" fmla="*/ 20383 h 812387"/>
                <a:gd name="connsiteX34" fmla="*/ 3802476 w 5453729"/>
                <a:gd name="connsiteY34" fmla="*/ 797433 h 812387"/>
                <a:gd name="connsiteX35" fmla="*/ 3625120 w 5453729"/>
                <a:gd name="connsiteY35" fmla="*/ 100775 h 812387"/>
                <a:gd name="connsiteX36" fmla="*/ 3824764 w 5453729"/>
                <a:gd name="connsiteY36" fmla="*/ 116586 h 812387"/>
                <a:gd name="connsiteX37" fmla="*/ 3828574 w 5453729"/>
                <a:gd name="connsiteY37" fmla="*/ 67818 h 812387"/>
                <a:gd name="connsiteX38" fmla="*/ 3843528 w 5453729"/>
                <a:gd name="connsiteY38" fmla="*/ 20288 h 812387"/>
                <a:gd name="connsiteX39" fmla="*/ 3260122 w 5453729"/>
                <a:gd name="connsiteY39" fmla="*/ 20288 h 812387"/>
                <a:gd name="connsiteX40" fmla="*/ 3256503 w 5453729"/>
                <a:gd name="connsiteY40" fmla="*/ 67818 h 812387"/>
                <a:gd name="connsiteX41" fmla="*/ 3241358 w 5453729"/>
                <a:gd name="connsiteY41" fmla="*/ 116586 h 812387"/>
                <a:gd name="connsiteX42" fmla="*/ 3455194 w 5453729"/>
                <a:gd name="connsiteY42" fmla="*/ 100775 h 812387"/>
                <a:gd name="connsiteX43" fmla="*/ 3319749 w 5453729"/>
                <a:gd name="connsiteY43" fmla="*/ 797433 h 812387"/>
                <a:gd name="connsiteX44" fmla="*/ 3405759 w 5453729"/>
                <a:gd name="connsiteY44" fmla="*/ 791813 h 812387"/>
                <a:gd name="connsiteX45" fmla="*/ 3489674 w 5453729"/>
                <a:gd name="connsiteY45" fmla="*/ 797433 h 812387"/>
                <a:gd name="connsiteX46" fmla="*/ 3625025 w 5453729"/>
                <a:gd name="connsiteY46" fmla="*/ 100775 h 812387"/>
                <a:gd name="connsiteX47" fmla="*/ 3116676 w 5453729"/>
                <a:gd name="connsiteY47" fmla="*/ 166592 h 812387"/>
                <a:gd name="connsiteX48" fmla="*/ 3174778 w 5453729"/>
                <a:gd name="connsiteY48" fmla="*/ 54388 h 812387"/>
                <a:gd name="connsiteX49" fmla="*/ 3006376 w 5453729"/>
                <a:gd name="connsiteY49" fmla="*/ 0 h 812387"/>
                <a:gd name="connsiteX50" fmla="*/ 2698433 w 5453729"/>
                <a:gd name="connsiteY50" fmla="*/ 237839 h 812387"/>
                <a:gd name="connsiteX51" fmla="*/ 2960561 w 5453729"/>
                <a:gd name="connsiteY51" fmla="*/ 626459 h 812387"/>
                <a:gd name="connsiteX52" fmla="*/ 2805113 w 5453729"/>
                <a:gd name="connsiteY52" fmla="*/ 744188 h 812387"/>
                <a:gd name="connsiteX53" fmla="*/ 2673001 w 5453729"/>
                <a:gd name="connsiteY53" fmla="*/ 619601 h 812387"/>
                <a:gd name="connsiteX54" fmla="*/ 2651379 w 5453729"/>
                <a:gd name="connsiteY54" fmla="*/ 619601 h 812387"/>
                <a:gd name="connsiteX55" fmla="*/ 2590610 w 5453729"/>
                <a:gd name="connsiteY55" fmla="*/ 763429 h 812387"/>
                <a:gd name="connsiteX56" fmla="*/ 2763584 w 5453729"/>
                <a:gd name="connsiteY56" fmla="*/ 812197 h 812387"/>
                <a:gd name="connsiteX57" fmla="*/ 3112199 w 5453729"/>
                <a:gd name="connsiteY57" fmla="*/ 562928 h 812387"/>
                <a:gd name="connsiteX58" fmla="*/ 2842546 w 5453729"/>
                <a:gd name="connsiteY58" fmla="*/ 178975 h 812387"/>
                <a:gd name="connsiteX59" fmla="*/ 2988660 w 5453729"/>
                <a:gd name="connsiteY59" fmla="*/ 67913 h 812387"/>
                <a:gd name="connsiteX60" fmla="*/ 3099816 w 5453729"/>
                <a:gd name="connsiteY60" fmla="*/ 166592 h 812387"/>
                <a:gd name="connsiteX61" fmla="*/ 3116771 w 5453729"/>
                <a:gd name="connsiteY61" fmla="*/ 166592 h 812387"/>
                <a:gd name="connsiteX62" fmla="*/ 2287238 w 5453729"/>
                <a:gd name="connsiteY62" fmla="*/ 797433 h 812387"/>
                <a:gd name="connsiteX63" fmla="*/ 2373345 w 5453729"/>
                <a:gd name="connsiteY63" fmla="*/ 791813 h 812387"/>
                <a:gd name="connsiteX64" fmla="*/ 2457164 w 5453729"/>
                <a:gd name="connsiteY64" fmla="*/ 797433 h 812387"/>
                <a:gd name="connsiteX65" fmla="*/ 2608231 w 5453729"/>
                <a:gd name="connsiteY65" fmla="*/ 20383 h 812387"/>
                <a:gd name="connsiteX66" fmla="*/ 2522220 w 5453729"/>
                <a:gd name="connsiteY66" fmla="*/ 26003 h 812387"/>
                <a:gd name="connsiteX67" fmla="*/ 2438305 w 5453729"/>
                <a:gd name="connsiteY67" fmla="*/ 20383 h 812387"/>
                <a:gd name="connsiteX68" fmla="*/ 2287238 w 5453729"/>
                <a:gd name="connsiteY68" fmla="*/ 797433 h 812387"/>
                <a:gd name="connsiteX69" fmla="*/ 2206086 w 5453729"/>
                <a:gd name="connsiteY69" fmla="*/ 447485 h 812387"/>
                <a:gd name="connsiteX70" fmla="*/ 2120075 w 5453729"/>
                <a:gd name="connsiteY70" fmla="*/ 453104 h 812387"/>
                <a:gd name="connsiteX71" fmla="*/ 2036255 w 5453729"/>
                <a:gd name="connsiteY71" fmla="*/ 447485 h 812387"/>
                <a:gd name="connsiteX72" fmla="*/ 1984820 w 5453729"/>
                <a:gd name="connsiteY72" fmla="*/ 712470 h 812387"/>
                <a:gd name="connsiteX73" fmla="*/ 1853946 w 5453729"/>
                <a:gd name="connsiteY73" fmla="*/ 744188 h 812387"/>
                <a:gd name="connsiteX74" fmla="*/ 1643348 w 5453729"/>
                <a:gd name="connsiteY74" fmla="*/ 429292 h 812387"/>
                <a:gd name="connsiteX75" fmla="*/ 1995678 w 5453729"/>
                <a:gd name="connsiteY75" fmla="*/ 67913 h 812387"/>
                <a:gd name="connsiteX76" fmla="*/ 2196370 w 5453729"/>
                <a:gd name="connsiteY76" fmla="*/ 183452 h 812387"/>
                <a:gd name="connsiteX77" fmla="*/ 2212181 w 5453729"/>
                <a:gd name="connsiteY77" fmla="*/ 183452 h 812387"/>
                <a:gd name="connsiteX78" fmla="*/ 2266188 w 5453729"/>
                <a:gd name="connsiteY78" fmla="*/ 69056 h 812387"/>
                <a:gd name="connsiteX79" fmla="*/ 2006632 w 5453729"/>
                <a:gd name="connsiteY79" fmla="*/ 0 h 812387"/>
                <a:gd name="connsiteX80" fmla="*/ 1455992 w 5453729"/>
                <a:gd name="connsiteY80" fmla="*/ 425863 h 812387"/>
                <a:gd name="connsiteX81" fmla="*/ 1832896 w 5453729"/>
                <a:gd name="connsiteY81" fmla="*/ 812197 h 812387"/>
                <a:gd name="connsiteX82" fmla="*/ 2145316 w 5453729"/>
                <a:gd name="connsiteY82" fmla="*/ 761238 h 812387"/>
                <a:gd name="connsiteX83" fmla="*/ 2206276 w 5453729"/>
                <a:gd name="connsiteY83" fmla="*/ 447485 h 812387"/>
                <a:gd name="connsiteX84" fmla="*/ 1022033 w 5453729"/>
                <a:gd name="connsiteY84" fmla="*/ 67913 h 812387"/>
                <a:gd name="connsiteX85" fmla="*/ 1198817 w 5453729"/>
                <a:gd name="connsiteY85" fmla="*/ 381762 h 812387"/>
                <a:gd name="connsiteX86" fmla="*/ 875824 w 5453729"/>
                <a:gd name="connsiteY86" fmla="*/ 744188 h 812387"/>
                <a:gd name="connsiteX87" fmla="*/ 697992 w 5453729"/>
                <a:gd name="connsiteY87" fmla="*/ 440627 h 812387"/>
                <a:gd name="connsiteX88" fmla="*/ 1021937 w 5453729"/>
                <a:gd name="connsiteY88" fmla="*/ 67913 h 812387"/>
                <a:gd name="connsiteX89" fmla="*/ 1382649 w 5453729"/>
                <a:gd name="connsiteY89" fmla="*/ 403193 h 812387"/>
                <a:gd name="connsiteX90" fmla="*/ 1041940 w 5453729"/>
                <a:gd name="connsiteY90" fmla="*/ 0 h 812387"/>
                <a:gd name="connsiteX91" fmla="*/ 516350 w 5453729"/>
                <a:gd name="connsiteY91" fmla="*/ 407765 h 812387"/>
                <a:gd name="connsiteX92" fmla="*/ 856964 w 5453729"/>
                <a:gd name="connsiteY92" fmla="*/ 812197 h 812387"/>
                <a:gd name="connsiteX93" fmla="*/ 1382744 w 5453729"/>
                <a:gd name="connsiteY93" fmla="*/ 403289 h 812387"/>
                <a:gd name="connsiteX94" fmla="*/ 319850 w 5453729"/>
                <a:gd name="connsiteY94" fmla="*/ 20479 h 812387"/>
                <a:gd name="connsiteX95" fmla="*/ 233839 w 5453729"/>
                <a:gd name="connsiteY95" fmla="*/ 26098 h 812387"/>
                <a:gd name="connsiteX96" fmla="*/ 149924 w 5453729"/>
                <a:gd name="connsiteY96" fmla="*/ 20479 h 812387"/>
                <a:gd name="connsiteX97" fmla="*/ 0 w 5453729"/>
                <a:gd name="connsiteY97" fmla="*/ 791909 h 812387"/>
                <a:gd name="connsiteX98" fmla="*/ 429292 w 5453729"/>
                <a:gd name="connsiteY98" fmla="*/ 791909 h 812387"/>
                <a:gd name="connsiteX99" fmla="*/ 433197 w 5453729"/>
                <a:gd name="connsiteY99" fmla="*/ 743236 h 812387"/>
                <a:gd name="connsiteX100" fmla="*/ 448342 w 5453729"/>
                <a:gd name="connsiteY100" fmla="*/ 694468 h 812387"/>
                <a:gd name="connsiteX101" fmla="*/ 185833 w 5453729"/>
                <a:gd name="connsiteY101" fmla="*/ 710279 h 812387"/>
                <a:gd name="connsiteX102" fmla="*/ 319945 w 5453729"/>
                <a:gd name="connsiteY102" fmla="*/ 20479 h 81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453729" h="812387">
                  <a:moveTo>
                    <a:pt x="5395722" y="166592"/>
                  </a:moveTo>
                  <a:cubicBezTo>
                    <a:pt x="5414487" y="128016"/>
                    <a:pt x="5433156" y="90583"/>
                    <a:pt x="5453730" y="54388"/>
                  </a:cubicBezTo>
                  <a:cubicBezTo>
                    <a:pt x="5433537" y="30575"/>
                    <a:pt x="5366862" y="0"/>
                    <a:pt x="5285328" y="0"/>
                  </a:cubicBezTo>
                  <a:cubicBezTo>
                    <a:pt x="5113115" y="0"/>
                    <a:pt x="5002816" y="107633"/>
                    <a:pt x="4977384" y="237839"/>
                  </a:cubicBezTo>
                  <a:cubicBezTo>
                    <a:pt x="4924330" y="510826"/>
                    <a:pt x="5274660" y="445198"/>
                    <a:pt x="5239417" y="626459"/>
                  </a:cubicBezTo>
                  <a:cubicBezTo>
                    <a:pt x="5224272" y="704564"/>
                    <a:pt x="5154264" y="744188"/>
                    <a:pt x="5083969" y="744188"/>
                  </a:cubicBezTo>
                  <a:cubicBezTo>
                    <a:pt x="5005864" y="744188"/>
                    <a:pt x="4953667" y="697802"/>
                    <a:pt x="4951953" y="619601"/>
                  </a:cubicBezTo>
                  <a:lnTo>
                    <a:pt x="4930331" y="619601"/>
                  </a:lnTo>
                  <a:cubicBezTo>
                    <a:pt x="4914138" y="668274"/>
                    <a:pt x="4892421" y="715899"/>
                    <a:pt x="4869561" y="763429"/>
                  </a:cubicBezTo>
                  <a:cubicBezTo>
                    <a:pt x="4916234" y="797433"/>
                    <a:pt x="4980147" y="812197"/>
                    <a:pt x="5042535" y="812197"/>
                  </a:cubicBezTo>
                  <a:cubicBezTo>
                    <a:pt x="5217986" y="812197"/>
                    <a:pt x="5362956" y="707993"/>
                    <a:pt x="5391055" y="562928"/>
                  </a:cubicBezTo>
                  <a:cubicBezTo>
                    <a:pt x="5441537" y="303562"/>
                    <a:pt x="5091589" y="331851"/>
                    <a:pt x="5121307" y="178975"/>
                  </a:cubicBezTo>
                  <a:cubicBezTo>
                    <a:pt x="5133880" y="114395"/>
                    <a:pt x="5177981" y="67913"/>
                    <a:pt x="5267516" y="67913"/>
                  </a:cubicBezTo>
                  <a:cubicBezTo>
                    <a:pt x="5332095" y="67913"/>
                    <a:pt x="5367624" y="106490"/>
                    <a:pt x="5378577" y="166592"/>
                  </a:cubicBezTo>
                  <a:lnTo>
                    <a:pt x="5395627" y="166592"/>
                  </a:lnTo>
                  <a:close/>
                  <a:moveTo>
                    <a:pt x="4776692" y="659320"/>
                  </a:moveTo>
                  <a:cubicBezTo>
                    <a:pt x="4716209" y="707993"/>
                    <a:pt x="4627627" y="744284"/>
                    <a:pt x="4557427" y="744284"/>
                  </a:cubicBezTo>
                  <a:cubicBezTo>
                    <a:pt x="4382929" y="744284"/>
                    <a:pt x="4314254" y="608362"/>
                    <a:pt x="4351878" y="414719"/>
                  </a:cubicBezTo>
                  <a:cubicBezTo>
                    <a:pt x="4384262" y="248126"/>
                    <a:pt x="4495133" y="68008"/>
                    <a:pt x="4683157" y="68008"/>
                  </a:cubicBezTo>
                  <a:cubicBezTo>
                    <a:pt x="4756785" y="68008"/>
                    <a:pt x="4820889" y="111157"/>
                    <a:pt x="4850987" y="172307"/>
                  </a:cubicBezTo>
                  <a:lnTo>
                    <a:pt x="4866799" y="172307"/>
                  </a:lnTo>
                  <a:cubicBezTo>
                    <a:pt x="4883659" y="132779"/>
                    <a:pt x="4897851" y="94202"/>
                    <a:pt x="4915567" y="55626"/>
                  </a:cubicBezTo>
                  <a:cubicBezTo>
                    <a:pt x="4856893" y="19431"/>
                    <a:pt x="4770025" y="191"/>
                    <a:pt x="4695254" y="191"/>
                  </a:cubicBezTo>
                  <a:cubicBezTo>
                    <a:pt x="4448271" y="191"/>
                    <a:pt x="4218147" y="134874"/>
                    <a:pt x="4160806" y="430625"/>
                  </a:cubicBezTo>
                  <a:cubicBezTo>
                    <a:pt x="4115562" y="662845"/>
                    <a:pt x="4270058" y="812387"/>
                    <a:pt x="4512469" y="812387"/>
                  </a:cubicBezTo>
                  <a:cubicBezTo>
                    <a:pt x="4588384" y="812387"/>
                    <a:pt x="4671441" y="798862"/>
                    <a:pt x="4746212" y="763619"/>
                  </a:cubicBezTo>
                  <a:lnTo>
                    <a:pt x="4790028" y="666178"/>
                  </a:lnTo>
                  <a:lnTo>
                    <a:pt x="4776692" y="659416"/>
                  </a:lnTo>
                  <a:close/>
                  <a:moveTo>
                    <a:pt x="3802571" y="797433"/>
                  </a:moveTo>
                  <a:cubicBezTo>
                    <a:pt x="3831336" y="795147"/>
                    <a:pt x="3860387" y="791813"/>
                    <a:pt x="3888677" y="791813"/>
                  </a:cubicBezTo>
                  <a:cubicBezTo>
                    <a:pt x="3916966" y="791813"/>
                    <a:pt x="3944684" y="795147"/>
                    <a:pt x="3972497" y="797433"/>
                  </a:cubicBezTo>
                  <a:lnTo>
                    <a:pt x="4123468" y="20383"/>
                  </a:lnTo>
                  <a:cubicBezTo>
                    <a:pt x="4094798" y="22574"/>
                    <a:pt x="4065747" y="26003"/>
                    <a:pt x="4037457" y="26003"/>
                  </a:cubicBezTo>
                  <a:cubicBezTo>
                    <a:pt x="4009168" y="26003"/>
                    <a:pt x="3981450" y="22574"/>
                    <a:pt x="3953542" y="20383"/>
                  </a:cubicBezTo>
                  <a:lnTo>
                    <a:pt x="3802476" y="797433"/>
                  </a:lnTo>
                  <a:close/>
                  <a:moveTo>
                    <a:pt x="3625120" y="100775"/>
                  </a:moveTo>
                  <a:cubicBezTo>
                    <a:pt x="3694176" y="100775"/>
                    <a:pt x="3759518" y="108680"/>
                    <a:pt x="3824764" y="116586"/>
                  </a:cubicBezTo>
                  <a:cubicBezTo>
                    <a:pt x="3825526" y="100775"/>
                    <a:pt x="3825240" y="84868"/>
                    <a:pt x="3828574" y="67818"/>
                  </a:cubicBezTo>
                  <a:cubicBezTo>
                    <a:pt x="3831622" y="52006"/>
                    <a:pt x="3838194" y="36195"/>
                    <a:pt x="3843528" y="20288"/>
                  </a:cubicBezTo>
                  <a:lnTo>
                    <a:pt x="3260122" y="20288"/>
                  </a:lnTo>
                  <a:cubicBezTo>
                    <a:pt x="3259265" y="36195"/>
                    <a:pt x="3259646" y="51911"/>
                    <a:pt x="3256503" y="67818"/>
                  </a:cubicBezTo>
                  <a:cubicBezTo>
                    <a:pt x="3253168" y="84868"/>
                    <a:pt x="3246691" y="100679"/>
                    <a:pt x="3241358" y="116586"/>
                  </a:cubicBezTo>
                  <a:cubicBezTo>
                    <a:pt x="3301842" y="108680"/>
                    <a:pt x="3374803" y="100775"/>
                    <a:pt x="3455194" y="100775"/>
                  </a:cubicBezTo>
                  <a:lnTo>
                    <a:pt x="3319749" y="797433"/>
                  </a:lnTo>
                  <a:cubicBezTo>
                    <a:pt x="3348609" y="795147"/>
                    <a:pt x="3377565" y="791813"/>
                    <a:pt x="3405759" y="791813"/>
                  </a:cubicBezTo>
                  <a:cubicBezTo>
                    <a:pt x="3433953" y="791813"/>
                    <a:pt x="3461671" y="795147"/>
                    <a:pt x="3489674" y="797433"/>
                  </a:cubicBezTo>
                  <a:lnTo>
                    <a:pt x="3625025" y="100775"/>
                  </a:lnTo>
                  <a:close/>
                  <a:moveTo>
                    <a:pt x="3116676" y="166592"/>
                  </a:moveTo>
                  <a:cubicBezTo>
                    <a:pt x="3135535" y="128016"/>
                    <a:pt x="3154109" y="90583"/>
                    <a:pt x="3174778" y="54388"/>
                  </a:cubicBezTo>
                  <a:cubicBezTo>
                    <a:pt x="3154490" y="30575"/>
                    <a:pt x="3088005" y="0"/>
                    <a:pt x="3006376" y="0"/>
                  </a:cubicBezTo>
                  <a:cubicBezTo>
                    <a:pt x="2834164" y="0"/>
                    <a:pt x="2723769" y="107633"/>
                    <a:pt x="2698433" y="237839"/>
                  </a:cubicBezTo>
                  <a:cubicBezTo>
                    <a:pt x="2645378" y="510826"/>
                    <a:pt x="2995708" y="445198"/>
                    <a:pt x="2960561" y="626459"/>
                  </a:cubicBezTo>
                  <a:cubicBezTo>
                    <a:pt x="2945321" y="704564"/>
                    <a:pt x="2875312" y="744188"/>
                    <a:pt x="2805113" y="744188"/>
                  </a:cubicBezTo>
                  <a:cubicBezTo>
                    <a:pt x="2726912" y="744188"/>
                    <a:pt x="2674811" y="697802"/>
                    <a:pt x="2673001" y="619601"/>
                  </a:cubicBezTo>
                  <a:lnTo>
                    <a:pt x="2651379" y="619601"/>
                  </a:lnTo>
                  <a:cubicBezTo>
                    <a:pt x="2635091" y="668274"/>
                    <a:pt x="2613470" y="715899"/>
                    <a:pt x="2590610" y="763429"/>
                  </a:cubicBezTo>
                  <a:cubicBezTo>
                    <a:pt x="2637282" y="797433"/>
                    <a:pt x="2701290" y="812197"/>
                    <a:pt x="2763584" y="812197"/>
                  </a:cubicBezTo>
                  <a:cubicBezTo>
                    <a:pt x="2939129" y="812197"/>
                    <a:pt x="3084005" y="707993"/>
                    <a:pt x="3112199" y="562928"/>
                  </a:cubicBezTo>
                  <a:cubicBezTo>
                    <a:pt x="3162681" y="303562"/>
                    <a:pt x="2812828" y="331851"/>
                    <a:pt x="2842546" y="178975"/>
                  </a:cubicBezTo>
                  <a:cubicBezTo>
                    <a:pt x="2855119" y="114395"/>
                    <a:pt x="2899124" y="67913"/>
                    <a:pt x="2988660" y="67913"/>
                  </a:cubicBezTo>
                  <a:cubicBezTo>
                    <a:pt x="3053239" y="67913"/>
                    <a:pt x="3088767" y="106490"/>
                    <a:pt x="3099816" y="166592"/>
                  </a:cubicBezTo>
                  <a:lnTo>
                    <a:pt x="3116771" y="166592"/>
                  </a:lnTo>
                  <a:close/>
                  <a:moveTo>
                    <a:pt x="2287238" y="797433"/>
                  </a:moveTo>
                  <a:cubicBezTo>
                    <a:pt x="2316004" y="795147"/>
                    <a:pt x="2344960" y="791813"/>
                    <a:pt x="2373345" y="791813"/>
                  </a:cubicBezTo>
                  <a:cubicBezTo>
                    <a:pt x="2401729" y="791813"/>
                    <a:pt x="2429352" y="795147"/>
                    <a:pt x="2457164" y="797433"/>
                  </a:cubicBezTo>
                  <a:lnTo>
                    <a:pt x="2608231" y="20383"/>
                  </a:lnTo>
                  <a:cubicBezTo>
                    <a:pt x="2579465" y="22574"/>
                    <a:pt x="2550510" y="26003"/>
                    <a:pt x="2522220" y="26003"/>
                  </a:cubicBezTo>
                  <a:cubicBezTo>
                    <a:pt x="2493931" y="26003"/>
                    <a:pt x="2466213" y="22574"/>
                    <a:pt x="2438305" y="20383"/>
                  </a:cubicBezTo>
                  <a:lnTo>
                    <a:pt x="2287238" y="797433"/>
                  </a:lnTo>
                  <a:close/>
                  <a:moveTo>
                    <a:pt x="2206086" y="447485"/>
                  </a:moveTo>
                  <a:cubicBezTo>
                    <a:pt x="2177320" y="449675"/>
                    <a:pt x="2148364" y="453104"/>
                    <a:pt x="2120075" y="453104"/>
                  </a:cubicBezTo>
                  <a:cubicBezTo>
                    <a:pt x="2091785" y="453104"/>
                    <a:pt x="2064068" y="449675"/>
                    <a:pt x="2036255" y="447485"/>
                  </a:cubicBezTo>
                  <a:lnTo>
                    <a:pt x="1984820" y="712470"/>
                  </a:lnTo>
                  <a:cubicBezTo>
                    <a:pt x="1954530" y="728282"/>
                    <a:pt x="1910620" y="744188"/>
                    <a:pt x="1853946" y="744188"/>
                  </a:cubicBezTo>
                  <a:cubicBezTo>
                    <a:pt x="1681829" y="744188"/>
                    <a:pt x="1605058" y="626459"/>
                    <a:pt x="1643348" y="429292"/>
                  </a:cubicBezTo>
                  <a:cubicBezTo>
                    <a:pt x="1680401" y="238982"/>
                    <a:pt x="1806607" y="67913"/>
                    <a:pt x="1995678" y="67913"/>
                  </a:cubicBezTo>
                  <a:cubicBezTo>
                    <a:pt x="2085118" y="67913"/>
                    <a:pt x="2158937" y="107633"/>
                    <a:pt x="2196370" y="183452"/>
                  </a:cubicBezTo>
                  <a:lnTo>
                    <a:pt x="2212181" y="183452"/>
                  </a:lnTo>
                  <a:cubicBezTo>
                    <a:pt x="2224183" y="144971"/>
                    <a:pt x="2243233" y="105251"/>
                    <a:pt x="2266188" y="69056"/>
                  </a:cubicBezTo>
                  <a:cubicBezTo>
                    <a:pt x="2190655" y="20383"/>
                    <a:pt x="2103978" y="0"/>
                    <a:pt x="2006632" y="0"/>
                  </a:cubicBezTo>
                  <a:cubicBezTo>
                    <a:pt x="1744980" y="0"/>
                    <a:pt x="1510760" y="143827"/>
                    <a:pt x="1455992" y="425863"/>
                  </a:cubicBezTo>
                  <a:cubicBezTo>
                    <a:pt x="1404271" y="691991"/>
                    <a:pt x="1593818" y="812197"/>
                    <a:pt x="1832896" y="812197"/>
                  </a:cubicBezTo>
                  <a:cubicBezTo>
                    <a:pt x="1932623" y="812197"/>
                    <a:pt x="2037779" y="789527"/>
                    <a:pt x="2145316" y="761238"/>
                  </a:cubicBezTo>
                  <a:lnTo>
                    <a:pt x="2206276" y="447485"/>
                  </a:lnTo>
                  <a:close/>
                  <a:moveTo>
                    <a:pt x="1022033" y="67913"/>
                  </a:moveTo>
                  <a:cubicBezTo>
                    <a:pt x="1191959" y="67913"/>
                    <a:pt x="1227296" y="235553"/>
                    <a:pt x="1198817" y="381762"/>
                  </a:cubicBezTo>
                  <a:cubicBezTo>
                    <a:pt x="1162336" y="569690"/>
                    <a:pt x="1050227" y="744188"/>
                    <a:pt x="875824" y="744188"/>
                  </a:cubicBezTo>
                  <a:cubicBezTo>
                    <a:pt x="701421" y="744188"/>
                    <a:pt x="669417" y="587883"/>
                    <a:pt x="697992" y="440627"/>
                  </a:cubicBezTo>
                  <a:cubicBezTo>
                    <a:pt x="747332" y="186881"/>
                    <a:pt x="864394" y="67913"/>
                    <a:pt x="1021937" y="67913"/>
                  </a:cubicBezTo>
                  <a:moveTo>
                    <a:pt x="1382649" y="403193"/>
                  </a:moveTo>
                  <a:cubicBezTo>
                    <a:pt x="1415606" y="227552"/>
                    <a:pt x="1364742" y="0"/>
                    <a:pt x="1041940" y="0"/>
                  </a:cubicBezTo>
                  <a:cubicBezTo>
                    <a:pt x="759905" y="0"/>
                    <a:pt x="560165" y="182404"/>
                    <a:pt x="516350" y="407765"/>
                  </a:cubicBezTo>
                  <a:cubicBezTo>
                    <a:pt x="466344" y="664940"/>
                    <a:pt x="606552" y="812197"/>
                    <a:pt x="856964" y="812197"/>
                  </a:cubicBezTo>
                  <a:cubicBezTo>
                    <a:pt x="1134523" y="812197"/>
                    <a:pt x="1340930" y="624173"/>
                    <a:pt x="1382744" y="403289"/>
                  </a:cubicBezTo>
                  <a:moveTo>
                    <a:pt x="319850" y="20479"/>
                  </a:moveTo>
                  <a:cubicBezTo>
                    <a:pt x="291084" y="22669"/>
                    <a:pt x="262128" y="26098"/>
                    <a:pt x="233839" y="26098"/>
                  </a:cubicBezTo>
                  <a:cubicBezTo>
                    <a:pt x="205550" y="26098"/>
                    <a:pt x="177832" y="22669"/>
                    <a:pt x="149924" y="20479"/>
                  </a:cubicBezTo>
                  <a:lnTo>
                    <a:pt x="0" y="791909"/>
                  </a:lnTo>
                  <a:lnTo>
                    <a:pt x="429292" y="791909"/>
                  </a:lnTo>
                  <a:cubicBezTo>
                    <a:pt x="430149" y="776002"/>
                    <a:pt x="430054" y="759047"/>
                    <a:pt x="433197" y="743236"/>
                  </a:cubicBezTo>
                  <a:cubicBezTo>
                    <a:pt x="436150" y="727424"/>
                    <a:pt x="442817" y="710374"/>
                    <a:pt x="448342" y="694468"/>
                  </a:cubicBezTo>
                  <a:cubicBezTo>
                    <a:pt x="369761" y="702374"/>
                    <a:pt x="284321" y="710279"/>
                    <a:pt x="185833" y="710279"/>
                  </a:cubicBezTo>
                  <a:lnTo>
                    <a:pt x="319945" y="2047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1544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D75F6318-4AF8-4C78-8C5D-D38F344AF0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3892" y="382694"/>
            <a:ext cx="9438217" cy="44961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B8F567F4-EA09-C338-D049-9C2E91D2F64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solidFill>
            <a:schemeClr val="bg1"/>
          </a:solidFill>
        </p:spPr>
        <p:txBody>
          <a:bodyPr/>
          <a:lstStyle>
            <a:lvl1pPr>
              <a:defRPr>
                <a:gradFill>
                  <a:gsLst>
                    <a:gs pos="0">
                      <a:schemeClr val="bg2"/>
                    </a:gs>
                    <a:gs pos="100000">
                      <a:schemeClr val="tx2"/>
                    </a:gs>
                  </a:gsLst>
                  <a:lin ang="10800000" scaled="0"/>
                </a:gradFill>
              </a:defRPr>
            </a:lvl1pPr>
          </a:lstStyle>
          <a:p>
            <a:fld id="{4BF46CD0-FBDC-4232-8F32-5100991AA633}" type="slidenum">
              <a:rPr lang="en-GB" smtClean="0"/>
              <a:pPr/>
              <a:t>‹N°›</a:t>
            </a:fld>
            <a:endParaRPr lang="en-GB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66D5807-5DA5-D620-E68E-A7F8B02782D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spcBef>
                <a:spcPts val="2438"/>
              </a:spcBef>
            </a:pPr>
            <a:r>
              <a:rPr lang="en-GB"/>
              <a:t>TITRE DE SECTION</a:t>
            </a:r>
            <a:endParaRPr lang="en-GB" dirty="0"/>
          </a:p>
        </p:txBody>
      </p:sp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DDA0A412-BFEE-B92F-A499-D79481AF8CF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524772" y="6469380"/>
            <a:ext cx="856456" cy="29752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fr-FR" dirty="0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4033C924-CBD4-1665-71A1-FBA5DFAB8E2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72840" y="1583489"/>
            <a:ext cx="9481227" cy="489181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 err="1"/>
              <a:t>Cliquez</a:t>
            </a:r>
            <a:r>
              <a:rPr lang="en-GB" dirty="0"/>
              <a:t> pour modifier les styles du </a:t>
            </a:r>
            <a:r>
              <a:rPr lang="en-GB" dirty="0" err="1"/>
              <a:t>texte</a:t>
            </a:r>
            <a:r>
              <a:rPr lang="en-GB" dirty="0"/>
              <a:t> du masque</a:t>
            </a:r>
          </a:p>
          <a:p>
            <a:pPr lvl="1"/>
            <a:r>
              <a:rPr lang="en-GB" dirty="0" err="1"/>
              <a:t>Deuxième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2"/>
            <a:r>
              <a:rPr lang="en-GB" dirty="0" err="1"/>
              <a:t>Troisième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3"/>
            <a:r>
              <a:rPr lang="en-GB" dirty="0" err="1"/>
              <a:t>Quatrième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  <a:p>
            <a:pPr lvl="4"/>
            <a:r>
              <a:rPr lang="en-GB" dirty="0" err="1"/>
              <a:t>Cinquième</a:t>
            </a:r>
            <a:r>
              <a:rPr lang="en-GB" dirty="0"/>
              <a:t> </a:t>
            </a:r>
            <a:r>
              <a:rPr lang="en-GB" dirty="0" err="1"/>
              <a:t>niveau</a:t>
            </a:r>
            <a:endParaRPr lang="en-GB" dirty="0"/>
          </a:p>
        </p:txBody>
      </p:sp>
      <p:cxnSp>
        <p:nvCxnSpPr>
          <p:cNvPr id="6" name="Connecteur droit 32">
            <a:extLst>
              <a:ext uri="{FF2B5EF4-FFF2-40B4-BE49-F238E27FC236}">
                <a16:creationId xmlns:a16="http://schemas.microsoft.com/office/drawing/2014/main" id="{E96FC125-B587-38D4-D002-ABDB0A118FEA}"/>
              </a:ext>
            </a:extLst>
          </p:cNvPr>
          <p:cNvCxnSpPr/>
          <p:nvPr userDrawn="1"/>
        </p:nvCxnSpPr>
        <p:spPr>
          <a:xfrm>
            <a:off x="332997" y="931569"/>
            <a:ext cx="220996" cy="0"/>
          </a:xfrm>
          <a:prstGeom prst="line">
            <a:avLst/>
          </a:prstGeom>
          <a:ln w="47625" cap="rnd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601056728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 Text | title subtitl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CF821602-6F5B-4E68-AC5C-4848E0840D6B}"/>
              </a:ext>
            </a:extLst>
          </p:cNvPr>
          <p:cNvCxnSpPr>
            <a:cxnSpLocks/>
          </p:cNvCxnSpPr>
          <p:nvPr userDrawn="1"/>
        </p:nvCxnSpPr>
        <p:spPr>
          <a:xfrm>
            <a:off x="332997" y="1272237"/>
            <a:ext cx="220996" cy="0"/>
          </a:xfrm>
          <a:prstGeom prst="line">
            <a:avLst/>
          </a:prstGeom>
          <a:ln w="47625" cap="rnd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Graphique 19">
            <a:extLst>
              <a:ext uri="{FF2B5EF4-FFF2-40B4-BE49-F238E27FC236}">
                <a16:creationId xmlns:a16="http://schemas.microsoft.com/office/drawing/2014/main" id="{C3BA387A-FB08-4E8F-9F19-13FE2C6157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8861" t="-3712" r="37096" b="61920"/>
          <a:stretch/>
        </p:blipFill>
        <p:spPr>
          <a:xfrm>
            <a:off x="5420714" y="-31080"/>
            <a:ext cx="4485287" cy="4448196"/>
          </a:xfrm>
          <a:prstGeom prst="rect">
            <a:avLst/>
          </a:prstGeom>
        </p:spPr>
      </p:pic>
      <p:pic>
        <p:nvPicPr>
          <p:cNvPr id="21" name="Graphique 20">
            <a:extLst>
              <a:ext uri="{FF2B5EF4-FFF2-40B4-BE49-F238E27FC236}">
                <a16:creationId xmlns:a16="http://schemas.microsoft.com/office/drawing/2014/main" id="{01F624E6-AAF3-4A9A-81BA-DB51253B3D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8861" t="-3712" r="64117" b="61920"/>
          <a:stretch/>
        </p:blipFill>
        <p:spPr>
          <a:xfrm rot="10800000">
            <a:off x="-1" y="1886193"/>
            <a:ext cx="2242643" cy="4448196"/>
          </a:xfrm>
          <a:prstGeom prst="rect">
            <a:avLst/>
          </a:prstGeom>
        </p:spPr>
      </p:pic>
      <p:sp>
        <p:nvSpPr>
          <p:cNvPr id="24" name="Ellipse 23">
            <a:extLst>
              <a:ext uri="{FF2B5EF4-FFF2-40B4-BE49-F238E27FC236}">
                <a16:creationId xmlns:a16="http://schemas.microsoft.com/office/drawing/2014/main" id="{C2CB58D9-9EFF-4A71-AC43-B9411F176ED5}"/>
              </a:ext>
            </a:extLst>
          </p:cNvPr>
          <p:cNvSpPr/>
          <p:nvPr userDrawn="1"/>
        </p:nvSpPr>
        <p:spPr>
          <a:xfrm>
            <a:off x="1089370" y="6592896"/>
            <a:ext cx="63901" cy="78647"/>
          </a:xfrm>
          <a:prstGeom prst="ellipse">
            <a:avLst/>
          </a:prstGeom>
          <a:solidFill>
            <a:srgbClr val="EF1A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544" dirty="0"/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D09BEE1B-DFE6-4BA3-450B-621B453F3F1F}"/>
              </a:ext>
            </a:extLst>
          </p:cNvPr>
          <p:cNvGrpSpPr/>
          <p:nvPr userDrawn="1"/>
        </p:nvGrpSpPr>
        <p:grpSpPr>
          <a:xfrm>
            <a:off x="237380" y="6509290"/>
            <a:ext cx="730309" cy="179017"/>
            <a:chOff x="7804375" y="14663327"/>
            <a:chExt cx="7400924" cy="1473993"/>
          </a:xfrm>
          <a:solidFill>
            <a:schemeClr val="accent2"/>
          </a:solidFill>
        </p:grpSpPr>
        <p:grpSp>
          <p:nvGrpSpPr>
            <p:cNvPr id="16" name="Graphique 37">
              <a:extLst>
                <a:ext uri="{FF2B5EF4-FFF2-40B4-BE49-F238E27FC236}">
                  <a16:creationId xmlns:a16="http://schemas.microsoft.com/office/drawing/2014/main" id="{29F47292-06D8-297D-7918-7A1A41284944}"/>
                </a:ext>
              </a:extLst>
            </p:cNvPr>
            <p:cNvGrpSpPr/>
            <p:nvPr/>
          </p:nvGrpSpPr>
          <p:grpSpPr>
            <a:xfrm>
              <a:off x="7804375" y="14663327"/>
              <a:ext cx="2394966" cy="1473326"/>
              <a:chOff x="7804375" y="14663327"/>
              <a:chExt cx="2394966" cy="1473326"/>
            </a:xfrm>
            <a:grpFill/>
          </p:grpSpPr>
          <p:sp>
            <p:nvSpPr>
              <p:cNvPr id="25" name="Forme libre : forme 24">
                <a:extLst>
                  <a:ext uri="{FF2B5EF4-FFF2-40B4-BE49-F238E27FC236}">
                    <a16:creationId xmlns:a16="http://schemas.microsoft.com/office/drawing/2014/main" id="{EA7F752F-853C-8CCD-51B7-36A5589488F5}"/>
                  </a:ext>
                </a:extLst>
              </p:cNvPr>
              <p:cNvSpPr/>
              <p:nvPr/>
            </p:nvSpPr>
            <p:spPr>
              <a:xfrm>
                <a:off x="8464266" y="14990796"/>
                <a:ext cx="1206016" cy="1137570"/>
              </a:xfrm>
              <a:custGeom>
                <a:avLst/>
                <a:gdLst>
                  <a:gd name="connsiteX0" fmla="*/ 221075 w 1206016"/>
                  <a:gd name="connsiteY0" fmla="*/ 0 h 1137570"/>
                  <a:gd name="connsiteX1" fmla="*/ 0 w 1206016"/>
                  <a:gd name="connsiteY1" fmla="*/ 1137571 h 1137570"/>
                  <a:gd name="connsiteX2" fmla="*/ 467678 w 1206016"/>
                  <a:gd name="connsiteY2" fmla="*/ 1137571 h 1137570"/>
                  <a:gd name="connsiteX3" fmla="*/ 1192530 w 1206016"/>
                  <a:gd name="connsiteY3" fmla="*/ 536258 h 1137570"/>
                  <a:gd name="connsiteX4" fmla="*/ 792290 w 1206016"/>
                  <a:gd name="connsiteY4" fmla="*/ 95 h 1137570"/>
                  <a:gd name="connsiteX5" fmla="*/ 221075 w 1206016"/>
                  <a:gd name="connsiteY5" fmla="*/ 95 h 1137570"/>
                  <a:gd name="connsiteX6" fmla="*/ 452723 w 1206016"/>
                  <a:gd name="connsiteY6" fmla="*/ 96869 h 1137570"/>
                  <a:gd name="connsiteX7" fmla="*/ 616458 w 1206016"/>
                  <a:gd name="connsiteY7" fmla="*/ 96869 h 1137570"/>
                  <a:gd name="connsiteX8" fmla="*/ 915638 w 1206016"/>
                  <a:gd name="connsiteY8" fmla="*/ 534543 h 1137570"/>
                  <a:gd name="connsiteX9" fmla="*/ 411290 w 1206016"/>
                  <a:gd name="connsiteY9" fmla="*/ 1040606 h 1137570"/>
                  <a:gd name="connsiteX10" fmla="*/ 269367 w 1206016"/>
                  <a:gd name="connsiteY10" fmla="*/ 1040606 h 1137570"/>
                  <a:gd name="connsiteX11" fmla="*/ 452723 w 1206016"/>
                  <a:gd name="connsiteY11" fmla="*/ 96774 h 1137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206016" h="1137570">
                    <a:moveTo>
                      <a:pt x="221075" y="0"/>
                    </a:moveTo>
                    <a:lnTo>
                      <a:pt x="0" y="1137571"/>
                    </a:lnTo>
                    <a:lnTo>
                      <a:pt x="467678" y="1137571"/>
                    </a:lnTo>
                    <a:cubicBezTo>
                      <a:pt x="810101" y="1137571"/>
                      <a:pt x="1119188" y="913733"/>
                      <a:pt x="1192530" y="536258"/>
                    </a:cubicBezTo>
                    <a:cubicBezTo>
                      <a:pt x="1245775" y="262318"/>
                      <a:pt x="1147191" y="13430"/>
                      <a:pt x="792290" y="95"/>
                    </a:cubicBezTo>
                    <a:lnTo>
                      <a:pt x="221075" y="95"/>
                    </a:lnTo>
                    <a:close/>
                    <a:moveTo>
                      <a:pt x="452723" y="96869"/>
                    </a:moveTo>
                    <a:lnTo>
                      <a:pt x="616458" y="96869"/>
                    </a:lnTo>
                    <a:cubicBezTo>
                      <a:pt x="851916" y="96869"/>
                      <a:pt x="976598" y="220504"/>
                      <a:pt x="915638" y="534543"/>
                    </a:cubicBezTo>
                    <a:cubicBezTo>
                      <a:pt x="839629" y="925354"/>
                      <a:pt x="641795" y="1040606"/>
                      <a:pt x="411290" y="1040606"/>
                    </a:cubicBezTo>
                    <a:lnTo>
                      <a:pt x="269367" y="1040606"/>
                    </a:lnTo>
                    <a:lnTo>
                      <a:pt x="452723" y="96774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1544"/>
              </a:p>
            </p:txBody>
          </p:sp>
          <p:sp>
            <p:nvSpPr>
              <p:cNvPr id="26" name="Forme libre : forme 25">
                <a:extLst>
                  <a:ext uri="{FF2B5EF4-FFF2-40B4-BE49-F238E27FC236}">
                    <a16:creationId xmlns:a16="http://schemas.microsoft.com/office/drawing/2014/main" id="{2D13E8CC-5008-0CB6-4234-60C6A2BEE398}"/>
                  </a:ext>
                </a:extLst>
              </p:cNvPr>
              <p:cNvSpPr/>
              <p:nvPr/>
            </p:nvSpPr>
            <p:spPr>
              <a:xfrm>
                <a:off x="7804375" y="14663327"/>
                <a:ext cx="2394966" cy="1136017"/>
              </a:xfrm>
              <a:custGeom>
                <a:avLst/>
                <a:gdLst>
                  <a:gd name="connsiteX0" fmla="*/ 1852232 w 2394966"/>
                  <a:gd name="connsiteY0" fmla="*/ 299752 h 1136017"/>
                  <a:gd name="connsiteX1" fmla="*/ 1816132 w 2394966"/>
                  <a:gd name="connsiteY1" fmla="*/ 148781 h 1136017"/>
                  <a:gd name="connsiteX2" fmla="*/ 2265426 w 2394966"/>
                  <a:gd name="connsiteY2" fmla="*/ 0 h 1136017"/>
                  <a:gd name="connsiteX3" fmla="*/ 2394966 w 2394966"/>
                  <a:gd name="connsiteY3" fmla="*/ 451961 h 1136017"/>
                  <a:gd name="connsiteX4" fmla="*/ 2237804 w 2394966"/>
                  <a:gd name="connsiteY4" fmla="*/ 487775 h 1136017"/>
                  <a:gd name="connsiteX5" fmla="*/ 2207514 w 2394966"/>
                  <a:gd name="connsiteY5" fmla="*/ 303086 h 1136017"/>
                  <a:gd name="connsiteX6" fmla="*/ 0 w 2394966"/>
                  <a:gd name="connsiteY6" fmla="*/ 1074801 h 1136017"/>
                  <a:gd name="connsiteX7" fmla="*/ 17812 w 2394966"/>
                  <a:gd name="connsiteY7" fmla="*/ 1033272 h 1136017"/>
                  <a:gd name="connsiteX8" fmla="*/ 2028349 w 2394966"/>
                  <a:gd name="connsiteY8" fmla="*/ 231458 h 1136017"/>
                  <a:gd name="connsiteX9" fmla="*/ 1852232 w 2394966"/>
                  <a:gd name="connsiteY9" fmla="*/ 299752 h 1136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394966" h="1136017">
                    <a:moveTo>
                      <a:pt x="1852232" y="299752"/>
                    </a:moveTo>
                    <a:cubicBezTo>
                      <a:pt x="1851946" y="217742"/>
                      <a:pt x="1838611" y="205264"/>
                      <a:pt x="1816132" y="148781"/>
                    </a:cubicBezTo>
                    <a:lnTo>
                      <a:pt x="2265426" y="0"/>
                    </a:lnTo>
                    <a:lnTo>
                      <a:pt x="2394966" y="451961"/>
                    </a:lnTo>
                    <a:cubicBezTo>
                      <a:pt x="2348103" y="449199"/>
                      <a:pt x="2298478" y="454724"/>
                      <a:pt x="2237804" y="487775"/>
                    </a:cubicBezTo>
                    <a:lnTo>
                      <a:pt x="2207514" y="303086"/>
                    </a:lnTo>
                    <a:cubicBezTo>
                      <a:pt x="2042160" y="609124"/>
                      <a:pt x="1223677" y="1353217"/>
                      <a:pt x="0" y="1074801"/>
                    </a:cubicBezTo>
                    <a:cubicBezTo>
                      <a:pt x="7906" y="1068038"/>
                      <a:pt x="14002" y="1043654"/>
                      <a:pt x="17812" y="1033272"/>
                    </a:cubicBezTo>
                    <a:cubicBezTo>
                      <a:pt x="1146429" y="1185005"/>
                      <a:pt x="1915478" y="481679"/>
                      <a:pt x="2028349" y="231458"/>
                    </a:cubicBezTo>
                    <a:lnTo>
                      <a:pt x="1852232" y="299752"/>
                    </a:lnTo>
                    <a:close/>
                  </a:path>
                </a:pathLst>
              </a:custGeom>
              <a:solidFill>
                <a:schemeClr val="accent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1544"/>
              </a:p>
            </p:txBody>
          </p:sp>
          <p:sp>
            <p:nvSpPr>
              <p:cNvPr id="27" name="Forme libre : forme 26">
                <a:extLst>
                  <a:ext uri="{FF2B5EF4-FFF2-40B4-BE49-F238E27FC236}">
                    <a16:creationId xmlns:a16="http://schemas.microsoft.com/office/drawing/2014/main" id="{236CD0B0-F2FB-D8E9-1E56-54C2CFBC02CE}"/>
                  </a:ext>
                </a:extLst>
              </p:cNvPr>
              <p:cNvSpPr/>
              <p:nvPr/>
            </p:nvSpPr>
            <p:spPr>
              <a:xfrm>
                <a:off x="8045167" y="14990796"/>
                <a:ext cx="473297" cy="1145857"/>
              </a:xfrm>
              <a:custGeom>
                <a:avLst/>
                <a:gdLst>
                  <a:gd name="connsiteX0" fmla="*/ 95 w 473297"/>
                  <a:gd name="connsiteY0" fmla="*/ 1145857 h 1145857"/>
                  <a:gd name="connsiteX1" fmla="*/ 126968 w 473297"/>
                  <a:gd name="connsiteY1" fmla="*/ 1137571 h 1145857"/>
                  <a:gd name="connsiteX2" fmla="*/ 250603 w 473297"/>
                  <a:gd name="connsiteY2" fmla="*/ 1145857 h 1145857"/>
                  <a:gd name="connsiteX3" fmla="*/ 473297 w 473297"/>
                  <a:gd name="connsiteY3" fmla="*/ 0 h 1145857"/>
                  <a:gd name="connsiteX4" fmla="*/ 346424 w 473297"/>
                  <a:gd name="connsiteY4" fmla="*/ 8382 h 1145857"/>
                  <a:gd name="connsiteX5" fmla="*/ 222790 w 473297"/>
                  <a:gd name="connsiteY5" fmla="*/ 0 h 1145857"/>
                  <a:gd name="connsiteX6" fmla="*/ 0 w 473297"/>
                  <a:gd name="connsiteY6" fmla="*/ 1145857 h 114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73297" h="1145857">
                    <a:moveTo>
                      <a:pt x="95" y="1145857"/>
                    </a:moveTo>
                    <a:cubicBezTo>
                      <a:pt x="42481" y="1142524"/>
                      <a:pt x="85249" y="1137571"/>
                      <a:pt x="126968" y="1137571"/>
                    </a:cubicBezTo>
                    <a:cubicBezTo>
                      <a:pt x="168688" y="1137571"/>
                      <a:pt x="209550" y="1142619"/>
                      <a:pt x="250603" y="1145857"/>
                    </a:cubicBezTo>
                    <a:lnTo>
                      <a:pt x="473297" y="0"/>
                    </a:lnTo>
                    <a:cubicBezTo>
                      <a:pt x="430911" y="3239"/>
                      <a:pt x="388144" y="8382"/>
                      <a:pt x="346424" y="8382"/>
                    </a:cubicBezTo>
                    <a:cubicBezTo>
                      <a:pt x="304705" y="8382"/>
                      <a:pt x="263843" y="3334"/>
                      <a:pt x="222790" y="0"/>
                    </a:cubicBezTo>
                    <a:lnTo>
                      <a:pt x="0" y="114585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 sz="1544"/>
              </a:p>
            </p:txBody>
          </p:sp>
        </p:grpSp>
        <p:sp>
          <p:nvSpPr>
            <p:cNvPr id="17" name="Forme libre : forme 16">
              <a:extLst>
                <a:ext uri="{FF2B5EF4-FFF2-40B4-BE49-F238E27FC236}">
                  <a16:creationId xmlns:a16="http://schemas.microsoft.com/office/drawing/2014/main" id="{1646DCE5-914D-E2FF-8025-8EEE8608BAB0}"/>
                </a:ext>
              </a:extLst>
            </p:cNvPr>
            <p:cNvSpPr/>
            <p:nvPr/>
          </p:nvSpPr>
          <p:spPr>
            <a:xfrm>
              <a:off x="9751570" y="15324933"/>
              <a:ext cx="5453729" cy="812387"/>
            </a:xfrm>
            <a:custGeom>
              <a:avLst/>
              <a:gdLst>
                <a:gd name="connsiteX0" fmla="*/ 5395722 w 5453729"/>
                <a:gd name="connsiteY0" fmla="*/ 166592 h 812387"/>
                <a:gd name="connsiteX1" fmla="*/ 5453730 w 5453729"/>
                <a:gd name="connsiteY1" fmla="*/ 54388 h 812387"/>
                <a:gd name="connsiteX2" fmla="*/ 5285328 w 5453729"/>
                <a:gd name="connsiteY2" fmla="*/ 0 h 812387"/>
                <a:gd name="connsiteX3" fmla="*/ 4977384 w 5453729"/>
                <a:gd name="connsiteY3" fmla="*/ 237839 h 812387"/>
                <a:gd name="connsiteX4" fmla="*/ 5239417 w 5453729"/>
                <a:gd name="connsiteY4" fmla="*/ 626459 h 812387"/>
                <a:gd name="connsiteX5" fmla="*/ 5083969 w 5453729"/>
                <a:gd name="connsiteY5" fmla="*/ 744188 h 812387"/>
                <a:gd name="connsiteX6" fmla="*/ 4951953 w 5453729"/>
                <a:gd name="connsiteY6" fmla="*/ 619601 h 812387"/>
                <a:gd name="connsiteX7" fmla="*/ 4930331 w 5453729"/>
                <a:gd name="connsiteY7" fmla="*/ 619601 h 812387"/>
                <a:gd name="connsiteX8" fmla="*/ 4869561 w 5453729"/>
                <a:gd name="connsiteY8" fmla="*/ 763429 h 812387"/>
                <a:gd name="connsiteX9" fmla="*/ 5042535 w 5453729"/>
                <a:gd name="connsiteY9" fmla="*/ 812197 h 812387"/>
                <a:gd name="connsiteX10" fmla="*/ 5391055 w 5453729"/>
                <a:gd name="connsiteY10" fmla="*/ 562928 h 812387"/>
                <a:gd name="connsiteX11" fmla="*/ 5121307 w 5453729"/>
                <a:gd name="connsiteY11" fmla="*/ 178975 h 812387"/>
                <a:gd name="connsiteX12" fmla="*/ 5267516 w 5453729"/>
                <a:gd name="connsiteY12" fmla="*/ 67913 h 812387"/>
                <a:gd name="connsiteX13" fmla="*/ 5378577 w 5453729"/>
                <a:gd name="connsiteY13" fmla="*/ 166592 h 812387"/>
                <a:gd name="connsiteX14" fmla="*/ 5395627 w 5453729"/>
                <a:gd name="connsiteY14" fmla="*/ 166592 h 812387"/>
                <a:gd name="connsiteX15" fmla="*/ 4776692 w 5453729"/>
                <a:gd name="connsiteY15" fmla="*/ 659320 h 812387"/>
                <a:gd name="connsiteX16" fmla="*/ 4557427 w 5453729"/>
                <a:gd name="connsiteY16" fmla="*/ 744284 h 812387"/>
                <a:gd name="connsiteX17" fmla="*/ 4351878 w 5453729"/>
                <a:gd name="connsiteY17" fmla="*/ 414719 h 812387"/>
                <a:gd name="connsiteX18" fmla="*/ 4683157 w 5453729"/>
                <a:gd name="connsiteY18" fmla="*/ 68008 h 812387"/>
                <a:gd name="connsiteX19" fmla="*/ 4850987 w 5453729"/>
                <a:gd name="connsiteY19" fmla="*/ 172307 h 812387"/>
                <a:gd name="connsiteX20" fmla="*/ 4866799 w 5453729"/>
                <a:gd name="connsiteY20" fmla="*/ 172307 h 812387"/>
                <a:gd name="connsiteX21" fmla="*/ 4915567 w 5453729"/>
                <a:gd name="connsiteY21" fmla="*/ 55626 h 812387"/>
                <a:gd name="connsiteX22" fmla="*/ 4695254 w 5453729"/>
                <a:gd name="connsiteY22" fmla="*/ 191 h 812387"/>
                <a:gd name="connsiteX23" fmla="*/ 4160806 w 5453729"/>
                <a:gd name="connsiteY23" fmla="*/ 430625 h 812387"/>
                <a:gd name="connsiteX24" fmla="*/ 4512469 w 5453729"/>
                <a:gd name="connsiteY24" fmla="*/ 812387 h 812387"/>
                <a:gd name="connsiteX25" fmla="*/ 4746212 w 5453729"/>
                <a:gd name="connsiteY25" fmla="*/ 763619 h 812387"/>
                <a:gd name="connsiteX26" fmla="*/ 4790028 w 5453729"/>
                <a:gd name="connsiteY26" fmla="*/ 666178 h 812387"/>
                <a:gd name="connsiteX27" fmla="*/ 4776692 w 5453729"/>
                <a:gd name="connsiteY27" fmla="*/ 659416 h 812387"/>
                <a:gd name="connsiteX28" fmla="*/ 3802571 w 5453729"/>
                <a:gd name="connsiteY28" fmla="*/ 797433 h 812387"/>
                <a:gd name="connsiteX29" fmla="*/ 3888677 w 5453729"/>
                <a:gd name="connsiteY29" fmla="*/ 791813 h 812387"/>
                <a:gd name="connsiteX30" fmla="*/ 3972497 w 5453729"/>
                <a:gd name="connsiteY30" fmla="*/ 797433 h 812387"/>
                <a:gd name="connsiteX31" fmla="*/ 4123468 w 5453729"/>
                <a:gd name="connsiteY31" fmla="*/ 20383 h 812387"/>
                <a:gd name="connsiteX32" fmla="*/ 4037457 w 5453729"/>
                <a:gd name="connsiteY32" fmla="*/ 26003 h 812387"/>
                <a:gd name="connsiteX33" fmla="*/ 3953542 w 5453729"/>
                <a:gd name="connsiteY33" fmla="*/ 20383 h 812387"/>
                <a:gd name="connsiteX34" fmla="*/ 3802476 w 5453729"/>
                <a:gd name="connsiteY34" fmla="*/ 797433 h 812387"/>
                <a:gd name="connsiteX35" fmla="*/ 3625120 w 5453729"/>
                <a:gd name="connsiteY35" fmla="*/ 100775 h 812387"/>
                <a:gd name="connsiteX36" fmla="*/ 3824764 w 5453729"/>
                <a:gd name="connsiteY36" fmla="*/ 116586 h 812387"/>
                <a:gd name="connsiteX37" fmla="*/ 3828574 w 5453729"/>
                <a:gd name="connsiteY37" fmla="*/ 67818 h 812387"/>
                <a:gd name="connsiteX38" fmla="*/ 3843528 w 5453729"/>
                <a:gd name="connsiteY38" fmla="*/ 20288 h 812387"/>
                <a:gd name="connsiteX39" fmla="*/ 3260122 w 5453729"/>
                <a:gd name="connsiteY39" fmla="*/ 20288 h 812387"/>
                <a:gd name="connsiteX40" fmla="*/ 3256503 w 5453729"/>
                <a:gd name="connsiteY40" fmla="*/ 67818 h 812387"/>
                <a:gd name="connsiteX41" fmla="*/ 3241358 w 5453729"/>
                <a:gd name="connsiteY41" fmla="*/ 116586 h 812387"/>
                <a:gd name="connsiteX42" fmla="*/ 3455194 w 5453729"/>
                <a:gd name="connsiteY42" fmla="*/ 100775 h 812387"/>
                <a:gd name="connsiteX43" fmla="*/ 3319749 w 5453729"/>
                <a:gd name="connsiteY43" fmla="*/ 797433 h 812387"/>
                <a:gd name="connsiteX44" fmla="*/ 3405759 w 5453729"/>
                <a:gd name="connsiteY44" fmla="*/ 791813 h 812387"/>
                <a:gd name="connsiteX45" fmla="*/ 3489674 w 5453729"/>
                <a:gd name="connsiteY45" fmla="*/ 797433 h 812387"/>
                <a:gd name="connsiteX46" fmla="*/ 3625025 w 5453729"/>
                <a:gd name="connsiteY46" fmla="*/ 100775 h 812387"/>
                <a:gd name="connsiteX47" fmla="*/ 3116676 w 5453729"/>
                <a:gd name="connsiteY47" fmla="*/ 166592 h 812387"/>
                <a:gd name="connsiteX48" fmla="*/ 3174778 w 5453729"/>
                <a:gd name="connsiteY48" fmla="*/ 54388 h 812387"/>
                <a:gd name="connsiteX49" fmla="*/ 3006376 w 5453729"/>
                <a:gd name="connsiteY49" fmla="*/ 0 h 812387"/>
                <a:gd name="connsiteX50" fmla="*/ 2698433 w 5453729"/>
                <a:gd name="connsiteY50" fmla="*/ 237839 h 812387"/>
                <a:gd name="connsiteX51" fmla="*/ 2960561 w 5453729"/>
                <a:gd name="connsiteY51" fmla="*/ 626459 h 812387"/>
                <a:gd name="connsiteX52" fmla="*/ 2805113 w 5453729"/>
                <a:gd name="connsiteY52" fmla="*/ 744188 h 812387"/>
                <a:gd name="connsiteX53" fmla="*/ 2673001 w 5453729"/>
                <a:gd name="connsiteY53" fmla="*/ 619601 h 812387"/>
                <a:gd name="connsiteX54" fmla="*/ 2651379 w 5453729"/>
                <a:gd name="connsiteY54" fmla="*/ 619601 h 812387"/>
                <a:gd name="connsiteX55" fmla="*/ 2590610 w 5453729"/>
                <a:gd name="connsiteY55" fmla="*/ 763429 h 812387"/>
                <a:gd name="connsiteX56" fmla="*/ 2763584 w 5453729"/>
                <a:gd name="connsiteY56" fmla="*/ 812197 h 812387"/>
                <a:gd name="connsiteX57" fmla="*/ 3112199 w 5453729"/>
                <a:gd name="connsiteY57" fmla="*/ 562928 h 812387"/>
                <a:gd name="connsiteX58" fmla="*/ 2842546 w 5453729"/>
                <a:gd name="connsiteY58" fmla="*/ 178975 h 812387"/>
                <a:gd name="connsiteX59" fmla="*/ 2988660 w 5453729"/>
                <a:gd name="connsiteY59" fmla="*/ 67913 h 812387"/>
                <a:gd name="connsiteX60" fmla="*/ 3099816 w 5453729"/>
                <a:gd name="connsiteY60" fmla="*/ 166592 h 812387"/>
                <a:gd name="connsiteX61" fmla="*/ 3116771 w 5453729"/>
                <a:gd name="connsiteY61" fmla="*/ 166592 h 812387"/>
                <a:gd name="connsiteX62" fmla="*/ 2287238 w 5453729"/>
                <a:gd name="connsiteY62" fmla="*/ 797433 h 812387"/>
                <a:gd name="connsiteX63" fmla="*/ 2373345 w 5453729"/>
                <a:gd name="connsiteY63" fmla="*/ 791813 h 812387"/>
                <a:gd name="connsiteX64" fmla="*/ 2457164 w 5453729"/>
                <a:gd name="connsiteY64" fmla="*/ 797433 h 812387"/>
                <a:gd name="connsiteX65" fmla="*/ 2608231 w 5453729"/>
                <a:gd name="connsiteY65" fmla="*/ 20383 h 812387"/>
                <a:gd name="connsiteX66" fmla="*/ 2522220 w 5453729"/>
                <a:gd name="connsiteY66" fmla="*/ 26003 h 812387"/>
                <a:gd name="connsiteX67" fmla="*/ 2438305 w 5453729"/>
                <a:gd name="connsiteY67" fmla="*/ 20383 h 812387"/>
                <a:gd name="connsiteX68" fmla="*/ 2287238 w 5453729"/>
                <a:gd name="connsiteY68" fmla="*/ 797433 h 812387"/>
                <a:gd name="connsiteX69" fmla="*/ 2206086 w 5453729"/>
                <a:gd name="connsiteY69" fmla="*/ 447485 h 812387"/>
                <a:gd name="connsiteX70" fmla="*/ 2120075 w 5453729"/>
                <a:gd name="connsiteY70" fmla="*/ 453104 h 812387"/>
                <a:gd name="connsiteX71" fmla="*/ 2036255 w 5453729"/>
                <a:gd name="connsiteY71" fmla="*/ 447485 h 812387"/>
                <a:gd name="connsiteX72" fmla="*/ 1984820 w 5453729"/>
                <a:gd name="connsiteY72" fmla="*/ 712470 h 812387"/>
                <a:gd name="connsiteX73" fmla="*/ 1853946 w 5453729"/>
                <a:gd name="connsiteY73" fmla="*/ 744188 h 812387"/>
                <a:gd name="connsiteX74" fmla="*/ 1643348 w 5453729"/>
                <a:gd name="connsiteY74" fmla="*/ 429292 h 812387"/>
                <a:gd name="connsiteX75" fmla="*/ 1995678 w 5453729"/>
                <a:gd name="connsiteY75" fmla="*/ 67913 h 812387"/>
                <a:gd name="connsiteX76" fmla="*/ 2196370 w 5453729"/>
                <a:gd name="connsiteY76" fmla="*/ 183452 h 812387"/>
                <a:gd name="connsiteX77" fmla="*/ 2212181 w 5453729"/>
                <a:gd name="connsiteY77" fmla="*/ 183452 h 812387"/>
                <a:gd name="connsiteX78" fmla="*/ 2266188 w 5453729"/>
                <a:gd name="connsiteY78" fmla="*/ 69056 h 812387"/>
                <a:gd name="connsiteX79" fmla="*/ 2006632 w 5453729"/>
                <a:gd name="connsiteY79" fmla="*/ 0 h 812387"/>
                <a:gd name="connsiteX80" fmla="*/ 1455992 w 5453729"/>
                <a:gd name="connsiteY80" fmla="*/ 425863 h 812387"/>
                <a:gd name="connsiteX81" fmla="*/ 1832896 w 5453729"/>
                <a:gd name="connsiteY81" fmla="*/ 812197 h 812387"/>
                <a:gd name="connsiteX82" fmla="*/ 2145316 w 5453729"/>
                <a:gd name="connsiteY82" fmla="*/ 761238 h 812387"/>
                <a:gd name="connsiteX83" fmla="*/ 2206276 w 5453729"/>
                <a:gd name="connsiteY83" fmla="*/ 447485 h 812387"/>
                <a:gd name="connsiteX84" fmla="*/ 1022033 w 5453729"/>
                <a:gd name="connsiteY84" fmla="*/ 67913 h 812387"/>
                <a:gd name="connsiteX85" fmla="*/ 1198817 w 5453729"/>
                <a:gd name="connsiteY85" fmla="*/ 381762 h 812387"/>
                <a:gd name="connsiteX86" fmla="*/ 875824 w 5453729"/>
                <a:gd name="connsiteY86" fmla="*/ 744188 h 812387"/>
                <a:gd name="connsiteX87" fmla="*/ 697992 w 5453729"/>
                <a:gd name="connsiteY87" fmla="*/ 440627 h 812387"/>
                <a:gd name="connsiteX88" fmla="*/ 1021937 w 5453729"/>
                <a:gd name="connsiteY88" fmla="*/ 67913 h 812387"/>
                <a:gd name="connsiteX89" fmla="*/ 1382649 w 5453729"/>
                <a:gd name="connsiteY89" fmla="*/ 403193 h 812387"/>
                <a:gd name="connsiteX90" fmla="*/ 1041940 w 5453729"/>
                <a:gd name="connsiteY90" fmla="*/ 0 h 812387"/>
                <a:gd name="connsiteX91" fmla="*/ 516350 w 5453729"/>
                <a:gd name="connsiteY91" fmla="*/ 407765 h 812387"/>
                <a:gd name="connsiteX92" fmla="*/ 856964 w 5453729"/>
                <a:gd name="connsiteY92" fmla="*/ 812197 h 812387"/>
                <a:gd name="connsiteX93" fmla="*/ 1382744 w 5453729"/>
                <a:gd name="connsiteY93" fmla="*/ 403289 h 812387"/>
                <a:gd name="connsiteX94" fmla="*/ 319850 w 5453729"/>
                <a:gd name="connsiteY94" fmla="*/ 20479 h 812387"/>
                <a:gd name="connsiteX95" fmla="*/ 233839 w 5453729"/>
                <a:gd name="connsiteY95" fmla="*/ 26098 h 812387"/>
                <a:gd name="connsiteX96" fmla="*/ 149924 w 5453729"/>
                <a:gd name="connsiteY96" fmla="*/ 20479 h 812387"/>
                <a:gd name="connsiteX97" fmla="*/ 0 w 5453729"/>
                <a:gd name="connsiteY97" fmla="*/ 791909 h 812387"/>
                <a:gd name="connsiteX98" fmla="*/ 429292 w 5453729"/>
                <a:gd name="connsiteY98" fmla="*/ 791909 h 812387"/>
                <a:gd name="connsiteX99" fmla="*/ 433197 w 5453729"/>
                <a:gd name="connsiteY99" fmla="*/ 743236 h 812387"/>
                <a:gd name="connsiteX100" fmla="*/ 448342 w 5453729"/>
                <a:gd name="connsiteY100" fmla="*/ 694468 h 812387"/>
                <a:gd name="connsiteX101" fmla="*/ 185833 w 5453729"/>
                <a:gd name="connsiteY101" fmla="*/ 710279 h 812387"/>
                <a:gd name="connsiteX102" fmla="*/ 319945 w 5453729"/>
                <a:gd name="connsiteY102" fmla="*/ 20479 h 812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453729" h="812387">
                  <a:moveTo>
                    <a:pt x="5395722" y="166592"/>
                  </a:moveTo>
                  <a:cubicBezTo>
                    <a:pt x="5414487" y="128016"/>
                    <a:pt x="5433156" y="90583"/>
                    <a:pt x="5453730" y="54388"/>
                  </a:cubicBezTo>
                  <a:cubicBezTo>
                    <a:pt x="5433537" y="30575"/>
                    <a:pt x="5366862" y="0"/>
                    <a:pt x="5285328" y="0"/>
                  </a:cubicBezTo>
                  <a:cubicBezTo>
                    <a:pt x="5113115" y="0"/>
                    <a:pt x="5002816" y="107633"/>
                    <a:pt x="4977384" y="237839"/>
                  </a:cubicBezTo>
                  <a:cubicBezTo>
                    <a:pt x="4924330" y="510826"/>
                    <a:pt x="5274660" y="445198"/>
                    <a:pt x="5239417" y="626459"/>
                  </a:cubicBezTo>
                  <a:cubicBezTo>
                    <a:pt x="5224272" y="704564"/>
                    <a:pt x="5154264" y="744188"/>
                    <a:pt x="5083969" y="744188"/>
                  </a:cubicBezTo>
                  <a:cubicBezTo>
                    <a:pt x="5005864" y="744188"/>
                    <a:pt x="4953667" y="697802"/>
                    <a:pt x="4951953" y="619601"/>
                  </a:cubicBezTo>
                  <a:lnTo>
                    <a:pt x="4930331" y="619601"/>
                  </a:lnTo>
                  <a:cubicBezTo>
                    <a:pt x="4914138" y="668274"/>
                    <a:pt x="4892421" y="715899"/>
                    <a:pt x="4869561" y="763429"/>
                  </a:cubicBezTo>
                  <a:cubicBezTo>
                    <a:pt x="4916234" y="797433"/>
                    <a:pt x="4980147" y="812197"/>
                    <a:pt x="5042535" y="812197"/>
                  </a:cubicBezTo>
                  <a:cubicBezTo>
                    <a:pt x="5217986" y="812197"/>
                    <a:pt x="5362956" y="707993"/>
                    <a:pt x="5391055" y="562928"/>
                  </a:cubicBezTo>
                  <a:cubicBezTo>
                    <a:pt x="5441537" y="303562"/>
                    <a:pt x="5091589" y="331851"/>
                    <a:pt x="5121307" y="178975"/>
                  </a:cubicBezTo>
                  <a:cubicBezTo>
                    <a:pt x="5133880" y="114395"/>
                    <a:pt x="5177981" y="67913"/>
                    <a:pt x="5267516" y="67913"/>
                  </a:cubicBezTo>
                  <a:cubicBezTo>
                    <a:pt x="5332095" y="67913"/>
                    <a:pt x="5367624" y="106490"/>
                    <a:pt x="5378577" y="166592"/>
                  </a:cubicBezTo>
                  <a:lnTo>
                    <a:pt x="5395627" y="166592"/>
                  </a:lnTo>
                  <a:close/>
                  <a:moveTo>
                    <a:pt x="4776692" y="659320"/>
                  </a:moveTo>
                  <a:cubicBezTo>
                    <a:pt x="4716209" y="707993"/>
                    <a:pt x="4627627" y="744284"/>
                    <a:pt x="4557427" y="744284"/>
                  </a:cubicBezTo>
                  <a:cubicBezTo>
                    <a:pt x="4382929" y="744284"/>
                    <a:pt x="4314254" y="608362"/>
                    <a:pt x="4351878" y="414719"/>
                  </a:cubicBezTo>
                  <a:cubicBezTo>
                    <a:pt x="4384262" y="248126"/>
                    <a:pt x="4495133" y="68008"/>
                    <a:pt x="4683157" y="68008"/>
                  </a:cubicBezTo>
                  <a:cubicBezTo>
                    <a:pt x="4756785" y="68008"/>
                    <a:pt x="4820889" y="111157"/>
                    <a:pt x="4850987" y="172307"/>
                  </a:cubicBezTo>
                  <a:lnTo>
                    <a:pt x="4866799" y="172307"/>
                  </a:lnTo>
                  <a:cubicBezTo>
                    <a:pt x="4883659" y="132779"/>
                    <a:pt x="4897851" y="94202"/>
                    <a:pt x="4915567" y="55626"/>
                  </a:cubicBezTo>
                  <a:cubicBezTo>
                    <a:pt x="4856893" y="19431"/>
                    <a:pt x="4770025" y="191"/>
                    <a:pt x="4695254" y="191"/>
                  </a:cubicBezTo>
                  <a:cubicBezTo>
                    <a:pt x="4448271" y="191"/>
                    <a:pt x="4218147" y="134874"/>
                    <a:pt x="4160806" y="430625"/>
                  </a:cubicBezTo>
                  <a:cubicBezTo>
                    <a:pt x="4115562" y="662845"/>
                    <a:pt x="4270058" y="812387"/>
                    <a:pt x="4512469" y="812387"/>
                  </a:cubicBezTo>
                  <a:cubicBezTo>
                    <a:pt x="4588384" y="812387"/>
                    <a:pt x="4671441" y="798862"/>
                    <a:pt x="4746212" y="763619"/>
                  </a:cubicBezTo>
                  <a:lnTo>
                    <a:pt x="4790028" y="666178"/>
                  </a:lnTo>
                  <a:lnTo>
                    <a:pt x="4776692" y="659416"/>
                  </a:lnTo>
                  <a:close/>
                  <a:moveTo>
                    <a:pt x="3802571" y="797433"/>
                  </a:moveTo>
                  <a:cubicBezTo>
                    <a:pt x="3831336" y="795147"/>
                    <a:pt x="3860387" y="791813"/>
                    <a:pt x="3888677" y="791813"/>
                  </a:cubicBezTo>
                  <a:cubicBezTo>
                    <a:pt x="3916966" y="791813"/>
                    <a:pt x="3944684" y="795147"/>
                    <a:pt x="3972497" y="797433"/>
                  </a:cubicBezTo>
                  <a:lnTo>
                    <a:pt x="4123468" y="20383"/>
                  </a:lnTo>
                  <a:cubicBezTo>
                    <a:pt x="4094798" y="22574"/>
                    <a:pt x="4065747" y="26003"/>
                    <a:pt x="4037457" y="26003"/>
                  </a:cubicBezTo>
                  <a:cubicBezTo>
                    <a:pt x="4009168" y="26003"/>
                    <a:pt x="3981450" y="22574"/>
                    <a:pt x="3953542" y="20383"/>
                  </a:cubicBezTo>
                  <a:lnTo>
                    <a:pt x="3802476" y="797433"/>
                  </a:lnTo>
                  <a:close/>
                  <a:moveTo>
                    <a:pt x="3625120" y="100775"/>
                  </a:moveTo>
                  <a:cubicBezTo>
                    <a:pt x="3694176" y="100775"/>
                    <a:pt x="3759518" y="108680"/>
                    <a:pt x="3824764" y="116586"/>
                  </a:cubicBezTo>
                  <a:cubicBezTo>
                    <a:pt x="3825526" y="100775"/>
                    <a:pt x="3825240" y="84868"/>
                    <a:pt x="3828574" y="67818"/>
                  </a:cubicBezTo>
                  <a:cubicBezTo>
                    <a:pt x="3831622" y="52006"/>
                    <a:pt x="3838194" y="36195"/>
                    <a:pt x="3843528" y="20288"/>
                  </a:cubicBezTo>
                  <a:lnTo>
                    <a:pt x="3260122" y="20288"/>
                  </a:lnTo>
                  <a:cubicBezTo>
                    <a:pt x="3259265" y="36195"/>
                    <a:pt x="3259646" y="51911"/>
                    <a:pt x="3256503" y="67818"/>
                  </a:cubicBezTo>
                  <a:cubicBezTo>
                    <a:pt x="3253168" y="84868"/>
                    <a:pt x="3246691" y="100679"/>
                    <a:pt x="3241358" y="116586"/>
                  </a:cubicBezTo>
                  <a:cubicBezTo>
                    <a:pt x="3301842" y="108680"/>
                    <a:pt x="3374803" y="100775"/>
                    <a:pt x="3455194" y="100775"/>
                  </a:cubicBezTo>
                  <a:lnTo>
                    <a:pt x="3319749" y="797433"/>
                  </a:lnTo>
                  <a:cubicBezTo>
                    <a:pt x="3348609" y="795147"/>
                    <a:pt x="3377565" y="791813"/>
                    <a:pt x="3405759" y="791813"/>
                  </a:cubicBezTo>
                  <a:cubicBezTo>
                    <a:pt x="3433953" y="791813"/>
                    <a:pt x="3461671" y="795147"/>
                    <a:pt x="3489674" y="797433"/>
                  </a:cubicBezTo>
                  <a:lnTo>
                    <a:pt x="3625025" y="100775"/>
                  </a:lnTo>
                  <a:close/>
                  <a:moveTo>
                    <a:pt x="3116676" y="166592"/>
                  </a:moveTo>
                  <a:cubicBezTo>
                    <a:pt x="3135535" y="128016"/>
                    <a:pt x="3154109" y="90583"/>
                    <a:pt x="3174778" y="54388"/>
                  </a:cubicBezTo>
                  <a:cubicBezTo>
                    <a:pt x="3154490" y="30575"/>
                    <a:pt x="3088005" y="0"/>
                    <a:pt x="3006376" y="0"/>
                  </a:cubicBezTo>
                  <a:cubicBezTo>
                    <a:pt x="2834164" y="0"/>
                    <a:pt x="2723769" y="107633"/>
                    <a:pt x="2698433" y="237839"/>
                  </a:cubicBezTo>
                  <a:cubicBezTo>
                    <a:pt x="2645378" y="510826"/>
                    <a:pt x="2995708" y="445198"/>
                    <a:pt x="2960561" y="626459"/>
                  </a:cubicBezTo>
                  <a:cubicBezTo>
                    <a:pt x="2945321" y="704564"/>
                    <a:pt x="2875312" y="744188"/>
                    <a:pt x="2805113" y="744188"/>
                  </a:cubicBezTo>
                  <a:cubicBezTo>
                    <a:pt x="2726912" y="744188"/>
                    <a:pt x="2674811" y="697802"/>
                    <a:pt x="2673001" y="619601"/>
                  </a:cubicBezTo>
                  <a:lnTo>
                    <a:pt x="2651379" y="619601"/>
                  </a:lnTo>
                  <a:cubicBezTo>
                    <a:pt x="2635091" y="668274"/>
                    <a:pt x="2613470" y="715899"/>
                    <a:pt x="2590610" y="763429"/>
                  </a:cubicBezTo>
                  <a:cubicBezTo>
                    <a:pt x="2637282" y="797433"/>
                    <a:pt x="2701290" y="812197"/>
                    <a:pt x="2763584" y="812197"/>
                  </a:cubicBezTo>
                  <a:cubicBezTo>
                    <a:pt x="2939129" y="812197"/>
                    <a:pt x="3084005" y="707993"/>
                    <a:pt x="3112199" y="562928"/>
                  </a:cubicBezTo>
                  <a:cubicBezTo>
                    <a:pt x="3162681" y="303562"/>
                    <a:pt x="2812828" y="331851"/>
                    <a:pt x="2842546" y="178975"/>
                  </a:cubicBezTo>
                  <a:cubicBezTo>
                    <a:pt x="2855119" y="114395"/>
                    <a:pt x="2899124" y="67913"/>
                    <a:pt x="2988660" y="67913"/>
                  </a:cubicBezTo>
                  <a:cubicBezTo>
                    <a:pt x="3053239" y="67913"/>
                    <a:pt x="3088767" y="106490"/>
                    <a:pt x="3099816" y="166592"/>
                  </a:cubicBezTo>
                  <a:lnTo>
                    <a:pt x="3116771" y="166592"/>
                  </a:lnTo>
                  <a:close/>
                  <a:moveTo>
                    <a:pt x="2287238" y="797433"/>
                  </a:moveTo>
                  <a:cubicBezTo>
                    <a:pt x="2316004" y="795147"/>
                    <a:pt x="2344960" y="791813"/>
                    <a:pt x="2373345" y="791813"/>
                  </a:cubicBezTo>
                  <a:cubicBezTo>
                    <a:pt x="2401729" y="791813"/>
                    <a:pt x="2429352" y="795147"/>
                    <a:pt x="2457164" y="797433"/>
                  </a:cubicBezTo>
                  <a:lnTo>
                    <a:pt x="2608231" y="20383"/>
                  </a:lnTo>
                  <a:cubicBezTo>
                    <a:pt x="2579465" y="22574"/>
                    <a:pt x="2550510" y="26003"/>
                    <a:pt x="2522220" y="26003"/>
                  </a:cubicBezTo>
                  <a:cubicBezTo>
                    <a:pt x="2493931" y="26003"/>
                    <a:pt x="2466213" y="22574"/>
                    <a:pt x="2438305" y="20383"/>
                  </a:cubicBezTo>
                  <a:lnTo>
                    <a:pt x="2287238" y="797433"/>
                  </a:lnTo>
                  <a:close/>
                  <a:moveTo>
                    <a:pt x="2206086" y="447485"/>
                  </a:moveTo>
                  <a:cubicBezTo>
                    <a:pt x="2177320" y="449675"/>
                    <a:pt x="2148364" y="453104"/>
                    <a:pt x="2120075" y="453104"/>
                  </a:cubicBezTo>
                  <a:cubicBezTo>
                    <a:pt x="2091785" y="453104"/>
                    <a:pt x="2064068" y="449675"/>
                    <a:pt x="2036255" y="447485"/>
                  </a:cubicBezTo>
                  <a:lnTo>
                    <a:pt x="1984820" y="712470"/>
                  </a:lnTo>
                  <a:cubicBezTo>
                    <a:pt x="1954530" y="728282"/>
                    <a:pt x="1910620" y="744188"/>
                    <a:pt x="1853946" y="744188"/>
                  </a:cubicBezTo>
                  <a:cubicBezTo>
                    <a:pt x="1681829" y="744188"/>
                    <a:pt x="1605058" y="626459"/>
                    <a:pt x="1643348" y="429292"/>
                  </a:cubicBezTo>
                  <a:cubicBezTo>
                    <a:pt x="1680401" y="238982"/>
                    <a:pt x="1806607" y="67913"/>
                    <a:pt x="1995678" y="67913"/>
                  </a:cubicBezTo>
                  <a:cubicBezTo>
                    <a:pt x="2085118" y="67913"/>
                    <a:pt x="2158937" y="107633"/>
                    <a:pt x="2196370" y="183452"/>
                  </a:cubicBezTo>
                  <a:lnTo>
                    <a:pt x="2212181" y="183452"/>
                  </a:lnTo>
                  <a:cubicBezTo>
                    <a:pt x="2224183" y="144971"/>
                    <a:pt x="2243233" y="105251"/>
                    <a:pt x="2266188" y="69056"/>
                  </a:cubicBezTo>
                  <a:cubicBezTo>
                    <a:pt x="2190655" y="20383"/>
                    <a:pt x="2103978" y="0"/>
                    <a:pt x="2006632" y="0"/>
                  </a:cubicBezTo>
                  <a:cubicBezTo>
                    <a:pt x="1744980" y="0"/>
                    <a:pt x="1510760" y="143827"/>
                    <a:pt x="1455992" y="425863"/>
                  </a:cubicBezTo>
                  <a:cubicBezTo>
                    <a:pt x="1404271" y="691991"/>
                    <a:pt x="1593818" y="812197"/>
                    <a:pt x="1832896" y="812197"/>
                  </a:cubicBezTo>
                  <a:cubicBezTo>
                    <a:pt x="1932623" y="812197"/>
                    <a:pt x="2037779" y="789527"/>
                    <a:pt x="2145316" y="761238"/>
                  </a:cubicBezTo>
                  <a:lnTo>
                    <a:pt x="2206276" y="447485"/>
                  </a:lnTo>
                  <a:close/>
                  <a:moveTo>
                    <a:pt x="1022033" y="67913"/>
                  </a:moveTo>
                  <a:cubicBezTo>
                    <a:pt x="1191959" y="67913"/>
                    <a:pt x="1227296" y="235553"/>
                    <a:pt x="1198817" y="381762"/>
                  </a:cubicBezTo>
                  <a:cubicBezTo>
                    <a:pt x="1162336" y="569690"/>
                    <a:pt x="1050227" y="744188"/>
                    <a:pt x="875824" y="744188"/>
                  </a:cubicBezTo>
                  <a:cubicBezTo>
                    <a:pt x="701421" y="744188"/>
                    <a:pt x="669417" y="587883"/>
                    <a:pt x="697992" y="440627"/>
                  </a:cubicBezTo>
                  <a:cubicBezTo>
                    <a:pt x="747332" y="186881"/>
                    <a:pt x="864394" y="67913"/>
                    <a:pt x="1021937" y="67913"/>
                  </a:cubicBezTo>
                  <a:moveTo>
                    <a:pt x="1382649" y="403193"/>
                  </a:moveTo>
                  <a:cubicBezTo>
                    <a:pt x="1415606" y="227552"/>
                    <a:pt x="1364742" y="0"/>
                    <a:pt x="1041940" y="0"/>
                  </a:cubicBezTo>
                  <a:cubicBezTo>
                    <a:pt x="759905" y="0"/>
                    <a:pt x="560165" y="182404"/>
                    <a:pt x="516350" y="407765"/>
                  </a:cubicBezTo>
                  <a:cubicBezTo>
                    <a:pt x="466344" y="664940"/>
                    <a:pt x="606552" y="812197"/>
                    <a:pt x="856964" y="812197"/>
                  </a:cubicBezTo>
                  <a:cubicBezTo>
                    <a:pt x="1134523" y="812197"/>
                    <a:pt x="1340930" y="624173"/>
                    <a:pt x="1382744" y="403289"/>
                  </a:cubicBezTo>
                  <a:moveTo>
                    <a:pt x="319850" y="20479"/>
                  </a:moveTo>
                  <a:cubicBezTo>
                    <a:pt x="291084" y="22669"/>
                    <a:pt x="262128" y="26098"/>
                    <a:pt x="233839" y="26098"/>
                  </a:cubicBezTo>
                  <a:cubicBezTo>
                    <a:pt x="205550" y="26098"/>
                    <a:pt x="177832" y="22669"/>
                    <a:pt x="149924" y="20479"/>
                  </a:cubicBezTo>
                  <a:lnTo>
                    <a:pt x="0" y="791909"/>
                  </a:lnTo>
                  <a:lnTo>
                    <a:pt x="429292" y="791909"/>
                  </a:lnTo>
                  <a:cubicBezTo>
                    <a:pt x="430149" y="776002"/>
                    <a:pt x="430054" y="759047"/>
                    <a:pt x="433197" y="743236"/>
                  </a:cubicBezTo>
                  <a:cubicBezTo>
                    <a:pt x="436150" y="727424"/>
                    <a:pt x="442817" y="710374"/>
                    <a:pt x="448342" y="694468"/>
                  </a:cubicBezTo>
                  <a:cubicBezTo>
                    <a:pt x="369761" y="702374"/>
                    <a:pt x="284321" y="710279"/>
                    <a:pt x="185833" y="710279"/>
                  </a:cubicBezTo>
                  <a:lnTo>
                    <a:pt x="319945" y="2047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1544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D75F6318-4AF8-4C78-8C5D-D38F344AF0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add title</a:t>
            </a:r>
            <a:endParaRPr lang="en-GB" dirty="0"/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09F99F1C-6B58-40E1-A2EF-ED51E7BFB66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33462" y="917552"/>
            <a:ext cx="9439077" cy="294028"/>
          </a:xfrm>
          <a:prstGeom prst="rect">
            <a:avLst/>
          </a:prstGeom>
        </p:spPr>
        <p:txBody>
          <a:bodyPr lIns="72000">
            <a:normAutofit/>
          </a:bodyPr>
          <a:lstStyle>
            <a:lvl1pPr marL="0" indent="0">
              <a:buNone/>
              <a:defRPr sz="1300" b="0" cap="all" baseline="0">
                <a:solidFill>
                  <a:schemeClr val="accent1"/>
                </a:solidFill>
                <a:latin typeface="+mn-lt"/>
                <a:cs typeface="Quire Sans" panose="020B0502040400020003" pitchFamily="34" charset="0"/>
              </a:defRPr>
            </a:lvl1pPr>
          </a:lstStyle>
          <a:p>
            <a:pPr lvl="0"/>
            <a:r>
              <a:rPr lang="en-GB"/>
              <a:t>Click to add sub title</a:t>
            </a:r>
            <a:endParaRPr lang="en-GB" dirty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B8F567F4-EA09-C338-D049-9C2E91D2F64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BF46CD0-FBDC-4232-8F32-5100991AA633}" type="slidenum">
              <a:rPr lang="en-GB" smtClean="0"/>
              <a:pPr/>
              <a:t>‹N°›</a:t>
            </a:fld>
            <a:endParaRPr lang="en-GB" dirty="0"/>
          </a:p>
        </p:txBody>
      </p:sp>
      <p:sp>
        <p:nvSpPr>
          <p:cNvPr id="11" name="Espace réservé du pied de page 10">
            <a:extLst>
              <a:ext uri="{FF2B5EF4-FFF2-40B4-BE49-F238E27FC236}">
                <a16:creationId xmlns:a16="http://schemas.microsoft.com/office/drawing/2014/main" id="{58B155ED-97D6-3C7F-101D-5AFD078E912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>
              <a:spcBef>
                <a:spcPts val="2438"/>
              </a:spcBef>
            </a:pPr>
            <a:r>
              <a:rPr lang="en-GB"/>
              <a:t>Section title</a:t>
            </a:r>
            <a:endParaRPr lang="en-GB" dirty="0"/>
          </a:p>
        </p:txBody>
      </p:sp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1FB47301-39B2-8F88-86FD-9399659F503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524772" y="6469380"/>
            <a:ext cx="856456" cy="29752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fr-FR" dirty="0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9944C5AA-B436-81E8-8020-F4FA96F1A64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72840" y="1583489"/>
            <a:ext cx="9481227" cy="4891819"/>
          </a:xfrm>
        </p:spPr>
        <p:txBody>
          <a:bodyPr/>
          <a:lstStyle/>
          <a:p>
            <a:pPr lvl="0"/>
            <a:r>
              <a:rPr lang="en-GB"/>
              <a:t>Cliquez pour modifier les styles du texte du masque</a:t>
            </a:r>
          </a:p>
          <a:p>
            <a:pPr lvl="1"/>
            <a:r>
              <a:rPr lang="en-GB"/>
              <a:t>Deuxième niveau</a:t>
            </a:r>
          </a:p>
          <a:p>
            <a:pPr lvl="2"/>
            <a:r>
              <a:rPr lang="en-GB"/>
              <a:t>Troisième niveau</a:t>
            </a:r>
          </a:p>
          <a:p>
            <a:pPr lvl="3"/>
            <a:r>
              <a:rPr lang="en-GB"/>
              <a:t>Quatrième niveau</a:t>
            </a:r>
          </a:p>
          <a:p>
            <a:pPr lvl="4"/>
            <a:r>
              <a:rPr lang="en-GB"/>
              <a:t>Cinquième niveau</a:t>
            </a:r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70131248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742950" y="2130427"/>
            <a:ext cx="8420100" cy="1470025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786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572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8358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1144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3930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6716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9502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2288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9CDA8-F35B-4C01-A8D8-F0B3D8F29E2F}" type="datetimeFigureOut">
              <a:rPr lang="fr-FR" smtClean="0"/>
              <a:t>14/11/2025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7793C-4041-4AF9-AA11-165BA2EA9C3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94627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3" Type="http://schemas.openxmlformats.org/officeDocument/2006/relationships/slideLayout" Target="../slideLayouts/slideLayout3.xml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ags" Target="../tags/tag2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jpe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jpeg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3" Type="http://schemas.openxmlformats.org/officeDocument/2006/relationships/slideLayout" Target="../slideLayouts/slideLayout11.xml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.jpeg"/><Relationship Id="rId5" Type="http://schemas.openxmlformats.org/officeDocument/2006/relationships/tags" Target="../tags/tag4.xml"/><Relationship Id="rId4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.jpeg"/><Relationship Id="rId5" Type="http://schemas.openxmlformats.org/officeDocument/2006/relationships/theme" Target="../theme/theme9.xml"/><Relationship Id="rId4" Type="http://schemas.openxmlformats.org/officeDocument/2006/relationships/slideLayout" Target="../slideLayouts/slideLayout16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3" Type="http://schemas.openxmlformats.org/officeDocument/2006/relationships/slideLayout" Target="../slideLayouts/slideLayout19.xml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.jpeg"/><Relationship Id="rId5" Type="http://schemas.openxmlformats.org/officeDocument/2006/relationships/tags" Target="../tags/tag5.xml"/><Relationship Id="rId4" Type="http://schemas.openxmlformats.org/officeDocument/2006/relationships/theme" Target="../theme/theme10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3" Type="http://schemas.openxmlformats.org/officeDocument/2006/relationships/slideLayout" Target="../slideLayouts/slideLayout22.xml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.jpeg"/><Relationship Id="rId5" Type="http://schemas.openxmlformats.org/officeDocument/2006/relationships/tags" Target="../tags/tag7.xml"/><Relationship Id="rId4" Type="http://schemas.openxmlformats.org/officeDocument/2006/relationships/theme" Target="../theme/theme11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7" Type="http://schemas.openxmlformats.org/officeDocument/2006/relationships/image" Target="../media/image13.png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12.jpeg"/><Relationship Id="rId5" Type="http://schemas.openxmlformats.org/officeDocument/2006/relationships/theme" Target="../theme/theme12.xml"/><Relationship Id="rId4" Type="http://schemas.openxmlformats.org/officeDocument/2006/relationships/slideLayout" Target="../slideLayouts/slideLayout26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1.jpeg"/><Relationship Id="rId5" Type="http://schemas.openxmlformats.org/officeDocument/2006/relationships/theme" Target="../theme/theme13.xml"/><Relationship Id="rId4" Type="http://schemas.openxmlformats.org/officeDocument/2006/relationships/slideLayout" Target="../slideLayouts/slideLayout30.xml"/></Relationships>
</file>

<file path=ppt/slideMasters/_rels/slideMaster14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56.xml"/><Relationship Id="rId21" Type="http://schemas.openxmlformats.org/officeDocument/2006/relationships/slideLayout" Target="../slideLayouts/slideLayout51.xml"/><Relationship Id="rId42" Type="http://schemas.openxmlformats.org/officeDocument/2006/relationships/tags" Target="../tags/tag15.xml"/><Relationship Id="rId47" Type="http://schemas.openxmlformats.org/officeDocument/2006/relationships/tags" Target="../tags/tag20.xml"/><Relationship Id="rId63" Type="http://schemas.openxmlformats.org/officeDocument/2006/relationships/tags" Target="../tags/tag36.xml"/><Relationship Id="rId68" Type="http://schemas.openxmlformats.org/officeDocument/2006/relationships/tags" Target="../tags/tag41.xml"/><Relationship Id="rId84" Type="http://schemas.openxmlformats.org/officeDocument/2006/relationships/tags" Target="../tags/tag57.xml"/><Relationship Id="rId89" Type="http://schemas.openxmlformats.org/officeDocument/2006/relationships/tags" Target="../tags/tag62.xml"/><Relationship Id="rId16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41.xml"/><Relationship Id="rId32" Type="http://schemas.openxmlformats.org/officeDocument/2006/relationships/slideLayout" Target="../slideLayouts/slideLayout62.xml"/><Relationship Id="rId37" Type="http://schemas.openxmlformats.org/officeDocument/2006/relationships/tags" Target="../tags/tag10.xml"/><Relationship Id="rId53" Type="http://schemas.openxmlformats.org/officeDocument/2006/relationships/tags" Target="../tags/tag26.xml"/><Relationship Id="rId58" Type="http://schemas.openxmlformats.org/officeDocument/2006/relationships/tags" Target="../tags/tag31.xml"/><Relationship Id="rId74" Type="http://schemas.openxmlformats.org/officeDocument/2006/relationships/tags" Target="../tags/tag47.xml"/><Relationship Id="rId79" Type="http://schemas.openxmlformats.org/officeDocument/2006/relationships/tags" Target="../tags/tag52.xml"/><Relationship Id="rId102" Type="http://schemas.openxmlformats.org/officeDocument/2006/relationships/tags" Target="../tags/tag75.xml"/><Relationship Id="rId5" Type="http://schemas.openxmlformats.org/officeDocument/2006/relationships/slideLayout" Target="../slideLayouts/slideLayout35.xml"/><Relationship Id="rId90" Type="http://schemas.openxmlformats.org/officeDocument/2006/relationships/tags" Target="../tags/tag63.xml"/><Relationship Id="rId95" Type="http://schemas.openxmlformats.org/officeDocument/2006/relationships/tags" Target="../tags/tag68.xml"/><Relationship Id="rId22" Type="http://schemas.openxmlformats.org/officeDocument/2006/relationships/slideLayout" Target="../slideLayouts/slideLayout52.xml"/><Relationship Id="rId27" Type="http://schemas.openxmlformats.org/officeDocument/2006/relationships/slideLayout" Target="../slideLayouts/slideLayout57.xml"/><Relationship Id="rId43" Type="http://schemas.openxmlformats.org/officeDocument/2006/relationships/tags" Target="../tags/tag16.xml"/><Relationship Id="rId48" Type="http://schemas.openxmlformats.org/officeDocument/2006/relationships/tags" Target="../tags/tag21.xml"/><Relationship Id="rId64" Type="http://schemas.openxmlformats.org/officeDocument/2006/relationships/tags" Target="../tags/tag37.xml"/><Relationship Id="rId69" Type="http://schemas.openxmlformats.org/officeDocument/2006/relationships/tags" Target="../tags/tag42.xml"/><Relationship Id="rId80" Type="http://schemas.openxmlformats.org/officeDocument/2006/relationships/tags" Target="../tags/tag53.xml"/><Relationship Id="rId85" Type="http://schemas.openxmlformats.org/officeDocument/2006/relationships/tags" Target="../tags/tag58.xml"/><Relationship Id="rId12" Type="http://schemas.openxmlformats.org/officeDocument/2006/relationships/slideLayout" Target="../slideLayouts/slideLayout42.xml"/><Relationship Id="rId17" Type="http://schemas.openxmlformats.org/officeDocument/2006/relationships/slideLayout" Target="../slideLayouts/slideLayout47.xml"/><Relationship Id="rId33" Type="http://schemas.openxmlformats.org/officeDocument/2006/relationships/slideLayout" Target="../slideLayouts/slideLayout63.xml"/><Relationship Id="rId38" Type="http://schemas.openxmlformats.org/officeDocument/2006/relationships/tags" Target="../tags/tag11.xml"/><Relationship Id="rId59" Type="http://schemas.openxmlformats.org/officeDocument/2006/relationships/tags" Target="../tags/tag32.xml"/><Relationship Id="rId103" Type="http://schemas.openxmlformats.org/officeDocument/2006/relationships/tags" Target="../tags/tag76.xml"/><Relationship Id="rId20" Type="http://schemas.openxmlformats.org/officeDocument/2006/relationships/slideLayout" Target="../slideLayouts/slideLayout50.xml"/><Relationship Id="rId41" Type="http://schemas.openxmlformats.org/officeDocument/2006/relationships/tags" Target="../tags/tag14.xml"/><Relationship Id="rId54" Type="http://schemas.openxmlformats.org/officeDocument/2006/relationships/tags" Target="../tags/tag27.xml"/><Relationship Id="rId62" Type="http://schemas.openxmlformats.org/officeDocument/2006/relationships/tags" Target="../tags/tag35.xml"/><Relationship Id="rId70" Type="http://schemas.openxmlformats.org/officeDocument/2006/relationships/tags" Target="../tags/tag43.xml"/><Relationship Id="rId75" Type="http://schemas.openxmlformats.org/officeDocument/2006/relationships/tags" Target="../tags/tag48.xml"/><Relationship Id="rId83" Type="http://schemas.openxmlformats.org/officeDocument/2006/relationships/tags" Target="../tags/tag56.xml"/><Relationship Id="rId88" Type="http://schemas.openxmlformats.org/officeDocument/2006/relationships/tags" Target="../tags/tag61.xml"/><Relationship Id="rId91" Type="http://schemas.openxmlformats.org/officeDocument/2006/relationships/tags" Target="../tags/tag64.xml"/><Relationship Id="rId96" Type="http://schemas.openxmlformats.org/officeDocument/2006/relationships/tags" Target="../tags/tag69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5" Type="http://schemas.openxmlformats.org/officeDocument/2006/relationships/slideLayout" Target="../slideLayouts/slideLayout45.xml"/><Relationship Id="rId23" Type="http://schemas.openxmlformats.org/officeDocument/2006/relationships/slideLayout" Target="../slideLayouts/slideLayout53.xml"/><Relationship Id="rId28" Type="http://schemas.openxmlformats.org/officeDocument/2006/relationships/slideLayout" Target="../slideLayouts/slideLayout58.xml"/><Relationship Id="rId36" Type="http://schemas.openxmlformats.org/officeDocument/2006/relationships/tags" Target="../tags/tag9.xml"/><Relationship Id="rId49" Type="http://schemas.openxmlformats.org/officeDocument/2006/relationships/tags" Target="../tags/tag22.xml"/><Relationship Id="rId57" Type="http://schemas.openxmlformats.org/officeDocument/2006/relationships/tags" Target="../tags/tag30.xml"/><Relationship Id="rId106" Type="http://schemas.openxmlformats.org/officeDocument/2006/relationships/image" Target="../media/image14.png"/><Relationship Id="rId10" Type="http://schemas.openxmlformats.org/officeDocument/2006/relationships/slideLayout" Target="../slideLayouts/slideLayout40.xml"/><Relationship Id="rId31" Type="http://schemas.openxmlformats.org/officeDocument/2006/relationships/slideLayout" Target="../slideLayouts/slideLayout61.xml"/><Relationship Id="rId44" Type="http://schemas.openxmlformats.org/officeDocument/2006/relationships/tags" Target="../tags/tag17.xml"/><Relationship Id="rId52" Type="http://schemas.openxmlformats.org/officeDocument/2006/relationships/tags" Target="../tags/tag25.xml"/><Relationship Id="rId60" Type="http://schemas.openxmlformats.org/officeDocument/2006/relationships/tags" Target="../tags/tag33.xml"/><Relationship Id="rId65" Type="http://schemas.openxmlformats.org/officeDocument/2006/relationships/tags" Target="../tags/tag38.xml"/><Relationship Id="rId73" Type="http://schemas.openxmlformats.org/officeDocument/2006/relationships/tags" Target="../tags/tag46.xml"/><Relationship Id="rId78" Type="http://schemas.openxmlformats.org/officeDocument/2006/relationships/tags" Target="../tags/tag51.xml"/><Relationship Id="rId81" Type="http://schemas.openxmlformats.org/officeDocument/2006/relationships/tags" Target="../tags/tag54.xml"/><Relationship Id="rId86" Type="http://schemas.openxmlformats.org/officeDocument/2006/relationships/tags" Target="../tags/tag59.xml"/><Relationship Id="rId94" Type="http://schemas.openxmlformats.org/officeDocument/2006/relationships/tags" Target="../tags/tag67.xml"/><Relationship Id="rId99" Type="http://schemas.openxmlformats.org/officeDocument/2006/relationships/tags" Target="../tags/tag72.xml"/><Relationship Id="rId101" Type="http://schemas.openxmlformats.org/officeDocument/2006/relationships/tags" Target="../tags/tag74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Relationship Id="rId13" Type="http://schemas.openxmlformats.org/officeDocument/2006/relationships/slideLayout" Target="../slideLayouts/slideLayout43.xml"/><Relationship Id="rId18" Type="http://schemas.openxmlformats.org/officeDocument/2006/relationships/slideLayout" Target="../slideLayouts/slideLayout48.xml"/><Relationship Id="rId39" Type="http://schemas.openxmlformats.org/officeDocument/2006/relationships/tags" Target="../tags/tag12.xml"/><Relationship Id="rId34" Type="http://schemas.openxmlformats.org/officeDocument/2006/relationships/slideLayout" Target="../slideLayouts/slideLayout64.xml"/><Relationship Id="rId50" Type="http://schemas.openxmlformats.org/officeDocument/2006/relationships/tags" Target="../tags/tag23.xml"/><Relationship Id="rId55" Type="http://schemas.openxmlformats.org/officeDocument/2006/relationships/tags" Target="../tags/tag28.xml"/><Relationship Id="rId76" Type="http://schemas.openxmlformats.org/officeDocument/2006/relationships/tags" Target="../tags/tag49.xml"/><Relationship Id="rId97" Type="http://schemas.openxmlformats.org/officeDocument/2006/relationships/tags" Target="../tags/tag70.xml"/><Relationship Id="rId104" Type="http://schemas.openxmlformats.org/officeDocument/2006/relationships/tags" Target="../tags/tag77.xml"/><Relationship Id="rId7" Type="http://schemas.openxmlformats.org/officeDocument/2006/relationships/slideLayout" Target="../slideLayouts/slideLayout37.xml"/><Relationship Id="rId71" Type="http://schemas.openxmlformats.org/officeDocument/2006/relationships/tags" Target="../tags/tag44.xml"/><Relationship Id="rId92" Type="http://schemas.openxmlformats.org/officeDocument/2006/relationships/tags" Target="../tags/tag65.xml"/><Relationship Id="rId2" Type="http://schemas.openxmlformats.org/officeDocument/2006/relationships/slideLayout" Target="../slideLayouts/slideLayout32.xml"/><Relationship Id="rId29" Type="http://schemas.openxmlformats.org/officeDocument/2006/relationships/slideLayout" Target="../slideLayouts/slideLayout59.xml"/><Relationship Id="rId24" Type="http://schemas.openxmlformats.org/officeDocument/2006/relationships/slideLayout" Target="../slideLayouts/slideLayout54.xml"/><Relationship Id="rId40" Type="http://schemas.openxmlformats.org/officeDocument/2006/relationships/tags" Target="../tags/tag13.xml"/><Relationship Id="rId45" Type="http://schemas.openxmlformats.org/officeDocument/2006/relationships/tags" Target="../tags/tag18.xml"/><Relationship Id="rId66" Type="http://schemas.openxmlformats.org/officeDocument/2006/relationships/tags" Target="../tags/tag39.xml"/><Relationship Id="rId87" Type="http://schemas.openxmlformats.org/officeDocument/2006/relationships/tags" Target="../tags/tag60.xml"/><Relationship Id="rId61" Type="http://schemas.openxmlformats.org/officeDocument/2006/relationships/tags" Target="../tags/tag34.xml"/><Relationship Id="rId82" Type="http://schemas.openxmlformats.org/officeDocument/2006/relationships/tags" Target="../tags/tag55.xml"/><Relationship Id="rId19" Type="http://schemas.openxmlformats.org/officeDocument/2006/relationships/slideLayout" Target="../slideLayouts/slideLayout49.xml"/><Relationship Id="rId14" Type="http://schemas.openxmlformats.org/officeDocument/2006/relationships/slideLayout" Target="../slideLayouts/slideLayout44.xml"/><Relationship Id="rId30" Type="http://schemas.openxmlformats.org/officeDocument/2006/relationships/slideLayout" Target="../slideLayouts/slideLayout60.xml"/><Relationship Id="rId35" Type="http://schemas.openxmlformats.org/officeDocument/2006/relationships/theme" Target="../theme/theme14.xml"/><Relationship Id="rId56" Type="http://schemas.openxmlformats.org/officeDocument/2006/relationships/tags" Target="../tags/tag29.xml"/><Relationship Id="rId77" Type="http://schemas.openxmlformats.org/officeDocument/2006/relationships/tags" Target="../tags/tag50.xml"/><Relationship Id="rId100" Type="http://schemas.openxmlformats.org/officeDocument/2006/relationships/tags" Target="../tags/tag73.xml"/><Relationship Id="rId105" Type="http://schemas.openxmlformats.org/officeDocument/2006/relationships/tags" Target="../tags/tag78.xml"/><Relationship Id="rId8" Type="http://schemas.openxmlformats.org/officeDocument/2006/relationships/slideLayout" Target="../slideLayouts/slideLayout38.xml"/><Relationship Id="rId51" Type="http://schemas.openxmlformats.org/officeDocument/2006/relationships/tags" Target="../tags/tag24.xml"/><Relationship Id="rId72" Type="http://schemas.openxmlformats.org/officeDocument/2006/relationships/tags" Target="../tags/tag45.xml"/><Relationship Id="rId93" Type="http://schemas.openxmlformats.org/officeDocument/2006/relationships/tags" Target="../tags/tag66.xml"/><Relationship Id="rId98" Type="http://schemas.openxmlformats.org/officeDocument/2006/relationships/tags" Target="../tags/tag71.xml"/><Relationship Id="rId3" Type="http://schemas.openxmlformats.org/officeDocument/2006/relationships/slideLayout" Target="../slideLayouts/slideLayout33.xml"/><Relationship Id="rId25" Type="http://schemas.openxmlformats.org/officeDocument/2006/relationships/slideLayout" Target="../slideLayouts/slideLayout55.xml"/><Relationship Id="rId46" Type="http://schemas.openxmlformats.org/officeDocument/2006/relationships/tags" Target="../tags/tag19.xml"/><Relationship Id="rId67" Type="http://schemas.openxmlformats.org/officeDocument/2006/relationships/tags" Target="../tags/tag40.xml"/></Relationships>
</file>

<file path=ppt/slideMasters/_rels/slideMaster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jpeg"/><Relationship Id="rId3" Type="http://schemas.openxmlformats.org/officeDocument/2006/relationships/image" Target="../media/image23.jpeg"/><Relationship Id="rId7" Type="http://schemas.openxmlformats.org/officeDocument/2006/relationships/image" Target="../media/image27.jpeg"/><Relationship Id="rId2" Type="http://schemas.openxmlformats.org/officeDocument/2006/relationships/theme" Target="../theme/theme15.xml"/><Relationship Id="rId1" Type="http://schemas.openxmlformats.org/officeDocument/2006/relationships/slideLayout" Target="../slideLayouts/slideLayout65.xml"/><Relationship Id="rId6" Type="http://schemas.openxmlformats.org/officeDocument/2006/relationships/image" Target="../media/image26.jpeg"/><Relationship Id="rId5" Type="http://schemas.openxmlformats.org/officeDocument/2006/relationships/image" Target="../media/image25.jpeg"/><Relationship Id="rId4" Type="http://schemas.openxmlformats.org/officeDocument/2006/relationships/image" Target="../media/image24.jpeg"/></Relationships>
</file>

<file path=ppt/slideMasters/_rels/slideMaster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slideLayout" Target="../slideLayouts/slideLayout68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67.xml"/><Relationship Id="rId1" Type="http://schemas.openxmlformats.org/officeDocument/2006/relationships/slideLayout" Target="../slideLayouts/slideLayout66.xml"/><Relationship Id="rId6" Type="http://schemas.openxmlformats.org/officeDocument/2006/relationships/tags" Target="../tags/tag79.xml"/><Relationship Id="rId5" Type="http://schemas.openxmlformats.org/officeDocument/2006/relationships/theme" Target="../theme/theme16.xml"/><Relationship Id="rId4" Type="http://schemas.openxmlformats.org/officeDocument/2006/relationships/slideLayout" Target="../slideLayouts/slideLayout69.xml"/><Relationship Id="rId9" Type="http://schemas.openxmlformats.org/officeDocument/2006/relationships/image" Target="../media/image2.emf"/></Relationships>
</file>

<file path=ppt/slideMasters/_rels/slideMaster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2.xml"/><Relationship Id="rId2" Type="http://schemas.openxmlformats.org/officeDocument/2006/relationships/slideLayout" Target="../slideLayouts/slideLayout71.xml"/><Relationship Id="rId1" Type="http://schemas.openxmlformats.org/officeDocument/2006/relationships/slideLayout" Target="../slideLayouts/slideLayout70.xml"/><Relationship Id="rId5" Type="http://schemas.openxmlformats.org/officeDocument/2006/relationships/image" Target="../media/image1.jpeg"/><Relationship Id="rId4" Type="http://schemas.openxmlformats.org/officeDocument/2006/relationships/theme" Target="../theme/theme17.xml"/></Relationships>
</file>

<file path=ppt/slideMasters/_rels/slideMaster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0.xml"/><Relationship Id="rId13" Type="http://schemas.openxmlformats.org/officeDocument/2006/relationships/slideLayout" Target="../slideLayouts/slideLayout85.xml"/><Relationship Id="rId18" Type="http://schemas.openxmlformats.org/officeDocument/2006/relationships/slideLayout" Target="../slideLayouts/slideLayout90.xml"/><Relationship Id="rId3" Type="http://schemas.openxmlformats.org/officeDocument/2006/relationships/slideLayout" Target="../slideLayouts/slideLayout75.xml"/><Relationship Id="rId21" Type="http://schemas.openxmlformats.org/officeDocument/2006/relationships/slideLayout" Target="../slideLayouts/slideLayout93.xml"/><Relationship Id="rId7" Type="http://schemas.openxmlformats.org/officeDocument/2006/relationships/slideLayout" Target="../slideLayouts/slideLayout79.xml"/><Relationship Id="rId12" Type="http://schemas.openxmlformats.org/officeDocument/2006/relationships/slideLayout" Target="../slideLayouts/slideLayout84.xml"/><Relationship Id="rId17" Type="http://schemas.openxmlformats.org/officeDocument/2006/relationships/slideLayout" Target="../slideLayouts/slideLayout89.xml"/><Relationship Id="rId2" Type="http://schemas.openxmlformats.org/officeDocument/2006/relationships/slideLayout" Target="../slideLayouts/slideLayout74.xml"/><Relationship Id="rId16" Type="http://schemas.openxmlformats.org/officeDocument/2006/relationships/slideLayout" Target="../slideLayouts/slideLayout88.xml"/><Relationship Id="rId20" Type="http://schemas.openxmlformats.org/officeDocument/2006/relationships/slideLayout" Target="../slideLayouts/slideLayout92.xml"/><Relationship Id="rId1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8.xml"/><Relationship Id="rId11" Type="http://schemas.openxmlformats.org/officeDocument/2006/relationships/slideLayout" Target="../slideLayouts/slideLayout83.xml"/><Relationship Id="rId5" Type="http://schemas.openxmlformats.org/officeDocument/2006/relationships/slideLayout" Target="../slideLayouts/slideLayout77.xml"/><Relationship Id="rId15" Type="http://schemas.openxmlformats.org/officeDocument/2006/relationships/slideLayout" Target="../slideLayouts/slideLayout87.xml"/><Relationship Id="rId23" Type="http://schemas.openxmlformats.org/officeDocument/2006/relationships/tags" Target="../tags/tag81.xml"/><Relationship Id="rId10" Type="http://schemas.openxmlformats.org/officeDocument/2006/relationships/slideLayout" Target="../slideLayouts/slideLayout82.xml"/><Relationship Id="rId19" Type="http://schemas.openxmlformats.org/officeDocument/2006/relationships/slideLayout" Target="../slideLayouts/slideLayout91.xml"/><Relationship Id="rId4" Type="http://schemas.openxmlformats.org/officeDocument/2006/relationships/slideLayout" Target="../slideLayouts/slideLayout76.xml"/><Relationship Id="rId9" Type="http://schemas.openxmlformats.org/officeDocument/2006/relationships/slideLayout" Target="../slideLayouts/slideLayout81.xml"/><Relationship Id="rId14" Type="http://schemas.openxmlformats.org/officeDocument/2006/relationships/slideLayout" Target="../slideLayouts/slideLayout86.xml"/><Relationship Id="rId22" Type="http://schemas.openxmlformats.org/officeDocument/2006/relationships/theme" Target="../theme/theme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6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2052406783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270" imgH="270" progId="TCLayout.ActiveDocument.1">
                  <p:embed/>
                </p:oleObj>
              </mc:Choice>
              <mc:Fallback>
                <p:oleObj name="think-cell Slide" r:id="rId7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95300" y="404664"/>
            <a:ext cx="4673724" cy="562073"/>
          </a:xfrm>
          <a:prstGeom prst="rect">
            <a:avLst/>
          </a:prstGeom>
        </p:spPr>
        <p:txBody>
          <a:bodyPr vert="horz" lIns="95784" tIns="47892" rIns="95784" bIns="47892" rtlCol="0" anchor="ctr">
            <a:normAutofit/>
          </a:bodyPr>
          <a:lstStyle/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 vert="horz" lIns="95784" tIns="47892" rIns="95784" bIns="47892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7" name="Espace réservé du numéro de diapositive 5"/>
          <p:cNvSpPr txBox="1">
            <a:spLocks/>
          </p:cNvSpPr>
          <p:nvPr/>
        </p:nvSpPr>
        <p:spPr>
          <a:xfrm>
            <a:off x="193328" y="6448251"/>
            <a:ext cx="2311400" cy="365125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marL="0" marR="0" lvl="0" indent="0" algn="l" defTabSz="9578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462C19-8C46-40F5-897B-4327D6C153A3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l" defTabSz="9578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5" r:id="rId2"/>
    <p:sldLayoutId id="2147483686" r:id="rId3"/>
  </p:sldLayoutIdLst>
  <p:hf hdr="0" ftr="0" dt="0"/>
  <p:txStyles>
    <p:titleStyle>
      <a:lvl1pPr algn="l" defTabSz="957838" rtl="0" eaLnBrk="1" latinLnBrk="0" hangingPunct="1">
        <a:spcBef>
          <a:spcPct val="0"/>
        </a:spcBef>
        <a:buNone/>
        <a:defRPr lang="fr-FR" sz="1800" b="1" kern="1200" dirty="0">
          <a:solidFill>
            <a:schemeClr val="bg1"/>
          </a:solidFill>
          <a:latin typeface="Calibri" pitchFamily="34" charset="0"/>
          <a:ea typeface="+mj-ea"/>
          <a:cs typeface="+mj-cs"/>
        </a:defRPr>
      </a:lvl1pPr>
    </p:titleStyle>
    <p:bodyStyle>
      <a:lvl1pPr marL="0" indent="0" algn="l" defTabSz="957838" rtl="0" eaLnBrk="1" latinLnBrk="0" hangingPunct="1">
        <a:spcBef>
          <a:spcPct val="20000"/>
        </a:spcBef>
        <a:buFontTx/>
        <a:buNone/>
        <a:defRPr sz="1800" b="1" kern="1200" baseline="0">
          <a:solidFill>
            <a:srgbClr val="103E6D"/>
          </a:solidFill>
          <a:latin typeface="Calibri" pitchFamily="34" charset="0"/>
          <a:ea typeface="+mn-ea"/>
          <a:cs typeface="+mn-cs"/>
        </a:defRPr>
      </a:lvl1pPr>
      <a:lvl2pPr marL="531813" indent="-52388" algn="l" defTabSz="957838" rtl="0" eaLnBrk="1" latinLnBrk="0" hangingPunct="1">
        <a:spcBef>
          <a:spcPct val="20000"/>
        </a:spcBef>
        <a:buFontTx/>
        <a:buNone/>
        <a:defRPr sz="1600" b="0" kern="1200">
          <a:solidFill>
            <a:schemeClr val="accent1">
              <a:lumMod val="50000"/>
            </a:schemeClr>
          </a:solidFill>
          <a:latin typeface="Calibri" pitchFamily="34" charset="0"/>
          <a:ea typeface="+mn-ea"/>
          <a:cs typeface="+mn-cs"/>
        </a:defRPr>
      </a:lvl2pPr>
      <a:lvl3pPr marL="1197298" indent="-239460" algn="l" defTabSz="957838" rtl="0" eaLnBrk="1" latinLnBrk="0" hangingPunct="1">
        <a:spcBef>
          <a:spcPct val="20000"/>
        </a:spcBef>
        <a:buFontTx/>
        <a:buNone/>
        <a:defRPr sz="16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3pPr>
      <a:lvl4pPr marL="1676217" indent="-239460" algn="l" defTabSz="957838" rtl="0" eaLnBrk="1" latinLnBrk="0" hangingPunct="1">
        <a:spcBef>
          <a:spcPct val="20000"/>
        </a:spcBef>
        <a:buFontTx/>
        <a:buNone/>
        <a:defRPr sz="14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4pPr>
      <a:lvl5pPr marL="2155136" indent="-239460" algn="l" defTabSz="957838" rtl="0" eaLnBrk="1" latinLnBrk="0" hangingPunct="1">
        <a:spcBef>
          <a:spcPct val="20000"/>
        </a:spcBef>
        <a:buFontTx/>
        <a:buNone/>
        <a:defRPr sz="14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5pPr>
      <a:lvl6pPr marL="2634055" indent="-239460" algn="l" defTabSz="957838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12975" indent="-239460" algn="l" defTabSz="957838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591894" indent="-239460" algn="l" defTabSz="957838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070813" indent="-239460" algn="l" defTabSz="957838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78919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57838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36757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15677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394596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73515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52434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31353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e 14"/>
          <p:cNvGrpSpPr/>
          <p:nvPr/>
        </p:nvGrpSpPr>
        <p:grpSpPr>
          <a:xfrm>
            <a:off x="-15552" y="1231962"/>
            <a:ext cx="9906000" cy="4462118"/>
            <a:chOff x="0" y="1231962"/>
            <a:chExt cx="9906000" cy="4462118"/>
          </a:xfrm>
        </p:grpSpPr>
        <p:pic>
          <p:nvPicPr>
            <p:cNvPr id="8" name="Image 7"/>
            <p:cNvPicPr>
              <a:picLocks noChangeAspect="1"/>
            </p:cNvPicPr>
            <p:nvPr/>
          </p:nvPicPr>
          <p:blipFill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0" y="1484784"/>
              <a:ext cx="9906000" cy="3672409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9" name="Groupe 8"/>
            <p:cNvGrpSpPr/>
            <p:nvPr/>
          </p:nvGrpSpPr>
          <p:grpSpPr>
            <a:xfrm>
              <a:off x="748308" y="1231962"/>
              <a:ext cx="2379530" cy="2641796"/>
              <a:chOff x="992560" y="1287580"/>
              <a:chExt cx="2379530" cy="2641796"/>
            </a:xfrm>
          </p:grpSpPr>
          <p:sp>
            <p:nvSpPr>
              <p:cNvPr id="14" name="Rectangle 13"/>
              <p:cNvSpPr/>
              <p:nvPr/>
            </p:nvSpPr>
            <p:spPr>
              <a:xfrm>
                <a:off x="992560" y="1287580"/>
                <a:ext cx="2379530" cy="252822"/>
              </a:xfrm>
              <a:prstGeom prst="rect">
                <a:avLst/>
              </a:prstGeom>
              <a:solidFill>
                <a:srgbClr val="FF0000">
                  <a:alpha val="7882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15" name="Rectangle 14"/>
              <p:cNvSpPr/>
              <p:nvPr/>
            </p:nvSpPr>
            <p:spPr>
              <a:xfrm>
                <a:off x="992560" y="1540402"/>
                <a:ext cx="2379530" cy="2388974"/>
              </a:xfrm>
              <a:prstGeom prst="rect">
                <a:avLst/>
              </a:prstGeom>
              <a:solidFill>
                <a:srgbClr val="103E6D">
                  <a:alpha val="85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fr-FR" sz="2400" b="1" cap="all" dirty="0">
                  <a:solidFill>
                    <a:schemeClr val="bg1"/>
                  </a:solidFill>
                  <a:latin typeface="Calibri" panose="020F0502020204030204" pitchFamily="34" charset="0"/>
                </a:endParaRPr>
              </a:p>
            </p:txBody>
          </p:sp>
        </p:grpSp>
        <p:pic>
          <p:nvPicPr>
            <p:cNvPr id="10" name="Image 9"/>
            <p:cNvPicPr>
              <a:picLocks noChangeAspect="1"/>
            </p:cNvPicPr>
            <p:nvPr/>
          </p:nvPicPr>
          <p:blipFill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20979543">
              <a:off x="4657104" y="4236191"/>
              <a:ext cx="1252103" cy="1288254"/>
            </a:xfrm>
            <a:prstGeom prst="rect">
              <a:avLst/>
            </a:prstGeom>
          </p:spPr>
        </p:pic>
        <p:pic>
          <p:nvPicPr>
            <p:cNvPr id="11" name="Image 10"/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297212">
              <a:off x="6939267" y="3908935"/>
              <a:ext cx="1676310" cy="1046494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2" name="Image 11"/>
            <p:cNvPicPr>
              <a:picLocks noChangeAspect="1"/>
            </p:cNvPicPr>
            <p:nvPr/>
          </p:nvPicPr>
          <p:blipFill rotWithShape="1"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807791" y="4295727"/>
              <a:ext cx="1296144" cy="1316936"/>
            </a:xfrm>
            <a:prstGeom prst="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3" name="Image 12"/>
            <p:cNvPicPr>
              <a:picLocks noChangeAspect="1"/>
            </p:cNvPicPr>
            <p:nvPr/>
          </p:nvPicPr>
          <p:blipFill rotWithShape="1"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-1696"/>
            <a:stretch/>
          </p:blipFill>
          <p:spPr>
            <a:xfrm rot="20856891">
              <a:off x="7867326" y="4392491"/>
              <a:ext cx="1750252" cy="1301589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hf hdr="0" ftr="0" dt="0"/>
  <p:txStyles>
    <p:titleStyle>
      <a:lvl1pPr algn="ctr" defTabSz="957838" rtl="0" eaLnBrk="1" latinLnBrk="0" hangingPunct="1">
        <a:spcBef>
          <a:spcPct val="0"/>
        </a:spcBef>
        <a:buNone/>
        <a:defRPr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9189" indent="-359189" algn="l" defTabSz="957838" rtl="0" eaLnBrk="1" latinLnBrk="0" hangingPunct="1">
        <a:spcBef>
          <a:spcPct val="20000"/>
        </a:spcBef>
        <a:buFont typeface="Arial" pitchFamily="34" charset="0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1pPr>
      <a:lvl2pPr marL="778244" indent="-299324" algn="l" defTabSz="957838" rtl="0" eaLnBrk="1" latinLnBrk="0" hangingPunct="1">
        <a:spcBef>
          <a:spcPct val="20000"/>
        </a:spcBef>
        <a:buFont typeface="Arial" pitchFamily="34" charset="0"/>
        <a:buChar char="–"/>
        <a:defRPr sz="2900" kern="1200">
          <a:solidFill>
            <a:schemeClr val="tx1"/>
          </a:solidFill>
          <a:latin typeface="+mn-lt"/>
          <a:ea typeface="+mn-ea"/>
          <a:cs typeface="+mn-cs"/>
        </a:defRPr>
      </a:lvl2pPr>
      <a:lvl3pPr marL="1197298" indent="-239460" algn="l" defTabSz="957838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3pPr>
      <a:lvl4pPr marL="1676217" indent="-239460" algn="l" defTabSz="957838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55136" indent="-239460" algn="l" defTabSz="957838" rtl="0" eaLnBrk="1" latinLnBrk="0" hangingPunct="1">
        <a:spcBef>
          <a:spcPct val="20000"/>
        </a:spcBef>
        <a:buFont typeface="Arial" pitchFamily="34" charset="0"/>
        <a:buChar char="»"/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34055" indent="-239460" algn="l" defTabSz="957838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12975" indent="-239460" algn="l" defTabSz="957838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591894" indent="-239460" algn="l" defTabSz="957838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070813" indent="-239460" algn="l" defTabSz="957838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78919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57838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36757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15677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394596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73515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52434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31353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e 17"/>
          <p:cNvGrpSpPr/>
          <p:nvPr/>
        </p:nvGrpSpPr>
        <p:grpSpPr>
          <a:xfrm>
            <a:off x="0" y="1245349"/>
            <a:ext cx="9906000" cy="4448731"/>
            <a:chOff x="0" y="1245349"/>
            <a:chExt cx="9906000" cy="4448731"/>
          </a:xfrm>
        </p:grpSpPr>
        <p:pic>
          <p:nvPicPr>
            <p:cNvPr id="19" name="Image 18"/>
            <p:cNvPicPr>
              <a:picLocks noChangeAspect="1"/>
            </p:cNvPicPr>
            <p:nvPr/>
          </p:nvPicPr>
          <p:blipFill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0" y="1484784"/>
              <a:ext cx="9906000" cy="3672409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>
            <a:xfrm>
              <a:off x="748308" y="1245349"/>
              <a:ext cx="6148908" cy="23943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748308" y="1484784"/>
              <a:ext cx="6148908" cy="3600400"/>
            </a:xfrm>
            <a:prstGeom prst="rect">
              <a:avLst/>
            </a:prstGeom>
            <a:solidFill>
              <a:srgbClr val="103E6D">
                <a:alpha val="8470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fr-FR" sz="2400" b="1" cap="all" dirty="0">
                <a:solidFill>
                  <a:srgbClr val="144F8A"/>
                </a:solidFill>
                <a:latin typeface="Calibri" panose="020F0502020204030204" pitchFamily="34" charset="0"/>
              </a:endParaRPr>
            </a:p>
          </p:txBody>
        </p:sp>
        <p:pic>
          <p:nvPicPr>
            <p:cNvPr id="22" name="Image 21"/>
            <p:cNvPicPr>
              <a:picLocks noChangeAspect="1"/>
            </p:cNvPicPr>
            <p:nvPr/>
          </p:nvPicPr>
          <p:blipFill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20979543">
              <a:off x="4657104" y="4236191"/>
              <a:ext cx="1252103" cy="1288254"/>
            </a:xfrm>
            <a:prstGeom prst="rect">
              <a:avLst/>
            </a:prstGeom>
          </p:spPr>
        </p:pic>
        <p:pic>
          <p:nvPicPr>
            <p:cNvPr id="23" name="Image 22"/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297212">
              <a:off x="6939267" y="3908935"/>
              <a:ext cx="1676310" cy="1046494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4" name="Image 23"/>
            <p:cNvPicPr>
              <a:picLocks noChangeAspect="1"/>
            </p:cNvPicPr>
            <p:nvPr/>
          </p:nvPicPr>
          <p:blipFill rotWithShape="1"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807791" y="4295727"/>
              <a:ext cx="1296144" cy="1316936"/>
            </a:xfrm>
            <a:prstGeom prst="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5" name="Image 24"/>
            <p:cNvPicPr>
              <a:picLocks noChangeAspect="1"/>
            </p:cNvPicPr>
            <p:nvPr/>
          </p:nvPicPr>
          <p:blipFill rotWithShape="1"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-1696"/>
            <a:stretch/>
          </p:blipFill>
          <p:spPr>
            <a:xfrm rot="20856891">
              <a:off x="7867326" y="4392491"/>
              <a:ext cx="1750252" cy="1301589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6" name="ZoneTexte 25"/>
            <p:cNvSpPr txBox="1"/>
            <p:nvPr/>
          </p:nvSpPr>
          <p:spPr>
            <a:xfrm>
              <a:off x="886059" y="2692659"/>
              <a:ext cx="302141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fr-FR" sz="1600" b="1" dirty="0">
                <a:solidFill>
                  <a:schemeClr val="bg1"/>
                </a:solidFill>
                <a:latin typeface="Calibri" pitchFamily="34" charset="0"/>
              </a:endParaRPr>
            </a:p>
          </p:txBody>
        </p:sp>
        <p:cxnSp>
          <p:nvCxnSpPr>
            <p:cNvPr id="27" name="Connecteur droit 26"/>
            <p:cNvCxnSpPr/>
            <p:nvPr/>
          </p:nvCxnSpPr>
          <p:spPr>
            <a:xfrm>
              <a:off x="1030074" y="2636912"/>
              <a:ext cx="5580000" cy="0"/>
            </a:xfrm>
            <a:prstGeom prst="line">
              <a:avLst/>
            </a:prstGeom>
            <a:ln w="12700">
              <a:solidFill>
                <a:schemeClr val="bg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Espace réservé du titre 27"/>
          <p:cNvSpPr>
            <a:spLocks noGrp="1"/>
          </p:cNvSpPr>
          <p:nvPr>
            <p:ph type="title"/>
          </p:nvPr>
        </p:nvSpPr>
        <p:spPr>
          <a:xfrm>
            <a:off x="776536" y="1565920"/>
            <a:ext cx="6120680" cy="99898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dirty="0"/>
              <a:t>CLIQUEZ POUR MODIFIER LE STYLE DU TITRE</a:t>
            </a:r>
          </a:p>
        </p:txBody>
      </p:sp>
      <p:sp>
        <p:nvSpPr>
          <p:cNvPr id="30" name="Espace réservé du texte 29"/>
          <p:cNvSpPr>
            <a:spLocks noGrp="1"/>
          </p:cNvSpPr>
          <p:nvPr>
            <p:ph type="body" idx="1"/>
          </p:nvPr>
        </p:nvSpPr>
        <p:spPr>
          <a:xfrm>
            <a:off x="776536" y="2708921"/>
            <a:ext cx="6048672" cy="22322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hf hdr="0" ftr="0" dt="0"/>
  <p:txStyles>
    <p:titleStyle>
      <a:lvl1pPr algn="l" defTabSz="957838" rtl="0" eaLnBrk="1" latinLnBrk="0" hangingPunct="1">
        <a:spcBef>
          <a:spcPct val="0"/>
        </a:spcBef>
        <a:buNone/>
        <a:defRPr sz="2400" b="1" kern="1200">
          <a:solidFill>
            <a:schemeClr val="bg1"/>
          </a:solidFill>
          <a:latin typeface="Calibri" pitchFamily="34" charset="0"/>
          <a:ea typeface="+mj-ea"/>
          <a:cs typeface="+mj-cs"/>
        </a:defRPr>
      </a:lvl1pPr>
    </p:titleStyle>
    <p:bodyStyle>
      <a:lvl1pPr marL="359189" indent="-359189" algn="l" defTabSz="957838" rtl="0" eaLnBrk="1" latinLnBrk="0" hangingPunct="1">
        <a:spcBef>
          <a:spcPct val="20000"/>
        </a:spcBef>
        <a:buFontTx/>
        <a:buNone/>
        <a:defRPr sz="1800" b="1" kern="1200">
          <a:solidFill>
            <a:schemeClr val="bg1"/>
          </a:solidFill>
          <a:latin typeface="Calibri" pitchFamily="34" charset="0"/>
          <a:ea typeface="+mn-ea"/>
          <a:cs typeface="+mn-cs"/>
        </a:defRPr>
      </a:lvl1pPr>
      <a:lvl2pPr marL="778244" indent="-299324" algn="l" defTabSz="957838" rtl="0" eaLnBrk="1" latinLnBrk="0" hangingPunct="1">
        <a:spcBef>
          <a:spcPct val="20000"/>
        </a:spcBef>
        <a:buFontTx/>
        <a:buNone/>
        <a:defRPr sz="1600" b="1" kern="1200">
          <a:solidFill>
            <a:schemeClr val="bg1"/>
          </a:solidFill>
          <a:latin typeface="Calibri" pitchFamily="34" charset="0"/>
          <a:ea typeface="+mn-ea"/>
          <a:cs typeface="+mn-cs"/>
        </a:defRPr>
      </a:lvl2pPr>
      <a:lvl3pPr marL="1197298" indent="-239460" algn="l" defTabSz="957838" rtl="0" eaLnBrk="1" latinLnBrk="0" hangingPunct="1">
        <a:spcBef>
          <a:spcPct val="20000"/>
        </a:spcBef>
        <a:buFontTx/>
        <a:buNone/>
        <a:defRPr sz="1400" b="1" kern="1200">
          <a:solidFill>
            <a:schemeClr val="bg1"/>
          </a:solidFill>
          <a:latin typeface="Calibri" pitchFamily="34" charset="0"/>
          <a:ea typeface="+mn-ea"/>
          <a:cs typeface="+mn-cs"/>
        </a:defRPr>
      </a:lvl3pPr>
      <a:lvl4pPr marL="1676217" indent="-239460" algn="l" defTabSz="957838" rtl="0" eaLnBrk="1" latinLnBrk="0" hangingPunct="1">
        <a:spcBef>
          <a:spcPct val="20000"/>
        </a:spcBef>
        <a:buFontTx/>
        <a:buNone/>
        <a:defRPr sz="1400" b="1" kern="1200">
          <a:solidFill>
            <a:schemeClr val="bg2">
              <a:lumMod val="60000"/>
              <a:lumOff val="40000"/>
            </a:schemeClr>
          </a:solidFill>
          <a:latin typeface="Calibri" pitchFamily="34" charset="0"/>
          <a:ea typeface="+mn-ea"/>
          <a:cs typeface="+mn-cs"/>
        </a:defRPr>
      </a:lvl4pPr>
      <a:lvl5pPr marL="2155136" indent="-239460" algn="l" defTabSz="957838" rtl="0" eaLnBrk="1" latinLnBrk="0" hangingPunct="1">
        <a:spcBef>
          <a:spcPct val="20000"/>
        </a:spcBef>
        <a:buFont typeface="Arial" pitchFamily="34" charset="0"/>
        <a:buChar char="•"/>
        <a:defRPr sz="1400" b="1" kern="1200">
          <a:solidFill>
            <a:schemeClr val="bg2">
              <a:lumMod val="60000"/>
              <a:lumOff val="40000"/>
            </a:schemeClr>
          </a:solidFill>
          <a:latin typeface="Calibri" pitchFamily="34" charset="0"/>
          <a:ea typeface="+mn-ea"/>
          <a:cs typeface="+mn-cs"/>
        </a:defRPr>
      </a:lvl5pPr>
      <a:lvl6pPr marL="2634055" indent="-239460" algn="l" defTabSz="957838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12975" indent="-239460" algn="l" defTabSz="957838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591894" indent="-239460" algn="l" defTabSz="957838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070813" indent="-239460" algn="l" defTabSz="957838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78919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57838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36757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15677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394596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73515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52434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31353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 descr="Image1.jpg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1484784"/>
            <a:ext cx="9906000" cy="3672408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9057456" y="1484784"/>
            <a:ext cx="848544" cy="720080"/>
          </a:xfrm>
          <a:prstGeom prst="rect">
            <a:avLst/>
          </a:prstGeom>
          <a:solidFill>
            <a:srgbClr val="103E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9" name="Connecteur droit 18"/>
          <p:cNvCxnSpPr/>
          <p:nvPr/>
        </p:nvCxnSpPr>
        <p:spPr>
          <a:xfrm>
            <a:off x="9057456" y="2204864"/>
            <a:ext cx="84854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Espace réservé du numéro de diapositive 5"/>
          <p:cNvSpPr txBox="1">
            <a:spLocks/>
          </p:cNvSpPr>
          <p:nvPr/>
        </p:nvSpPr>
        <p:spPr>
          <a:xfrm>
            <a:off x="193328" y="6448251"/>
            <a:ext cx="2311400" cy="365125"/>
          </a:xfrm>
          <a:prstGeom prst="rect">
            <a:avLst/>
          </a:prstGeom>
        </p:spPr>
        <p:txBody>
          <a:bodyPr vert="horz" lIns="95784" tIns="47892" rIns="95784" bIns="47892" rtlCol="0" anchor="ctr"/>
          <a:lstStyle>
            <a:lvl1pPr algn="l"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marL="0" marR="0" lvl="0" indent="0" algn="l" defTabSz="9578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462C19-8C46-40F5-897B-4327D6C153A3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l" defTabSz="9578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3" name="Groupe 8"/>
          <p:cNvGrpSpPr/>
          <p:nvPr/>
        </p:nvGrpSpPr>
        <p:grpSpPr>
          <a:xfrm>
            <a:off x="733596" y="1268760"/>
            <a:ext cx="2379530" cy="2641796"/>
            <a:chOff x="992560" y="1287580"/>
            <a:chExt cx="2379530" cy="2641796"/>
          </a:xfrm>
        </p:grpSpPr>
        <p:sp>
          <p:nvSpPr>
            <p:cNvPr id="14" name="Rectangle 13"/>
            <p:cNvSpPr/>
            <p:nvPr/>
          </p:nvSpPr>
          <p:spPr>
            <a:xfrm>
              <a:off x="992560" y="1287580"/>
              <a:ext cx="2379530" cy="252822"/>
            </a:xfrm>
            <a:prstGeom prst="rect">
              <a:avLst/>
            </a:prstGeom>
            <a:solidFill>
              <a:srgbClr val="103E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992560" y="1540402"/>
              <a:ext cx="2379530" cy="2388974"/>
            </a:xfrm>
            <a:prstGeom prst="rect">
              <a:avLst/>
            </a:prstGeom>
            <a:solidFill>
              <a:schemeClr val="accent2">
                <a:alpha val="8470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fr-FR" sz="2400" b="1" cap="all" dirty="0">
                <a:solidFill>
                  <a:schemeClr val="bg1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16" name="Rectangle 15"/>
          <p:cNvSpPr/>
          <p:nvPr/>
        </p:nvSpPr>
        <p:spPr>
          <a:xfrm>
            <a:off x="9057456" y="1484784"/>
            <a:ext cx="848544" cy="36851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2400" b="1" cap="all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057456" y="1484784"/>
            <a:ext cx="848544" cy="792088"/>
          </a:xfrm>
          <a:prstGeom prst="rect">
            <a:avLst/>
          </a:prstGeom>
          <a:solidFill>
            <a:srgbClr val="103E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8" name="Connecteur droit 17"/>
          <p:cNvCxnSpPr/>
          <p:nvPr/>
        </p:nvCxnSpPr>
        <p:spPr>
          <a:xfrm>
            <a:off x="9057456" y="2276872"/>
            <a:ext cx="84854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ctr" defTabSz="957838" rtl="0" eaLnBrk="1" latinLnBrk="0" hangingPunct="1">
        <a:spcBef>
          <a:spcPct val="0"/>
        </a:spcBef>
        <a:buNone/>
        <a:defRPr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9189" indent="-359189" algn="l" defTabSz="957838" rtl="0" eaLnBrk="1" latinLnBrk="0" hangingPunct="1">
        <a:spcBef>
          <a:spcPct val="20000"/>
        </a:spcBef>
        <a:buFont typeface="Arial" pitchFamily="34" charset="0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1pPr>
      <a:lvl2pPr marL="778244" indent="-299324" algn="l" defTabSz="957838" rtl="0" eaLnBrk="1" latinLnBrk="0" hangingPunct="1">
        <a:spcBef>
          <a:spcPct val="20000"/>
        </a:spcBef>
        <a:buFont typeface="Arial" pitchFamily="34" charset="0"/>
        <a:buChar char="–"/>
        <a:defRPr sz="2900" kern="1200">
          <a:solidFill>
            <a:schemeClr val="tx1"/>
          </a:solidFill>
          <a:latin typeface="+mn-lt"/>
          <a:ea typeface="+mn-ea"/>
          <a:cs typeface="+mn-cs"/>
        </a:defRPr>
      </a:lvl2pPr>
      <a:lvl3pPr marL="1197298" indent="-239460" algn="l" defTabSz="957838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3pPr>
      <a:lvl4pPr marL="1676217" indent="-239460" algn="l" defTabSz="957838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55136" indent="-239460" algn="l" defTabSz="957838" rtl="0" eaLnBrk="1" latinLnBrk="0" hangingPunct="1">
        <a:spcBef>
          <a:spcPct val="20000"/>
        </a:spcBef>
        <a:buFont typeface="Arial" pitchFamily="34" charset="0"/>
        <a:buChar char="»"/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34055" indent="-239460" algn="l" defTabSz="957838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12975" indent="-239460" algn="l" defTabSz="957838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591894" indent="-239460" algn="l" defTabSz="957838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070813" indent="-239460" algn="l" defTabSz="957838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78919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57838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36757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15677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394596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73515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52434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31353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e 14"/>
          <p:cNvGrpSpPr/>
          <p:nvPr/>
        </p:nvGrpSpPr>
        <p:grpSpPr>
          <a:xfrm>
            <a:off x="-15552" y="1231962"/>
            <a:ext cx="9906000" cy="4462118"/>
            <a:chOff x="0" y="1231962"/>
            <a:chExt cx="9906000" cy="4462118"/>
          </a:xfrm>
        </p:grpSpPr>
        <p:pic>
          <p:nvPicPr>
            <p:cNvPr id="8" name="Image 7"/>
            <p:cNvPicPr>
              <a:picLocks noChangeAspect="1"/>
            </p:cNvPicPr>
            <p:nvPr/>
          </p:nvPicPr>
          <p:blipFill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0" y="1484784"/>
              <a:ext cx="9906000" cy="3672409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9" name="Groupe 8"/>
            <p:cNvGrpSpPr/>
            <p:nvPr/>
          </p:nvGrpSpPr>
          <p:grpSpPr>
            <a:xfrm>
              <a:off x="748308" y="1231962"/>
              <a:ext cx="2379530" cy="2641796"/>
              <a:chOff x="992560" y="1287580"/>
              <a:chExt cx="2379530" cy="2641796"/>
            </a:xfrm>
          </p:grpSpPr>
          <p:sp>
            <p:nvSpPr>
              <p:cNvPr id="14" name="Rectangle 13"/>
              <p:cNvSpPr/>
              <p:nvPr/>
            </p:nvSpPr>
            <p:spPr>
              <a:xfrm>
                <a:off x="992560" y="1287580"/>
                <a:ext cx="2379530" cy="252822"/>
              </a:xfrm>
              <a:prstGeom prst="rect">
                <a:avLst/>
              </a:prstGeom>
              <a:solidFill>
                <a:srgbClr val="FF0000">
                  <a:alpha val="7882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fr-FR" sz="1200" dirty="0">
                    <a:solidFill>
                      <a:prstClr val="white"/>
                    </a:solidFill>
                  </a:rPr>
                  <a:t>ID</a:t>
                </a:r>
                <a:r>
                  <a:rPr lang="fr-FR" sz="1200" baseline="0" dirty="0">
                    <a:solidFill>
                      <a:prstClr val="white"/>
                    </a:solidFill>
                  </a:rPr>
                  <a:t> </a:t>
                </a:r>
                <a:r>
                  <a:rPr lang="fr-FR" sz="1200" baseline="0" dirty="0" err="1">
                    <a:solidFill>
                      <a:prstClr val="white"/>
                    </a:solidFill>
                  </a:rPr>
                  <a:t>Logistics</a:t>
                </a:r>
                <a:r>
                  <a:rPr lang="fr-FR" sz="1200" dirty="0">
                    <a:solidFill>
                      <a:prstClr val="white"/>
                    </a:solidFill>
                  </a:rPr>
                  <a:t> France</a:t>
                </a:r>
              </a:p>
            </p:txBody>
          </p:sp>
          <p:sp>
            <p:nvSpPr>
              <p:cNvPr id="15" name="Rectangle 14"/>
              <p:cNvSpPr/>
              <p:nvPr/>
            </p:nvSpPr>
            <p:spPr>
              <a:xfrm>
                <a:off x="992560" y="1540402"/>
                <a:ext cx="2379530" cy="2388974"/>
              </a:xfrm>
              <a:prstGeom prst="rect">
                <a:avLst/>
              </a:prstGeom>
              <a:solidFill>
                <a:srgbClr val="103E6D">
                  <a:alpha val="85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fr-FR" sz="2400" b="1" cap="all" dirty="0">
                  <a:solidFill>
                    <a:prstClr val="white"/>
                  </a:solidFill>
                  <a:latin typeface="Calibri" panose="020F0502020204030204" pitchFamily="34" charset="0"/>
                </a:endParaRPr>
              </a:p>
            </p:txBody>
          </p:sp>
        </p:grpSp>
        <p:pic>
          <p:nvPicPr>
            <p:cNvPr id="10" name="Image 9"/>
            <p:cNvPicPr>
              <a:picLocks noChangeAspect="1"/>
            </p:cNvPicPr>
            <p:nvPr/>
          </p:nvPicPr>
          <p:blipFill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20979543">
              <a:off x="4657104" y="4236191"/>
              <a:ext cx="1252103" cy="1288254"/>
            </a:xfrm>
            <a:prstGeom prst="rect">
              <a:avLst/>
            </a:prstGeom>
          </p:spPr>
        </p:pic>
        <p:pic>
          <p:nvPicPr>
            <p:cNvPr id="11" name="Image 10"/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297212">
              <a:off x="6939267" y="3908935"/>
              <a:ext cx="1676310" cy="1046494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2" name="Image 11"/>
            <p:cNvPicPr>
              <a:picLocks noChangeAspect="1"/>
            </p:cNvPicPr>
            <p:nvPr/>
          </p:nvPicPr>
          <p:blipFill rotWithShape="1"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807791" y="4295727"/>
              <a:ext cx="1296144" cy="1316936"/>
            </a:xfrm>
            <a:prstGeom prst="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3" name="Image 12"/>
            <p:cNvPicPr>
              <a:picLocks noChangeAspect="1"/>
            </p:cNvPicPr>
            <p:nvPr/>
          </p:nvPicPr>
          <p:blipFill rotWithShape="1"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-1696"/>
            <a:stretch/>
          </p:blipFill>
          <p:spPr>
            <a:xfrm rot="20856891">
              <a:off x="7867326" y="4392491"/>
              <a:ext cx="1750252" cy="1301589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1089211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</p:sldLayoutIdLst>
  <p:hf hdr="0" ftr="0" dt="0"/>
  <p:txStyles>
    <p:titleStyle>
      <a:lvl1pPr algn="ctr" defTabSz="957838" rtl="0" eaLnBrk="1" latinLnBrk="0" hangingPunct="1">
        <a:spcBef>
          <a:spcPct val="0"/>
        </a:spcBef>
        <a:buNone/>
        <a:defRPr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9189" indent="-359189" algn="l" defTabSz="957838" rtl="0" eaLnBrk="1" latinLnBrk="0" hangingPunct="1">
        <a:spcBef>
          <a:spcPct val="20000"/>
        </a:spcBef>
        <a:buFont typeface="Arial" pitchFamily="34" charset="0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1pPr>
      <a:lvl2pPr marL="778244" indent="-299324" algn="l" defTabSz="957838" rtl="0" eaLnBrk="1" latinLnBrk="0" hangingPunct="1">
        <a:spcBef>
          <a:spcPct val="20000"/>
        </a:spcBef>
        <a:buFont typeface="Arial" pitchFamily="34" charset="0"/>
        <a:buChar char="–"/>
        <a:defRPr sz="2900" kern="1200">
          <a:solidFill>
            <a:schemeClr val="tx1"/>
          </a:solidFill>
          <a:latin typeface="+mn-lt"/>
          <a:ea typeface="+mn-ea"/>
          <a:cs typeface="+mn-cs"/>
        </a:defRPr>
      </a:lvl2pPr>
      <a:lvl3pPr marL="1197298" indent="-239460" algn="l" defTabSz="957838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3pPr>
      <a:lvl4pPr marL="1676217" indent="-239460" algn="l" defTabSz="957838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55136" indent="-239460" algn="l" defTabSz="957838" rtl="0" eaLnBrk="1" latinLnBrk="0" hangingPunct="1">
        <a:spcBef>
          <a:spcPct val="20000"/>
        </a:spcBef>
        <a:buFont typeface="Arial" pitchFamily="34" charset="0"/>
        <a:buChar char="»"/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34055" indent="-239460" algn="l" defTabSz="957838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12975" indent="-239460" algn="l" defTabSz="957838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591894" indent="-239460" algn="l" defTabSz="957838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070813" indent="-239460" algn="l" defTabSz="957838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78919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57838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36757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15677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394596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73515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52434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31353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 descr="Image1.jpg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1484784"/>
            <a:ext cx="9906000" cy="3672408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9057456" y="1484784"/>
            <a:ext cx="848544" cy="720080"/>
          </a:xfrm>
          <a:prstGeom prst="rect">
            <a:avLst/>
          </a:prstGeom>
          <a:solidFill>
            <a:srgbClr val="103E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prstClr val="white"/>
              </a:solidFill>
            </a:endParaRPr>
          </a:p>
        </p:txBody>
      </p:sp>
      <p:cxnSp>
        <p:nvCxnSpPr>
          <p:cNvPr id="19" name="Connecteur droit 18"/>
          <p:cNvCxnSpPr/>
          <p:nvPr/>
        </p:nvCxnSpPr>
        <p:spPr>
          <a:xfrm>
            <a:off x="9057456" y="2204864"/>
            <a:ext cx="84854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Espace réservé du numéro de diapositive 5"/>
          <p:cNvSpPr txBox="1">
            <a:spLocks/>
          </p:cNvSpPr>
          <p:nvPr/>
        </p:nvSpPr>
        <p:spPr>
          <a:xfrm>
            <a:off x="193328" y="6448251"/>
            <a:ext cx="2311400" cy="365125"/>
          </a:xfrm>
          <a:prstGeom prst="rect">
            <a:avLst/>
          </a:prstGeom>
        </p:spPr>
        <p:txBody>
          <a:bodyPr vert="horz" lIns="95784" tIns="47892" rIns="95784" bIns="47892" rtlCol="0" anchor="ctr"/>
          <a:lstStyle>
            <a:lvl1pPr algn="l"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DA462C19-8C46-40F5-897B-4327D6C153A3}" type="slidenum">
              <a:rPr lang="fr-FR" smtClean="0">
                <a:solidFill>
                  <a:prstClr val="white">
                    <a:lumMod val="75000"/>
                  </a:prstClr>
                </a:solidFill>
              </a:rPr>
              <a:pPr>
                <a:defRPr/>
              </a:pPr>
              <a:t>‹N°›</a:t>
            </a:fld>
            <a:endParaRPr lang="fr-FR" dirty="0">
              <a:solidFill>
                <a:prstClr val="white">
                  <a:lumMod val="75000"/>
                </a:prstClr>
              </a:solidFill>
            </a:endParaRPr>
          </a:p>
        </p:txBody>
      </p:sp>
      <p:grpSp>
        <p:nvGrpSpPr>
          <p:cNvPr id="3" name="Groupe 8"/>
          <p:cNvGrpSpPr/>
          <p:nvPr/>
        </p:nvGrpSpPr>
        <p:grpSpPr>
          <a:xfrm>
            <a:off x="733596" y="1268760"/>
            <a:ext cx="2379530" cy="2641796"/>
            <a:chOff x="992560" y="1287580"/>
            <a:chExt cx="2379530" cy="2641796"/>
          </a:xfrm>
        </p:grpSpPr>
        <p:sp>
          <p:nvSpPr>
            <p:cNvPr id="14" name="Rectangle 13"/>
            <p:cNvSpPr/>
            <p:nvPr/>
          </p:nvSpPr>
          <p:spPr>
            <a:xfrm>
              <a:off x="992560" y="1287580"/>
              <a:ext cx="2379530" cy="252822"/>
            </a:xfrm>
            <a:prstGeom prst="rect">
              <a:avLst/>
            </a:prstGeom>
            <a:solidFill>
              <a:srgbClr val="103E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992560" y="1540402"/>
              <a:ext cx="2379530" cy="2388974"/>
            </a:xfrm>
            <a:prstGeom prst="rect">
              <a:avLst/>
            </a:prstGeom>
            <a:solidFill>
              <a:schemeClr val="accent2">
                <a:alpha val="8470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fr-FR" sz="2400" b="1" cap="all" dirty="0">
                <a:solidFill>
                  <a:prstClr val="white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16" name="Rectangle 15"/>
          <p:cNvSpPr/>
          <p:nvPr/>
        </p:nvSpPr>
        <p:spPr>
          <a:xfrm>
            <a:off x="9057456" y="1484784"/>
            <a:ext cx="848544" cy="36851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2400" b="1" cap="all" dirty="0">
              <a:solidFill>
                <a:prstClr val="white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057456" y="1484784"/>
            <a:ext cx="848544" cy="792088"/>
          </a:xfrm>
          <a:prstGeom prst="rect">
            <a:avLst/>
          </a:prstGeom>
          <a:solidFill>
            <a:srgbClr val="103E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prstClr val="white"/>
              </a:solidFill>
            </a:endParaRPr>
          </a:p>
        </p:txBody>
      </p:sp>
      <p:cxnSp>
        <p:nvCxnSpPr>
          <p:cNvPr id="18" name="Connecteur droit 17"/>
          <p:cNvCxnSpPr/>
          <p:nvPr/>
        </p:nvCxnSpPr>
        <p:spPr>
          <a:xfrm>
            <a:off x="9057456" y="2276872"/>
            <a:ext cx="84854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8922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hf hdr="0" ftr="0" dt="0"/>
  <p:txStyles>
    <p:titleStyle>
      <a:lvl1pPr algn="ctr" defTabSz="957838" rtl="0" eaLnBrk="1" latinLnBrk="0" hangingPunct="1">
        <a:spcBef>
          <a:spcPct val="0"/>
        </a:spcBef>
        <a:buNone/>
        <a:defRPr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9189" indent="-359189" algn="l" defTabSz="957838" rtl="0" eaLnBrk="1" latinLnBrk="0" hangingPunct="1">
        <a:spcBef>
          <a:spcPct val="20000"/>
        </a:spcBef>
        <a:buFont typeface="Arial" pitchFamily="34" charset="0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1pPr>
      <a:lvl2pPr marL="778244" indent="-299324" algn="l" defTabSz="957838" rtl="0" eaLnBrk="1" latinLnBrk="0" hangingPunct="1">
        <a:spcBef>
          <a:spcPct val="20000"/>
        </a:spcBef>
        <a:buFont typeface="Arial" pitchFamily="34" charset="0"/>
        <a:buChar char="–"/>
        <a:defRPr sz="2900" kern="1200">
          <a:solidFill>
            <a:schemeClr val="tx1"/>
          </a:solidFill>
          <a:latin typeface="+mn-lt"/>
          <a:ea typeface="+mn-ea"/>
          <a:cs typeface="+mn-cs"/>
        </a:defRPr>
      </a:lvl2pPr>
      <a:lvl3pPr marL="1197298" indent="-239460" algn="l" defTabSz="957838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3pPr>
      <a:lvl4pPr marL="1676217" indent="-239460" algn="l" defTabSz="957838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55136" indent="-239460" algn="l" defTabSz="957838" rtl="0" eaLnBrk="1" latinLnBrk="0" hangingPunct="1">
        <a:spcBef>
          <a:spcPct val="20000"/>
        </a:spcBef>
        <a:buFont typeface="Arial" pitchFamily="34" charset="0"/>
        <a:buChar char="»"/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34055" indent="-239460" algn="l" defTabSz="957838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12975" indent="-239460" algn="l" defTabSz="957838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591894" indent="-239460" algn="l" defTabSz="957838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070813" indent="-239460" algn="l" defTabSz="957838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78919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57838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36757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15677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394596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73515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52434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31353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6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2094862534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270" imgH="270" progId="TCLayout.ActiveDocument.1">
                  <p:embed/>
                </p:oleObj>
              </mc:Choice>
              <mc:Fallback>
                <p:oleObj name="think-cell Slide" r:id="rId7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95300" y="404664"/>
            <a:ext cx="7986092" cy="562073"/>
          </a:xfrm>
          <a:prstGeom prst="rect">
            <a:avLst/>
          </a:prstGeom>
        </p:spPr>
        <p:txBody>
          <a:bodyPr vert="horz" lIns="95784" tIns="47892" rIns="95784" bIns="47892" rtlCol="0" anchor="ctr">
            <a:noAutofit/>
          </a:bodyPr>
          <a:lstStyle/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 vert="horz" lIns="95784" tIns="47892" rIns="95784" bIns="47892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7" name="Espace réservé du numéro de diapositive 5"/>
          <p:cNvSpPr txBox="1">
            <a:spLocks/>
          </p:cNvSpPr>
          <p:nvPr/>
        </p:nvSpPr>
        <p:spPr>
          <a:xfrm>
            <a:off x="193328" y="6448251"/>
            <a:ext cx="2311400" cy="365125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DA462C19-8C46-40F5-897B-4327D6C153A3}" type="slidenum">
              <a:rPr lang="fr-FR" smtClean="0">
                <a:solidFill>
                  <a:prstClr val="white">
                    <a:lumMod val="75000"/>
                  </a:prstClr>
                </a:solidFill>
              </a:rPr>
              <a:pPr>
                <a:defRPr/>
              </a:pPr>
              <a:t>‹N°›</a:t>
            </a:fld>
            <a:endParaRPr lang="fr-FR" dirty="0">
              <a:solidFill>
                <a:prstClr val="white">
                  <a:lumMod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5158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5" r:id="rId2"/>
    <p:sldLayoutId id="2147483696" r:id="rId3"/>
  </p:sldLayoutIdLst>
  <p:hf hdr="0" ftr="0" dt="0"/>
  <p:txStyles>
    <p:titleStyle>
      <a:lvl1pPr algn="l" defTabSz="957838" rtl="0" eaLnBrk="1" latinLnBrk="0" hangingPunct="1">
        <a:spcBef>
          <a:spcPct val="0"/>
        </a:spcBef>
        <a:buNone/>
        <a:defRPr lang="fr-FR" sz="2000" b="1" kern="1200" dirty="0">
          <a:solidFill>
            <a:schemeClr val="bg1"/>
          </a:solidFill>
          <a:latin typeface="Calibri" pitchFamily="34" charset="0"/>
          <a:ea typeface="+mj-ea"/>
          <a:cs typeface="+mj-cs"/>
        </a:defRPr>
      </a:lvl1pPr>
    </p:titleStyle>
    <p:bodyStyle>
      <a:lvl1pPr marL="0" indent="0" algn="l" defTabSz="957838" rtl="0" eaLnBrk="1" latinLnBrk="0" hangingPunct="1">
        <a:spcBef>
          <a:spcPct val="20000"/>
        </a:spcBef>
        <a:buFontTx/>
        <a:buNone/>
        <a:defRPr sz="1800" b="1" kern="1200" baseline="0">
          <a:solidFill>
            <a:srgbClr val="103E6D"/>
          </a:solidFill>
          <a:latin typeface="Calibri" pitchFamily="34" charset="0"/>
          <a:ea typeface="+mn-ea"/>
          <a:cs typeface="+mn-cs"/>
        </a:defRPr>
      </a:lvl1pPr>
      <a:lvl2pPr marL="531813" indent="-52388" algn="l" defTabSz="957838" rtl="0" eaLnBrk="1" latinLnBrk="0" hangingPunct="1">
        <a:spcBef>
          <a:spcPct val="20000"/>
        </a:spcBef>
        <a:buFontTx/>
        <a:buNone/>
        <a:defRPr sz="1600" b="1" kern="1200">
          <a:solidFill>
            <a:srgbClr val="7F7F7F"/>
          </a:solidFill>
          <a:latin typeface="Calibri" pitchFamily="34" charset="0"/>
          <a:ea typeface="+mn-ea"/>
          <a:cs typeface="+mn-cs"/>
        </a:defRPr>
      </a:lvl2pPr>
      <a:lvl3pPr marL="1197298" indent="-239460" algn="l" defTabSz="957838" rtl="0" eaLnBrk="1" latinLnBrk="0" hangingPunct="1">
        <a:spcBef>
          <a:spcPct val="20000"/>
        </a:spcBef>
        <a:buFontTx/>
        <a:buNone/>
        <a:defRPr sz="2500" kern="1200">
          <a:solidFill>
            <a:schemeClr val="tx1"/>
          </a:solidFill>
          <a:latin typeface="+mn-lt"/>
          <a:ea typeface="+mn-ea"/>
          <a:cs typeface="+mn-cs"/>
        </a:defRPr>
      </a:lvl3pPr>
      <a:lvl4pPr marL="1676217" indent="-239460" algn="l" defTabSz="957838" rtl="0" eaLnBrk="1" latinLnBrk="0" hangingPunct="1">
        <a:spcBef>
          <a:spcPct val="20000"/>
        </a:spcBef>
        <a:buFontTx/>
        <a:buNone/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55136" indent="-239460" algn="l" defTabSz="957838" rtl="0" eaLnBrk="1" latinLnBrk="0" hangingPunct="1">
        <a:spcBef>
          <a:spcPct val="20000"/>
        </a:spcBef>
        <a:buFontTx/>
        <a:buNone/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34055" indent="-239460" algn="l" defTabSz="957838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12975" indent="-239460" algn="l" defTabSz="957838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591894" indent="-239460" algn="l" defTabSz="957838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070813" indent="-239460" algn="l" defTabSz="957838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78919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57838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36757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15677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394596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73515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52434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31353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e 17"/>
          <p:cNvGrpSpPr/>
          <p:nvPr/>
        </p:nvGrpSpPr>
        <p:grpSpPr>
          <a:xfrm>
            <a:off x="0" y="1245349"/>
            <a:ext cx="9906000" cy="4448731"/>
            <a:chOff x="0" y="1245349"/>
            <a:chExt cx="9906000" cy="4448731"/>
          </a:xfrm>
        </p:grpSpPr>
        <p:pic>
          <p:nvPicPr>
            <p:cNvPr id="19" name="Image 18"/>
            <p:cNvPicPr>
              <a:picLocks noChangeAspect="1"/>
            </p:cNvPicPr>
            <p:nvPr/>
          </p:nvPicPr>
          <p:blipFill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0" y="1484784"/>
              <a:ext cx="9906000" cy="3672409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>
            <a:xfrm>
              <a:off x="748308" y="1245349"/>
              <a:ext cx="6148908" cy="23943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prstClr val="white"/>
                </a:solidFill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748308" y="1484784"/>
              <a:ext cx="6148908" cy="3600400"/>
            </a:xfrm>
            <a:prstGeom prst="rect">
              <a:avLst/>
            </a:prstGeom>
            <a:solidFill>
              <a:srgbClr val="103E6D">
                <a:alpha val="8470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fr-FR" sz="2400" b="1" cap="all" dirty="0">
                <a:solidFill>
                  <a:srgbClr val="144F8A"/>
                </a:solidFill>
                <a:latin typeface="Calibri" panose="020F0502020204030204" pitchFamily="34" charset="0"/>
              </a:endParaRPr>
            </a:p>
          </p:txBody>
        </p:sp>
        <p:pic>
          <p:nvPicPr>
            <p:cNvPr id="22" name="Image 21"/>
            <p:cNvPicPr>
              <a:picLocks noChangeAspect="1"/>
            </p:cNvPicPr>
            <p:nvPr/>
          </p:nvPicPr>
          <p:blipFill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20979543">
              <a:off x="4657104" y="4236191"/>
              <a:ext cx="1252103" cy="1288254"/>
            </a:xfrm>
            <a:prstGeom prst="rect">
              <a:avLst/>
            </a:prstGeom>
          </p:spPr>
        </p:pic>
        <p:pic>
          <p:nvPicPr>
            <p:cNvPr id="23" name="Image 22"/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297212">
              <a:off x="6939267" y="3908935"/>
              <a:ext cx="1676310" cy="1046494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4" name="Image 23"/>
            <p:cNvPicPr>
              <a:picLocks noChangeAspect="1"/>
            </p:cNvPicPr>
            <p:nvPr/>
          </p:nvPicPr>
          <p:blipFill rotWithShape="1"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807791" y="4295727"/>
              <a:ext cx="1296144" cy="1316936"/>
            </a:xfrm>
            <a:prstGeom prst="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5" name="Image 24"/>
            <p:cNvPicPr>
              <a:picLocks noChangeAspect="1"/>
            </p:cNvPicPr>
            <p:nvPr/>
          </p:nvPicPr>
          <p:blipFill rotWithShape="1"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-1696"/>
            <a:stretch/>
          </p:blipFill>
          <p:spPr>
            <a:xfrm rot="20856891">
              <a:off x="7867326" y="4392491"/>
              <a:ext cx="1750252" cy="1301589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6" name="ZoneTexte 25"/>
            <p:cNvSpPr txBox="1"/>
            <p:nvPr/>
          </p:nvSpPr>
          <p:spPr>
            <a:xfrm>
              <a:off x="886059" y="2692659"/>
              <a:ext cx="302141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fr-FR" sz="1600" b="1" dirty="0">
                <a:solidFill>
                  <a:prstClr val="white"/>
                </a:solidFill>
                <a:latin typeface="Calibri" pitchFamily="34" charset="0"/>
              </a:endParaRPr>
            </a:p>
          </p:txBody>
        </p:sp>
        <p:cxnSp>
          <p:nvCxnSpPr>
            <p:cNvPr id="27" name="Connecteur droit 26"/>
            <p:cNvCxnSpPr/>
            <p:nvPr/>
          </p:nvCxnSpPr>
          <p:spPr>
            <a:xfrm>
              <a:off x="1030074" y="2636912"/>
              <a:ext cx="5580000" cy="0"/>
            </a:xfrm>
            <a:prstGeom prst="line">
              <a:avLst/>
            </a:prstGeom>
            <a:ln w="12700">
              <a:solidFill>
                <a:schemeClr val="bg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Espace réservé du titre 27"/>
          <p:cNvSpPr>
            <a:spLocks noGrp="1"/>
          </p:cNvSpPr>
          <p:nvPr>
            <p:ph type="title"/>
          </p:nvPr>
        </p:nvSpPr>
        <p:spPr>
          <a:xfrm>
            <a:off x="776536" y="1565920"/>
            <a:ext cx="6120680" cy="99898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dirty="0"/>
              <a:t>CLIQUEZ POUR MODIFIER LE STYLE DU TITRE</a:t>
            </a:r>
          </a:p>
        </p:txBody>
      </p:sp>
      <p:sp>
        <p:nvSpPr>
          <p:cNvPr id="30" name="Espace réservé du texte 29"/>
          <p:cNvSpPr>
            <a:spLocks noGrp="1"/>
          </p:cNvSpPr>
          <p:nvPr>
            <p:ph type="body" idx="1"/>
          </p:nvPr>
        </p:nvSpPr>
        <p:spPr>
          <a:xfrm>
            <a:off x="776536" y="2708921"/>
            <a:ext cx="6048672" cy="22322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641759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</p:sldLayoutIdLst>
  <p:hf hdr="0" ftr="0" dt="0"/>
  <p:txStyles>
    <p:titleStyle>
      <a:lvl1pPr algn="l" defTabSz="957838" rtl="0" eaLnBrk="1" latinLnBrk="0" hangingPunct="1">
        <a:spcBef>
          <a:spcPct val="0"/>
        </a:spcBef>
        <a:buNone/>
        <a:defRPr sz="2400" b="1" kern="1200">
          <a:solidFill>
            <a:schemeClr val="bg1"/>
          </a:solidFill>
          <a:latin typeface="Calibri" pitchFamily="34" charset="0"/>
          <a:ea typeface="+mj-ea"/>
          <a:cs typeface="+mj-cs"/>
        </a:defRPr>
      </a:lvl1pPr>
    </p:titleStyle>
    <p:bodyStyle>
      <a:lvl1pPr marL="359189" indent="-359189" algn="l" defTabSz="957838" rtl="0" eaLnBrk="1" latinLnBrk="0" hangingPunct="1">
        <a:spcBef>
          <a:spcPct val="20000"/>
        </a:spcBef>
        <a:buFontTx/>
        <a:buNone/>
        <a:defRPr sz="1800" b="1" kern="1200">
          <a:solidFill>
            <a:schemeClr val="bg1"/>
          </a:solidFill>
          <a:latin typeface="Calibri" pitchFamily="34" charset="0"/>
          <a:ea typeface="+mn-ea"/>
          <a:cs typeface="+mn-cs"/>
        </a:defRPr>
      </a:lvl1pPr>
      <a:lvl2pPr marL="778244" indent="-299324" algn="l" defTabSz="957838" rtl="0" eaLnBrk="1" latinLnBrk="0" hangingPunct="1">
        <a:spcBef>
          <a:spcPct val="20000"/>
        </a:spcBef>
        <a:buFontTx/>
        <a:buNone/>
        <a:defRPr sz="1600" b="1" kern="1200">
          <a:solidFill>
            <a:schemeClr val="bg1"/>
          </a:solidFill>
          <a:latin typeface="Calibri" pitchFamily="34" charset="0"/>
          <a:ea typeface="+mn-ea"/>
          <a:cs typeface="+mn-cs"/>
        </a:defRPr>
      </a:lvl2pPr>
      <a:lvl3pPr marL="1197298" indent="-239460" algn="l" defTabSz="957838" rtl="0" eaLnBrk="1" latinLnBrk="0" hangingPunct="1">
        <a:spcBef>
          <a:spcPct val="20000"/>
        </a:spcBef>
        <a:buFontTx/>
        <a:buNone/>
        <a:defRPr sz="1400" b="1" kern="1200">
          <a:solidFill>
            <a:schemeClr val="bg1"/>
          </a:solidFill>
          <a:latin typeface="Calibri" pitchFamily="34" charset="0"/>
          <a:ea typeface="+mn-ea"/>
          <a:cs typeface="+mn-cs"/>
        </a:defRPr>
      </a:lvl3pPr>
      <a:lvl4pPr marL="1676217" indent="-239460" algn="l" defTabSz="957838" rtl="0" eaLnBrk="1" latinLnBrk="0" hangingPunct="1">
        <a:spcBef>
          <a:spcPct val="20000"/>
        </a:spcBef>
        <a:buFontTx/>
        <a:buNone/>
        <a:defRPr sz="1400" b="1" kern="1200">
          <a:solidFill>
            <a:schemeClr val="bg2">
              <a:lumMod val="60000"/>
              <a:lumOff val="40000"/>
            </a:schemeClr>
          </a:solidFill>
          <a:latin typeface="Calibri" pitchFamily="34" charset="0"/>
          <a:ea typeface="+mn-ea"/>
          <a:cs typeface="+mn-cs"/>
        </a:defRPr>
      </a:lvl4pPr>
      <a:lvl5pPr marL="2155136" indent="-239460" algn="l" defTabSz="957838" rtl="0" eaLnBrk="1" latinLnBrk="0" hangingPunct="1">
        <a:spcBef>
          <a:spcPct val="20000"/>
        </a:spcBef>
        <a:buFont typeface="Arial" pitchFamily="34" charset="0"/>
        <a:buChar char="•"/>
        <a:defRPr sz="1400" b="1" kern="1200">
          <a:solidFill>
            <a:schemeClr val="bg2">
              <a:lumMod val="60000"/>
              <a:lumOff val="40000"/>
            </a:schemeClr>
          </a:solidFill>
          <a:latin typeface="Calibri" pitchFamily="34" charset="0"/>
          <a:ea typeface="+mn-ea"/>
          <a:cs typeface="+mn-cs"/>
        </a:defRPr>
      </a:lvl5pPr>
      <a:lvl6pPr marL="2634055" indent="-239460" algn="l" defTabSz="957838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12975" indent="-239460" algn="l" defTabSz="957838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591894" indent="-239460" algn="l" defTabSz="957838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070813" indent="-239460" algn="l" defTabSz="957838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78919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57838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36757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15677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394596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73515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52434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31353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6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95300" y="404666"/>
            <a:ext cx="7986092" cy="562073"/>
          </a:xfrm>
          <a:prstGeom prst="rect">
            <a:avLst/>
          </a:prstGeom>
        </p:spPr>
        <p:txBody>
          <a:bodyPr vert="horz" lIns="95784" tIns="47892" rIns="95784" bIns="47892" rtlCol="0" anchor="ctr">
            <a:noAutofit/>
          </a:bodyPr>
          <a:lstStyle/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95300" y="1600202"/>
            <a:ext cx="8915400" cy="4525963"/>
          </a:xfrm>
          <a:prstGeom prst="rect">
            <a:avLst/>
          </a:prstGeom>
        </p:spPr>
        <p:txBody>
          <a:bodyPr vert="horz" lIns="95784" tIns="47892" rIns="95784" bIns="47892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7" name="Espace réservé du numéro de diapositive 5"/>
          <p:cNvSpPr txBox="1">
            <a:spLocks/>
          </p:cNvSpPr>
          <p:nvPr/>
        </p:nvSpPr>
        <p:spPr>
          <a:xfrm>
            <a:off x="193328" y="6448253"/>
            <a:ext cx="2311400" cy="365125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DA462C19-8C46-40F5-897B-4327D6C153A3}" type="slidenum">
              <a:rPr lang="fr-FR" sz="975" smtClean="0">
                <a:solidFill>
                  <a:prstClr val="white">
                    <a:lumMod val="75000"/>
                  </a:prstClr>
                </a:solidFill>
              </a:rPr>
              <a:pPr>
                <a:defRPr/>
              </a:pPr>
              <a:t>‹N°›</a:t>
            </a:fld>
            <a:endParaRPr lang="fr-FR" sz="975" dirty="0">
              <a:solidFill>
                <a:prstClr val="white">
                  <a:lumMod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0400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</p:sldLayoutIdLst>
  <p:hf hdr="0" ftr="0" dt="0"/>
  <p:txStyles>
    <p:titleStyle>
      <a:lvl1pPr algn="l" defTabSz="778243" rtl="0" eaLnBrk="1" latinLnBrk="0" hangingPunct="1">
        <a:spcBef>
          <a:spcPct val="0"/>
        </a:spcBef>
        <a:buNone/>
        <a:defRPr lang="fr-FR" sz="1625" b="1" kern="1200" dirty="0">
          <a:solidFill>
            <a:schemeClr val="bg1"/>
          </a:solidFill>
          <a:latin typeface="Calibri" pitchFamily="34" charset="0"/>
          <a:ea typeface="+mj-ea"/>
          <a:cs typeface="+mj-cs"/>
        </a:defRPr>
      </a:lvl1pPr>
    </p:titleStyle>
    <p:bodyStyle>
      <a:lvl1pPr marL="0" indent="0" algn="l" defTabSz="778243" rtl="0" eaLnBrk="1" latinLnBrk="0" hangingPunct="1">
        <a:spcBef>
          <a:spcPct val="20000"/>
        </a:spcBef>
        <a:buFontTx/>
        <a:buNone/>
        <a:defRPr sz="1463" b="1" kern="1200" baseline="0">
          <a:solidFill>
            <a:srgbClr val="103E6D"/>
          </a:solidFill>
          <a:latin typeface="Calibri" pitchFamily="34" charset="0"/>
          <a:ea typeface="+mn-ea"/>
          <a:cs typeface="+mn-cs"/>
        </a:defRPr>
      </a:lvl1pPr>
      <a:lvl2pPr marL="432098" indent="-42565" algn="l" defTabSz="778243" rtl="0" eaLnBrk="1" latinLnBrk="0" hangingPunct="1">
        <a:spcBef>
          <a:spcPct val="20000"/>
        </a:spcBef>
        <a:buFontTx/>
        <a:buNone/>
        <a:defRPr sz="1300" b="1" kern="1200">
          <a:solidFill>
            <a:srgbClr val="7F7F7F"/>
          </a:solidFill>
          <a:latin typeface="Calibri" pitchFamily="34" charset="0"/>
          <a:ea typeface="+mn-ea"/>
          <a:cs typeface="+mn-cs"/>
        </a:defRPr>
      </a:lvl2pPr>
      <a:lvl3pPr marL="972805" indent="-194561" algn="l" defTabSz="778243" rtl="0" eaLnBrk="1" latinLnBrk="0" hangingPunct="1">
        <a:spcBef>
          <a:spcPct val="20000"/>
        </a:spcBef>
        <a:buFontTx/>
        <a:buNone/>
        <a:defRPr sz="2031" kern="1200">
          <a:solidFill>
            <a:schemeClr val="tx1"/>
          </a:solidFill>
          <a:latin typeface="+mn-lt"/>
          <a:ea typeface="+mn-ea"/>
          <a:cs typeface="+mn-cs"/>
        </a:defRPr>
      </a:lvl3pPr>
      <a:lvl4pPr marL="1361926" indent="-194561" algn="l" defTabSz="778243" rtl="0" eaLnBrk="1" latinLnBrk="0" hangingPunct="1">
        <a:spcBef>
          <a:spcPct val="20000"/>
        </a:spcBef>
        <a:buFontTx/>
        <a:buNone/>
        <a:defRPr sz="1706" kern="1200">
          <a:solidFill>
            <a:schemeClr val="tx1"/>
          </a:solidFill>
          <a:latin typeface="+mn-lt"/>
          <a:ea typeface="+mn-ea"/>
          <a:cs typeface="+mn-cs"/>
        </a:defRPr>
      </a:lvl4pPr>
      <a:lvl5pPr marL="1751048" indent="-194561" algn="l" defTabSz="778243" rtl="0" eaLnBrk="1" latinLnBrk="0" hangingPunct="1">
        <a:spcBef>
          <a:spcPct val="20000"/>
        </a:spcBef>
        <a:buFontTx/>
        <a:buNone/>
        <a:defRPr sz="1706" kern="1200">
          <a:solidFill>
            <a:schemeClr val="tx1"/>
          </a:solidFill>
          <a:latin typeface="+mn-lt"/>
          <a:ea typeface="+mn-ea"/>
          <a:cs typeface="+mn-cs"/>
        </a:defRPr>
      </a:lvl5pPr>
      <a:lvl6pPr marL="2140170" indent="-194561" algn="l" defTabSz="778243" rtl="0" eaLnBrk="1" latinLnBrk="0" hangingPunct="1">
        <a:spcBef>
          <a:spcPct val="20000"/>
        </a:spcBef>
        <a:buFont typeface="Arial" pitchFamily="34" charset="0"/>
        <a:buChar char="•"/>
        <a:defRPr sz="1706" kern="1200">
          <a:solidFill>
            <a:schemeClr val="tx1"/>
          </a:solidFill>
          <a:latin typeface="+mn-lt"/>
          <a:ea typeface="+mn-ea"/>
          <a:cs typeface="+mn-cs"/>
        </a:defRPr>
      </a:lvl6pPr>
      <a:lvl7pPr marL="2529292" indent="-194561" algn="l" defTabSz="778243" rtl="0" eaLnBrk="1" latinLnBrk="0" hangingPunct="1">
        <a:spcBef>
          <a:spcPct val="20000"/>
        </a:spcBef>
        <a:buFont typeface="Arial" pitchFamily="34" charset="0"/>
        <a:buChar char="•"/>
        <a:defRPr sz="1706" kern="1200">
          <a:solidFill>
            <a:schemeClr val="tx1"/>
          </a:solidFill>
          <a:latin typeface="+mn-lt"/>
          <a:ea typeface="+mn-ea"/>
          <a:cs typeface="+mn-cs"/>
        </a:defRPr>
      </a:lvl7pPr>
      <a:lvl8pPr marL="2918414" indent="-194561" algn="l" defTabSz="778243" rtl="0" eaLnBrk="1" latinLnBrk="0" hangingPunct="1">
        <a:spcBef>
          <a:spcPct val="20000"/>
        </a:spcBef>
        <a:buFont typeface="Arial" pitchFamily="34" charset="0"/>
        <a:buChar char="•"/>
        <a:defRPr sz="1706" kern="1200">
          <a:solidFill>
            <a:schemeClr val="tx1"/>
          </a:solidFill>
          <a:latin typeface="+mn-lt"/>
          <a:ea typeface="+mn-ea"/>
          <a:cs typeface="+mn-cs"/>
        </a:defRPr>
      </a:lvl8pPr>
      <a:lvl9pPr marL="3307536" indent="-194561" algn="l" defTabSz="778243" rtl="0" eaLnBrk="1" latinLnBrk="0" hangingPunct="1">
        <a:spcBef>
          <a:spcPct val="20000"/>
        </a:spcBef>
        <a:buFont typeface="Arial" pitchFamily="34" charset="0"/>
        <a:buChar char="•"/>
        <a:defRPr sz="170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778243" rtl="0" eaLnBrk="1" latinLnBrk="0" hangingPunct="1">
        <a:defRPr sz="1544" kern="1200">
          <a:solidFill>
            <a:schemeClr val="tx1"/>
          </a:solidFill>
          <a:latin typeface="+mn-lt"/>
          <a:ea typeface="+mn-ea"/>
          <a:cs typeface="+mn-cs"/>
        </a:defRPr>
      </a:lvl1pPr>
      <a:lvl2pPr marL="389122" algn="l" defTabSz="778243" rtl="0" eaLnBrk="1" latinLnBrk="0" hangingPunct="1">
        <a:defRPr sz="1544" kern="1200">
          <a:solidFill>
            <a:schemeClr val="tx1"/>
          </a:solidFill>
          <a:latin typeface="+mn-lt"/>
          <a:ea typeface="+mn-ea"/>
          <a:cs typeface="+mn-cs"/>
        </a:defRPr>
      </a:lvl2pPr>
      <a:lvl3pPr marL="778243" algn="l" defTabSz="778243" rtl="0" eaLnBrk="1" latinLnBrk="0" hangingPunct="1">
        <a:defRPr sz="1544" kern="1200">
          <a:solidFill>
            <a:schemeClr val="tx1"/>
          </a:solidFill>
          <a:latin typeface="+mn-lt"/>
          <a:ea typeface="+mn-ea"/>
          <a:cs typeface="+mn-cs"/>
        </a:defRPr>
      </a:lvl3pPr>
      <a:lvl4pPr marL="1167365" algn="l" defTabSz="778243" rtl="0" eaLnBrk="1" latinLnBrk="0" hangingPunct="1">
        <a:defRPr sz="1544" kern="1200">
          <a:solidFill>
            <a:schemeClr val="tx1"/>
          </a:solidFill>
          <a:latin typeface="+mn-lt"/>
          <a:ea typeface="+mn-ea"/>
          <a:cs typeface="+mn-cs"/>
        </a:defRPr>
      </a:lvl4pPr>
      <a:lvl5pPr marL="1556488" algn="l" defTabSz="778243" rtl="0" eaLnBrk="1" latinLnBrk="0" hangingPunct="1">
        <a:defRPr sz="1544" kern="1200">
          <a:solidFill>
            <a:schemeClr val="tx1"/>
          </a:solidFill>
          <a:latin typeface="+mn-lt"/>
          <a:ea typeface="+mn-ea"/>
          <a:cs typeface="+mn-cs"/>
        </a:defRPr>
      </a:lvl5pPr>
      <a:lvl6pPr marL="1945609" algn="l" defTabSz="778243" rtl="0" eaLnBrk="1" latinLnBrk="0" hangingPunct="1">
        <a:defRPr sz="1544" kern="1200">
          <a:solidFill>
            <a:schemeClr val="tx1"/>
          </a:solidFill>
          <a:latin typeface="+mn-lt"/>
          <a:ea typeface="+mn-ea"/>
          <a:cs typeface="+mn-cs"/>
        </a:defRPr>
      </a:lvl6pPr>
      <a:lvl7pPr marL="2334731" algn="l" defTabSz="778243" rtl="0" eaLnBrk="1" latinLnBrk="0" hangingPunct="1">
        <a:defRPr sz="1544" kern="1200">
          <a:solidFill>
            <a:schemeClr val="tx1"/>
          </a:solidFill>
          <a:latin typeface="+mn-lt"/>
          <a:ea typeface="+mn-ea"/>
          <a:cs typeface="+mn-cs"/>
        </a:defRPr>
      </a:lvl7pPr>
      <a:lvl8pPr marL="2723853" algn="l" defTabSz="778243" rtl="0" eaLnBrk="1" latinLnBrk="0" hangingPunct="1">
        <a:defRPr sz="1544" kern="1200">
          <a:solidFill>
            <a:schemeClr val="tx1"/>
          </a:solidFill>
          <a:latin typeface="+mn-lt"/>
          <a:ea typeface="+mn-ea"/>
          <a:cs typeface="+mn-cs"/>
        </a:defRPr>
      </a:lvl8pPr>
      <a:lvl9pPr marL="3112974" algn="l" defTabSz="778243" rtl="0" eaLnBrk="1" latinLnBrk="0" hangingPunct="1">
        <a:defRPr sz="154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6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2337194263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270" imgH="270" progId="TCLayout.ActiveDocument.1">
                  <p:embed/>
                </p:oleObj>
              </mc:Choice>
              <mc:Fallback>
                <p:oleObj name="think-cell Slide" r:id="rId7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95300" y="404664"/>
            <a:ext cx="7986092" cy="562073"/>
          </a:xfrm>
          <a:prstGeom prst="rect">
            <a:avLst/>
          </a:prstGeom>
        </p:spPr>
        <p:txBody>
          <a:bodyPr vert="horz" lIns="95784" tIns="47892" rIns="95784" bIns="47892" rtlCol="0" anchor="ctr">
            <a:noAutofit/>
          </a:bodyPr>
          <a:lstStyle/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 vert="horz" lIns="95784" tIns="47892" rIns="95784" bIns="47892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7" name="Espace réservé du numéro de diapositive 5"/>
          <p:cNvSpPr txBox="1">
            <a:spLocks/>
          </p:cNvSpPr>
          <p:nvPr/>
        </p:nvSpPr>
        <p:spPr>
          <a:xfrm>
            <a:off x="193328" y="6448251"/>
            <a:ext cx="2311400" cy="365125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DA462C19-8C46-40F5-897B-4327D6C153A3}" type="slidenum">
              <a:rPr lang="fr-FR" smtClean="0">
                <a:solidFill>
                  <a:prstClr val="white">
                    <a:lumMod val="75000"/>
                  </a:prstClr>
                </a:solidFill>
              </a:rPr>
              <a:pPr>
                <a:defRPr/>
              </a:pPr>
              <a:t>‹N°›</a:t>
            </a:fld>
            <a:endParaRPr lang="fr-FR" dirty="0">
              <a:solidFill>
                <a:prstClr val="white">
                  <a:lumMod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2017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</p:sldLayoutIdLst>
  <p:hf hdr="0" ftr="0" dt="0"/>
  <p:txStyles>
    <p:titleStyle>
      <a:lvl1pPr algn="l" defTabSz="957838" rtl="0" eaLnBrk="1" latinLnBrk="0" hangingPunct="1">
        <a:spcBef>
          <a:spcPct val="0"/>
        </a:spcBef>
        <a:buNone/>
        <a:defRPr lang="fr-FR" sz="2000" b="1" kern="1200" dirty="0">
          <a:solidFill>
            <a:schemeClr val="bg1"/>
          </a:solidFill>
          <a:latin typeface="Calibri" pitchFamily="34" charset="0"/>
          <a:ea typeface="+mj-ea"/>
          <a:cs typeface="+mj-cs"/>
        </a:defRPr>
      </a:lvl1pPr>
    </p:titleStyle>
    <p:bodyStyle>
      <a:lvl1pPr marL="0" indent="0" algn="l" defTabSz="957838" rtl="0" eaLnBrk="1" latinLnBrk="0" hangingPunct="1">
        <a:spcBef>
          <a:spcPct val="20000"/>
        </a:spcBef>
        <a:buFontTx/>
        <a:buNone/>
        <a:defRPr sz="1800" b="1" kern="1200" baseline="0">
          <a:solidFill>
            <a:srgbClr val="103E6D"/>
          </a:solidFill>
          <a:latin typeface="Calibri" pitchFamily="34" charset="0"/>
          <a:ea typeface="+mn-ea"/>
          <a:cs typeface="+mn-cs"/>
        </a:defRPr>
      </a:lvl1pPr>
      <a:lvl2pPr marL="531813" indent="-52388" algn="l" defTabSz="957838" rtl="0" eaLnBrk="1" latinLnBrk="0" hangingPunct="1">
        <a:spcBef>
          <a:spcPct val="20000"/>
        </a:spcBef>
        <a:buFontTx/>
        <a:buNone/>
        <a:defRPr sz="1600" b="1" kern="1200">
          <a:solidFill>
            <a:srgbClr val="7F7F7F"/>
          </a:solidFill>
          <a:latin typeface="Calibri" pitchFamily="34" charset="0"/>
          <a:ea typeface="+mn-ea"/>
          <a:cs typeface="+mn-cs"/>
        </a:defRPr>
      </a:lvl2pPr>
      <a:lvl3pPr marL="1197298" indent="-239460" algn="l" defTabSz="957838" rtl="0" eaLnBrk="1" latinLnBrk="0" hangingPunct="1">
        <a:spcBef>
          <a:spcPct val="20000"/>
        </a:spcBef>
        <a:buFontTx/>
        <a:buNone/>
        <a:defRPr sz="2500" kern="1200">
          <a:solidFill>
            <a:schemeClr val="tx1"/>
          </a:solidFill>
          <a:latin typeface="+mn-lt"/>
          <a:ea typeface="+mn-ea"/>
          <a:cs typeface="+mn-cs"/>
        </a:defRPr>
      </a:lvl3pPr>
      <a:lvl4pPr marL="1676217" indent="-239460" algn="l" defTabSz="957838" rtl="0" eaLnBrk="1" latinLnBrk="0" hangingPunct="1">
        <a:spcBef>
          <a:spcPct val="20000"/>
        </a:spcBef>
        <a:buFontTx/>
        <a:buNone/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55136" indent="-239460" algn="l" defTabSz="957838" rtl="0" eaLnBrk="1" latinLnBrk="0" hangingPunct="1">
        <a:spcBef>
          <a:spcPct val="20000"/>
        </a:spcBef>
        <a:buFontTx/>
        <a:buNone/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34055" indent="-239460" algn="l" defTabSz="957838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12975" indent="-239460" algn="l" defTabSz="957838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591894" indent="-239460" algn="l" defTabSz="957838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070813" indent="-239460" algn="l" defTabSz="957838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78919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57838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36757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15677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394596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73515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52434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31353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6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5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270" imgH="270" progId="TCLayout.ActiveDocument.1">
                  <p:embed/>
                </p:oleObj>
              </mc:Choice>
              <mc:Fallback>
                <p:oleObj name="think-cell Slide" r:id="rId7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95300" y="404664"/>
            <a:ext cx="4673724" cy="562073"/>
          </a:xfrm>
          <a:prstGeom prst="rect">
            <a:avLst/>
          </a:prstGeom>
        </p:spPr>
        <p:txBody>
          <a:bodyPr vert="horz" lIns="95784" tIns="47892" rIns="95784" bIns="47892" rtlCol="0" anchor="ctr">
            <a:normAutofit/>
          </a:bodyPr>
          <a:lstStyle/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 vert="horz" lIns="95784" tIns="47892" rIns="95784" bIns="47892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7" name="Espace réservé du numéro de diapositive 5"/>
          <p:cNvSpPr txBox="1">
            <a:spLocks/>
          </p:cNvSpPr>
          <p:nvPr/>
        </p:nvSpPr>
        <p:spPr>
          <a:xfrm>
            <a:off x="193328" y="6448251"/>
            <a:ext cx="2311400" cy="365125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marL="0" marR="0" lvl="0" indent="0" algn="l" defTabSz="9578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462C19-8C46-40F5-897B-4327D6C153A3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l" defTabSz="9578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9858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</p:sldLayoutIdLst>
  <p:hf hdr="0" ftr="0" dt="0"/>
  <p:txStyles>
    <p:titleStyle>
      <a:lvl1pPr algn="l" defTabSz="957838" rtl="0" eaLnBrk="1" latinLnBrk="0" hangingPunct="1">
        <a:spcBef>
          <a:spcPct val="0"/>
        </a:spcBef>
        <a:buNone/>
        <a:defRPr lang="fr-FR" sz="1800" b="1" kern="1200" dirty="0">
          <a:solidFill>
            <a:schemeClr val="bg1"/>
          </a:solidFill>
          <a:latin typeface="Calibri" pitchFamily="34" charset="0"/>
          <a:ea typeface="+mj-ea"/>
          <a:cs typeface="+mj-cs"/>
        </a:defRPr>
      </a:lvl1pPr>
    </p:titleStyle>
    <p:bodyStyle>
      <a:lvl1pPr marL="0" indent="0" algn="l" defTabSz="957838" rtl="0" eaLnBrk="1" latinLnBrk="0" hangingPunct="1">
        <a:spcBef>
          <a:spcPct val="20000"/>
        </a:spcBef>
        <a:buFontTx/>
        <a:buNone/>
        <a:defRPr sz="1800" b="1" kern="1200" baseline="0">
          <a:solidFill>
            <a:srgbClr val="103E6D"/>
          </a:solidFill>
          <a:latin typeface="Calibri" pitchFamily="34" charset="0"/>
          <a:ea typeface="+mn-ea"/>
          <a:cs typeface="+mn-cs"/>
        </a:defRPr>
      </a:lvl1pPr>
      <a:lvl2pPr marL="531813" indent="-52388" algn="l" defTabSz="957838" rtl="0" eaLnBrk="1" latinLnBrk="0" hangingPunct="1">
        <a:spcBef>
          <a:spcPct val="20000"/>
        </a:spcBef>
        <a:buFontTx/>
        <a:buNone/>
        <a:defRPr sz="1600" b="0" kern="1200">
          <a:solidFill>
            <a:schemeClr val="accent1">
              <a:lumMod val="50000"/>
            </a:schemeClr>
          </a:solidFill>
          <a:latin typeface="Calibri" pitchFamily="34" charset="0"/>
          <a:ea typeface="+mn-ea"/>
          <a:cs typeface="+mn-cs"/>
        </a:defRPr>
      </a:lvl2pPr>
      <a:lvl3pPr marL="1197298" indent="-239460" algn="l" defTabSz="957838" rtl="0" eaLnBrk="1" latinLnBrk="0" hangingPunct="1">
        <a:spcBef>
          <a:spcPct val="20000"/>
        </a:spcBef>
        <a:buFontTx/>
        <a:buNone/>
        <a:defRPr sz="16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3pPr>
      <a:lvl4pPr marL="1676217" indent="-239460" algn="l" defTabSz="957838" rtl="0" eaLnBrk="1" latinLnBrk="0" hangingPunct="1">
        <a:spcBef>
          <a:spcPct val="20000"/>
        </a:spcBef>
        <a:buFontTx/>
        <a:buNone/>
        <a:defRPr sz="14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4pPr>
      <a:lvl5pPr marL="2155136" indent="-239460" algn="l" defTabSz="957838" rtl="0" eaLnBrk="1" latinLnBrk="0" hangingPunct="1">
        <a:spcBef>
          <a:spcPct val="20000"/>
        </a:spcBef>
        <a:buFontTx/>
        <a:buNone/>
        <a:defRPr sz="14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5pPr>
      <a:lvl6pPr marL="2634055" indent="-239460" algn="l" defTabSz="957838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12975" indent="-239460" algn="l" defTabSz="957838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591894" indent="-239460" algn="l" defTabSz="957838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070813" indent="-239460" algn="l" defTabSz="957838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78919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57838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36757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15677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394596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73515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52434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31353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6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95300" y="404664"/>
            <a:ext cx="4673724" cy="562073"/>
          </a:xfrm>
          <a:prstGeom prst="rect">
            <a:avLst/>
          </a:prstGeom>
        </p:spPr>
        <p:txBody>
          <a:bodyPr vert="horz" lIns="95784" tIns="47892" rIns="95784" bIns="47892" rtlCol="0" anchor="ctr">
            <a:normAutofit/>
          </a:bodyPr>
          <a:lstStyle/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 vert="horz" lIns="95784" tIns="47892" rIns="95784" bIns="47892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7" name="Espace réservé du numéro de diapositive 5"/>
          <p:cNvSpPr txBox="1">
            <a:spLocks/>
          </p:cNvSpPr>
          <p:nvPr/>
        </p:nvSpPr>
        <p:spPr>
          <a:xfrm>
            <a:off x="193328" y="6448251"/>
            <a:ext cx="2311400" cy="365125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marL="0" marR="0" lvl="0" indent="0" algn="l" defTabSz="9578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5207" y="6453336"/>
            <a:ext cx="1495425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526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</p:sldLayoutIdLst>
  <p:hf hdr="0" ftr="0" dt="0"/>
  <p:txStyles>
    <p:titleStyle>
      <a:lvl1pPr algn="l" defTabSz="957838" rtl="0" eaLnBrk="1" latinLnBrk="0" hangingPunct="1">
        <a:spcBef>
          <a:spcPct val="0"/>
        </a:spcBef>
        <a:buNone/>
        <a:defRPr lang="fr-FR" sz="1800" b="1" kern="1200" dirty="0">
          <a:solidFill>
            <a:schemeClr val="bg1"/>
          </a:solidFill>
          <a:latin typeface="Calibri" pitchFamily="34" charset="0"/>
          <a:ea typeface="+mj-ea"/>
          <a:cs typeface="+mj-cs"/>
        </a:defRPr>
      </a:lvl1pPr>
    </p:titleStyle>
    <p:bodyStyle>
      <a:lvl1pPr marL="0" indent="0" algn="l" defTabSz="957838" rtl="0" eaLnBrk="1" latinLnBrk="0" hangingPunct="1">
        <a:spcBef>
          <a:spcPct val="20000"/>
        </a:spcBef>
        <a:buFontTx/>
        <a:buNone/>
        <a:defRPr sz="1800" b="1" kern="1200" baseline="0">
          <a:solidFill>
            <a:srgbClr val="103E6D"/>
          </a:solidFill>
          <a:latin typeface="Calibri" pitchFamily="34" charset="0"/>
          <a:ea typeface="+mn-ea"/>
          <a:cs typeface="+mn-cs"/>
        </a:defRPr>
      </a:lvl1pPr>
      <a:lvl2pPr marL="531813" indent="-52388" algn="l" defTabSz="957838" rtl="0" eaLnBrk="1" latinLnBrk="0" hangingPunct="1">
        <a:spcBef>
          <a:spcPct val="20000"/>
        </a:spcBef>
        <a:buFontTx/>
        <a:buNone/>
        <a:defRPr sz="1600" b="1" kern="1200">
          <a:solidFill>
            <a:srgbClr val="7F7F7F"/>
          </a:solidFill>
          <a:latin typeface="Calibri" pitchFamily="34" charset="0"/>
          <a:ea typeface="+mn-ea"/>
          <a:cs typeface="+mn-cs"/>
        </a:defRPr>
      </a:lvl2pPr>
      <a:lvl3pPr marL="1197298" indent="-239460" algn="l" defTabSz="957838" rtl="0" eaLnBrk="1" latinLnBrk="0" hangingPunct="1">
        <a:spcBef>
          <a:spcPct val="20000"/>
        </a:spcBef>
        <a:buFontTx/>
        <a:buNone/>
        <a:defRPr sz="2500" kern="1200">
          <a:solidFill>
            <a:schemeClr val="tx1"/>
          </a:solidFill>
          <a:latin typeface="+mn-lt"/>
          <a:ea typeface="+mn-ea"/>
          <a:cs typeface="+mn-cs"/>
        </a:defRPr>
      </a:lvl3pPr>
      <a:lvl4pPr marL="1676217" indent="-239460" algn="l" defTabSz="957838" rtl="0" eaLnBrk="1" latinLnBrk="0" hangingPunct="1">
        <a:spcBef>
          <a:spcPct val="20000"/>
        </a:spcBef>
        <a:buFontTx/>
        <a:buNone/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55136" indent="-239460" algn="l" defTabSz="957838" rtl="0" eaLnBrk="1" latinLnBrk="0" hangingPunct="1">
        <a:spcBef>
          <a:spcPct val="20000"/>
        </a:spcBef>
        <a:buFontTx/>
        <a:buNone/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34055" indent="-239460" algn="l" defTabSz="957838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12975" indent="-239460" algn="l" defTabSz="957838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591894" indent="-239460" algn="l" defTabSz="957838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070813" indent="-239460" algn="l" defTabSz="957838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78919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57838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36757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15677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394596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73515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52434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31353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6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95300" y="404664"/>
            <a:ext cx="7986092" cy="562073"/>
          </a:xfrm>
          <a:prstGeom prst="rect">
            <a:avLst/>
          </a:prstGeom>
        </p:spPr>
        <p:txBody>
          <a:bodyPr vert="horz" lIns="95784" tIns="47892" rIns="95784" bIns="47892" rtlCol="0" anchor="ctr">
            <a:noAutofit/>
          </a:bodyPr>
          <a:lstStyle/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 vert="horz" lIns="95784" tIns="47892" rIns="95784" bIns="47892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7" name="Espace réservé du numéro de diapositive 5"/>
          <p:cNvSpPr txBox="1">
            <a:spLocks/>
          </p:cNvSpPr>
          <p:nvPr/>
        </p:nvSpPr>
        <p:spPr>
          <a:xfrm>
            <a:off x="193328" y="6448251"/>
            <a:ext cx="2311400" cy="365125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marL="0" marR="0" lvl="0" indent="0" algn="l" defTabSz="9578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462C19-8C46-40F5-897B-4327D6C153A3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l" defTabSz="9578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7042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</p:sldLayoutIdLst>
  <p:hf hdr="0" ftr="0" dt="0"/>
  <p:txStyles>
    <p:titleStyle>
      <a:lvl1pPr algn="l" defTabSz="957838" rtl="0" eaLnBrk="1" latinLnBrk="0" hangingPunct="1">
        <a:spcBef>
          <a:spcPct val="0"/>
        </a:spcBef>
        <a:buNone/>
        <a:defRPr lang="fr-FR" sz="2000" b="1" kern="1200" dirty="0">
          <a:solidFill>
            <a:schemeClr val="bg1"/>
          </a:solidFill>
          <a:latin typeface="Calibri" pitchFamily="34" charset="0"/>
          <a:ea typeface="+mj-ea"/>
          <a:cs typeface="+mj-cs"/>
        </a:defRPr>
      </a:lvl1pPr>
    </p:titleStyle>
    <p:bodyStyle>
      <a:lvl1pPr marL="0" indent="0" algn="l" defTabSz="957838" rtl="0" eaLnBrk="1" latinLnBrk="0" hangingPunct="1">
        <a:spcBef>
          <a:spcPct val="20000"/>
        </a:spcBef>
        <a:buFontTx/>
        <a:buNone/>
        <a:defRPr sz="1800" b="1" kern="1200" baseline="0">
          <a:solidFill>
            <a:srgbClr val="103E6D"/>
          </a:solidFill>
          <a:latin typeface="Calibri" pitchFamily="34" charset="0"/>
          <a:ea typeface="+mn-ea"/>
          <a:cs typeface="+mn-cs"/>
        </a:defRPr>
      </a:lvl1pPr>
      <a:lvl2pPr marL="531813" indent="-52388" algn="l" defTabSz="957838" rtl="0" eaLnBrk="1" latinLnBrk="0" hangingPunct="1">
        <a:spcBef>
          <a:spcPct val="20000"/>
        </a:spcBef>
        <a:buFontTx/>
        <a:buNone/>
        <a:defRPr sz="1600" b="1" kern="1200">
          <a:solidFill>
            <a:srgbClr val="7F7F7F"/>
          </a:solidFill>
          <a:latin typeface="Calibri" pitchFamily="34" charset="0"/>
          <a:ea typeface="+mn-ea"/>
          <a:cs typeface="+mn-cs"/>
        </a:defRPr>
      </a:lvl2pPr>
      <a:lvl3pPr marL="1197298" indent="-239460" algn="l" defTabSz="957838" rtl="0" eaLnBrk="1" latinLnBrk="0" hangingPunct="1">
        <a:spcBef>
          <a:spcPct val="20000"/>
        </a:spcBef>
        <a:buFontTx/>
        <a:buNone/>
        <a:defRPr sz="2500" kern="1200">
          <a:solidFill>
            <a:schemeClr val="tx1"/>
          </a:solidFill>
          <a:latin typeface="+mn-lt"/>
          <a:ea typeface="+mn-ea"/>
          <a:cs typeface="+mn-cs"/>
        </a:defRPr>
      </a:lvl3pPr>
      <a:lvl4pPr marL="1676217" indent="-239460" algn="l" defTabSz="957838" rtl="0" eaLnBrk="1" latinLnBrk="0" hangingPunct="1">
        <a:spcBef>
          <a:spcPct val="20000"/>
        </a:spcBef>
        <a:buFontTx/>
        <a:buNone/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55136" indent="-239460" algn="l" defTabSz="957838" rtl="0" eaLnBrk="1" latinLnBrk="0" hangingPunct="1">
        <a:spcBef>
          <a:spcPct val="20000"/>
        </a:spcBef>
        <a:buFontTx/>
        <a:buNone/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34055" indent="-239460" algn="l" defTabSz="957838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12975" indent="-239460" algn="l" defTabSz="957838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591894" indent="-239460" algn="l" defTabSz="957838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070813" indent="-239460" algn="l" defTabSz="957838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78919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57838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36757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15677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394596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73515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52434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31353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4487" y="404664"/>
            <a:ext cx="9216000" cy="863749"/>
          </a:xfrm>
          <a:prstGeom prst="rect">
            <a:avLst/>
          </a:prstGeom>
          <a:noFill/>
        </p:spPr>
        <p:txBody>
          <a:bodyPr vert="horz" lIns="108000" tIns="0" rIns="108000" bIns="0" rtlCol="0" anchor="t">
            <a:noAutofit/>
          </a:bodyPr>
          <a:lstStyle/>
          <a:p>
            <a:r>
              <a:rPr lang="en-US" dirty="0"/>
              <a:t>Complete with a title here that carries your message on two lines at most for more </a:t>
            </a:r>
            <a:r>
              <a:rPr lang="en-US" noProof="0" dirty="0"/>
              <a:t>readability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45288" y="6503348"/>
            <a:ext cx="1628394" cy="230832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r" defTabSz="914400">
              <a:spcBef>
                <a:spcPts val="400"/>
              </a:spcBef>
              <a:buClr>
                <a:srgbClr val="660066"/>
              </a:buClr>
            </a:pPr>
            <a:r>
              <a:rPr lang="en-US" sz="600" dirty="0">
                <a:solidFill>
                  <a:srgbClr val="5F5F5F"/>
                </a:solidFill>
                <a:ea typeface="Tahoma" panose="020B0604030504040204" pitchFamily="34" charset="0"/>
                <a:cs typeface="Tahoma" panose="020B0604030504040204" pitchFamily="34" charset="0"/>
              </a:rPr>
              <a:t>confidential </a:t>
            </a:r>
            <a:r>
              <a:rPr lang="en-US" sz="900" dirty="0">
                <a:solidFill>
                  <a:srgbClr val="503078"/>
                </a:solidFill>
                <a:ea typeface="Tahoma" panose="020B0604030504040204" pitchFamily="34" charset="0"/>
                <a:cs typeface="Tahoma" panose="020B0604030504040204" pitchFamily="34" charset="0"/>
              </a:rPr>
              <a:t>| © WAVESTONE</a:t>
            </a:r>
          </a:p>
        </p:txBody>
      </p:sp>
      <p:sp>
        <p:nvSpPr>
          <p:cNvPr id="98" name="Textfeld 6"/>
          <p:cNvSpPr txBox="1"/>
          <p:nvPr/>
        </p:nvSpPr>
        <p:spPr bwMode="gray">
          <a:xfrm>
            <a:off x="9201472" y="6503348"/>
            <a:ext cx="360000" cy="2304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r" defTabSz="914400">
              <a:defRPr/>
            </a:pPr>
            <a:fld id="{5152254E-7EB4-45E4-904F-3575BFE2F20B}" type="slidenum">
              <a:rPr lang="en-US" sz="900" smtClean="0">
                <a:solidFill>
                  <a:srgbClr val="503078"/>
                </a:solidFill>
              </a:rPr>
              <a:pPr algn="r" defTabSz="914400">
                <a:defRPr/>
              </a:pPr>
              <a:t>‹N°›</a:t>
            </a:fld>
            <a:endParaRPr lang="en-US" sz="900" dirty="0">
              <a:solidFill>
                <a:srgbClr val="503078"/>
              </a:solidFill>
            </a:endParaRPr>
          </a:p>
        </p:txBody>
      </p:sp>
      <p:sp>
        <p:nvSpPr>
          <p:cNvPr id="4" name="Espace réservé du texte 3"/>
          <p:cNvSpPr>
            <a:spLocks noGrp="1"/>
          </p:cNvSpPr>
          <p:nvPr>
            <p:ph type="body" idx="1"/>
          </p:nvPr>
        </p:nvSpPr>
        <p:spPr>
          <a:xfrm>
            <a:off x="344487" y="1268414"/>
            <a:ext cx="9216000" cy="4968000"/>
          </a:xfrm>
          <a:prstGeom prst="rect">
            <a:avLst/>
          </a:prstGeom>
        </p:spPr>
        <p:txBody>
          <a:bodyPr vert="horz" lIns="108000" tIns="108000" rIns="108000" bIns="108000" rtlCol="0">
            <a:noAutofit/>
          </a:bodyPr>
          <a:lstStyle/>
          <a:p>
            <a:pPr lvl="0"/>
            <a:r>
              <a:rPr lang="en-US" dirty="0"/>
              <a:t>Level 1 - </a:t>
            </a:r>
            <a:r>
              <a:rPr lang="en-US" dirty="0">
                <a:solidFill>
                  <a:srgbClr val="503078"/>
                </a:solidFill>
              </a:rPr>
              <a:t>To move to the next level, Alt + Shift + right arrow</a:t>
            </a:r>
            <a:endParaRPr lang="en-US" dirty="0"/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  <a:p>
            <a:pPr lvl="3"/>
            <a:r>
              <a:rPr lang="en-US" dirty="0"/>
              <a:t>Level 4</a:t>
            </a:r>
          </a:p>
          <a:p>
            <a:pPr lvl="4"/>
            <a:r>
              <a:rPr lang="en-US" dirty="0"/>
              <a:t>Level 5</a:t>
            </a:r>
          </a:p>
          <a:p>
            <a:pPr lvl="5"/>
            <a:r>
              <a:rPr lang="en-US" dirty="0"/>
              <a:t>Level 6</a:t>
            </a:r>
          </a:p>
          <a:p>
            <a:pPr lvl="6"/>
            <a:r>
              <a:rPr lang="en-US" dirty="0"/>
              <a:t>Level 7</a:t>
            </a:r>
          </a:p>
          <a:p>
            <a:pPr lvl="7"/>
            <a:r>
              <a:rPr lang="en-US" noProof="0" dirty="0"/>
              <a:t>Level </a:t>
            </a:r>
            <a:r>
              <a:rPr lang="en-US" dirty="0"/>
              <a:t>8</a:t>
            </a:r>
          </a:p>
          <a:p>
            <a:pPr lvl="8"/>
            <a:r>
              <a:rPr lang="en-US" dirty="0"/>
              <a:t>Level 9</a:t>
            </a:r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 rotWithShape="1">
          <a:blip r:embed="rId10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05" t="8117" b="17461"/>
          <a:stretch/>
        </p:blipFill>
        <p:spPr>
          <a:xfrm>
            <a:off x="9139620" y="5935042"/>
            <a:ext cx="925948" cy="926732"/>
          </a:xfrm>
          <a:prstGeom prst="rect">
            <a:avLst/>
          </a:prstGeom>
        </p:spPr>
      </p:pic>
      <p:grpSp>
        <p:nvGrpSpPr>
          <p:cNvPr id="7" name="Meter" hidden="1"/>
          <p:cNvGrpSpPr>
            <a:grpSpLocks noChangeAspect="1"/>
          </p:cNvGrpSpPr>
          <p:nvPr>
            <p:custDataLst>
              <p:tags r:id="rId36"/>
            </p:custDataLst>
          </p:nvPr>
        </p:nvGrpSpPr>
        <p:grpSpPr>
          <a:xfrm>
            <a:off x="10033000" y="0"/>
            <a:ext cx="182880" cy="859329"/>
            <a:chOff x="2903220" y="2751330"/>
            <a:chExt cx="182880" cy="859329"/>
          </a:xfrm>
        </p:grpSpPr>
        <p:sp>
          <p:nvSpPr>
            <p:cNvPr id="8" name="Background [-1]" hidden="1"/>
            <p:cNvSpPr/>
            <p:nvPr>
              <p:custDataLst>
                <p:tags r:id="rId85"/>
              </p:custDataLst>
            </p:nvPr>
          </p:nvSpPr>
          <p:spPr>
            <a:xfrm>
              <a:off x="2903220" y="2751330"/>
              <a:ext cx="182880" cy="53533"/>
            </a:xfrm>
            <a:prstGeom prst="rect">
              <a:avLst/>
            </a:prstGeom>
            <a:solidFill>
              <a:srgbClr val="D9D9D9"/>
            </a:solidFill>
            <a:ln w="19050">
              <a:noFill/>
            </a:ln>
          </p:spPr>
          <p:txBody>
            <a:bodyPr wrap="square" rtlCol="0" anchor="ctr">
              <a:spAutoFit/>
            </a:bodyPr>
            <a:lstStyle/>
            <a:p>
              <a:pPr algn="ctr" defTabSz="914400"/>
              <a:endParaRPr lang="en-US" sz="1600" dirty="0">
                <a:solidFill>
                  <a:srgbClr val="5F5F5F"/>
                </a:solidFill>
                <a:ea typeface="Open Sans" pitchFamily="34" charset="0"/>
                <a:cs typeface="Open Sans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9" name="Background [-1]" hidden="1"/>
            <p:cNvSpPr>
              <a:spLocks/>
            </p:cNvSpPr>
            <p:nvPr>
              <p:custDataLst>
                <p:tags r:id="rId86"/>
              </p:custDataLst>
            </p:nvPr>
          </p:nvSpPr>
          <p:spPr>
            <a:xfrm>
              <a:off x="2903220" y="2840863"/>
              <a:ext cx="182880" cy="53533"/>
            </a:xfrm>
            <a:prstGeom prst="rect">
              <a:avLst/>
            </a:prstGeom>
            <a:solidFill>
              <a:srgbClr val="D9D9D9"/>
            </a:solidFill>
            <a:ln w="19050">
              <a:noFill/>
            </a:ln>
          </p:spPr>
          <p:txBody>
            <a:bodyPr wrap="square" rtlCol="0" anchor="ctr">
              <a:spAutoFit/>
            </a:bodyPr>
            <a:lstStyle/>
            <a:p>
              <a:pPr algn="ctr" defTabSz="914400"/>
              <a:endParaRPr lang="en-US" sz="1600" dirty="0">
                <a:solidFill>
                  <a:srgbClr val="5F5F5F"/>
                </a:solidFill>
                <a:ea typeface="Open Sans" pitchFamily="34" charset="0"/>
                <a:cs typeface="Open Sans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0" name="Background [-1]" hidden="1"/>
            <p:cNvSpPr>
              <a:spLocks/>
            </p:cNvSpPr>
            <p:nvPr>
              <p:custDataLst>
                <p:tags r:id="rId87"/>
              </p:custDataLst>
            </p:nvPr>
          </p:nvSpPr>
          <p:spPr>
            <a:xfrm>
              <a:off x="2903220" y="2930396"/>
              <a:ext cx="182880" cy="53533"/>
            </a:xfrm>
            <a:prstGeom prst="rect">
              <a:avLst/>
            </a:prstGeom>
            <a:solidFill>
              <a:srgbClr val="D9D9D9"/>
            </a:solidFill>
            <a:ln w="19050">
              <a:noFill/>
            </a:ln>
          </p:spPr>
          <p:txBody>
            <a:bodyPr wrap="square" rtlCol="0" anchor="ctr">
              <a:spAutoFit/>
            </a:bodyPr>
            <a:lstStyle/>
            <a:p>
              <a:pPr algn="ctr" defTabSz="914400"/>
              <a:endParaRPr lang="en-US" sz="1600" dirty="0">
                <a:solidFill>
                  <a:srgbClr val="5F5F5F"/>
                </a:solidFill>
                <a:ea typeface="Open Sans" pitchFamily="34" charset="0"/>
                <a:cs typeface="Open Sans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2" name="Background [-1]" hidden="1"/>
            <p:cNvSpPr>
              <a:spLocks/>
            </p:cNvSpPr>
            <p:nvPr>
              <p:custDataLst>
                <p:tags r:id="rId88"/>
              </p:custDataLst>
            </p:nvPr>
          </p:nvSpPr>
          <p:spPr>
            <a:xfrm>
              <a:off x="2903220" y="3019929"/>
              <a:ext cx="182880" cy="53533"/>
            </a:xfrm>
            <a:prstGeom prst="rect">
              <a:avLst/>
            </a:prstGeom>
            <a:solidFill>
              <a:srgbClr val="D9D9D9"/>
            </a:solidFill>
            <a:ln w="19050">
              <a:noFill/>
            </a:ln>
          </p:spPr>
          <p:txBody>
            <a:bodyPr wrap="square" rtlCol="0" anchor="ctr">
              <a:spAutoFit/>
            </a:bodyPr>
            <a:lstStyle/>
            <a:p>
              <a:pPr algn="ctr" defTabSz="914400"/>
              <a:endParaRPr lang="en-US" sz="1600" dirty="0">
                <a:solidFill>
                  <a:srgbClr val="5F5F5F"/>
                </a:solidFill>
                <a:ea typeface="Open Sans" pitchFamily="34" charset="0"/>
                <a:cs typeface="Open Sans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3" name="Background [-1]" hidden="1"/>
            <p:cNvSpPr>
              <a:spLocks/>
            </p:cNvSpPr>
            <p:nvPr>
              <p:custDataLst>
                <p:tags r:id="rId89"/>
              </p:custDataLst>
            </p:nvPr>
          </p:nvSpPr>
          <p:spPr>
            <a:xfrm>
              <a:off x="2903220" y="3109462"/>
              <a:ext cx="182880" cy="53533"/>
            </a:xfrm>
            <a:prstGeom prst="rect">
              <a:avLst/>
            </a:prstGeom>
            <a:solidFill>
              <a:srgbClr val="D9D9D9"/>
            </a:solidFill>
            <a:ln w="19050">
              <a:noFill/>
            </a:ln>
          </p:spPr>
          <p:txBody>
            <a:bodyPr wrap="square" rtlCol="0" anchor="ctr">
              <a:spAutoFit/>
            </a:bodyPr>
            <a:lstStyle/>
            <a:p>
              <a:pPr algn="ctr" defTabSz="914400"/>
              <a:endParaRPr lang="en-US" sz="1600" dirty="0">
                <a:solidFill>
                  <a:srgbClr val="5F5F5F"/>
                </a:solidFill>
                <a:ea typeface="Open Sans" pitchFamily="34" charset="0"/>
                <a:cs typeface="Open Sans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4" name="Background [-1]" hidden="1"/>
            <p:cNvSpPr>
              <a:spLocks/>
            </p:cNvSpPr>
            <p:nvPr>
              <p:custDataLst>
                <p:tags r:id="rId90"/>
              </p:custDataLst>
            </p:nvPr>
          </p:nvSpPr>
          <p:spPr>
            <a:xfrm>
              <a:off x="2903220" y="3198995"/>
              <a:ext cx="182880" cy="53533"/>
            </a:xfrm>
            <a:prstGeom prst="rect">
              <a:avLst/>
            </a:prstGeom>
            <a:solidFill>
              <a:srgbClr val="D9D9D9"/>
            </a:solidFill>
            <a:ln w="19050">
              <a:noFill/>
            </a:ln>
          </p:spPr>
          <p:txBody>
            <a:bodyPr wrap="square" rtlCol="0" anchor="ctr">
              <a:spAutoFit/>
            </a:bodyPr>
            <a:lstStyle/>
            <a:p>
              <a:pPr algn="ctr" defTabSz="914400"/>
              <a:endParaRPr lang="en-US" sz="1600" dirty="0">
                <a:solidFill>
                  <a:srgbClr val="5F5F5F"/>
                </a:solidFill>
                <a:ea typeface="Open Sans" pitchFamily="34" charset="0"/>
                <a:cs typeface="Open Sans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5" name="Background [-1]" hidden="1"/>
            <p:cNvSpPr>
              <a:spLocks/>
            </p:cNvSpPr>
            <p:nvPr>
              <p:custDataLst>
                <p:tags r:id="rId91"/>
              </p:custDataLst>
            </p:nvPr>
          </p:nvSpPr>
          <p:spPr>
            <a:xfrm>
              <a:off x="2903220" y="3288528"/>
              <a:ext cx="182880" cy="53533"/>
            </a:xfrm>
            <a:prstGeom prst="rect">
              <a:avLst/>
            </a:prstGeom>
            <a:solidFill>
              <a:srgbClr val="D9D9D9"/>
            </a:solidFill>
            <a:ln w="19050">
              <a:noFill/>
            </a:ln>
          </p:spPr>
          <p:txBody>
            <a:bodyPr wrap="square" rtlCol="0" anchor="ctr">
              <a:spAutoFit/>
            </a:bodyPr>
            <a:lstStyle/>
            <a:p>
              <a:pPr algn="ctr" defTabSz="914400"/>
              <a:endParaRPr lang="en-US" sz="1600" dirty="0">
                <a:solidFill>
                  <a:srgbClr val="5F5F5F"/>
                </a:solidFill>
                <a:ea typeface="Open Sans" pitchFamily="34" charset="0"/>
                <a:cs typeface="Open Sans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6" name="Background [-1]" hidden="1"/>
            <p:cNvSpPr>
              <a:spLocks/>
            </p:cNvSpPr>
            <p:nvPr>
              <p:custDataLst>
                <p:tags r:id="rId92"/>
              </p:custDataLst>
            </p:nvPr>
          </p:nvSpPr>
          <p:spPr>
            <a:xfrm>
              <a:off x="2903220" y="3378060"/>
              <a:ext cx="182880" cy="53533"/>
            </a:xfrm>
            <a:prstGeom prst="rect">
              <a:avLst/>
            </a:prstGeom>
            <a:solidFill>
              <a:srgbClr val="D9D9D9"/>
            </a:solidFill>
            <a:ln w="19050">
              <a:noFill/>
            </a:ln>
          </p:spPr>
          <p:txBody>
            <a:bodyPr wrap="square" rtlCol="0" anchor="ctr">
              <a:spAutoFit/>
            </a:bodyPr>
            <a:lstStyle/>
            <a:p>
              <a:pPr algn="ctr" defTabSz="914400"/>
              <a:endParaRPr lang="en-US" sz="1600" dirty="0">
                <a:solidFill>
                  <a:srgbClr val="5F5F5F"/>
                </a:solidFill>
                <a:ea typeface="Open Sans" pitchFamily="34" charset="0"/>
                <a:cs typeface="Open Sans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7" name="Background [-1]" hidden="1"/>
            <p:cNvSpPr>
              <a:spLocks/>
            </p:cNvSpPr>
            <p:nvPr>
              <p:custDataLst>
                <p:tags r:id="rId93"/>
              </p:custDataLst>
            </p:nvPr>
          </p:nvSpPr>
          <p:spPr>
            <a:xfrm>
              <a:off x="2903220" y="3467593"/>
              <a:ext cx="182880" cy="53533"/>
            </a:xfrm>
            <a:prstGeom prst="rect">
              <a:avLst/>
            </a:prstGeom>
            <a:solidFill>
              <a:srgbClr val="D9D9D9"/>
            </a:solidFill>
            <a:ln w="19050">
              <a:noFill/>
            </a:ln>
          </p:spPr>
          <p:txBody>
            <a:bodyPr wrap="square" rtlCol="0" anchor="ctr">
              <a:spAutoFit/>
            </a:bodyPr>
            <a:lstStyle/>
            <a:p>
              <a:pPr algn="ctr" defTabSz="914400"/>
              <a:endParaRPr lang="en-US" sz="1600" dirty="0">
                <a:solidFill>
                  <a:srgbClr val="5F5F5F"/>
                </a:solidFill>
                <a:ea typeface="Open Sans" pitchFamily="34" charset="0"/>
                <a:cs typeface="Open Sans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8" name="Background [-1]" hidden="1"/>
            <p:cNvSpPr>
              <a:spLocks/>
            </p:cNvSpPr>
            <p:nvPr>
              <p:custDataLst>
                <p:tags r:id="rId94"/>
              </p:custDataLst>
            </p:nvPr>
          </p:nvSpPr>
          <p:spPr>
            <a:xfrm>
              <a:off x="2903220" y="3559559"/>
              <a:ext cx="182880" cy="48666"/>
            </a:xfrm>
            <a:prstGeom prst="rect">
              <a:avLst/>
            </a:prstGeom>
            <a:solidFill>
              <a:srgbClr val="D9D9D9"/>
            </a:solidFill>
            <a:ln w="19050">
              <a:noFill/>
            </a:ln>
          </p:spPr>
          <p:txBody>
            <a:bodyPr wrap="square" rtlCol="0" anchor="ctr">
              <a:spAutoFit/>
            </a:bodyPr>
            <a:lstStyle/>
            <a:p>
              <a:pPr algn="ctr" defTabSz="914400"/>
              <a:endParaRPr lang="en-US" sz="1600" dirty="0">
                <a:solidFill>
                  <a:srgbClr val="5F5F5F"/>
                </a:solidFill>
                <a:ea typeface="Open Sans" pitchFamily="34" charset="0"/>
                <a:cs typeface="Open Sans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19" name="Mark 0% [1+]" hidden="1"/>
            <p:cNvSpPr>
              <a:spLocks/>
            </p:cNvSpPr>
            <p:nvPr>
              <p:custDataLst>
                <p:tags r:id="rId95"/>
              </p:custDataLst>
            </p:nvPr>
          </p:nvSpPr>
          <p:spPr>
            <a:xfrm>
              <a:off x="2903220" y="3557126"/>
              <a:ext cx="182880" cy="53533"/>
            </a:xfrm>
            <a:prstGeom prst="rect">
              <a:avLst/>
            </a:prstGeom>
            <a:solidFill>
              <a:srgbClr val="D9D9D9"/>
            </a:solidFill>
            <a:ln w="19050">
              <a:noFill/>
            </a:ln>
          </p:spPr>
          <p:txBody>
            <a:bodyPr wrap="square" rtlCol="0" anchor="ctr">
              <a:spAutoFit/>
            </a:bodyPr>
            <a:lstStyle/>
            <a:p>
              <a:pPr algn="ctr" defTabSz="914400"/>
              <a:endParaRPr lang="en-US" sz="1600" dirty="0">
                <a:solidFill>
                  <a:srgbClr val="5F5F5F"/>
                </a:solidFill>
                <a:ea typeface="Open Sans" pitchFamily="34" charset="0"/>
                <a:cs typeface="Open Sans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0" name="Mark 10% [1+]" hidden="1"/>
            <p:cNvSpPr>
              <a:spLocks/>
            </p:cNvSpPr>
            <p:nvPr>
              <p:custDataLst>
                <p:tags r:id="rId96"/>
              </p:custDataLst>
            </p:nvPr>
          </p:nvSpPr>
          <p:spPr>
            <a:xfrm>
              <a:off x="2903220" y="3557126"/>
              <a:ext cx="182880" cy="53533"/>
            </a:xfrm>
            <a:prstGeom prst="rect">
              <a:avLst/>
            </a:prstGeom>
            <a:solidFill>
              <a:srgbClr val="4A7DB1"/>
            </a:solidFill>
            <a:ln w="19050">
              <a:noFill/>
            </a:ln>
          </p:spPr>
          <p:txBody>
            <a:bodyPr wrap="square" rtlCol="0" anchor="ctr">
              <a:spAutoFit/>
            </a:bodyPr>
            <a:lstStyle/>
            <a:p>
              <a:pPr algn="ctr" defTabSz="914400"/>
              <a:endParaRPr lang="en-US" sz="1600" dirty="0">
                <a:solidFill>
                  <a:srgbClr val="5F5F5F"/>
                </a:solidFill>
                <a:ea typeface="Open Sans" pitchFamily="34" charset="0"/>
                <a:cs typeface="Open Sans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1" name="Mark 20% [2+]" hidden="1"/>
            <p:cNvSpPr>
              <a:spLocks/>
            </p:cNvSpPr>
            <p:nvPr>
              <p:custDataLst>
                <p:tags r:id="rId97"/>
              </p:custDataLst>
            </p:nvPr>
          </p:nvSpPr>
          <p:spPr>
            <a:xfrm>
              <a:off x="2903220" y="3467593"/>
              <a:ext cx="182880" cy="53533"/>
            </a:xfrm>
            <a:prstGeom prst="rect">
              <a:avLst/>
            </a:prstGeom>
            <a:solidFill>
              <a:srgbClr val="4A7DB1"/>
            </a:solidFill>
            <a:ln w="19050">
              <a:noFill/>
            </a:ln>
          </p:spPr>
          <p:txBody>
            <a:bodyPr wrap="square" rtlCol="0" anchor="ctr">
              <a:spAutoFit/>
            </a:bodyPr>
            <a:lstStyle/>
            <a:p>
              <a:pPr algn="ctr" defTabSz="914400"/>
              <a:endParaRPr lang="en-US" sz="1600" dirty="0">
                <a:solidFill>
                  <a:srgbClr val="5F5F5F"/>
                </a:solidFill>
                <a:ea typeface="Open Sans" pitchFamily="34" charset="0"/>
                <a:cs typeface="Open Sans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2" name="Mark 30% [3+]" hidden="1"/>
            <p:cNvSpPr>
              <a:spLocks/>
            </p:cNvSpPr>
            <p:nvPr>
              <p:custDataLst>
                <p:tags r:id="rId98"/>
              </p:custDataLst>
            </p:nvPr>
          </p:nvSpPr>
          <p:spPr>
            <a:xfrm>
              <a:off x="2903220" y="3378060"/>
              <a:ext cx="182880" cy="53533"/>
            </a:xfrm>
            <a:prstGeom prst="rect">
              <a:avLst/>
            </a:prstGeom>
            <a:solidFill>
              <a:srgbClr val="4A7DB1"/>
            </a:solidFill>
            <a:ln w="19050">
              <a:noFill/>
            </a:ln>
          </p:spPr>
          <p:txBody>
            <a:bodyPr wrap="square" rtlCol="0" anchor="ctr">
              <a:spAutoFit/>
            </a:bodyPr>
            <a:lstStyle/>
            <a:p>
              <a:pPr algn="ctr" defTabSz="914400"/>
              <a:endParaRPr lang="en-US" sz="1600" dirty="0">
                <a:solidFill>
                  <a:srgbClr val="5F5F5F"/>
                </a:solidFill>
                <a:ea typeface="Open Sans" pitchFamily="34" charset="0"/>
                <a:cs typeface="Open Sans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3" name="Mark 40% [4+]" hidden="1"/>
            <p:cNvSpPr>
              <a:spLocks/>
            </p:cNvSpPr>
            <p:nvPr>
              <p:custDataLst>
                <p:tags r:id="rId99"/>
              </p:custDataLst>
            </p:nvPr>
          </p:nvSpPr>
          <p:spPr>
            <a:xfrm>
              <a:off x="2903220" y="3288528"/>
              <a:ext cx="182880" cy="53533"/>
            </a:xfrm>
            <a:prstGeom prst="rect">
              <a:avLst/>
            </a:prstGeom>
            <a:solidFill>
              <a:srgbClr val="4A7DB1"/>
            </a:solidFill>
            <a:ln w="19050">
              <a:noFill/>
            </a:ln>
          </p:spPr>
          <p:txBody>
            <a:bodyPr wrap="square" rtlCol="0" anchor="ctr">
              <a:spAutoFit/>
            </a:bodyPr>
            <a:lstStyle/>
            <a:p>
              <a:pPr algn="ctr" defTabSz="914400"/>
              <a:endParaRPr lang="en-US" sz="1600" dirty="0">
                <a:solidFill>
                  <a:srgbClr val="5F5F5F"/>
                </a:solidFill>
                <a:ea typeface="Open Sans" pitchFamily="34" charset="0"/>
                <a:cs typeface="Open Sans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4" name="Mark 50% [5+]" hidden="1"/>
            <p:cNvSpPr>
              <a:spLocks/>
            </p:cNvSpPr>
            <p:nvPr>
              <p:custDataLst>
                <p:tags r:id="rId100"/>
              </p:custDataLst>
            </p:nvPr>
          </p:nvSpPr>
          <p:spPr>
            <a:xfrm>
              <a:off x="2903220" y="3198995"/>
              <a:ext cx="182880" cy="53533"/>
            </a:xfrm>
            <a:prstGeom prst="rect">
              <a:avLst/>
            </a:prstGeom>
            <a:solidFill>
              <a:srgbClr val="4A7DB1"/>
            </a:solidFill>
            <a:ln w="19050">
              <a:noFill/>
            </a:ln>
          </p:spPr>
          <p:txBody>
            <a:bodyPr wrap="square" rtlCol="0" anchor="ctr">
              <a:spAutoFit/>
            </a:bodyPr>
            <a:lstStyle/>
            <a:p>
              <a:pPr algn="ctr" defTabSz="914400"/>
              <a:endParaRPr lang="en-US" sz="1600" dirty="0">
                <a:solidFill>
                  <a:srgbClr val="5F5F5F"/>
                </a:solidFill>
                <a:ea typeface="Open Sans" pitchFamily="34" charset="0"/>
                <a:cs typeface="Open Sans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5" name="Mark 60% [6+]" hidden="1"/>
            <p:cNvSpPr>
              <a:spLocks/>
            </p:cNvSpPr>
            <p:nvPr>
              <p:custDataLst>
                <p:tags r:id="rId101"/>
              </p:custDataLst>
            </p:nvPr>
          </p:nvSpPr>
          <p:spPr>
            <a:xfrm>
              <a:off x="2903220" y="3109462"/>
              <a:ext cx="182880" cy="53533"/>
            </a:xfrm>
            <a:prstGeom prst="rect">
              <a:avLst/>
            </a:prstGeom>
            <a:solidFill>
              <a:srgbClr val="4A7DB1"/>
            </a:solidFill>
            <a:ln w="19050">
              <a:noFill/>
            </a:ln>
          </p:spPr>
          <p:txBody>
            <a:bodyPr wrap="square" rtlCol="0" anchor="ctr">
              <a:spAutoFit/>
            </a:bodyPr>
            <a:lstStyle/>
            <a:p>
              <a:pPr algn="ctr" defTabSz="914400"/>
              <a:endParaRPr lang="en-US" sz="1600" dirty="0">
                <a:solidFill>
                  <a:srgbClr val="5F5F5F"/>
                </a:solidFill>
                <a:ea typeface="Open Sans" pitchFamily="34" charset="0"/>
                <a:cs typeface="Open Sans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6" name="Mark 70% [7+]" hidden="1"/>
            <p:cNvSpPr>
              <a:spLocks/>
            </p:cNvSpPr>
            <p:nvPr>
              <p:custDataLst>
                <p:tags r:id="rId102"/>
              </p:custDataLst>
            </p:nvPr>
          </p:nvSpPr>
          <p:spPr>
            <a:xfrm>
              <a:off x="2903220" y="3019929"/>
              <a:ext cx="182880" cy="53533"/>
            </a:xfrm>
            <a:prstGeom prst="rect">
              <a:avLst/>
            </a:prstGeom>
            <a:solidFill>
              <a:srgbClr val="4A7DB1"/>
            </a:solidFill>
            <a:ln w="19050">
              <a:noFill/>
            </a:ln>
          </p:spPr>
          <p:txBody>
            <a:bodyPr wrap="square" rtlCol="0" anchor="ctr">
              <a:spAutoFit/>
            </a:bodyPr>
            <a:lstStyle/>
            <a:p>
              <a:pPr algn="ctr" defTabSz="914400"/>
              <a:endParaRPr lang="en-US" sz="1600" dirty="0">
                <a:solidFill>
                  <a:srgbClr val="5F5F5F"/>
                </a:solidFill>
                <a:ea typeface="Open Sans" pitchFamily="34" charset="0"/>
                <a:cs typeface="Open Sans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7" name="Mark 80% [8+]" hidden="1"/>
            <p:cNvSpPr>
              <a:spLocks/>
            </p:cNvSpPr>
            <p:nvPr>
              <p:custDataLst>
                <p:tags r:id="rId103"/>
              </p:custDataLst>
            </p:nvPr>
          </p:nvSpPr>
          <p:spPr>
            <a:xfrm>
              <a:off x="2903220" y="2930396"/>
              <a:ext cx="182880" cy="53533"/>
            </a:xfrm>
            <a:prstGeom prst="rect">
              <a:avLst/>
            </a:prstGeom>
            <a:solidFill>
              <a:srgbClr val="4A7DB1"/>
            </a:solidFill>
            <a:ln w="19050">
              <a:noFill/>
            </a:ln>
          </p:spPr>
          <p:txBody>
            <a:bodyPr wrap="square" rtlCol="0" anchor="ctr">
              <a:spAutoFit/>
            </a:bodyPr>
            <a:lstStyle/>
            <a:p>
              <a:pPr algn="ctr" defTabSz="914400"/>
              <a:endParaRPr lang="en-US" sz="1600" dirty="0">
                <a:solidFill>
                  <a:srgbClr val="5F5F5F"/>
                </a:solidFill>
                <a:ea typeface="Open Sans" pitchFamily="34" charset="0"/>
                <a:cs typeface="Open Sans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8" name="Mark 90% [9+]" hidden="1"/>
            <p:cNvSpPr>
              <a:spLocks/>
            </p:cNvSpPr>
            <p:nvPr>
              <p:custDataLst>
                <p:tags r:id="rId104"/>
              </p:custDataLst>
            </p:nvPr>
          </p:nvSpPr>
          <p:spPr>
            <a:xfrm>
              <a:off x="2903220" y="2840863"/>
              <a:ext cx="182880" cy="53533"/>
            </a:xfrm>
            <a:prstGeom prst="rect">
              <a:avLst/>
            </a:prstGeom>
            <a:solidFill>
              <a:srgbClr val="4A7DB1"/>
            </a:solidFill>
            <a:ln w="19050">
              <a:noFill/>
            </a:ln>
          </p:spPr>
          <p:txBody>
            <a:bodyPr wrap="square" rtlCol="0" anchor="ctr">
              <a:spAutoFit/>
            </a:bodyPr>
            <a:lstStyle/>
            <a:p>
              <a:pPr algn="ctr" defTabSz="914400"/>
              <a:endParaRPr lang="en-US" sz="1600" dirty="0">
                <a:solidFill>
                  <a:srgbClr val="5F5F5F"/>
                </a:solidFill>
                <a:ea typeface="Open Sans" pitchFamily="34" charset="0"/>
                <a:cs typeface="Open Sans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29" name="Mark 100% [10+]" hidden="1"/>
            <p:cNvSpPr/>
            <p:nvPr>
              <p:custDataLst>
                <p:tags r:id="rId105"/>
              </p:custDataLst>
            </p:nvPr>
          </p:nvSpPr>
          <p:spPr>
            <a:xfrm>
              <a:off x="2903220" y="2751330"/>
              <a:ext cx="182880" cy="53533"/>
            </a:xfrm>
            <a:prstGeom prst="rect">
              <a:avLst/>
            </a:prstGeom>
            <a:solidFill>
              <a:srgbClr val="4A7DB1"/>
            </a:solidFill>
            <a:ln w="19050">
              <a:noFill/>
            </a:ln>
          </p:spPr>
          <p:txBody>
            <a:bodyPr wrap="square" rtlCol="0" anchor="ctr">
              <a:spAutoFit/>
            </a:bodyPr>
            <a:lstStyle/>
            <a:p>
              <a:pPr algn="ctr" defTabSz="914400"/>
              <a:endParaRPr lang="en-US" sz="1600" dirty="0">
                <a:solidFill>
                  <a:srgbClr val="5F5F5F"/>
                </a:solidFill>
                <a:ea typeface="Open Sans" pitchFamily="34" charset="0"/>
                <a:cs typeface="Open Sans" pitchFamily="34" charset="0"/>
                <a:sym typeface="Wingdings" panose="05000000000000000000" pitchFamily="2" charset="2"/>
              </a:endParaRPr>
            </a:p>
          </p:txBody>
        </p:sp>
      </p:grpSp>
      <p:grpSp>
        <p:nvGrpSpPr>
          <p:cNvPr id="30" name="Switch 2" hidden="1"/>
          <p:cNvGrpSpPr>
            <a:grpSpLocks noChangeAspect="1"/>
          </p:cNvGrpSpPr>
          <p:nvPr>
            <p:custDataLst>
              <p:tags r:id="rId37"/>
            </p:custDataLst>
          </p:nvPr>
        </p:nvGrpSpPr>
        <p:grpSpPr>
          <a:xfrm>
            <a:off x="10033000" y="0"/>
            <a:ext cx="502920" cy="288544"/>
            <a:chOff x="3505681" y="2929309"/>
            <a:chExt cx="502920" cy="288544"/>
          </a:xfrm>
        </p:grpSpPr>
        <p:sp>
          <p:nvSpPr>
            <p:cNvPr id="31" name="Background [1]" hidden="1"/>
            <p:cNvSpPr>
              <a:spLocks/>
            </p:cNvSpPr>
            <p:nvPr>
              <p:custDataLst>
                <p:tags r:id="rId81"/>
              </p:custDataLst>
            </p:nvPr>
          </p:nvSpPr>
          <p:spPr>
            <a:xfrm>
              <a:off x="3505681" y="2929309"/>
              <a:ext cx="502920" cy="288544"/>
            </a:xfrm>
            <a:prstGeom prst="roundRect">
              <a:avLst>
                <a:gd name="adj" fmla="val 50000"/>
              </a:avLst>
            </a:prstGeom>
            <a:solidFill>
              <a:srgbClr val="68A490"/>
            </a:solidFill>
            <a:ln w="19050"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 defTabSz="914400"/>
              <a:endParaRPr lang="en-US" sz="1600" dirty="0">
                <a:solidFill>
                  <a:srgbClr val="5F5F5F"/>
                </a:solidFill>
                <a:ea typeface="Open Sans" pitchFamily="34" charset="0"/>
                <a:cs typeface="Open Sans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32" name="Knob [1]" hidden="1"/>
            <p:cNvSpPr>
              <a:spLocks/>
            </p:cNvSpPr>
            <p:nvPr>
              <p:custDataLst>
                <p:tags r:id="rId82"/>
              </p:custDataLst>
            </p:nvPr>
          </p:nvSpPr>
          <p:spPr>
            <a:xfrm>
              <a:off x="3715993" y="2929309"/>
              <a:ext cx="292608" cy="28854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 defTabSz="914400"/>
              <a:endParaRPr lang="en-US" sz="1600" dirty="0">
                <a:solidFill>
                  <a:srgbClr val="5F5F5F"/>
                </a:solidFill>
                <a:ea typeface="Open Sans" pitchFamily="34" charset="0"/>
                <a:cs typeface="Open Sans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33" name="Background [0]" hidden="1"/>
            <p:cNvSpPr>
              <a:spLocks/>
            </p:cNvSpPr>
            <p:nvPr>
              <p:custDataLst>
                <p:tags r:id="rId83"/>
              </p:custDataLst>
            </p:nvPr>
          </p:nvSpPr>
          <p:spPr>
            <a:xfrm>
              <a:off x="3505681" y="2929309"/>
              <a:ext cx="502920" cy="288544"/>
            </a:xfrm>
            <a:prstGeom prst="roundRect">
              <a:avLst>
                <a:gd name="adj" fmla="val 50000"/>
              </a:avLst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 defTabSz="914400"/>
              <a:endParaRPr lang="en-US" sz="1600" dirty="0">
                <a:solidFill>
                  <a:srgbClr val="5F5F5F"/>
                </a:solidFill>
                <a:ea typeface="Open Sans" pitchFamily="34" charset="0"/>
                <a:cs typeface="Open Sans" pitchFamily="34" charset="0"/>
                <a:sym typeface="Wingdings" panose="05000000000000000000" pitchFamily="2" charset="2"/>
              </a:endParaRPr>
            </a:p>
          </p:txBody>
        </p:sp>
        <p:sp>
          <p:nvSpPr>
            <p:cNvPr id="35" name="Knob [0]" hidden="1"/>
            <p:cNvSpPr>
              <a:spLocks/>
            </p:cNvSpPr>
            <p:nvPr>
              <p:custDataLst>
                <p:tags r:id="rId84"/>
              </p:custDataLst>
            </p:nvPr>
          </p:nvSpPr>
          <p:spPr>
            <a:xfrm>
              <a:off x="3505681" y="2929309"/>
              <a:ext cx="292608" cy="28854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 defTabSz="914400"/>
              <a:endParaRPr lang="en-US" sz="1600" dirty="0">
                <a:solidFill>
                  <a:srgbClr val="5F5F5F"/>
                </a:solidFill>
                <a:ea typeface="Open Sans" pitchFamily="34" charset="0"/>
                <a:cs typeface="Open Sans" pitchFamily="34" charset="0"/>
                <a:sym typeface="Wingdings" panose="05000000000000000000" pitchFamily="2" charset="2"/>
              </a:endParaRPr>
            </a:p>
          </p:txBody>
        </p:sp>
      </p:grpSp>
      <p:grpSp>
        <p:nvGrpSpPr>
          <p:cNvPr id="36" name="Harvey 4" hidden="1"/>
          <p:cNvGrpSpPr>
            <a:grpSpLocks noChangeAspect="1"/>
          </p:cNvGrpSpPr>
          <p:nvPr>
            <p:custDataLst>
              <p:tags r:id="rId38"/>
            </p:custDataLst>
          </p:nvPr>
        </p:nvGrpSpPr>
        <p:grpSpPr>
          <a:xfrm>
            <a:off x="10033000" y="0"/>
            <a:ext cx="292608" cy="292608"/>
            <a:chOff x="0" y="0"/>
            <a:chExt cx="914400" cy="914400"/>
          </a:xfrm>
          <a:solidFill>
            <a:schemeClr val="tx1"/>
          </a:solidFill>
        </p:grpSpPr>
        <p:sp>
          <p:nvSpPr>
            <p:cNvPr id="37" name="Harvey 0/4 [0]" hidden="1"/>
            <p:cNvSpPr>
              <a:spLocks noChangeAspect="1"/>
            </p:cNvSpPr>
            <p:nvPr>
              <p:custDataLst>
                <p:tags r:id="rId76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 sz="1800">
                <a:solidFill>
                  <a:srgbClr val="5F5F5F"/>
                </a:solidFill>
              </a:endParaRPr>
            </a:p>
          </p:txBody>
        </p:sp>
        <p:sp>
          <p:nvSpPr>
            <p:cNvPr id="38" name="Harvey 1/4 [1]" hidden="1"/>
            <p:cNvSpPr>
              <a:spLocks noChangeAspect="1"/>
            </p:cNvSpPr>
            <p:nvPr>
              <p:custDataLst>
                <p:tags r:id="rId77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 sz="1800">
                <a:solidFill>
                  <a:srgbClr val="5F5F5F"/>
                </a:solidFill>
              </a:endParaRPr>
            </a:p>
          </p:txBody>
        </p:sp>
        <p:sp>
          <p:nvSpPr>
            <p:cNvPr id="39" name="Harvey 2/4 [2]" hidden="1"/>
            <p:cNvSpPr>
              <a:spLocks noChangeAspect="1"/>
            </p:cNvSpPr>
            <p:nvPr>
              <p:custDataLst>
                <p:tags r:id="rId78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 sz="1800">
                <a:solidFill>
                  <a:srgbClr val="5F5F5F"/>
                </a:solidFill>
              </a:endParaRPr>
            </a:p>
          </p:txBody>
        </p:sp>
        <p:sp>
          <p:nvSpPr>
            <p:cNvPr id="40" name="Harvey 3/4 [3]" hidden="1"/>
            <p:cNvSpPr>
              <a:spLocks noChangeAspect="1"/>
            </p:cNvSpPr>
            <p:nvPr>
              <p:custDataLst>
                <p:tags r:id="rId79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 sz="1800">
                <a:solidFill>
                  <a:srgbClr val="5F5F5F"/>
                </a:solidFill>
              </a:endParaRPr>
            </a:p>
          </p:txBody>
        </p:sp>
        <p:sp>
          <p:nvSpPr>
            <p:cNvPr id="41" name="Harvey 4/4 [4]" hidden="1"/>
            <p:cNvSpPr>
              <a:spLocks noChangeAspect="1"/>
            </p:cNvSpPr>
            <p:nvPr>
              <p:custDataLst>
                <p:tags r:id="rId80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 sz="1800">
                <a:solidFill>
                  <a:srgbClr val="5F5F5F"/>
                </a:solidFill>
              </a:endParaRPr>
            </a:p>
          </p:txBody>
        </p:sp>
      </p:grpSp>
      <p:grpSp>
        <p:nvGrpSpPr>
          <p:cNvPr id="42" name="Harvey 3" hidden="1"/>
          <p:cNvGrpSpPr>
            <a:grpSpLocks noChangeAspect="1"/>
          </p:cNvGrpSpPr>
          <p:nvPr>
            <p:custDataLst>
              <p:tags r:id="rId39"/>
            </p:custDataLst>
          </p:nvPr>
        </p:nvGrpSpPr>
        <p:grpSpPr>
          <a:xfrm>
            <a:off x="10033000" y="0"/>
            <a:ext cx="292608" cy="292608"/>
            <a:chOff x="0" y="0"/>
            <a:chExt cx="914400" cy="914400"/>
          </a:xfrm>
          <a:solidFill>
            <a:schemeClr val="tx1"/>
          </a:solidFill>
        </p:grpSpPr>
        <p:sp>
          <p:nvSpPr>
            <p:cNvPr id="43" name="Harvey 0/3 [0]" hidden="1"/>
            <p:cNvSpPr>
              <a:spLocks noChangeAspect="1"/>
            </p:cNvSpPr>
            <p:nvPr>
              <p:custDataLst>
                <p:tags r:id="rId72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 sz="1800">
                <a:solidFill>
                  <a:srgbClr val="5F5F5F"/>
                </a:solidFill>
              </a:endParaRPr>
            </a:p>
          </p:txBody>
        </p:sp>
        <p:sp>
          <p:nvSpPr>
            <p:cNvPr id="44" name="Harvey 1/3 [1]" hidden="1"/>
            <p:cNvSpPr>
              <a:spLocks noChangeAspect="1"/>
            </p:cNvSpPr>
            <p:nvPr>
              <p:custDataLst>
                <p:tags r:id="rId73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2463" y="476249"/>
                  </a:moveTo>
                  <a:arcTo wR="317500" hR="317500" stAng="1800000" swAng="144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 sz="1800">
                <a:solidFill>
                  <a:srgbClr val="5F5F5F"/>
                </a:solidFill>
              </a:endParaRPr>
            </a:p>
          </p:txBody>
        </p:sp>
        <p:sp>
          <p:nvSpPr>
            <p:cNvPr id="45" name="Harvey 2/3 [2]" hidden="1"/>
            <p:cNvSpPr>
              <a:spLocks noChangeAspect="1"/>
            </p:cNvSpPr>
            <p:nvPr>
              <p:custDataLst>
                <p:tags r:id="rId74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2536" y="476250"/>
                  </a:moveTo>
                  <a:arcTo wR="317500" hR="317500" stAng="9000000" swAng="72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 sz="1800">
                <a:solidFill>
                  <a:srgbClr val="5F5F5F"/>
                </a:solidFill>
              </a:endParaRPr>
            </a:p>
          </p:txBody>
        </p:sp>
        <p:sp>
          <p:nvSpPr>
            <p:cNvPr id="46" name="Harvey 3/3 [3]" hidden="1"/>
            <p:cNvSpPr>
              <a:spLocks noChangeAspect="1"/>
            </p:cNvSpPr>
            <p:nvPr>
              <p:custDataLst>
                <p:tags r:id="rId75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 sz="1800">
                <a:solidFill>
                  <a:srgbClr val="5F5F5F"/>
                </a:solidFill>
              </a:endParaRPr>
            </a:p>
          </p:txBody>
        </p:sp>
      </p:grpSp>
      <p:grpSp>
        <p:nvGrpSpPr>
          <p:cNvPr id="47" name="Harvey 8" hidden="1"/>
          <p:cNvGrpSpPr>
            <a:grpSpLocks noChangeAspect="1"/>
          </p:cNvGrpSpPr>
          <p:nvPr>
            <p:custDataLst>
              <p:tags r:id="rId40"/>
            </p:custDataLst>
          </p:nvPr>
        </p:nvGrpSpPr>
        <p:grpSpPr>
          <a:xfrm>
            <a:off x="10033000" y="0"/>
            <a:ext cx="292608" cy="292608"/>
            <a:chOff x="0" y="0"/>
            <a:chExt cx="914400" cy="914400"/>
          </a:xfrm>
          <a:solidFill>
            <a:schemeClr val="tx1"/>
          </a:solidFill>
        </p:grpSpPr>
        <p:sp>
          <p:nvSpPr>
            <p:cNvPr id="48" name="Harvey 0/8 [0]" hidden="1"/>
            <p:cNvSpPr>
              <a:spLocks noChangeAspect="1"/>
            </p:cNvSpPr>
            <p:nvPr>
              <p:custDataLst>
                <p:tags r:id="rId63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 sz="1800">
                <a:solidFill>
                  <a:srgbClr val="5F5F5F"/>
                </a:solidFill>
              </a:endParaRPr>
            </a:p>
          </p:txBody>
        </p:sp>
        <p:sp>
          <p:nvSpPr>
            <p:cNvPr id="49" name="Harvey 1/8 [1]" hidden="1"/>
            <p:cNvSpPr>
              <a:spLocks noChangeAspect="1"/>
            </p:cNvSpPr>
            <p:nvPr>
              <p:custDataLst>
                <p:tags r:id="rId64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7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2006" y="92993"/>
                  </a:moveTo>
                  <a:arcTo wR="317500" hR="317500" stAng="-2700000" swAng="189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 sz="1800">
                <a:solidFill>
                  <a:srgbClr val="5F5F5F"/>
                </a:solidFill>
              </a:endParaRPr>
            </a:p>
          </p:txBody>
        </p:sp>
        <p:sp>
          <p:nvSpPr>
            <p:cNvPr id="50" name="Harvey 2/8 [2]" hidden="1"/>
            <p:cNvSpPr>
              <a:spLocks noChangeAspect="1"/>
            </p:cNvSpPr>
            <p:nvPr>
              <p:custDataLst>
                <p:tags r:id="rId65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 sz="1800">
                <a:solidFill>
                  <a:srgbClr val="5F5F5F"/>
                </a:solidFill>
              </a:endParaRPr>
            </a:p>
          </p:txBody>
        </p:sp>
        <p:sp>
          <p:nvSpPr>
            <p:cNvPr id="51" name="Harvey 3/8 [3]" hidden="1"/>
            <p:cNvSpPr>
              <a:spLocks noChangeAspect="1"/>
            </p:cNvSpPr>
            <p:nvPr>
              <p:custDataLst>
                <p:tags r:id="rId66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1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2006" y="542006"/>
                  </a:moveTo>
                  <a:arcTo wR="317500" hR="317500" stAng="2700000" swAng="135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 sz="1800">
                <a:solidFill>
                  <a:srgbClr val="5F5F5F"/>
                </a:solidFill>
              </a:endParaRPr>
            </a:p>
          </p:txBody>
        </p:sp>
        <p:sp>
          <p:nvSpPr>
            <p:cNvPr id="52" name="Harvey 4/8 [4]" hidden="1"/>
            <p:cNvSpPr>
              <a:spLocks noChangeAspect="1"/>
            </p:cNvSpPr>
            <p:nvPr>
              <p:custDataLst>
                <p:tags r:id="rId67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 sz="1800">
                <a:solidFill>
                  <a:srgbClr val="5F5F5F"/>
                </a:solidFill>
              </a:endParaRPr>
            </a:p>
          </p:txBody>
        </p:sp>
        <p:sp>
          <p:nvSpPr>
            <p:cNvPr id="53" name="Harvey 5/8 [5]" hidden="1"/>
            <p:cNvSpPr>
              <a:spLocks noChangeAspect="1"/>
            </p:cNvSpPr>
            <p:nvPr>
              <p:custDataLst>
                <p:tags r:id="rId68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5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2993" y="542006"/>
                  </a:moveTo>
                  <a:arcTo wR="317500" hR="317500" stAng="8100000" swAng="81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 sz="1800">
                <a:solidFill>
                  <a:srgbClr val="5F5F5F"/>
                </a:solidFill>
              </a:endParaRPr>
            </a:p>
          </p:txBody>
        </p:sp>
        <p:sp>
          <p:nvSpPr>
            <p:cNvPr id="54" name="Harvey 6/8 [6]" hidden="1"/>
            <p:cNvSpPr>
              <a:spLocks noChangeAspect="1"/>
            </p:cNvSpPr>
            <p:nvPr>
              <p:custDataLst>
                <p:tags r:id="rId69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 sz="1800">
                <a:solidFill>
                  <a:srgbClr val="5F5F5F"/>
                </a:solidFill>
              </a:endParaRPr>
            </a:p>
          </p:txBody>
        </p:sp>
        <p:sp>
          <p:nvSpPr>
            <p:cNvPr id="55" name="Harvey 7/8 [7]" hidden="1"/>
            <p:cNvSpPr>
              <a:spLocks noChangeAspect="1"/>
            </p:cNvSpPr>
            <p:nvPr>
              <p:custDataLst>
                <p:tags r:id="rId70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9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2993" y="92993"/>
                  </a:moveTo>
                  <a:arcTo wR="317500" hR="317500" stAng="13500000" swAng="27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 sz="1800">
                <a:solidFill>
                  <a:srgbClr val="5F5F5F"/>
                </a:solidFill>
              </a:endParaRPr>
            </a:p>
          </p:txBody>
        </p:sp>
        <p:sp>
          <p:nvSpPr>
            <p:cNvPr id="56" name="Harvey 8/8 [8]" hidden="1"/>
            <p:cNvSpPr>
              <a:spLocks noChangeAspect="1"/>
            </p:cNvSpPr>
            <p:nvPr>
              <p:custDataLst>
                <p:tags r:id="rId71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en-US" sz="1800">
                <a:solidFill>
                  <a:srgbClr val="5F5F5F"/>
                </a:solidFill>
              </a:endParaRPr>
            </a:p>
          </p:txBody>
        </p:sp>
      </p:grpSp>
      <p:grpSp>
        <p:nvGrpSpPr>
          <p:cNvPr id="57" name="Traffic Light" hidden="1"/>
          <p:cNvGrpSpPr>
            <a:grpSpLocks noChangeAspect="1"/>
          </p:cNvGrpSpPr>
          <p:nvPr>
            <p:custDataLst>
              <p:tags r:id="rId41"/>
            </p:custDataLst>
          </p:nvPr>
        </p:nvGrpSpPr>
        <p:grpSpPr>
          <a:xfrm>
            <a:off x="10033000" y="0"/>
            <a:ext cx="110146" cy="398071"/>
            <a:chOff x="1906870" y="3585421"/>
            <a:chExt cx="194380" cy="702496"/>
          </a:xfrm>
        </p:grpSpPr>
        <p:sp>
          <p:nvSpPr>
            <p:cNvPr id="58" name="Top [0+]" hidden="1"/>
            <p:cNvSpPr>
              <a:spLocks noChangeAspect="1" noChangeArrowheads="1"/>
            </p:cNvSpPr>
            <p:nvPr>
              <p:custDataLst>
                <p:tags r:id="rId50"/>
              </p:custDataLst>
            </p:nvPr>
          </p:nvSpPr>
          <p:spPr bwMode="auto">
            <a:xfrm>
              <a:off x="1906870" y="3585421"/>
              <a:ext cx="194380" cy="19438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19050">
              <a:noFill/>
              <a:round/>
              <a:headEnd/>
              <a:tailEnd/>
            </a:ln>
            <a:effectLst/>
          </p:spPr>
          <p:txBody>
            <a:bodyPr wrap="none" lIns="0" tIns="0" rIns="0" bIns="0" anchor="ctr">
              <a:noAutofit/>
            </a:bodyPr>
            <a:lstStyle/>
            <a:p>
              <a:pPr algn="ctr" defTabSz="914400"/>
              <a:endParaRPr lang="en-US" sz="1800" dirty="0">
                <a:solidFill>
                  <a:srgbClr val="5F5F5F"/>
                </a:solidFill>
              </a:endParaRPr>
            </a:p>
          </p:txBody>
        </p:sp>
        <p:sp>
          <p:nvSpPr>
            <p:cNvPr id="59" name="Center [0+]" hidden="1"/>
            <p:cNvSpPr>
              <a:spLocks noChangeAspect="1" noChangeArrowheads="1"/>
            </p:cNvSpPr>
            <p:nvPr>
              <p:custDataLst>
                <p:tags r:id="rId51"/>
              </p:custDataLst>
            </p:nvPr>
          </p:nvSpPr>
          <p:spPr bwMode="auto">
            <a:xfrm>
              <a:off x="1906870" y="3839479"/>
              <a:ext cx="194380" cy="19438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19050">
              <a:noFill/>
              <a:round/>
              <a:headEnd/>
              <a:tailEnd/>
            </a:ln>
            <a:effectLst/>
          </p:spPr>
          <p:txBody>
            <a:bodyPr wrap="none" lIns="0" tIns="0" rIns="0" bIns="0" anchor="ctr">
              <a:noAutofit/>
            </a:bodyPr>
            <a:lstStyle/>
            <a:p>
              <a:pPr algn="ctr" defTabSz="914400"/>
              <a:endParaRPr lang="en-US" sz="1800" dirty="0">
                <a:solidFill>
                  <a:srgbClr val="5F5F5F"/>
                </a:solidFill>
              </a:endParaRPr>
            </a:p>
          </p:txBody>
        </p:sp>
        <p:sp>
          <p:nvSpPr>
            <p:cNvPr id="60" name="Bottom [0+]" hidden="1"/>
            <p:cNvSpPr>
              <a:spLocks noChangeAspect="1" noChangeArrowheads="1"/>
            </p:cNvSpPr>
            <p:nvPr>
              <p:custDataLst>
                <p:tags r:id="rId52"/>
              </p:custDataLst>
            </p:nvPr>
          </p:nvSpPr>
          <p:spPr bwMode="auto">
            <a:xfrm>
              <a:off x="1906870" y="4093537"/>
              <a:ext cx="194380" cy="19438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19050">
              <a:noFill/>
              <a:round/>
              <a:headEnd/>
              <a:tailEnd/>
            </a:ln>
            <a:effectLst/>
          </p:spPr>
          <p:txBody>
            <a:bodyPr wrap="none" lIns="0" tIns="0" rIns="0" bIns="0" anchor="ctr">
              <a:noAutofit/>
            </a:bodyPr>
            <a:lstStyle/>
            <a:p>
              <a:pPr algn="ctr" defTabSz="914400"/>
              <a:endParaRPr lang="en-US" sz="1800" dirty="0">
                <a:solidFill>
                  <a:srgbClr val="5F5F5F"/>
                </a:solidFill>
              </a:endParaRPr>
            </a:p>
          </p:txBody>
        </p:sp>
        <p:sp>
          <p:nvSpPr>
            <p:cNvPr id="61" name="1 [1]" hidden="1"/>
            <p:cNvSpPr>
              <a:spLocks noChangeAspect="1" noChangeArrowheads="1"/>
            </p:cNvSpPr>
            <p:nvPr>
              <p:custDataLst>
                <p:tags r:id="rId53"/>
              </p:custDataLst>
            </p:nvPr>
          </p:nvSpPr>
          <p:spPr bwMode="auto">
            <a:xfrm>
              <a:off x="1906870" y="3585421"/>
              <a:ext cx="194380" cy="194380"/>
            </a:xfrm>
            <a:prstGeom prst="ellipse">
              <a:avLst/>
            </a:prstGeom>
            <a:solidFill>
              <a:srgbClr val="D65532"/>
            </a:solidFill>
            <a:ln w="19050">
              <a:noFill/>
              <a:round/>
              <a:headEnd/>
              <a:tailEnd/>
            </a:ln>
            <a:effectLst/>
          </p:spPr>
          <p:txBody>
            <a:bodyPr wrap="none" lIns="0" tIns="0" rIns="0" bIns="0" anchor="ctr">
              <a:noAutofit/>
            </a:bodyPr>
            <a:lstStyle/>
            <a:p>
              <a:pPr algn="ctr" defTabSz="914400"/>
              <a:endParaRPr lang="en-US" sz="1800" dirty="0">
                <a:solidFill>
                  <a:srgbClr val="5F5F5F"/>
                </a:solidFill>
              </a:endParaRPr>
            </a:p>
          </p:txBody>
        </p:sp>
        <p:sp>
          <p:nvSpPr>
            <p:cNvPr id="62" name="2 [2]" hidden="1"/>
            <p:cNvSpPr>
              <a:spLocks noChangeAspect="1" noChangeArrowheads="1"/>
            </p:cNvSpPr>
            <p:nvPr>
              <p:custDataLst>
                <p:tags r:id="rId54"/>
              </p:custDataLst>
            </p:nvPr>
          </p:nvSpPr>
          <p:spPr bwMode="auto">
            <a:xfrm>
              <a:off x="1906870" y="3585421"/>
              <a:ext cx="194380" cy="194380"/>
            </a:xfrm>
            <a:prstGeom prst="ellipse">
              <a:avLst/>
            </a:prstGeom>
            <a:solidFill>
              <a:srgbClr val="D65532"/>
            </a:solidFill>
            <a:ln w="19050">
              <a:noFill/>
              <a:round/>
              <a:headEnd/>
              <a:tailEnd/>
            </a:ln>
            <a:effectLst/>
          </p:spPr>
          <p:txBody>
            <a:bodyPr wrap="none" lIns="0" tIns="0" rIns="0" bIns="0" anchor="ctr">
              <a:noAutofit/>
            </a:bodyPr>
            <a:lstStyle/>
            <a:p>
              <a:pPr algn="ctr" defTabSz="914400"/>
              <a:endParaRPr lang="en-US" sz="1800" dirty="0">
                <a:solidFill>
                  <a:srgbClr val="5F5F5F"/>
                </a:solidFill>
              </a:endParaRPr>
            </a:p>
          </p:txBody>
        </p:sp>
        <p:sp>
          <p:nvSpPr>
            <p:cNvPr id="63" name="2 [2]" hidden="1"/>
            <p:cNvSpPr>
              <a:spLocks noChangeAspect="1" noChangeArrowheads="1"/>
            </p:cNvSpPr>
            <p:nvPr>
              <p:custDataLst>
                <p:tags r:id="rId55"/>
              </p:custDataLst>
            </p:nvPr>
          </p:nvSpPr>
          <p:spPr bwMode="auto">
            <a:xfrm>
              <a:off x="1906870" y="3839479"/>
              <a:ext cx="194380" cy="194380"/>
            </a:xfrm>
            <a:prstGeom prst="ellipse">
              <a:avLst/>
            </a:prstGeom>
            <a:solidFill>
              <a:srgbClr val="EAC282"/>
            </a:solidFill>
            <a:ln w="19050">
              <a:noFill/>
              <a:round/>
              <a:headEnd/>
              <a:tailEnd/>
            </a:ln>
            <a:effectLst/>
          </p:spPr>
          <p:txBody>
            <a:bodyPr wrap="none" lIns="0" tIns="0" rIns="0" bIns="0" anchor="ctr">
              <a:noAutofit/>
            </a:bodyPr>
            <a:lstStyle/>
            <a:p>
              <a:pPr algn="ctr" defTabSz="914400"/>
              <a:endParaRPr lang="en-US" sz="1800" dirty="0">
                <a:solidFill>
                  <a:srgbClr val="5F5F5F"/>
                </a:solidFill>
              </a:endParaRPr>
            </a:p>
          </p:txBody>
        </p:sp>
        <p:sp>
          <p:nvSpPr>
            <p:cNvPr id="64" name="3 [3]" hidden="1"/>
            <p:cNvSpPr>
              <a:spLocks noChangeAspect="1" noChangeArrowheads="1"/>
            </p:cNvSpPr>
            <p:nvPr>
              <p:custDataLst>
                <p:tags r:id="rId56"/>
              </p:custDataLst>
            </p:nvPr>
          </p:nvSpPr>
          <p:spPr bwMode="auto">
            <a:xfrm>
              <a:off x="1906870" y="3839479"/>
              <a:ext cx="194380" cy="194380"/>
            </a:xfrm>
            <a:prstGeom prst="ellipse">
              <a:avLst/>
            </a:prstGeom>
            <a:solidFill>
              <a:srgbClr val="FFC000"/>
            </a:solidFill>
            <a:ln w="19050">
              <a:noFill/>
              <a:round/>
              <a:headEnd/>
              <a:tailEnd/>
            </a:ln>
            <a:effectLst/>
          </p:spPr>
          <p:txBody>
            <a:bodyPr wrap="none" lIns="0" tIns="0" rIns="0" bIns="0" anchor="ctr">
              <a:noAutofit/>
            </a:bodyPr>
            <a:lstStyle/>
            <a:p>
              <a:pPr algn="ctr" defTabSz="914400"/>
              <a:endParaRPr lang="en-US" sz="1800" dirty="0">
                <a:solidFill>
                  <a:srgbClr val="5F5F5F"/>
                </a:solidFill>
              </a:endParaRPr>
            </a:p>
          </p:txBody>
        </p:sp>
        <p:sp>
          <p:nvSpPr>
            <p:cNvPr id="65" name="4 [4]" hidden="1"/>
            <p:cNvSpPr>
              <a:spLocks noChangeAspect="1" noChangeArrowheads="1"/>
            </p:cNvSpPr>
            <p:nvPr>
              <p:custDataLst>
                <p:tags r:id="rId57"/>
              </p:custDataLst>
            </p:nvPr>
          </p:nvSpPr>
          <p:spPr bwMode="auto">
            <a:xfrm>
              <a:off x="1906870" y="3839479"/>
              <a:ext cx="194380" cy="194380"/>
            </a:xfrm>
            <a:prstGeom prst="ellipse">
              <a:avLst/>
            </a:prstGeom>
            <a:solidFill>
              <a:srgbClr val="FFC000"/>
            </a:solidFill>
            <a:ln w="19050">
              <a:noFill/>
              <a:round/>
              <a:headEnd/>
              <a:tailEnd/>
            </a:ln>
            <a:effectLst/>
          </p:spPr>
          <p:txBody>
            <a:bodyPr wrap="none" lIns="0" tIns="0" rIns="0" bIns="0" anchor="ctr">
              <a:noAutofit/>
            </a:bodyPr>
            <a:lstStyle/>
            <a:p>
              <a:pPr algn="ctr" defTabSz="914400"/>
              <a:endParaRPr lang="en-US" sz="1800" dirty="0">
                <a:solidFill>
                  <a:srgbClr val="5F5F5F"/>
                </a:solidFill>
              </a:endParaRPr>
            </a:p>
          </p:txBody>
        </p:sp>
        <p:sp>
          <p:nvSpPr>
            <p:cNvPr id="66" name="4 [4]" hidden="1"/>
            <p:cNvSpPr>
              <a:spLocks noChangeAspect="1" noChangeArrowheads="1"/>
            </p:cNvSpPr>
            <p:nvPr>
              <p:custDataLst>
                <p:tags r:id="rId58"/>
              </p:custDataLst>
            </p:nvPr>
          </p:nvSpPr>
          <p:spPr bwMode="auto">
            <a:xfrm>
              <a:off x="1906870" y="4093537"/>
              <a:ext cx="194380" cy="194380"/>
            </a:xfrm>
            <a:prstGeom prst="ellipse">
              <a:avLst/>
            </a:prstGeom>
            <a:solidFill>
              <a:srgbClr val="68A490"/>
            </a:solidFill>
            <a:ln w="19050">
              <a:noFill/>
              <a:round/>
              <a:headEnd/>
              <a:tailEnd/>
            </a:ln>
            <a:effectLst/>
          </p:spPr>
          <p:txBody>
            <a:bodyPr wrap="none" lIns="0" tIns="0" rIns="0" bIns="0" anchor="ctr">
              <a:noAutofit/>
            </a:bodyPr>
            <a:lstStyle/>
            <a:p>
              <a:pPr algn="ctr" defTabSz="914400"/>
              <a:endParaRPr lang="en-US" sz="1800" dirty="0">
                <a:solidFill>
                  <a:srgbClr val="5F5F5F"/>
                </a:solidFill>
              </a:endParaRPr>
            </a:p>
          </p:txBody>
        </p:sp>
        <p:sp>
          <p:nvSpPr>
            <p:cNvPr id="67" name="5 [5]" hidden="1"/>
            <p:cNvSpPr>
              <a:spLocks noChangeAspect="1" noChangeArrowheads="1"/>
            </p:cNvSpPr>
            <p:nvPr>
              <p:custDataLst>
                <p:tags r:id="rId59"/>
              </p:custDataLst>
            </p:nvPr>
          </p:nvSpPr>
          <p:spPr bwMode="auto">
            <a:xfrm>
              <a:off x="1906870" y="4093537"/>
              <a:ext cx="194380" cy="194380"/>
            </a:xfrm>
            <a:prstGeom prst="ellipse">
              <a:avLst/>
            </a:prstGeom>
            <a:solidFill>
              <a:srgbClr val="68A490"/>
            </a:solidFill>
            <a:ln w="19050">
              <a:noFill/>
              <a:round/>
              <a:headEnd/>
              <a:tailEnd/>
            </a:ln>
            <a:effectLst/>
          </p:spPr>
          <p:txBody>
            <a:bodyPr wrap="none" lIns="0" tIns="0" rIns="0" bIns="0" anchor="ctr">
              <a:noAutofit/>
            </a:bodyPr>
            <a:lstStyle/>
            <a:p>
              <a:pPr algn="ctr" defTabSz="914400"/>
              <a:endParaRPr lang="en-US" sz="1800" dirty="0">
                <a:solidFill>
                  <a:srgbClr val="5F5F5F"/>
                </a:solidFill>
              </a:endParaRPr>
            </a:p>
          </p:txBody>
        </p:sp>
        <p:sp>
          <p:nvSpPr>
            <p:cNvPr id="68" name="6 [6]" hidden="1"/>
            <p:cNvSpPr>
              <a:spLocks noChangeAspect="1" noChangeArrowheads="1"/>
            </p:cNvSpPr>
            <p:nvPr>
              <p:custDataLst>
                <p:tags r:id="rId60"/>
              </p:custDataLst>
            </p:nvPr>
          </p:nvSpPr>
          <p:spPr bwMode="auto">
            <a:xfrm>
              <a:off x="1906870" y="3585421"/>
              <a:ext cx="194380" cy="194380"/>
            </a:xfrm>
            <a:prstGeom prst="ellipse">
              <a:avLst/>
            </a:prstGeom>
            <a:solidFill>
              <a:srgbClr val="D65532"/>
            </a:solidFill>
            <a:ln w="19050">
              <a:noFill/>
              <a:round/>
              <a:headEnd/>
              <a:tailEnd/>
            </a:ln>
            <a:effectLst/>
          </p:spPr>
          <p:txBody>
            <a:bodyPr wrap="none" lIns="0" tIns="0" rIns="0" bIns="0" anchor="ctr">
              <a:noAutofit/>
            </a:bodyPr>
            <a:lstStyle/>
            <a:p>
              <a:pPr algn="ctr" defTabSz="914400"/>
              <a:endParaRPr lang="en-US" sz="1800" dirty="0">
                <a:solidFill>
                  <a:srgbClr val="5F5F5F"/>
                </a:solidFill>
              </a:endParaRPr>
            </a:p>
          </p:txBody>
        </p:sp>
        <p:sp>
          <p:nvSpPr>
            <p:cNvPr id="69" name="6 [6]" hidden="1"/>
            <p:cNvSpPr>
              <a:spLocks noChangeAspect="1" noChangeArrowheads="1"/>
            </p:cNvSpPr>
            <p:nvPr>
              <p:custDataLst>
                <p:tags r:id="rId61"/>
              </p:custDataLst>
            </p:nvPr>
          </p:nvSpPr>
          <p:spPr bwMode="auto">
            <a:xfrm>
              <a:off x="1906870" y="3839479"/>
              <a:ext cx="194380" cy="194380"/>
            </a:xfrm>
            <a:prstGeom prst="ellipse">
              <a:avLst/>
            </a:prstGeom>
            <a:solidFill>
              <a:srgbClr val="EAC282"/>
            </a:solidFill>
            <a:ln w="19050">
              <a:noFill/>
              <a:round/>
              <a:headEnd/>
              <a:tailEnd/>
            </a:ln>
            <a:effectLst/>
          </p:spPr>
          <p:txBody>
            <a:bodyPr wrap="none" lIns="0" tIns="0" rIns="0" bIns="0" anchor="ctr">
              <a:noAutofit/>
            </a:bodyPr>
            <a:lstStyle/>
            <a:p>
              <a:pPr algn="ctr" defTabSz="914400"/>
              <a:endParaRPr lang="en-US" sz="1800" dirty="0">
                <a:solidFill>
                  <a:srgbClr val="5F5F5F"/>
                </a:solidFill>
              </a:endParaRPr>
            </a:p>
          </p:txBody>
        </p:sp>
        <p:sp>
          <p:nvSpPr>
            <p:cNvPr id="70" name="6 [6]" hidden="1"/>
            <p:cNvSpPr>
              <a:spLocks noChangeAspect="1" noChangeArrowheads="1"/>
            </p:cNvSpPr>
            <p:nvPr>
              <p:custDataLst>
                <p:tags r:id="rId62"/>
              </p:custDataLst>
            </p:nvPr>
          </p:nvSpPr>
          <p:spPr bwMode="auto">
            <a:xfrm>
              <a:off x="1906870" y="4093537"/>
              <a:ext cx="194380" cy="194380"/>
            </a:xfrm>
            <a:prstGeom prst="ellipse">
              <a:avLst/>
            </a:prstGeom>
            <a:solidFill>
              <a:srgbClr val="68A490"/>
            </a:solidFill>
            <a:ln w="19050">
              <a:noFill/>
              <a:round/>
              <a:headEnd/>
              <a:tailEnd/>
            </a:ln>
            <a:effectLst/>
          </p:spPr>
          <p:txBody>
            <a:bodyPr wrap="none" lIns="0" tIns="0" rIns="0" bIns="0" anchor="ctr">
              <a:noAutofit/>
            </a:bodyPr>
            <a:lstStyle/>
            <a:p>
              <a:pPr algn="ctr" defTabSz="914400"/>
              <a:endParaRPr lang="en-US" sz="1800" dirty="0">
                <a:solidFill>
                  <a:srgbClr val="5F5F5F"/>
                </a:solidFill>
              </a:endParaRPr>
            </a:p>
          </p:txBody>
        </p:sp>
      </p:grpSp>
      <p:grpSp>
        <p:nvGrpSpPr>
          <p:cNvPr id="71" name="Gauge 3" hidden="1"/>
          <p:cNvGrpSpPr>
            <a:grpSpLocks noChangeAspect="1"/>
          </p:cNvGrpSpPr>
          <p:nvPr>
            <p:custDataLst>
              <p:tags r:id="rId42"/>
            </p:custDataLst>
          </p:nvPr>
        </p:nvGrpSpPr>
        <p:grpSpPr>
          <a:xfrm>
            <a:off x="10033000" y="0"/>
            <a:ext cx="581964" cy="281343"/>
            <a:chOff x="1939925" y="2867025"/>
            <a:chExt cx="1773238" cy="857250"/>
          </a:xfrm>
        </p:grpSpPr>
        <p:sp>
          <p:nvSpPr>
            <p:cNvPr id="72" name="Background [-1]" hidden="1"/>
            <p:cNvSpPr>
              <a:spLocks/>
            </p:cNvSpPr>
            <p:nvPr>
              <p:custDataLst>
                <p:tags r:id="rId43"/>
              </p:custDataLst>
            </p:nvPr>
          </p:nvSpPr>
          <p:spPr bwMode="auto">
            <a:xfrm>
              <a:off x="1939925" y="2867025"/>
              <a:ext cx="1773238" cy="857250"/>
            </a:xfrm>
            <a:custGeom>
              <a:avLst/>
              <a:gdLst>
                <a:gd name="T0" fmla="*/ 2231 w 4464"/>
                <a:gd name="T1" fmla="*/ 0 h 2158"/>
                <a:gd name="T2" fmla="*/ 2139 w 4464"/>
                <a:gd name="T3" fmla="*/ 2 h 2158"/>
                <a:gd name="T4" fmla="*/ 1954 w 4464"/>
                <a:gd name="T5" fmla="*/ 16 h 2158"/>
                <a:gd name="T6" fmla="*/ 1773 w 4464"/>
                <a:gd name="T7" fmla="*/ 45 h 2158"/>
                <a:gd name="T8" fmla="*/ 1595 w 4464"/>
                <a:gd name="T9" fmla="*/ 87 h 2158"/>
                <a:gd name="T10" fmla="*/ 1424 w 4464"/>
                <a:gd name="T11" fmla="*/ 142 h 2158"/>
                <a:gd name="T12" fmla="*/ 1258 w 4464"/>
                <a:gd name="T13" fmla="*/ 209 h 2158"/>
                <a:gd name="T14" fmla="*/ 1096 w 4464"/>
                <a:gd name="T15" fmla="*/ 289 h 2158"/>
                <a:gd name="T16" fmla="*/ 942 w 4464"/>
                <a:gd name="T17" fmla="*/ 380 h 2158"/>
                <a:gd name="T18" fmla="*/ 797 w 4464"/>
                <a:gd name="T19" fmla="*/ 482 h 2158"/>
                <a:gd name="T20" fmla="*/ 658 w 4464"/>
                <a:gd name="T21" fmla="*/ 595 h 2158"/>
                <a:gd name="T22" fmla="*/ 528 w 4464"/>
                <a:gd name="T23" fmla="*/ 720 h 2158"/>
                <a:gd name="T24" fmla="*/ 408 w 4464"/>
                <a:gd name="T25" fmla="*/ 853 h 2158"/>
                <a:gd name="T26" fmla="*/ 298 w 4464"/>
                <a:gd name="T27" fmla="*/ 996 h 2158"/>
                <a:gd name="T28" fmla="*/ 198 w 4464"/>
                <a:gd name="T29" fmla="*/ 1147 h 2158"/>
                <a:gd name="T30" fmla="*/ 109 w 4464"/>
                <a:gd name="T31" fmla="*/ 1307 h 2158"/>
                <a:gd name="T32" fmla="*/ 32 w 4464"/>
                <a:gd name="T33" fmla="*/ 1476 h 2158"/>
                <a:gd name="T34" fmla="*/ 0 w 4464"/>
                <a:gd name="T35" fmla="*/ 1563 h 2158"/>
                <a:gd name="T36" fmla="*/ 1615 w 4464"/>
                <a:gd name="T37" fmla="*/ 2151 h 2158"/>
                <a:gd name="T38" fmla="*/ 1636 w 4464"/>
                <a:gd name="T39" fmla="*/ 2108 h 2158"/>
                <a:gd name="T40" fmla="*/ 1688 w 4464"/>
                <a:gd name="T41" fmla="*/ 2027 h 2158"/>
                <a:gd name="T42" fmla="*/ 1751 w 4464"/>
                <a:gd name="T43" fmla="*/ 1955 h 2158"/>
                <a:gd name="T44" fmla="*/ 1821 w 4464"/>
                <a:gd name="T45" fmla="*/ 1892 h 2158"/>
                <a:gd name="T46" fmla="*/ 1901 w 4464"/>
                <a:gd name="T47" fmla="*/ 1842 h 2158"/>
                <a:gd name="T48" fmla="*/ 1986 w 4464"/>
                <a:gd name="T49" fmla="*/ 1802 h 2158"/>
                <a:gd name="T50" fmla="*/ 2077 w 4464"/>
                <a:gd name="T51" fmla="*/ 1775 h 2158"/>
                <a:gd name="T52" fmla="*/ 2172 w 4464"/>
                <a:gd name="T53" fmla="*/ 1761 h 2158"/>
                <a:gd name="T54" fmla="*/ 2221 w 4464"/>
                <a:gd name="T55" fmla="*/ 1759 h 2158"/>
                <a:gd name="T56" fmla="*/ 2271 w 4464"/>
                <a:gd name="T57" fmla="*/ 1761 h 2158"/>
                <a:gd name="T58" fmla="*/ 2367 w 4464"/>
                <a:gd name="T59" fmla="*/ 1775 h 2158"/>
                <a:gd name="T60" fmla="*/ 2458 w 4464"/>
                <a:gd name="T61" fmla="*/ 1804 h 2158"/>
                <a:gd name="T62" fmla="*/ 2544 w 4464"/>
                <a:gd name="T63" fmla="*/ 1843 h 2158"/>
                <a:gd name="T64" fmla="*/ 2623 w 4464"/>
                <a:gd name="T65" fmla="*/ 1895 h 2158"/>
                <a:gd name="T66" fmla="*/ 2695 w 4464"/>
                <a:gd name="T67" fmla="*/ 1959 h 2158"/>
                <a:gd name="T68" fmla="*/ 2757 w 4464"/>
                <a:gd name="T69" fmla="*/ 2031 h 2158"/>
                <a:gd name="T70" fmla="*/ 2808 w 4464"/>
                <a:gd name="T71" fmla="*/ 2114 h 2158"/>
                <a:gd name="T72" fmla="*/ 2829 w 4464"/>
                <a:gd name="T73" fmla="*/ 2158 h 2158"/>
                <a:gd name="T74" fmla="*/ 4464 w 4464"/>
                <a:gd name="T75" fmla="*/ 1563 h 2158"/>
                <a:gd name="T76" fmla="*/ 4431 w 4464"/>
                <a:gd name="T77" fmla="*/ 1476 h 2158"/>
                <a:gd name="T78" fmla="*/ 4354 w 4464"/>
                <a:gd name="T79" fmla="*/ 1307 h 2158"/>
                <a:gd name="T80" fmla="*/ 4266 w 4464"/>
                <a:gd name="T81" fmla="*/ 1147 h 2158"/>
                <a:gd name="T82" fmla="*/ 4166 w 4464"/>
                <a:gd name="T83" fmla="*/ 996 h 2158"/>
                <a:gd name="T84" fmla="*/ 4055 w 4464"/>
                <a:gd name="T85" fmla="*/ 853 h 2158"/>
                <a:gd name="T86" fmla="*/ 3936 w 4464"/>
                <a:gd name="T87" fmla="*/ 720 h 2158"/>
                <a:gd name="T88" fmla="*/ 3805 w 4464"/>
                <a:gd name="T89" fmla="*/ 595 h 2158"/>
                <a:gd name="T90" fmla="*/ 3667 w 4464"/>
                <a:gd name="T91" fmla="*/ 482 h 2158"/>
                <a:gd name="T92" fmla="*/ 3520 w 4464"/>
                <a:gd name="T93" fmla="*/ 380 h 2158"/>
                <a:gd name="T94" fmla="*/ 3366 w 4464"/>
                <a:gd name="T95" fmla="*/ 289 h 2158"/>
                <a:gd name="T96" fmla="*/ 3206 w 4464"/>
                <a:gd name="T97" fmla="*/ 209 h 2158"/>
                <a:gd name="T98" fmla="*/ 3040 w 4464"/>
                <a:gd name="T99" fmla="*/ 142 h 2158"/>
                <a:gd name="T100" fmla="*/ 2867 w 4464"/>
                <a:gd name="T101" fmla="*/ 87 h 2158"/>
                <a:gd name="T102" fmla="*/ 2691 w 4464"/>
                <a:gd name="T103" fmla="*/ 45 h 2158"/>
                <a:gd name="T104" fmla="*/ 2510 w 4464"/>
                <a:gd name="T105" fmla="*/ 16 h 2158"/>
                <a:gd name="T106" fmla="*/ 2325 w 4464"/>
                <a:gd name="T107" fmla="*/ 2 h 2158"/>
                <a:gd name="T108" fmla="*/ 2231 w 4464"/>
                <a:gd name="T109" fmla="*/ 0 h 2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4464" h="2158">
                  <a:moveTo>
                    <a:pt x="2231" y="0"/>
                  </a:moveTo>
                  <a:lnTo>
                    <a:pt x="2139" y="2"/>
                  </a:lnTo>
                  <a:lnTo>
                    <a:pt x="1954" y="16"/>
                  </a:lnTo>
                  <a:lnTo>
                    <a:pt x="1773" y="45"/>
                  </a:lnTo>
                  <a:lnTo>
                    <a:pt x="1595" y="87"/>
                  </a:lnTo>
                  <a:lnTo>
                    <a:pt x="1424" y="142"/>
                  </a:lnTo>
                  <a:lnTo>
                    <a:pt x="1258" y="209"/>
                  </a:lnTo>
                  <a:lnTo>
                    <a:pt x="1096" y="289"/>
                  </a:lnTo>
                  <a:lnTo>
                    <a:pt x="942" y="380"/>
                  </a:lnTo>
                  <a:lnTo>
                    <a:pt x="797" y="482"/>
                  </a:lnTo>
                  <a:lnTo>
                    <a:pt x="658" y="595"/>
                  </a:lnTo>
                  <a:lnTo>
                    <a:pt x="528" y="720"/>
                  </a:lnTo>
                  <a:lnTo>
                    <a:pt x="408" y="853"/>
                  </a:lnTo>
                  <a:lnTo>
                    <a:pt x="298" y="996"/>
                  </a:lnTo>
                  <a:lnTo>
                    <a:pt x="198" y="1147"/>
                  </a:lnTo>
                  <a:lnTo>
                    <a:pt x="109" y="1307"/>
                  </a:lnTo>
                  <a:lnTo>
                    <a:pt x="32" y="1476"/>
                  </a:lnTo>
                  <a:lnTo>
                    <a:pt x="0" y="1563"/>
                  </a:lnTo>
                  <a:lnTo>
                    <a:pt x="1615" y="2151"/>
                  </a:lnTo>
                  <a:lnTo>
                    <a:pt x="1636" y="2108"/>
                  </a:lnTo>
                  <a:lnTo>
                    <a:pt x="1688" y="2027"/>
                  </a:lnTo>
                  <a:lnTo>
                    <a:pt x="1751" y="1955"/>
                  </a:lnTo>
                  <a:lnTo>
                    <a:pt x="1821" y="1892"/>
                  </a:lnTo>
                  <a:lnTo>
                    <a:pt x="1901" y="1842"/>
                  </a:lnTo>
                  <a:lnTo>
                    <a:pt x="1986" y="1802"/>
                  </a:lnTo>
                  <a:lnTo>
                    <a:pt x="2077" y="1775"/>
                  </a:lnTo>
                  <a:lnTo>
                    <a:pt x="2172" y="1761"/>
                  </a:lnTo>
                  <a:lnTo>
                    <a:pt x="2221" y="1759"/>
                  </a:lnTo>
                  <a:lnTo>
                    <a:pt x="2271" y="1761"/>
                  </a:lnTo>
                  <a:lnTo>
                    <a:pt x="2367" y="1775"/>
                  </a:lnTo>
                  <a:lnTo>
                    <a:pt x="2458" y="1804"/>
                  </a:lnTo>
                  <a:lnTo>
                    <a:pt x="2544" y="1843"/>
                  </a:lnTo>
                  <a:lnTo>
                    <a:pt x="2623" y="1895"/>
                  </a:lnTo>
                  <a:lnTo>
                    <a:pt x="2695" y="1959"/>
                  </a:lnTo>
                  <a:lnTo>
                    <a:pt x="2757" y="2031"/>
                  </a:lnTo>
                  <a:lnTo>
                    <a:pt x="2808" y="2114"/>
                  </a:lnTo>
                  <a:lnTo>
                    <a:pt x="2829" y="2158"/>
                  </a:lnTo>
                  <a:lnTo>
                    <a:pt x="4464" y="1563"/>
                  </a:lnTo>
                  <a:lnTo>
                    <a:pt x="4431" y="1476"/>
                  </a:lnTo>
                  <a:lnTo>
                    <a:pt x="4354" y="1307"/>
                  </a:lnTo>
                  <a:lnTo>
                    <a:pt x="4266" y="1147"/>
                  </a:lnTo>
                  <a:lnTo>
                    <a:pt x="4166" y="996"/>
                  </a:lnTo>
                  <a:lnTo>
                    <a:pt x="4055" y="853"/>
                  </a:lnTo>
                  <a:lnTo>
                    <a:pt x="3936" y="720"/>
                  </a:lnTo>
                  <a:lnTo>
                    <a:pt x="3805" y="595"/>
                  </a:lnTo>
                  <a:lnTo>
                    <a:pt x="3667" y="482"/>
                  </a:lnTo>
                  <a:lnTo>
                    <a:pt x="3520" y="380"/>
                  </a:lnTo>
                  <a:lnTo>
                    <a:pt x="3366" y="289"/>
                  </a:lnTo>
                  <a:lnTo>
                    <a:pt x="3206" y="209"/>
                  </a:lnTo>
                  <a:lnTo>
                    <a:pt x="3040" y="142"/>
                  </a:lnTo>
                  <a:lnTo>
                    <a:pt x="2867" y="87"/>
                  </a:lnTo>
                  <a:lnTo>
                    <a:pt x="2691" y="45"/>
                  </a:lnTo>
                  <a:lnTo>
                    <a:pt x="2510" y="16"/>
                  </a:lnTo>
                  <a:lnTo>
                    <a:pt x="2325" y="2"/>
                  </a:lnTo>
                  <a:lnTo>
                    <a:pt x="2231" y="0"/>
                  </a:lnTo>
                  <a:close/>
                </a:path>
              </a:pathLst>
            </a:custGeom>
            <a:solidFill>
              <a:srgbClr val="D9D9D9"/>
            </a:solidFill>
            <a:ln w="19050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/>
              <a:endParaRPr lang="en-US" sz="1800">
                <a:solidFill>
                  <a:srgbClr val="5F5F5F"/>
                </a:solidFill>
              </a:endParaRPr>
            </a:p>
          </p:txBody>
        </p:sp>
        <p:sp>
          <p:nvSpPr>
            <p:cNvPr id="73" name="Background Green [0]" hidden="1"/>
            <p:cNvSpPr>
              <a:spLocks/>
            </p:cNvSpPr>
            <p:nvPr>
              <p:custDataLst>
                <p:tags r:id="rId44"/>
              </p:custDataLst>
            </p:nvPr>
          </p:nvSpPr>
          <p:spPr bwMode="auto">
            <a:xfrm>
              <a:off x="1939925" y="2949574"/>
              <a:ext cx="785812" cy="771526"/>
            </a:xfrm>
            <a:custGeom>
              <a:avLst/>
              <a:gdLst>
                <a:gd name="T0" fmla="*/ 1265 w 1977"/>
                <a:gd name="T1" fmla="*/ 0 h 1945"/>
                <a:gd name="T2" fmla="*/ 1156 w 1977"/>
                <a:gd name="T3" fmla="*/ 52 h 1945"/>
                <a:gd name="T4" fmla="*/ 949 w 1977"/>
                <a:gd name="T5" fmla="*/ 170 h 1945"/>
                <a:gd name="T6" fmla="*/ 755 w 1977"/>
                <a:gd name="T7" fmla="*/ 308 h 1945"/>
                <a:gd name="T8" fmla="*/ 576 w 1977"/>
                <a:gd name="T9" fmla="*/ 464 h 1945"/>
                <a:gd name="T10" fmla="*/ 415 w 1977"/>
                <a:gd name="T11" fmla="*/ 638 h 1945"/>
                <a:gd name="T12" fmla="*/ 271 w 1977"/>
                <a:gd name="T13" fmla="*/ 827 h 1945"/>
                <a:gd name="T14" fmla="*/ 146 w 1977"/>
                <a:gd name="T15" fmla="*/ 1030 h 1945"/>
                <a:gd name="T16" fmla="*/ 43 w 1977"/>
                <a:gd name="T17" fmla="*/ 1245 h 1945"/>
                <a:gd name="T18" fmla="*/ 0 w 1977"/>
                <a:gd name="T19" fmla="*/ 1357 h 1945"/>
                <a:gd name="T20" fmla="*/ 1615 w 1977"/>
                <a:gd name="T21" fmla="*/ 1945 h 1945"/>
                <a:gd name="T22" fmla="*/ 1629 w 1977"/>
                <a:gd name="T23" fmla="*/ 1915 h 1945"/>
                <a:gd name="T24" fmla="*/ 1661 w 1977"/>
                <a:gd name="T25" fmla="*/ 1860 h 1945"/>
                <a:gd name="T26" fmla="*/ 1717 w 1977"/>
                <a:gd name="T27" fmla="*/ 1782 h 1945"/>
                <a:gd name="T28" fmla="*/ 1810 w 1977"/>
                <a:gd name="T29" fmla="*/ 1694 h 1945"/>
                <a:gd name="T30" fmla="*/ 1890 w 1977"/>
                <a:gd name="T31" fmla="*/ 1641 h 1945"/>
                <a:gd name="T32" fmla="*/ 1948 w 1977"/>
                <a:gd name="T33" fmla="*/ 1611 h 1945"/>
                <a:gd name="T34" fmla="*/ 1977 w 1977"/>
                <a:gd name="T35" fmla="*/ 1599 h 1945"/>
                <a:gd name="T36" fmla="*/ 1265 w 1977"/>
                <a:gd name="T37" fmla="*/ 0 h 19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977" h="1945">
                  <a:moveTo>
                    <a:pt x="1265" y="0"/>
                  </a:moveTo>
                  <a:lnTo>
                    <a:pt x="1156" y="52"/>
                  </a:lnTo>
                  <a:lnTo>
                    <a:pt x="949" y="170"/>
                  </a:lnTo>
                  <a:lnTo>
                    <a:pt x="755" y="308"/>
                  </a:lnTo>
                  <a:lnTo>
                    <a:pt x="576" y="464"/>
                  </a:lnTo>
                  <a:lnTo>
                    <a:pt x="415" y="638"/>
                  </a:lnTo>
                  <a:lnTo>
                    <a:pt x="271" y="827"/>
                  </a:lnTo>
                  <a:lnTo>
                    <a:pt x="146" y="1030"/>
                  </a:lnTo>
                  <a:lnTo>
                    <a:pt x="43" y="1245"/>
                  </a:lnTo>
                  <a:lnTo>
                    <a:pt x="0" y="1357"/>
                  </a:lnTo>
                  <a:lnTo>
                    <a:pt x="1615" y="1945"/>
                  </a:lnTo>
                  <a:lnTo>
                    <a:pt x="1629" y="1915"/>
                  </a:lnTo>
                  <a:lnTo>
                    <a:pt x="1661" y="1860"/>
                  </a:lnTo>
                  <a:lnTo>
                    <a:pt x="1717" y="1782"/>
                  </a:lnTo>
                  <a:lnTo>
                    <a:pt x="1810" y="1694"/>
                  </a:lnTo>
                  <a:lnTo>
                    <a:pt x="1890" y="1641"/>
                  </a:lnTo>
                  <a:lnTo>
                    <a:pt x="1948" y="1611"/>
                  </a:lnTo>
                  <a:lnTo>
                    <a:pt x="1977" y="1599"/>
                  </a:lnTo>
                  <a:lnTo>
                    <a:pt x="1265" y="0"/>
                  </a:lnTo>
                  <a:close/>
                </a:path>
              </a:pathLst>
            </a:custGeom>
            <a:solidFill>
              <a:srgbClr val="68A490"/>
            </a:solidFill>
            <a:ln w="19050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/>
              <a:endParaRPr lang="en-US" sz="1800">
                <a:solidFill>
                  <a:srgbClr val="5F5F5F"/>
                </a:solidFill>
              </a:endParaRPr>
            </a:p>
          </p:txBody>
        </p:sp>
        <p:sp>
          <p:nvSpPr>
            <p:cNvPr id="74" name="Background Yellow [1]" hidden="1"/>
            <p:cNvSpPr>
              <a:spLocks/>
            </p:cNvSpPr>
            <p:nvPr>
              <p:custDataLst>
                <p:tags r:id="rId45"/>
              </p:custDataLst>
            </p:nvPr>
          </p:nvSpPr>
          <p:spPr bwMode="auto">
            <a:xfrm>
              <a:off x="2443163" y="2867025"/>
              <a:ext cx="752475" cy="717550"/>
            </a:xfrm>
            <a:custGeom>
              <a:avLst/>
              <a:gdLst>
                <a:gd name="T0" fmla="*/ 922 w 1895"/>
                <a:gd name="T1" fmla="*/ 2 h 1809"/>
                <a:gd name="T2" fmla="*/ 802 w 1895"/>
                <a:gd name="T3" fmla="*/ 5 h 1809"/>
                <a:gd name="T4" fmla="*/ 567 w 1895"/>
                <a:gd name="T5" fmla="*/ 34 h 1809"/>
                <a:gd name="T6" fmla="*/ 335 w 1895"/>
                <a:gd name="T7" fmla="*/ 85 h 1809"/>
                <a:gd name="T8" fmla="*/ 110 w 1895"/>
                <a:gd name="T9" fmla="*/ 159 h 1809"/>
                <a:gd name="T10" fmla="*/ 0 w 1895"/>
                <a:gd name="T11" fmla="*/ 206 h 1809"/>
                <a:gd name="T12" fmla="*/ 712 w 1895"/>
                <a:gd name="T13" fmla="*/ 1805 h 1809"/>
                <a:gd name="T14" fmla="*/ 772 w 1895"/>
                <a:gd name="T15" fmla="*/ 1784 h 1809"/>
                <a:gd name="T16" fmla="*/ 894 w 1895"/>
                <a:gd name="T17" fmla="*/ 1761 h 1809"/>
                <a:gd name="T18" fmla="*/ 956 w 1895"/>
                <a:gd name="T19" fmla="*/ 1758 h 1809"/>
                <a:gd name="T20" fmla="*/ 988 w 1895"/>
                <a:gd name="T21" fmla="*/ 1759 h 1809"/>
                <a:gd name="T22" fmla="*/ 1053 w 1895"/>
                <a:gd name="T23" fmla="*/ 1765 h 1809"/>
                <a:gd name="T24" fmla="*/ 1115 w 1895"/>
                <a:gd name="T25" fmla="*/ 1778 h 1809"/>
                <a:gd name="T26" fmla="*/ 1178 w 1895"/>
                <a:gd name="T27" fmla="*/ 1796 h 1809"/>
                <a:gd name="T28" fmla="*/ 1208 w 1895"/>
                <a:gd name="T29" fmla="*/ 1809 h 1809"/>
                <a:gd name="T30" fmla="*/ 1895 w 1895"/>
                <a:gd name="T31" fmla="*/ 190 h 1809"/>
                <a:gd name="T32" fmla="*/ 1838 w 1895"/>
                <a:gd name="T33" fmla="*/ 166 h 1809"/>
                <a:gd name="T34" fmla="*/ 1720 w 1895"/>
                <a:gd name="T35" fmla="*/ 124 h 1809"/>
                <a:gd name="T36" fmla="*/ 1601 w 1895"/>
                <a:gd name="T37" fmla="*/ 87 h 1809"/>
                <a:gd name="T38" fmla="*/ 1480 w 1895"/>
                <a:gd name="T39" fmla="*/ 57 h 1809"/>
                <a:gd name="T40" fmla="*/ 1357 w 1895"/>
                <a:gd name="T41" fmla="*/ 33 h 1809"/>
                <a:gd name="T42" fmla="*/ 1234 w 1895"/>
                <a:gd name="T43" fmla="*/ 15 h 1809"/>
                <a:gd name="T44" fmla="*/ 1109 w 1895"/>
                <a:gd name="T45" fmla="*/ 5 h 1809"/>
                <a:gd name="T46" fmla="*/ 985 w 1895"/>
                <a:gd name="T47" fmla="*/ 0 h 1809"/>
                <a:gd name="T48" fmla="*/ 922 w 1895"/>
                <a:gd name="T49" fmla="*/ 2 h 18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895" h="1809">
                  <a:moveTo>
                    <a:pt x="922" y="2"/>
                  </a:moveTo>
                  <a:lnTo>
                    <a:pt x="802" y="5"/>
                  </a:lnTo>
                  <a:lnTo>
                    <a:pt x="567" y="34"/>
                  </a:lnTo>
                  <a:lnTo>
                    <a:pt x="335" y="85"/>
                  </a:lnTo>
                  <a:lnTo>
                    <a:pt x="110" y="159"/>
                  </a:lnTo>
                  <a:lnTo>
                    <a:pt x="0" y="206"/>
                  </a:lnTo>
                  <a:lnTo>
                    <a:pt x="712" y="1805"/>
                  </a:lnTo>
                  <a:lnTo>
                    <a:pt x="772" y="1784"/>
                  </a:lnTo>
                  <a:lnTo>
                    <a:pt x="894" y="1761"/>
                  </a:lnTo>
                  <a:lnTo>
                    <a:pt x="956" y="1758"/>
                  </a:lnTo>
                  <a:lnTo>
                    <a:pt x="988" y="1759"/>
                  </a:lnTo>
                  <a:lnTo>
                    <a:pt x="1053" y="1765"/>
                  </a:lnTo>
                  <a:lnTo>
                    <a:pt x="1115" y="1778"/>
                  </a:lnTo>
                  <a:lnTo>
                    <a:pt x="1178" y="1796"/>
                  </a:lnTo>
                  <a:lnTo>
                    <a:pt x="1208" y="1809"/>
                  </a:lnTo>
                  <a:lnTo>
                    <a:pt x="1895" y="190"/>
                  </a:lnTo>
                  <a:lnTo>
                    <a:pt x="1838" y="166"/>
                  </a:lnTo>
                  <a:lnTo>
                    <a:pt x="1720" y="124"/>
                  </a:lnTo>
                  <a:lnTo>
                    <a:pt x="1601" y="87"/>
                  </a:lnTo>
                  <a:lnTo>
                    <a:pt x="1480" y="57"/>
                  </a:lnTo>
                  <a:lnTo>
                    <a:pt x="1357" y="33"/>
                  </a:lnTo>
                  <a:lnTo>
                    <a:pt x="1234" y="15"/>
                  </a:lnTo>
                  <a:lnTo>
                    <a:pt x="1109" y="5"/>
                  </a:lnTo>
                  <a:lnTo>
                    <a:pt x="985" y="0"/>
                  </a:lnTo>
                  <a:lnTo>
                    <a:pt x="922" y="2"/>
                  </a:lnTo>
                  <a:close/>
                </a:path>
              </a:pathLst>
            </a:custGeom>
            <a:solidFill>
              <a:srgbClr val="EAC282"/>
            </a:solidFill>
            <a:ln w="19050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/>
              <a:endParaRPr lang="en-US" sz="1800">
                <a:solidFill>
                  <a:srgbClr val="5F5F5F"/>
                </a:solidFill>
              </a:endParaRPr>
            </a:p>
          </p:txBody>
        </p:sp>
        <p:sp>
          <p:nvSpPr>
            <p:cNvPr id="75" name="Background Red [2]" hidden="1"/>
            <p:cNvSpPr>
              <a:spLocks/>
            </p:cNvSpPr>
            <p:nvPr>
              <p:custDataLst>
                <p:tags r:id="rId46"/>
              </p:custDataLst>
            </p:nvPr>
          </p:nvSpPr>
          <p:spPr bwMode="auto">
            <a:xfrm>
              <a:off x="2922588" y="2943225"/>
              <a:ext cx="790575" cy="781050"/>
            </a:xfrm>
            <a:custGeom>
              <a:avLst/>
              <a:gdLst>
                <a:gd name="T0" fmla="*/ 687 w 1991"/>
                <a:gd name="T1" fmla="*/ 0 h 1968"/>
                <a:gd name="T2" fmla="*/ 0 w 1991"/>
                <a:gd name="T3" fmla="*/ 1619 h 1968"/>
                <a:gd name="T4" fmla="*/ 29 w 1991"/>
                <a:gd name="T5" fmla="*/ 1631 h 1968"/>
                <a:gd name="T6" fmla="*/ 86 w 1991"/>
                <a:gd name="T7" fmla="*/ 1662 h 1968"/>
                <a:gd name="T8" fmla="*/ 166 w 1991"/>
                <a:gd name="T9" fmla="*/ 1715 h 1968"/>
                <a:gd name="T10" fmla="*/ 256 w 1991"/>
                <a:gd name="T11" fmla="*/ 1805 h 1968"/>
                <a:gd name="T12" fmla="*/ 313 w 1991"/>
                <a:gd name="T13" fmla="*/ 1882 h 1968"/>
                <a:gd name="T14" fmla="*/ 344 w 1991"/>
                <a:gd name="T15" fmla="*/ 1939 h 1968"/>
                <a:gd name="T16" fmla="*/ 357 w 1991"/>
                <a:gd name="T17" fmla="*/ 1968 h 1968"/>
                <a:gd name="T18" fmla="*/ 1991 w 1991"/>
                <a:gd name="T19" fmla="*/ 1373 h 1968"/>
                <a:gd name="T20" fmla="*/ 1970 w 1991"/>
                <a:gd name="T21" fmla="*/ 1316 h 1968"/>
                <a:gd name="T22" fmla="*/ 1922 w 1991"/>
                <a:gd name="T23" fmla="*/ 1202 h 1968"/>
                <a:gd name="T24" fmla="*/ 1868 w 1991"/>
                <a:gd name="T25" fmla="*/ 1093 h 1968"/>
                <a:gd name="T26" fmla="*/ 1809 w 1991"/>
                <a:gd name="T27" fmla="*/ 985 h 1968"/>
                <a:gd name="T28" fmla="*/ 1745 w 1991"/>
                <a:gd name="T29" fmla="*/ 883 h 1968"/>
                <a:gd name="T30" fmla="*/ 1676 w 1991"/>
                <a:gd name="T31" fmla="*/ 783 h 1968"/>
                <a:gd name="T32" fmla="*/ 1564 w 1991"/>
                <a:gd name="T33" fmla="*/ 641 h 1968"/>
                <a:gd name="T34" fmla="*/ 1397 w 1991"/>
                <a:gd name="T35" fmla="*/ 464 h 1968"/>
                <a:gd name="T36" fmla="*/ 1260 w 1991"/>
                <a:gd name="T37" fmla="*/ 345 h 1968"/>
                <a:gd name="T38" fmla="*/ 1164 w 1991"/>
                <a:gd name="T39" fmla="*/ 271 h 1968"/>
                <a:gd name="T40" fmla="*/ 1064 w 1991"/>
                <a:gd name="T41" fmla="*/ 202 h 1968"/>
                <a:gd name="T42" fmla="*/ 961 w 1991"/>
                <a:gd name="T43" fmla="*/ 137 h 1968"/>
                <a:gd name="T44" fmla="*/ 854 w 1991"/>
                <a:gd name="T45" fmla="*/ 78 h 1968"/>
                <a:gd name="T46" fmla="*/ 744 w 1991"/>
                <a:gd name="T47" fmla="*/ 25 h 1968"/>
                <a:gd name="T48" fmla="*/ 687 w 1991"/>
                <a:gd name="T49" fmla="*/ 0 h 19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991" h="1968">
                  <a:moveTo>
                    <a:pt x="687" y="0"/>
                  </a:moveTo>
                  <a:lnTo>
                    <a:pt x="0" y="1619"/>
                  </a:lnTo>
                  <a:lnTo>
                    <a:pt x="29" y="1631"/>
                  </a:lnTo>
                  <a:lnTo>
                    <a:pt x="86" y="1662"/>
                  </a:lnTo>
                  <a:lnTo>
                    <a:pt x="166" y="1715"/>
                  </a:lnTo>
                  <a:lnTo>
                    <a:pt x="256" y="1805"/>
                  </a:lnTo>
                  <a:lnTo>
                    <a:pt x="313" y="1882"/>
                  </a:lnTo>
                  <a:lnTo>
                    <a:pt x="344" y="1939"/>
                  </a:lnTo>
                  <a:lnTo>
                    <a:pt x="357" y="1968"/>
                  </a:lnTo>
                  <a:lnTo>
                    <a:pt x="1991" y="1373"/>
                  </a:lnTo>
                  <a:lnTo>
                    <a:pt x="1970" y="1316"/>
                  </a:lnTo>
                  <a:lnTo>
                    <a:pt x="1922" y="1202"/>
                  </a:lnTo>
                  <a:lnTo>
                    <a:pt x="1868" y="1093"/>
                  </a:lnTo>
                  <a:lnTo>
                    <a:pt x="1809" y="985"/>
                  </a:lnTo>
                  <a:lnTo>
                    <a:pt x="1745" y="883"/>
                  </a:lnTo>
                  <a:lnTo>
                    <a:pt x="1676" y="783"/>
                  </a:lnTo>
                  <a:lnTo>
                    <a:pt x="1564" y="641"/>
                  </a:lnTo>
                  <a:lnTo>
                    <a:pt x="1397" y="464"/>
                  </a:lnTo>
                  <a:lnTo>
                    <a:pt x="1260" y="345"/>
                  </a:lnTo>
                  <a:lnTo>
                    <a:pt x="1164" y="271"/>
                  </a:lnTo>
                  <a:lnTo>
                    <a:pt x="1064" y="202"/>
                  </a:lnTo>
                  <a:lnTo>
                    <a:pt x="961" y="137"/>
                  </a:lnTo>
                  <a:lnTo>
                    <a:pt x="854" y="78"/>
                  </a:lnTo>
                  <a:lnTo>
                    <a:pt x="744" y="25"/>
                  </a:lnTo>
                  <a:lnTo>
                    <a:pt x="687" y="0"/>
                  </a:lnTo>
                  <a:close/>
                </a:path>
              </a:pathLst>
            </a:custGeom>
            <a:solidFill>
              <a:srgbClr val="D65532"/>
            </a:solidFill>
            <a:ln w="19050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/>
              <a:endParaRPr lang="en-US" sz="1800">
                <a:solidFill>
                  <a:srgbClr val="5F5F5F"/>
                </a:solidFill>
              </a:endParaRPr>
            </a:p>
          </p:txBody>
        </p:sp>
        <p:sp>
          <p:nvSpPr>
            <p:cNvPr id="76" name="Needle Red [2]" hidden="1"/>
            <p:cNvSpPr>
              <a:spLocks/>
            </p:cNvSpPr>
            <p:nvPr>
              <p:custDataLst>
                <p:tags r:id="rId47"/>
              </p:custDataLst>
            </p:nvPr>
          </p:nvSpPr>
          <p:spPr bwMode="auto">
            <a:xfrm>
              <a:off x="2986088" y="3262313"/>
              <a:ext cx="401638" cy="385763"/>
            </a:xfrm>
            <a:custGeom>
              <a:avLst/>
              <a:gdLst>
                <a:gd name="T0" fmla="*/ 1013 w 1013"/>
                <a:gd name="T1" fmla="*/ 0 h 975"/>
                <a:gd name="T2" fmla="*/ 553 w 1013"/>
                <a:gd name="T3" fmla="*/ 115 h 975"/>
                <a:gd name="T4" fmla="*/ 684 w 1013"/>
                <a:gd name="T5" fmla="*/ 250 h 975"/>
                <a:gd name="T6" fmla="*/ 0 w 1013"/>
                <a:gd name="T7" fmla="*/ 909 h 975"/>
                <a:gd name="T8" fmla="*/ 37 w 1013"/>
                <a:gd name="T9" fmla="*/ 940 h 975"/>
                <a:gd name="T10" fmla="*/ 71 w 1013"/>
                <a:gd name="T11" fmla="*/ 975 h 975"/>
                <a:gd name="T12" fmla="*/ 750 w 1013"/>
                <a:gd name="T13" fmla="*/ 318 h 975"/>
                <a:gd name="T14" fmla="*/ 882 w 1013"/>
                <a:gd name="T15" fmla="*/ 455 h 975"/>
                <a:gd name="T16" fmla="*/ 1013 w 1013"/>
                <a:gd name="T17" fmla="*/ 0 h 9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3" h="975">
                  <a:moveTo>
                    <a:pt x="1013" y="0"/>
                  </a:moveTo>
                  <a:lnTo>
                    <a:pt x="553" y="115"/>
                  </a:lnTo>
                  <a:lnTo>
                    <a:pt x="684" y="250"/>
                  </a:lnTo>
                  <a:lnTo>
                    <a:pt x="0" y="909"/>
                  </a:lnTo>
                  <a:lnTo>
                    <a:pt x="37" y="940"/>
                  </a:lnTo>
                  <a:lnTo>
                    <a:pt x="71" y="975"/>
                  </a:lnTo>
                  <a:lnTo>
                    <a:pt x="750" y="318"/>
                  </a:lnTo>
                  <a:lnTo>
                    <a:pt x="882" y="455"/>
                  </a:lnTo>
                  <a:lnTo>
                    <a:pt x="1013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/>
              <a:endParaRPr lang="en-US" sz="1800">
                <a:solidFill>
                  <a:srgbClr val="5F5F5F"/>
                </a:solidFill>
              </a:endParaRPr>
            </a:p>
          </p:txBody>
        </p:sp>
        <p:sp>
          <p:nvSpPr>
            <p:cNvPr id="77" name="Needle Yellow [1]" hidden="1"/>
            <p:cNvSpPr>
              <a:spLocks/>
            </p:cNvSpPr>
            <p:nvPr>
              <p:custDataLst>
                <p:tags r:id="rId48"/>
              </p:custDataLst>
            </p:nvPr>
          </p:nvSpPr>
          <p:spPr bwMode="auto">
            <a:xfrm>
              <a:off x="2732088" y="3036888"/>
              <a:ext cx="188913" cy="530225"/>
            </a:xfrm>
            <a:custGeom>
              <a:avLst/>
              <a:gdLst>
                <a:gd name="T0" fmla="*/ 236 w 474"/>
                <a:gd name="T1" fmla="*/ 0 h 1336"/>
                <a:gd name="T2" fmla="*/ 0 w 474"/>
                <a:gd name="T3" fmla="*/ 410 h 1336"/>
                <a:gd name="T4" fmla="*/ 188 w 474"/>
                <a:gd name="T5" fmla="*/ 410 h 1336"/>
                <a:gd name="T6" fmla="*/ 188 w 474"/>
                <a:gd name="T7" fmla="*/ 1334 h 1336"/>
                <a:gd name="T8" fmla="*/ 207 w 474"/>
                <a:gd name="T9" fmla="*/ 1334 h 1336"/>
                <a:gd name="T10" fmla="*/ 226 w 474"/>
                <a:gd name="T11" fmla="*/ 1332 h 1336"/>
                <a:gd name="T12" fmla="*/ 255 w 474"/>
                <a:gd name="T13" fmla="*/ 1334 h 1336"/>
                <a:gd name="T14" fmla="*/ 283 w 474"/>
                <a:gd name="T15" fmla="*/ 1336 h 1336"/>
                <a:gd name="T16" fmla="*/ 283 w 474"/>
                <a:gd name="T17" fmla="*/ 410 h 1336"/>
                <a:gd name="T18" fmla="*/ 474 w 474"/>
                <a:gd name="T19" fmla="*/ 410 h 1336"/>
                <a:gd name="T20" fmla="*/ 236 w 474"/>
                <a:gd name="T21" fmla="*/ 0 h 1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74" h="1336">
                  <a:moveTo>
                    <a:pt x="236" y="0"/>
                  </a:moveTo>
                  <a:lnTo>
                    <a:pt x="0" y="410"/>
                  </a:lnTo>
                  <a:lnTo>
                    <a:pt x="188" y="410"/>
                  </a:lnTo>
                  <a:lnTo>
                    <a:pt x="188" y="1334"/>
                  </a:lnTo>
                  <a:lnTo>
                    <a:pt x="207" y="1334"/>
                  </a:lnTo>
                  <a:lnTo>
                    <a:pt x="226" y="1332"/>
                  </a:lnTo>
                  <a:lnTo>
                    <a:pt x="255" y="1334"/>
                  </a:lnTo>
                  <a:lnTo>
                    <a:pt x="283" y="1336"/>
                  </a:lnTo>
                  <a:lnTo>
                    <a:pt x="283" y="410"/>
                  </a:lnTo>
                  <a:lnTo>
                    <a:pt x="474" y="410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/>
              <a:endParaRPr lang="en-US" sz="1800">
                <a:solidFill>
                  <a:srgbClr val="5F5F5F"/>
                </a:solidFill>
              </a:endParaRPr>
            </a:p>
          </p:txBody>
        </p:sp>
        <p:sp>
          <p:nvSpPr>
            <p:cNvPr id="78" name="Needle Green [0]" hidden="1"/>
            <p:cNvSpPr>
              <a:spLocks/>
            </p:cNvSpPr>
            <p:nvPr>
              <p:custDataLst>
                <p:tags r:id="rId49"/>
              </p:custDataLst>
            </p:nvPr>
          </p:nvSpPr>
          <p:spPr bwMode="auto">
            <a:xfrm>
              <a:off x="2257425" y="3260725"/>
              <a:ext cx="400050" cy="387350"/>
            </a:xfrm>
            <a:custGeom>
              <a:avLst/>
              <a:gdLst>
                <a:gd name="T0" fmla="*/ 0 w 1010"/>
                <a:gd name="T1" fmla="*/ 0 h 977"/>
                <a:gd name="T2" fmla="*/ 131 w 1010"/>
                <a:gd name="T3" fmla="*/ 456 h 977"/>
                <a:gd name="T4" fmla="*/ 261 w 1010"/>
                <a:gd name="T5" fmla="*/ 320 h 977"/>
                <a:gd name="T6" fmla="*/ 941 w 1010"/>
                <a:gd name="T7" fmla="*/ 977 h 977"/>
                <a:gd name="T8" fmla="*/ 975 w 1010"/>
                <a:gd name="T9" fmla="*/ 942 h 977"/>
                <a:gd name="T10" fmla="*/ 1010 w 1010"/>
                <a:gd name="T11" fmla="*/ 911 h 977"/>
                <a:gd name="T12" fmla="*/ 328 w 1010"/>
                <a:gd name="T13" fmla="*/ 252 h 977"/>
                <a:gd name="T14" fmla="*/ 460 w 1010"/>
                <a:gd name="T15" fmla="*/ 116 h 977"/>
                <a:gd name="T16" fmla="*/ 0 w 1010"/>
                <a:gd name="T17" fmla="*/ 0 h 9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0" h="977">
                  <a:moveTo>
                    <a:pt x="0" y="0"/>
                  </a:moveTo>
                  <a:lnTo>
                    <a:pt x="131" y="456"/>
                  </a:lnTo>
                  <a:lnTo>
                    <a:pt x="261" y="320"/>
                  </a:lnTo>
                  <a:lnTo>
                    <a:pt x="941" y="977"/>
                  </a:lnTo>
                  <a:lnTo>
                    <a:pt x="975" y="942"/>
                  </a:lnTo>
                  <a:lnTo>
                    <a:pt x="1010" y="911"/>
                  </a:lnTo>
                  <a:lnTo>
                    <a:pt x="328" y="252"/>
                  </a:lnTo>
                  <a:lnTo>
                    <a:pt x="460" y="1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/>
              <a:endParaRPr lang="en-US" sz="1800">
                <a:solidFill>
                  <a:srgbClr val="5F5F5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15058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768" r:id="rId14"/>
    <p:sldLayoutId id="2147483769" r:id="rId15"/>
    <p:sldLayoutId id="2147483770" r:id="rId16"/>
    <p:sldLayoutId id="2147483771" r:id="rId17"/>
    <p:sldLayoutId id="2147483772" r:id="rId18"/>
    <p:sldLayoutId id="2147483773" r:id="rId19"/>
    <p:sldLayoutId id="2147483774" r:id="rId20"/>
    <p:sldLayoutId id="2147483775" r:id="rId21"/>
    <p:sldLayoutId id="2147483776" r:id="rId22"/>
    <p:sldLayoutId id="2147483777" r:id="rId23"/>
    <p:sldLayoutId id="2147483778" r:id="rId24"/>
    <p:sldLayoutId id="2147483779" r:id="rId25"/>
    <p:sldLayoutId id="2147483780" r:id="rId26"/>
    <p:sldLayoutId id="2147483781" r:id="rId27"/>
    <p:sldLayoutId id="2147483782" r:id="rId28"/>
    <p:sldLayoutId id="2147483783" r:id="rId29"/>
    <p:sldLayoutId id="2147483784" r:id="rId30"/>
    <p:sldLayoutId id="2147483785" r:id="rId31"/>
    <p:sldLayoutId id="2147483786" r:id="rId32"/>
    <p:sldLayoutId id="2147483787" r:id="rId33"/>
    <p:sldLayoutId id="2147483788" r:id="rId34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200" kern="1200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0" indent="0" algn="just" defTabSz="914400" rtl="0" eaLnBrk="1" latinLnBrk="0" hangingPunct="1">
        <a:lnSpc>
          <a:spcPct val="100000"/>
        </a:lnSpc>
        <a:spcBef>
          <a:spcPts val="1800"/>
        </a:spcBef>
        <a:buFont typeface="Arial" panose="020B0604020202020204" pitchFamily="34" charset="0"/>
        <a:buNone/>
        <a:tabLst/>
        <a:defRPr sz="1600" i="0" kern="1200" cap="none" baseline="0">
          <a:solidFill>
            <a:schemeClr val="bg2"/>
          </a:solidFill>
          <a:latin typeface="+mn-lt"/>
          <a:ea typeface="+mn-ea"/>
          <a:cs typeface="+mn-cs"/>
        </a:defRPr>
      </a:lvl1pPr>
      <a:lvl2pPr marL="358775" indent="-358775" algn="just" defTabSz="914400" rtl="0" eaLnBrk="1" latinLnBrk="0" hangingPunct="1">
        <a:lnSpc>
          <a:spcPct val="100000"/>
        </a:lnSpc>
        <a:spcBef>
          <a:spcPts val="1400"/>
        </a:spcBef>
        <a:buClr>
          <a:schemeClr val="bg2"/>
        </a:buClr>
        <a:buFont typeface="Tempus Sans ITC" panose="04020404030D07020202" pitchFamily="82" charset="0"/>
        <a:buChar char="/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360000" indent="0" algn="just" defTabSz="914400" rtl="0" eaLnBrk="1" latinLnBrk="0" hangingPunct="1">
        <a:lnSpc>
          <a:spcPct val="100000"/>
        </a:lnSpc>
        <a:spcBef>
          <a:spcPts val="600"/>
        </a:spcBef>
        <a:buFontTx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648000" indent="-288000" algn="just" defTabSz="914400" rtl="0" eaLnBrk="1" latinLnBrk="0" hangingPunct="1">
        <a:lnSpc>
          <a:spcPct val="100000"/>
        </a:lnSpc>
        <a:spcBef>
          <a:spcPts val="600"/>
        </a:spcBef>
        <a:buClr>
          <a:schemeClr val="bg2"/>
        </a:buClr>
        <a:buFont typeface="Tahoma" panose="020B0604030504040204" pitchFamily="34" charset="0"/>
        <a:buChar char="›"/>
        <a:defRPr sz="1200" kern="1200" cap="none" baseline="0">
          <a:solidFill>
            <a:schemeClr val="tx1"/>
          </a:solidFill>
          <a:latin typeface="+mn-lt"/>
          <a:ea typeface="+mn-ea"/>
          <a:cs typeface="+mn-cs"/>
        </a:defRPr>
      </a:lvl4pPr>
      <a:lvl5pPr marL="900000" marR="0" indent="-252000" algn="just" defTabSz="914400" rtl="0" eaLnBrk="1" fontAlgn="auto" latinLnBrk="0" hangingPunct="1">
        <a:lnSpc>
          <a:spcPct val="100000"/>
        </a:lnSpc>
        <a:spcBef>
          <a:spcPts val="500"/>
        </a:spcBef>
        <a:spcAft>
          <a:spcPts val="0"/>
        </a:spcAft>
        <a:buClr>
          <a:schemeClr val="bg2"/>
        </a:buClr>
        <a:buSzTx/>
        <a:buFont typeface="Tahoma" panose="020B0604030504040204" pitchFamily="34" charset="0"/>
        <a:buChar char="»"/>
        <a:tabLst/>
        <a:defRPr lang="fr-FR" sz="100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900000" indent="-252000" algn="just" defTabSz="914400" rtl="0" eaLnBrk="1" latinLnBrk="0" hangingPunct="1">
        <a:lnSpc>
          <a:spcPct val="100000"/>
        </a:lnSpc>
        <a:spcBef>
          <a:spcPts val="500"/>
        </a:spcBef>
        <a:buClr>
          <a:schemeClr val="bg2"/>
        </a:buClr>
        <a:buFont typeface="Tahoma" panose="020B0604030504040204" pitchFamily="34" charset="0"/>
        <a:buChar char="»"/>
        <a:defRPr lang="fr-FR" sz="1000" kern="1200" baseline="0" noProof="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900000" indent="-252000" algn="just" defTabSz="914400" rtl="0" eaLnBrk="1" latinLnBrk="0" hangingPunct="1">
        <a:lnSpc>
          <a:spcPct val="100000"/>
        </a:lnSpc>
        <a:spcBef>
          <a:spcPts val="500"/>
        </a:spcBef>
        <a:buClr>
          <a:schemeClr val="bg2"/>
        </a:buClr>
        <a:buFont typeface="Tahoma" panose="020B0604030504040204" pitchFamily="34" charset="0"/>
        <a:buChar char="»"/>
        <a:defRPr lang="fr-FR" sz="1000" kern="1200" baseline="0" noProof="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900000" marR="0" indent="-252000" algn="just" defTabSz="914400" rtl="0" eaLnBrk="1" fontAlgn="auto" latinLnBrk="0" hangingPunct="1">
        <a:lnSpc>
          <a:spcPct val="100000"/>
        </a:lnSpc>
        <a:spcBef>
          <a:spcPts val="500"/>
        </a:spcBef>
        <a:spcAft>
          <a:spcPts val="0"/>
        </a:spcAft>
        <a:buClr>
          <a:schemeClr val="bg2"/>
        </a:buClr>
        <a:buSzTx/>
        <a:buFont typeface="Tahoma" panose="020B0604030504040204" pitchFamily="34" charset="0"/>
        <a:buChar char="»"/>
        <a:tabLst/>
        <a:defRPr lang="fr-FR" sz="100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900000" indent="-252000" algn="just" defTabSz="914400" rtl="0" eaLnBrk="1" latinLnBrk="0" hangingPunct="1">
        <a:lnSpc>
          <a:spcPct val="100000"/>
        </a:lnSpc>
        <a:spcBef>
          <a:spcPts val="500"/>
        </a:spcBef>
        <a:buClr>
          <a:schemeClr val="bg2"/>
        </a:buClr>
        <a:buFont typeface="Tahoma" panose="020B0604030504040204" pitchFamily="34" charset="0"/>
        <a:buChar char="»"/>
        <a:defRPr lang="fr-FR" sz="100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120">
          <p15:clr>
            <a:srgbClr val="F26B43"/>
          </p15:clr>
        </p15:guide>
        <p15:guide id="3" pos="217">
          <p15:clr>
            <a:srgbClr val="F26B43"/>
          </p15:clr>
        </p15:guide>
        <p15:guide id="4" pos="6023">
          <p15:clr>
            <a:srgbClr val="F26B43"/>
          </p15:clr>
        </p15:guide>
        <p15:guide id="5" orient="horz" pos="232">
          <p15:clr>
            <a:srgbClr val="F26B43"/>
          </p15:clr>
        </p15:guide>
        <p15:guide id="6" orient="horz" pos="4088">
          <p15:clr>
            <a:srgbClr val="F26B43"/>
          </p15:clr>
        </p15:guide>
        <p15:guide id="7" orient="horz" pos="2228">
          <p15:clr>
            <a:srgbClr val="F26B43"/>
          </p15:clr>
        </p15:guide>
        <p15:guide id="8" orient="horz" pos="2092">
          <p15:clr>
            <a:srgbClr val="F26B43"/>
          </p15:clr>
        </p15:guide>
        <p15:guide id="9" pos="3188">
          <p15:clr>
            <a:srgbClr val="F26B43"/>
          </p15:clr>
        </p15:guide>
        <p15:guide id="10" pos="3052">
          <p15:clr>
            <a:srgbClr val="F26B43"/>
          </p15:clr>
        </p15:guide>
        <p15:guide id="11" pos="6130">
          <p15:clr>
            <a:srgbClr val="F26B43"/>
          </p15:clr>
        </p15:guide>
        <p15:guide id="12" pos="5910">
          <p15:clr>
            <a:srgbClr val="F26B43"/>
          </p15:clr>
        </p15:guide>
        <p15:guide id="13" orient="horz" pos="4201">
          <p15:clr>
            <a:srgbClr val="F26B43"/>
          </p15:clr>
        </p15:guide>
        <p15:guide id="14" orient="horz" pos="346">
          <p15:clr>
            <a:srgbClr val="F26B43"/>
          </p15:clr>
        </p15:guide>
        <p15:guide id="15" orient="horz" pos="845">
          <p15:clr>
            <a:srgbClr val="F26B43"/>
          </p15:clr>
        </p15:guide>
        <p15:guide id="16" orient="horz" pos="414">
          <p15:clr>
            <a:srgbClr val="F26B43"/>
          </p15:clr>
        </p15:guide>
        <p15:guide id="17" orient="horz" pos="1003">
          <p15:clr>
            <a:srgbClr val="F26B43"/>
          </p15:clr>
        </p15:guide>
        <p15:guide id="18" orient="horz" pos="3974">
          <p15:clr>
            <a:srgbClr val="F26B43"/>
          </p15:clr>
        </p15:guide>
        <p15:guide id="19" pos="1805">
          <p15:clr>
            <a:srgbClr val="F26B43"/>
          </p15:clr>
        </p15:guide>
        <p15:guide id="20" pos="2099">
          <p15:clr>
            <a:srgbClr val="F26B43"/>
          </p15:clr>
        </p15:guide>
        <p15:guide id="21" pos="3914">
          <p15:clr>
            <a:srgbClr val="F26B43"/>
          </p15:clr>
        </p15:guide>
        <p15:guide id="22" pos="3982">
          <p15:clr>
            <a:srgbClr val="F26B43"/>
          </p15:clr>
        </p15:guide>
        <p15:guide id="23" orient="horz" pos="1706">
          <p15:clr>
            <a:srgbClr val="F26B43"/>
          </p15:clr>
        </p15:guide>
        <p15:guide id="24" orient="horz" pos="1820">
          <p15:clr>
            <a:srgbClr val="F26B43"/>
          </p15:clr>
        </p15:guide>
        <p15:guide id="25" orient="horz" pos="2727">
          <p15:clr>
            <a:srgbClr val="F26B43"/>
          </p15:clr>
        </p15:guide>
        <p15:guide id="26" orient="horz" pos="2840">
          <p15:clr>
            <a:srgbClr val="F26B43"/>
          </p15:clr>
        </p15:guide>
        <p15:guide id="27" pos="2213">
          <p15:clr>
            <a:srgbClr val="F26B43"/>
          </p15:clr>
        </p15:guide>
        <p15:guide id="28" orient="horz" pos="3680">
          <p15:clr>
            <a:srgbClr val="F26B43"/>
          </p15:clr>
        </p15:guide>
        <p15:guide id="29" orient="horz" pos="3748">
          <p15:clr>
            <a:srgbClr val="F26B43"/>
          </p15:clr>
        </p15:guide>
        <p15:guide id="30" pos="1873">
          <p15:clr>
            <a:srgbClr val="F26B43"/>
          </p15:clr>
        </p15:guide>
      </p15:sldGuideLst>
    </p:ext>
  </p:extLst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e 14"/>
          <p:cNvGrpSpPr/>
          <p:nvPr/>
        </p:nvGrpSpPr>
        <p:grpSpPr>
          <a:xfrm>
            <a:off x="-15552" y="1231962"/>
            <a:ext cx="9906000" cy="4462118"/>
            <a:chOff x="0" y="1231962"/>
            <a:chExt cx="9906000" cy="4462118"/>
          </a:xfrm>
        </p:grpSpPr>
        <p:pic>
          <p:nvPicPr>
            <p:cNvPr id="8" name="Image 7"/>
            <p:cNvPicPr>
              <a:picLocks noChangeAspect="1"/>
            </p:cNvPicPr>
            <p:nvPr/>
          </p:nvPicPr>
          <p:blipFill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0" y="1484784"/>
              <a:ext cx="9906000" cy="3672409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9" name="Groupe 8"/>
            <p:cNvGrpSpPr/>
            <p:nvPr/>
          </p:nvGrpSpPr>
          <p:grpSpPr>
            <a:xfrm>
              <a:off x="748308" y="1231962"/>
              <a:ext cx="2379530" cy="2641796"/>
              <a:chOff x="992560" y="1287580"/>
              <a:chExt cx="2379530" cy="2641796"/>
            </a:xfrm>
          </p:grpSpPr>
          <p:sp>
            <p:nvSpPr>
              <p:cNvPr id="14" name="Rectangle 13"/>
              <p:cNvSpPr/>
              <p:nvPr/>
            </p:nvSpPr>
            <p:spPr>
              <a:xfrm>
                <a:off x="992560" y="1287580"/>
                <a:ext cx="2379530" cy="252822"/>
              </a:xfrm>
              <a:prstGeom prst="rect">
                <a:avLst/>
              </a:prstGeom>
              <a:solidFill>
                <a:srgbClr val="FF0000">
                  <a:alpha val="7882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fr-FR" sz="1200" dirty="0">
                    <a:solidFill>
                      <a:prstClr val="white"/>
                    </a:solidFill>
                  </a:rPr>
                  <a:t>ID </a:t>
                </a:r>
                <a:r>
                  <a:rPr lang="fr-FR" sz="1200" dirty="0" err="1">
                    <a:solidFill>
                      <a:prstClr val="white"/>
                    </a:solidFill>
                  </a:rPr>
                  <a:t>Logistics</a:t>
                </a:r>
                <a:r>
                  <a:rPr lang="fr-FR" sz="1200" dirty="0">
                    <a:solidFill>
                      <a:prstClr val="white"/>
                    </a:solidFill>
                  </a:rPr>
                  <a:t> Groupe</a:t>
                </a:r>
              </a:p>
            </p:txBody>
          </p:sp>
          <p:sp>
            <p:nvSpPr>
              <p:cNvPr id="15" name="Rectangle 14"/>
              <p:cNvSpPr/>
              <p:nvPr/>
            </p:nvSpPr>
            <p:spPr>
              <a:xfrm>
                <a:off x="992560" y="1540402"/>
                <a:ext cx="2379530" cy="2388974"/>
              </a:xfrm>
              <a:prstGeom prst="rect">
                <a:avLst/>
              </a:prstGeom>
              <a:solidFill>
                <a:srgbClr val="103E6D">
                  <a:alpha val="85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fr-FR" sz="2400" b="1" cap="all" dirty="0">
                  <a:solidFill>
                    <a:prstClr val="white"/>
                  </a:solidFill>
                  <a:latin typeface="Calibri" panose="020F0502020204030204" pitchFamily="34" charset="0"/>
                </a:endParaRPr>
              </a:p>
            </p:txBody>
          </p:sp>
        </p:grpSp>
        <p:pic>
          <p:nvPicPr>
            <p:cNvPr id="10" name="Image 9"/>
            <p:cNvPicPr>
              <a:picLocks noChangeAspect="1"/>
            </p:cNvPicPr>
            <p:nvPr/>
          </p:nvPicPr>
          <p:blipFill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20979543">
              <a:off x="4657104" y="4236191"/>
              <a:ext cx="1252103" cy="1288254"/>
            </a:xfrm>
            <a:prstGeom prst="rect">
              <a:avLst/>
            </a:prstGeom>
          </p:spPr>
        </p:pic>
        <p:pic>
          <p:nvPicPr>
            <p:cNvPr id="11" name="Image 10"/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297212">
              <a:off x="6939267" y="3908935"/>
              <a:ext cx="1676310" cy="1046494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2" name="Image 11"/>
            <p:cNvPicPr>
              <a:picLocks noChangeAspect="1"/>
            </p:cNvPicPr>
            <p:nvPr/>
          </p:nvPicPr>
          <p:blipFill rotWithShape="1"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807791" y="4295727"/>
              <a:ext cx="1296144" cy="1316936"/>
            </a:xfrm>
            <a:prstGeom prst="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3" name="Image 12"/>
            <p:cNvPicPr>
              <a:picLocks noChangeAspect="1"/>
            </p:cNvPicPr>
            <p:nvPr/>
          </p:nvPicPr>
          <p:blipFill rotWithShape="1"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-1696"/>
            <a:stretch/>
          </p:blipFill>
          <p:spPr>
            <a:xfrm rot="20856891">
              <a:off x="7867326" y="4392491"/>
              <a:ext cx="1750252" cy="1301589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3395868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0" r:id="rId1"/>
  </p:sldLayoutIdLst>
  <p:hf hdr="0" ftr="0" dt="0"/>
  <p:txStyles>
    <p:titleStyle>
      <a:lvl1pPr algn="ctr" defTabSz="957838" rtl="0" eaLnBrk="1" latinLnBrk="0" hangingPunct="1">
        <a:spcBef>
          <a:spcPct val="0"/>
        </a:spcBef>
        <a:buNone/>
        <a:defRPr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9189" indent="-359189" algn="l" defTabSz="957838" rtl="0" eaLnBrk="1" latinLnBrk="0" hangingPunct="1">
        <a:spcBef>
          <a:spcPct val="20000"/>
        </a:spcBef>
        <a:buFont typeface="Arial" pitchFamily="34" charset="0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1pPr>
      <a:lvl2pPr marL="778244" indent="-299324" algn="l" defTabSz="957838" rtl="0" eaLnBrk="1" latinLnBrk="0" hangingPunct="1">
        <a:spcBef>
          <a:spcPct val="20000"/>
        </a:spcBef>
        <a:buFont typeface="Arial" pitchFamily="34" charset="0"/>
        <a:buChar char="–"/>
        <a:defRPr sz="2900" kern="1200">
          <a:solidFill>
            <a:schemeClr val="tx1"/>
          </a:solidFill>
          <a:latin typeface="+mn-lt"/>
          <a:ea typeface="+mn-ea"/>
          <a:cs typeface="+mn-cs"/>
        </a:defRPr>
      </a:lvl2pPr>
      <a:lvl3pPr marL="1197298" indent="-239460" algn="l" defTabSz="957838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3pPr>
      <a:lvl4pPr marL="1676217" indent="-239460" algn="l" defTabSz="957838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55136" indent="-239460" algn="l" defTabSz="957838" rtl="0" eaLnBrk="1" latinLnBrk="0" hangingPunct="1">
        <a:spcBef>
          <a:spcPct val="20000"/>
        </a:spcBef>
        <a:buFont typeface="Arial" pitchFamily="34" charset="0"/>
        <a:buChar char="»"/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34055" indent="-239460" algn="l" defTabSz="957838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12975" indent="-239460" algn="l" defTabSz="957838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591894" indent="-239460" algn="l" defTabSz="957838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070813" indent="-239460" algn="l" defTabSz="957838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78919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57838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36757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15677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394596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73515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52434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31353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7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6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270" imgH="270" progId="TCLayout.ActiveDocument.1">
                  <p:embed/>
                </p:oleObj>
              </mc:Choice>
              <mc:Fallback>
                <p:oleObj name="think-cell Slide" r:id="rId8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95300" y="404664"/>
            <a:ext cx="7986092" cy="562073"/>
          </a:xfrm>
          <a:prstGeom prst="rect">
            <a:avLst/>
          </a:prstGeom>
        </p:spPr>
        <p:txBody>
          <a:bodyPr vert="horz" lIns="95784" tIns="47892" rIns="95784" bIns="47892" rtlCol="0" anchor="ctr">
            <a:noAutofit/>
          </a:bodyPr>
          <a:lstStyle/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 vert="horz" lIns="95784" tIns="47892" rIns="95784" bIns="47892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7" name="Espace réservé du numéro de diapositive 5"/>
          <p:cNvSpPr txBox="1">
            <a:spLocks/>
          </p:cNvSpPr>
          <p:nvPr/>
        </p:nvSpPr>
        <p:spPr>
          <a:xfrm>
            <a:off x="193328" y="6448251"/>
            <a:ext cx="2311400" cy="365125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DA462C19-8C46-40F5-897B-4327D6C153A3}" type="slidenum">
              <a:rPr lang="fr-FR" smtClean="0">
                <a:solidFill>
                  <a:prstClr val="white">
                    <a:lumMod val="75000"/>
                  </a:prstClr>
                </a:solidFill>
              </a:rPr>
              <a:pPr>
                <a:defRPr/>
              </a:pPr>
              <a:t>‹N°›</a:t>
            </a:fld>
            <a:endParaRPr lang="fr-FR" dirty="0">
              <a:solidFill>
                <a:prstClr val="white">
                  <a:lumMod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1275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2" r:id="rId1"/>
    <p:sldLayoutId id="2147483793" r:id="rId2"/>
    <p:sldLayoutId id="2147483794" r:id="rId3"/>
    <p:sldLayoutId id="2147483795" r:id="rId4"/>
  </p:sldLayoutIdLst>
  <p:hf sldNum="0" hdr="0" ftr="0" dt="0"/>
  <p:txStyles>
    <p:titleStyle>
      <a:lvl1pPr algn="l" defTabSz="957838" rtl="0" eaLnBrk="1" latinLnBrk="0" hangingPunct="1">
        <a:spcBef>
          <a:spcPct val="0"/>
        </a:spcBef>
        <a:buNone/>
        <a:defRPr lang="fr-FR" sz="2000" b="1" kern="1200" dirty="0">
          <a:solidFill>
            <a:schemeClr val="bg1"/>
          </a:solidFill>
          <a:latin typeface="Calibri" pitchFamily="34" charset="0"/>
          <a:ea typeface="+mj-ea"/>
          <a:cs typeface="+mj-cs"/>
        </a:defRPr>
      </a:lvl1pPr>
    </p:titleStyle>
    <p:bodyStyle>
      <a:lvl1pPr marL="0" indent="0" algn="l" defTabSz="957838" rtl="0" eaLnBrk="1" latinLnBrk="0" hangingPunct="1">
        <a:spcBef>
          <a:spcPct val="20000"/>
        </a:spcBef>
        <a:buFontTx/>
        <a:buNone/>
        <a:defRPr sz="1800" b="1" kern="1200" baseline="0">
          <a:solidFill>
            <a:srgbClr val="103E6D"/>
          </a:solidFill>
          <a:latin typeface="Calibri" pitchFamily="34" charset="0"/>
          <a:ea typeface="+mn-ea"/>
          <a:cs typeface="+mn-cs"/>
        </a:defRPr>
      </a:lvl1pPr>
      <a:lvl2pPr marL="531813" indent="-52388" algn="l" defTabSz="957838" rtl="0" eaLnBrk="1" latinLnBrk="0" hangingPunct="1">
        <a:spcBef>
          <a:spcPct val="20000"/>
        </a:spcBef>
        <a:buFontTx/>
        <a:buNone/>
        <a:defRPr sz="1600" b="1" kern="1200">
          <a:solidFill>
            <a:srgbClr val="7F7F7F"/>
          </a:solidFill>
          <a:latin typeface="Calibri" pitchFamily="34" charset="0"/>
          <a:ea typeface="+mn-ea"/>
          <a:cs typeface="+mn-cs"/>
        </a:defRPr>
      </a:lvl2pPr>
      <a:lvl3pPr marL="1197298" indent="-239460" algn="l" defTabSz="957838" rtl="0" eaLnBrk="1" latinLnBrk="0" hangingPunct="1">
        <a:spcBef>
          <a:spcPct val="20000"/>
        </a:spcBef>
        <a:buFontTx/>
        <a:buNone/>
        <a:defRPr sz="2500" kern="1200">
          <a:solidFill>
            <a:schemeClr val="tx1"/>
          </a:solidFill>
          <a:latin typeface="+mn-lt"/>
          <a:ea typeface="+mn-ea"/>
          <a:cs typeface="+mn-cs"/>
        </a:defRPr>
      </a:lvl3pPr>
      <a:lvl4pPr marL="1676217" indent="-239460" algn="l" defTabSz="957838" rtl="0" eaLnBrk="1" latinLnBrk="0" hangingPunct="1">
        <a:spcBef>
          <a:spcPct val="20000"/>
        </a:spcBef>
        <a:buFontTx/>
        <a:buNone/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55136" indent="-239460" algn="l" defTabSz="957838" rtl="0" eaLnBrk="1" latinLnBrk="0" hangingPunct="1">
        <a:spcBef>
          <a:spcPct val="20000"/>
        </a:spcBef>
        <a:buFontTx/>
        <a:buNone/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34055" indent="-239460" algn="l" defTabSz="957838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12975" indent="-239460" algn="l" defTabSz="957838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591894" indent="-239460" algn="l" defTabSz="957838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070813" indent="-239460" algn="l" defTabSz="957838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78919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57838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36757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15677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394596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73515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52434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31353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495300" y="404813"/>
            <a:ext cx="4673600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5784" tIns="47892" rIns="95784" bIns="4789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CLIQUEZ POUR MODIFIER LE STYLE DU TITRE</a:t>
            </a:r>
          </a:p>
        </p:txBody>
      </p:sp>
      <p:sp>
        <p:nvSpPr>
          <p:cNvPr id="1027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495300" y="1600200"/>
            <a:ext cx="89154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5784" tIns="47892" rIns="95784" bIns="4789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u numéro de diapositive 5"/>
          <p:cNvSpPr txBox="1">
            <a:spLocks/>
          </p:cNvSpPr>
          <p:nvPr/>
        </p:nvSpPr>
        <p:spPr>
          <a:xfrm>
            <a:off x="193675" y="6448425"/>
            <a:ext cx="2311400" cy="365125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defTabSz="957838" fontAlgn="auto">
              <a:spcBef>
                <a:spcPts val="0"/>
              </a:spcBef>
              <a:spcAft>
                <a:spcPts val="0"/>
              </a:spcAft>
              <a:defRPr/>
            </a:pPr>
            <a:fld id="{3F9446BA-C0AA-4434-BE0D-696D4A790F38}" type="slidenum">
              <a:rPr lang="fr-FR" smtClean="0">
                <a:latin typeface="+mn-lt"/>
              </a:rPr>
              <a:pPr defTabSz="957838" fontAlgn="auto">
                <a:spcBef>
                  <a:spcPts val="0"/>
                </a:spcBef>
                <a:spcAft>
                  <a:spcPts val="0"/>
                </a:spcAft>
                <a:defRPr/>
              </a:pPr>
              <a:t>‹N°›</a:t>
            </a:fld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44999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798" r:id="rId2"/>
    <p:sldLayoutId id="2147483799" r:id="rId3"/>
  </p:sldLayoutIdLst>
  <p:hf hdr="0" ftr="0" dt="0"/>
  <p:txStyles>
    <p:titleStyle>
      <a:lvl1pPr algn="l" defTabSz="957263" rtl="0" fontAlgn="base">
        <a:spcBef>
          <a:spcPct val="0"/>
        </a:spcBef>
        <a:spcAft>
          <a:spcPct val="0"/>
        </a:spcAft>
        <a:defRPr lang="fr-FR" b="1" kern="1200" dirty="0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l" defTabSz="957263" rtl="0" fontAlgn="base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Calibri" pitchFamily="34" charset="0"/>
        </a:defRPr>
      </a:lvl2pPr>
      <a:lvl3pPr algn="l" defTabSz="957263" rtl="0" fontAlgn="base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Calibri" pitchFamily="34" charset="0"/>
        </a:defRPr>
      </a:lvl3pPr>
      <a:lvl4pPr algn="l" defTabSz="957263" rtl="0" fontAlgn="base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Calibri" pitchFamily="34" charset="0"/>
        </a:defRPr>
      </a:lvl4pPr>
      <a:lvl5pPr algn="l" defTabSz="957263" rtl="0" fontAlgn="base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Calibri" pitchFamily="34" charset="0"/>
        </a:defRPr>
      </a:lvl5pPr>
      <a:lvl6pPr marL="457200" algn="l" defTabSz="957263" rtl="0" fontAlgn="base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Calibri" pitchFamily="34" charset="0"/>
        </a:defRPr>
      </a:lvl6pPr>
      <a:lvl7pPr marL="914400" algn="l" defTabSz="957263" rtl="0" fontAlgn="base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Calibri" pitchFamily="34" charset="0"/>
        </a:defRPr>
      </a:lvl7pPr>
      <a:lvl8pPr marL="1371600" algn="l" defTabSz="957263" rtl="0" fontAlgn="base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Calibri" pitchFamily="34" charset="0"/>
        </a:defRPr>
      </a:lvl8pPr>
      <a:lvl9pPr marL="1828800" algn="l" defTabSz="957263" rtl="0" fontAlgn="base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Calibri" pitchFamily="34" charset="0"/>
        </a:defRPr>
      </a:lvl9pPr>
    </p:titleStyle>
    <p:bodyStyle>
      <a:lvl1pPr algn="l" defTabSz="957263" rtl="0" fontAlgn="base">
        <a:spcBef>
          <a:spcPct val="20000"/>
        </a:spcBef>
        <a:spcAft>
          <a:spcPct val="0"/>
        </a:spcAft>
        <a:defRPr b="1" kern="1200">
          <a:solidFill>
            <a:srgbClr val="103E6D"/>
          </a:solidFill>
          <a:latin typeface="Calibri" pitchFamily="34" charset="0"/>
          <a:ea typeface="+mn-ea"/>
          <a:cs typeface="+mn-cs"/>
        </a:defRPr>
      </a:lvl1pPr>
      <a:lvl2pPr marL="531813" indent="-52388" algn="l" defTabSz="957263" rtl="0" fontAlgn="base">
        <a:spcBef>
          <a:spcPct val="20000"/>
        </a:spcBef>
        <a:spcAft>
          <a:spcPct val="0"/>
        </a:spcAft>
        <a:defRPr sz="1600" b="1" kern="1200">
          <a:solidFill>
            <a:srgbClr val="7F7F7F"/>
          </a:solidFill>
          <a:latin typeface="Calibri" pitchFamily="34" charset="0"/>
          <a:ea typeface="+mn-ea"/>
          <a:cs typeface="+mn-cs"/>
        </a:defRPr>
      </a:lvl2pPr>
      <a:lvl3pPr marL="1196975" indent="-238125" algn="l" defTabSz="957263" rtl="0" fontAlgn="base">
        <a:spcBef>
          <a:spcPct val="20000"/>
        </a:spcBef>
        <a:spcAft>
          <a:spcPct val="0"/>
        </a:spcAft>
        <a:defRPr sz="2500" kern="1200">
          <a:solidFill>
            <a:schemeClr val="tx1"/>
          </a:solidFill>
          <a:latin typeface="+mn-lt"/>
          <a:ea typeface="+mn-ea"/>
          <a:cs typeface="+mn-cs"/>
        </a:defRPr>
      </a:lvl3pPr>
      <a:lvl4pPr marL="1674813" indent="-238125" algn="l" defTabSz="957263" rtl="0" fontAlgn="base">
        <a:spcBef>
          <a:spcPct val="20000"/>
        </a:spcBef>
        <a:spcAft>
          <a:spcPct val="0"/>
        </a:spcAft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54238" indent="-238125" algn="l" defTabSz="957263" rtl="0" fontAlgn="base">
        <a:spcBef>
          <a:spcPct val="20000"/>
        </a:spcBef>
        <a:spcAft>
          <a:spcPct val="0"/>
        </a:spcAft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34055" indent="-239460" algn="l" defTabSz="957838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12975" indent="-239460" algn="l" defTabSz="957838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591894" indent="-239460" algn="l" defTabSz="957838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070813" indent="-239460" algn="l" defTabSz="957838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78919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57838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36757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15677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394596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73515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52434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31353" algn="l" defTabSz="95783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785D93E0-558F-4F5E-B385-0C55ED994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892" y="382693"/>
            <a:ext cx="9438217" cy="49508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C184089-CB4A-4192-BEC2-AAB5003CC9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74951" y="6549509"/>
            <a:ext cx="845325" cy="169277"/>
          </a:xfrm>
          <a:prstGeom prst="rect">
            <a:avLst/>
          </a:prstGeom>
          <a:noFill/>
        </p:spPr>
        <p:txBody>
          <a:bodyPr vert="horz" wrap="none" lIns="72000" tIns="0" rIns="36000" bIns="0" rtlCol="0" anchor="ctr">
            <a:noAutofit/>
          </a:bodyPr>
          <a:lstStyle>
            <a:lvl1pPr>
              <a:defRPr lang="fr-FR" sz="894" b="1" cap="all" baseline="0" smtClean="0">
                <a:solidFill>
                  <a:schemeClr val="accent3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pPr>
              <a:spcBef>
                <a:spcPts val="2438"/>
              </a:spcBef>
            </a:pPr>
            <a:r>
              <a:rPr lang="fr-FR"/>
              <a:t>Section title</a:t>
            </a:r>
            <a:endParaRPr lang="fr-FR" dirty="0"/>
          </a:p>
        </p:txBody>
      </p:sp>
      <p:sp>
        <p:nvSpPr>
          <p:cNvPr id="13" name="Espace réservé du numéro de diapositive 12">
            <a:extLst>
              <a:ext uri="{FF2B5EF4-FFF2-40B4-BE49-F238E27FC236}">
                <a16:creationId xmlns:a16="http://schemas.microsoft.com/office/drawing/2014/main" id="{6DFF900B-9EDB-8BC1-912F-0664A0E796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23992" y="6469380"/>
            <a:ext cx="241736" cy="297521"/>
          </a:xfrm>
          <a:prstGeom prst="ellipse">
            <a:avLst/>
          </a:prstGeom>
          <a:solidFill>
            <a:schemeClr val="accent3"/>
          </a:solidFill>
        </p:spPr>
        <p:txBody>
          <a:bodyPr vert="horz" wrap="none" lIns="91440" tIns="45720" rIns="91440" bIns="45720" rtlCol="0" anchor="ctr"/>
          <a:lstStyle>
            <a:lvl1pPr algn="ctr">
              <a:defRPr sz="650">
                <a:solidFill>
                  <a:schemeClr val="bg1"/>
                </a:solidFill>
                <a:latin typeface="+mj-lt"/>
              </a:defRPr>
            </a:lvl1pPr>
          </a:lstStyle>
          <a:p>
            <a:fld id="{4BF46CD0-FBDC-4232-8F32-5100991AA63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4" name="Workspace [Presentation]" hidden="1">
            <a:extLst>
              <a:ext uri="{FF2B5EF4-FFF2-40B4-BE49-F238E27FC236}">
                <a16:creationId xmlns:a16="http://schemas.microsoft.com/office/drawing/2014/main" id="{519808DC-2360-6D0E-29C4-C89B9B969CF8}"/>
              </a:ext>
            </a:extLst>
          </p:cNvPr>
          <p:cNvSpPr/>
          <p:nvPr userDrawn="1"/>
        </p:nvSpPr>
        <p:spPr>
          <a:xfrm>
            <a:off x="215850" y="1454899"/>
            <a:ext cx="9438217" cy="4969591"/>
          </a:xfrm>
          <a:prstGeom prst="rect">
            <a:avLst/>
          </a:prstGeom>
          <a:noFill/>
          <a:ln w="12700">
            <a:solidFill>
              <a:srgbClr val="D24726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48332" indent="-148332" algn="l">
              <a:buClr>
                <a:schemeClr val="accent4"/>
              </a:buClr>
              <a:buFont typeface="Arial" panose="020B0604020202020204" pitchFamily="34" charset="0"/>
              <a:buChar char="•"/>
            </a:pPr>
            <a:endParaRPr lang="fr-FR" sz="975" dirty="0">
              <a:solidFill>
                <a:schemeClr val="accent1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9CF239-2D3B-495B-A2D7-F4C2BE3D0E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3355" y="1454910"/>
            <a:ext cx="9480712" cy="501445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fr-FR" noProof="0" dirty="0"/>
              <a:t>Click to </a:t>
            </a:r>
            <a:r>
              <a:rPr lang="fr-FR" noProof="0" dirty="0" err="1"/>
              <a:t>add</a:t>
            </a:r>
            <a:r>
              <a:rPr lang="fr-FR" noProof="0" dirty="0"/>
              <a:t> </a:t>
            </a:r>
            <a:r>
              <a:rPr lang="fr-FR" noProof="0" dirty="0" err="1"/>
              <a:t>text</a:t>
            </a:r>
            <a:r>
              <a:rPr lang="fr-FR" noProof="0" dirty="0"/>
              <a:t> </a:t>
            </a:r>
            <a:br>
              <a:rPr lang="fr-FR" noProof="0" dirty="0"/>
            </a:br>
            <a:r>
              <a:rPr lang="fr-FR" noProof="0" dirty="0"/>
              <a:t>Enter &amp; TAB for </a:t>
            </a:r>
            <a:r>
              <a:rPr lang="fr-FR" noProof="0" dirty="0" err="1"/>
              <a:t>next</a:t>
            </a:r>
            <a:r>
              <a:rPr lang="fr-FR" noProof="0" dirty="0"/>
              <a:t> </a:t>
            </a:r>
            <a:r>
              <a:rPr lang="fr-FR" noProof="0" dirty="0" err="1"/>
              <a:t>text</a:t>
            </a:r>
            <a:r>
              <a:rPr lang="fr-FR" noProof="0" dirty="0"/>
              <a:t> </a:t>
            </a:r>
            <a:r>
              <a:rPr lang="fr-FR" noProof="0" dirty="0" err="1"/>
              <a:t>level</a:t>
            </a:r>
            <a:br>
              <a:rPr lang="fr-FR" noProof="0" dirty="0"/>
            </a:br>
            <a:r>
              <a:rPr lang="fr-FR" noProof="0" dirty="0"/>
              <a:t>SHIFT+TAB to go back in </a:t>
            </a:r>
            <a:r>
              <a:rPr lang="fr-FR" noProof="0" dirty="0" err="1"/>
              <a:t>levels</a:t>
            </a:r>
            <a:endParaRPr lang="fr-FR" noProof="0" dirty="0"/>
          </a:p>
          <a:p>
            <a:pPr lvl="1"/>
            <a:r>
              <a:rPr lang="fr-FR" dirty="0" err="1"/>
              <a:t>Level</a:t>
            </a:r>
            <a:r>
              <a:rPr lang="fr-FR" dirty="0"/>
              <a:t> 2</a:t>
            </a:r>
          </a:p>
          <a:p>
            <a:pPr lvl="2"/>
            <a:r>
              <a:rPr lang="fr-FR" dirty="0" err="1"/>
              <a:t>Level</a:t>
            </a:r>
            <a:r>
              <a:rPr lang="fr-FR" dirty="0"/>
              <a:t> 3</a:t>
            </a:r>
          </a:p>
          <a:p>
            <a:pPr lvl="3"/>
            <a:r>
              <a:rPr lang="fr-FR" dirty="0" err="1"/>
              <a:t>Level</a:t>
            </a:r>
            <a:r>
              <a:rPr lang="fr-FR" dirty="0"/>
              <a:t> 4, Header</a:t>
            </a:r>
          </a:p>
          <a:p>
            <a:pPr lvl="4"/>
            <a:r>
              <a:rPr lang="fr-FR" dirty="0" err="1"/>
              <a:t>Level</a:t>
            </a:r>
            <a:r>
              <a:rPr lang="fr-FR" dirty="0"/>
              <a:t> 5, Body</a:t>
            </a:r>
          </a:p>
          <a:p>
            <a:pPr lvl="5"/>
            <a:r>
              <a:rPr lang="fr-FR" dirty="0" err="1"/>
              <a:t>Level</a:t>
            </a:r>
            <a:r>
              <a:rPr lang="fr-FR" dirty="0"/>
              <a:t> 6, Bullet point</a:t>
            </a:r>
          </a:p>
          <a:p>
            <a:pPr lvl="6"/>
            <a:r>
              <a:rPr lang="fr-FR" dirty="0" err="1"/>
              <a:t>Level</a:t>
            </a:r>
            <a:r>
              <a:rPr lang="fr-FR" dirty="0"/>
              <a:t> 7, Small header/</a:t>
            </a:r>
            <a:r>
              <a:rPr lang="fr-FR" dirty="0" err="1"/>
              <a:t>legend</a:t>
            </a:r>
            <a:endParaRPr lang="fr-FR" dirty="0"/>
          </a:p>
          <a:p>
            <a:pPr lvl="7"/>
            <a:r>
              <a:rPr lang="fr-FR" dirty="0" err="1"/>
              <a:t>Level</a:t>
            </a:r>
            <a:r>
              <a:rPr lang="fr-FR" dirty="0"/>
              <a:t> 8, Small body</a:t>
            </a:r>
          </a:p>
          <a:p>
            <a:pPr lvl="8"/>
            <a:r>
              <a:rPr lang="fr-FR" dirty="0" err="1"/>
              <a:t>Level</a:t>
            </a:r>
            <a:r>
              <a:rPr lang="fr-FR" dirty="0"/>
              <a:t> 9, </a:t>
            </a:r>
            <a:r>
              <a:rPr lang="fr-FR" dirty="0" err="1"/>
              <a:t>Infographic</a:t>
            </a:r>
            <a:endParaRPr lang="fr-FR" dirty="0"/>
          </a:p>
        </p:txBody>
      </p:sp>
    </p:spTree>
    <p:custDataLst>
      <p:tags r:id="rId23"/>
    </p:custDataLst>
    <p:extLst>
      <p:ext uri="{BB962C8B-B14F-4D97-AF65-F5344CB8AC3E}">
        <p14:creationId xmlns:p14="http://schemas.microsoft.com/office/powerpoint/2010/main" val="1402707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2" r:id="rId1"/>
    <p:sldLayoutId id="2147483803" r:id="rId2"/>
    <p:sldLayoutId id="2147483804" r:id="rId3"/>
    <p:sldLayoutId id="2147483805" r:id="rId4"/>
    <p:sldLayoutId id="2147483806" r:id="rId5"/>
    <p:sldLayoutId id="2147483807" r:id="rId6"/>
    <p:sldLayoutId id="2147483808" r:id="rId7"/>
    <p:sldLayoutId id="2147483809" r:id="rId8"/>
    <p:sldLayoutId id="2147483810" r:id="rId9"/>
    <p:sldLayoutId id="2147483811" r:id="rId10"/>
    <p:sldLayoutId id="2147483812" r:id="rId11"/>
    <p:sldLayoutId id="2147483813" r:id="rId12"/>
    <p:sldLayoutId id="2147483814" r:id="rId13"/>
    <p:sldLayoutId id="2147483815" r:id="rId14"/>
    <p:sldLayoutId id="2147483816" r:id="rId15"/>
    <p:sldLayoutId id="2147483817" r:id="rId16"/>
    <p:sldLayoutId id="2147483818" r:id="rId17"/>
    <p:sldLayoutId id="2147483819" r:id="rId18"/>
    <p:sldLayoutId id="2147483820" r:id="rId19"/>
    <p:sldLayoutId id="2147483821" r:id="rId20"/>
    <p:sldLayoutId id="2147483822" r:id="rId21"/>
  </p:sldLayoutIdLst>
  <p:hf hd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2275" b="1" kern="1200" cap="all" baseline="0">
          <a:solidFill>
            <a:schemeClr val="accent1"/>
          </a:solidFill>
          <a:latin typeface="Bahnschrift" panose="020B0502040204020203" pitchFamily="34" charset="0"/>
          <a:ea typeface="+mj-ea"/>
          <a:cs typeface="+mj-cs"/>
        </a:defRPr>
      </a:lvl1pPr>
    </p:titleStyle>
    <p:bodyStyle>
      <a:lvl1pPr marL="143325" indent="-143325" algn="l" defTabSz="742950" rtl="0" eaLnBrk="1" latinLnBrk="0" hangingPunct="1">
        <a:lnSpc>
          <a:spcPct val="100000"/>
        </a:lnSpc>
        <a:spcBef>
          <a:spcPts val="0"/>
        </a:spcBef>
        <a:spcAft>
          <a:spcPts val="488"/>
        </a:spcAft>
        <a:buFont typeface="Malgun Gothic" panose="020B0503020000020004" pitchFamily="34" charset="-127"/>
        <a:buChar char="​"/>
        <a:defRPr sz="1463" b="1" kern="1200">
          <a:solidFill>
            <a:schemeClr val="accent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143173" indent="-143173" algn="l" defTabSz="742950" rtl="0" eaLnBrk="1" latinLnBrk="0" hangingPunct="1">
        <a:lnSpc>
          <a:spcPct val="100000"/>
        </a:lnSpc>
        <a:spcBef>
          <a:spcPts val="0"/>
        </a:spcBef>
        <a:spcAft>
          <a:spcPts val="488"/>
        </a:spcAft>
        <a:buClr>
          <a:schemeClr val="accent4"/>
        </a:buClr>
        <a:buFont typeface="Malgun Gothic" panose="020B0503020000020004" pitchFamily="34" charset="-127"/>
        <a:buChar char="​"/>
        <a:defRPr sz="13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294084" indent="-150912" algn="l" defTabSz="742950" rtl="0" eaLnBrk="1" latinLnBrk="0" hangingPunct="1">
        <a:lnSpc>
          <a:spcPct val="100000"/>
        </a:lnSpc>
        <a:spcBef>
          <a:spcPts val="0"/>
        </a:spcBef>
        <a:spcAft>
          <a:spcPts val="488"/>
        </a:spcAft>
        <a:buClr>
          <a:schemeClr val="accent4"/>
        </a:buClr>
        <a:buFont typeface="Arial" panose="020B0604020202020204" pitchFamily="34" charset="0"/>
        <a:buChar char="•"/>
        <a:tabLst>
          <a:tab pos="2400400" algn="l"/>
        </a:tabLst>
        <a:defRPr sz="975" i="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43173" indent="-143173" algn="l" defTabSz="742950" rtl="0" eaLnBrk="1" latinLnBrk="0" hangingPunct="1">
        <a:lnSpc>
          <a:spcPct val="100000"/>
        </a:lnSpc>
        <a:spcBef>
          <a:spcPts val="0"/>
        </a:spcBef>
        <a:spcAft>
          <a:spcPts val="488"/>
        </a:spcAft>
        <a:buFont typeface="Arial" panose="020B0604020202020204" pitchFamily="34" charset="0"/>
        <a:buChar char="​"/>
        <a:defRPr sz="3250" b="1" kern="1200">
          <a:gradFill>
            <a:gsLst>
              <a:gs pos="0">
                <a:srgbClr val="014DCF"/>
              </a:gs>
              <a:gs pos="100000">
                <a:srgbClr val="0332B4"/>
              </a:gs>
            </a:gsLst>
            <a:lin ang="10800000" scaled="0"/>
          </a:gradFill>
          <a:latin typeface="+mj-lt"/>
          <a:ea typeface="+mn-ea"/>
          <a:cs typeface="+mn-cs"/>
        </a:defRPr>
      </a:lvl4pPr>
      <a:lvl5pPr marL="143173" indent="-143173" algn="l" defTabSz="742950" rtl="0" eaLnBrk="1" latinLnBrk="0" hangingPunct="1">
        <a:lnSpc>
          <a:spcPct val="100000"/>
        </a:lnSpc>
        <a:spcBef>
          <a:spcPts val="0"/>
        </a:spcBef>
        <a:spcAft>
          <a:spcPts val="488"/>
        </a:spcAft>
        <a:buFont typeface="Arial" panose="020B0604020202020204" pitchFamily="34" charset="0"/>
        <a:buChar char="​"/>
        <a:defRPr sz="1138" kern="1200" baseline="0">
          <a:solidFill>
            <a:schemeClr val="accent1"/>
          </a:solidFill>
          <a:latin typeface="+mj-lt"/>
          <a:ea typeface="+mn-ea"/>
          <a:cs typeface="+mn-cs"/>
        </a:defRPr>
      </a:lvl5pPr>
      <a:lvl6pPr marL="294084" indent="-150912" algn="l" defTabSz="742950" rtl="0" eaLnBrk="1" latinLnBrk="0" hangingPunct="1">
        <a:lnSpc>
          <a:spcPct val="100000"/>
        </a:lnSpc>
        <a:spcBef>
          <a:spcPts val="0"/>
        </a:spcBef>
        <a:spcAft>
          <a:spcPts val="488"/>
        </a:spcAft>
        <a:buClr>
          <a:schemeClr val="accent4"/>
        </a:buClr>
        <a:buFont typeface="Arial" panose="020B0604020202020204" pitchFamily="34" charset="0"/>
        <a:buChar char="•"/>
        <a:defRPr sz="894" b="0" kern="1200">
          <a:solidFill>
            <a:schemeClr val="accent1"/>
          </a:solidFill>
          <a:latin typeface="+mj-lt"/>
          <a:ea typeface="+mn-ea"/>
          <a:cs typeface="+mn-cs"/>
        </a:defRPr>
      </a:lvl6pPr>
      <a:lvl7pPr marL="143173" indent="-143173" algn="l" defTabSz="742950" rtl="0" eaLnBrk="1" latinLnBrk="0" hangingPunct="1">
        <a:lnSpc>
          <a:spcPct val="100000"/>
        </a:lnSpc>
        <a:spcBef>
          <a:spcPts val="0"/>
        </a:spcBef>
        <a:spcAft>
          <a:spcPts val="488"/>
        </a:spcAft>
        <a:buFont typeface="Arial" panose="020B0604020202020204" pitchFamily="34" charset="0"/>
        <a:buChar char="​"/>
        <a:tabLst/>
        <a:defRPr sz="975" kern="1200">
          <a:solidFill>
            <a:schemeClr val="accent1"/>
          </a:solidFill>
          <a:latin typeface="+mj-lt"/>
          <a:ea typeface="+mn-ea"/>
          <a:cs typeface="+mn-cs"/>
        </a:defRPr>
      </a:lvl7pPr>
      <a:lvl8pPr marL="143173" indent="-143173" algn="l" defTabSz="742950" rtl="0" eaLnBrk="1" latinLnBrk="0" hangingPunct="1">
        <a:lnSpc>
          <a:spcPct val="100000"/>
        </a:lnSpc>
        <a:spcBef>
          <a:spcPts val="0"/>
        </a:spcBef>
        <a:spcAft>
          <a:spcPts val="488"/>
        </a:spcAft>
        <a:buFont typeface="Arial" panose="020B0604020202020204" pitchFamily="34" charset="0"/>
        <a:buChar char="​"/>
        <a:tabLst/>
        <a:defRPr sz="853" kern="1200">
          <a:solidFill>
            <a:schemeClr val="accent1"/>
          </a:solidFill>
          <a:latin typeface="+mn-lt"/>
          <a:ea typeface="+mn-ea"/>
          <a:cs typeface="+mn-cs"/>
        </a:defRPr>
      </a:lvl8pPr>
      <a:lvl9pPr marL="143173" indent="-143173" algn="l" defTabSz="742950" rtl="0" eaLnBrk="1" latinLnBrk="0" hangingPunct="1">
        <a:lnSpc>
          <a:spcPct val="100000"/>
        </a:lnSpc>
        <a:spcBef>
          <a:spcPts val="0"/>
        </a:spcBef>
        <a:spcAft>
          <a:spcPts val="488"/>
        </a:spcAft>
        <a:buFont typeface="Arial" panose="020B0604020202020204" pitchFamily="34" charset="0"/>
        <a:buChar char="​"/>
        <a:tabLst>
          <a:tab pos="143173" algn="l"/>
        </a:tabLst>
        <a:defRPr sz="2275" b="0" kern="1200">
          <a:gradFill>
            <a:gsLst>
              <a:gs pos="0">
                <a:srgbClr val="014DCF"/>
              </a:gs>
              <a:gs pos="100000">
                <a:srgbClr val="0332B4"/>
              </a:gs>
            </a:gsLst>
            <a:lin ang="10800000" scaled="0"/>
          </a:gradFill>
          <a:latin typeface="+mj-lt"/>
          <a:ea typeface="+mn-ea"/>
          <a:cs typeface="+mn-cs"/>
        </a:defRPr>
      </a:lvl9pPr>
    </p:bodyStyle>
    <p:otherStyle>
      <a:defPPr>
        <a:defRPr lang="fr-FR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2" Type="http://schemas.openxmlformats.org/officeDocument/2006/relationships/slideLayout" Target="../slideLayouts/slideLayout80.xml"/><Relationship Id="rId1" Type="http://schemas.openxmlformats.org/officeDocument/2006/relationships/tags" Target="../tags/tag102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57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52.png"/><Relationship Id="rId12" Type="http://schemas.openxmlformats.org/officeDocument/2006/relationships/image" Target="../media/image44.png"/><Relationship Id="rId2" Type="http://schemas.openxmlformats.org/officeDocument/2006/relationships/slideLayout" Target="../slideLayouts/slideLayout80.xml"/><Relationship Id="rId1" Type="http://schemas.openxmlformats.org/officeDocument/2006/relationships/tags" Target="../tags/tag103.xml"/><Relationship Id="rId6" Type="http://schemas.openxmlformats.org/officeDocument/2006/relationships/image" Target="../media/image51.png"/><Relationship Id="rId11" Type="http://schemas.openxmlformats.org/officeDocument/2006/relationships/image" Target="../media/image56.png"/><Relationship Id="rId5" Type="http://schemas.openxmlformats.org/officeDocument/2006/relationships/image" Target="../media/image43.png"/><Relationship Id="rId15" Type="http://schemas.openxmlformats.org/officeDocument/2006/relationships/image" Target="../media/image59.png"/><Relationship Id="rId10" Type="http://schemas.openxmlformats.org/officeDocument/2006/relationships/image" Target="../media/image55.png"/><Relationship Id="rId4" Type="http://schemas.openxmlformats.org/officeDocument/2006/relationships/image" Target="../media/image42.png"/><Relationship Id="rId9" Type="http://schemas.openxmlformats.org/officeDocument/2006/relationships/image" Target="../media/image54.png"/><Relationship Id="rId14" Type="http://schemas.openxmlformats.org/officeDocument/2006/relationships/image" Target="../media/image5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 descr="Une image contenant Police, texte, Graphique, logo&#10;&#10;Description générée automatiquement">
            <a:extLst>
              <a:ext uri="{FF2B5EF4-FFF2-40B4-BE49-F238E27FC236}">
                <a16:creationId xmlns:a16="http://schemas.microsoft.com/office/drawing/2014/main" id="{8A5F94D8-4302-4F34-7105-072A06B0405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9304" y="116632"/>
            <a:ext cx="2129618" cy="437851"/>
          </a:xfrm>
          <a:prstGeom prst="rect">
            <a:avLst/>
          </a:prstGeom>
        </p:spPr>
      </p:pic>
      <p:pic>
        <p:nvPicPr>
          <p:cNvPr id="2" name="Image 1" descr="Une image contenant symbole, Police, Graphique, logo&#10;&#10;Description générée automatiquement">
            <a:extLst>
              <a:ext uri="{FF2B5EF4-FFF2-40B4-BE49-F238E27FC236}">
                <a16:creationId xmlns:a16="http://schemas.microsoft.com/office/drawing/2014/main" id="{DEE4BE6B-5867-A58F-2FCD-9EBA0F0779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182" y="796611"/>
            <a:ext cx="492449" cy="317709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05C903FA-EA38-B653-1018-69CE72303E2E}"/>
              </a:ext>
            </a:extLst>
          </p:cNvPr>
          <p:cNvSpPr txBox="1"/>
          <p:nvPr/>
        </p:nvSpPr>
        <p:spPr>
          <a:xfrm>
            <a:off x="557102" y="679184"/>
            <a:ext cx="7128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>
                <a:solidFill>
                  <a:prstClr val="white"/>
                </a:solidFill>
                <a:latin typeface="Arial"/>
              </a:rPr>
              <a:t>Plan  de circulation intérieure La Brède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2CCE1A02-B2FC-8F40-CFCF-E7495D3283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3844" y="3288304"/>
            <a:ext cx="431513" cy="412643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1C28AECE-78C9-64B0-3DCE-16BEB9F1488D}"/>
              </a:ext>
            </a:extLst>
          </p:cNvPr>
          <p:cNvSpPr txBox="1"/>
          <p:nvPr/>
        </p:nvSpPr>
        <p:spPr>
          <a:xfrm>
            <a:off x="605357" y="3275046"/>
            <a:ext cx="36709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spcBef>
                <a:spcPct val="50000"/>
              </a:spcBef>
              <a:defRPr/>
            </a:pPr>
            <a:r>
              <a:rPr lang="fr-FR" sz="1000" dirty="0">
                <a:solidFill>
                  <a:prstClr val="black"/>
                </a:solidFill>
                <a:latin typeface="Calibri" panose="020F0502020204030204" pitchFamily="34" charset="0"/>
              </a:rPr>
              <a:t>Point de Rassemblement </a:t>
            </a:r>
          </a:p>
        </p:txBody>
      </p: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05861A4C-3C04-6199-4BAD-8862CFA85AB2}"/>
              </a:ext>
            </a:extLst>
          </p:cNvPr>
          <p:cNvCxnSpPr>
            <a:cxnSpLocks/>
          </p:cNvCxnSpPr>
          <p:nvPr/>
        </p:nvCxnSpPr>
        <p:spPr>
          <a:xfrm>
            <a:off x="5237818" y="6984476"/>
            <a:ext cx="275353" cy="0"/>
          </a:xfrm>
          <a:prstGeom prst="line">
            <a:avLst/>
          </a:prstGeom>
          <a:noFill/>
          <a:ln w="19050" cap="flat" cmpd="sng" algn="ctr">
            <a:solidFill>
              <a:srgbClr val="92D050"/>
            </a:solidFill>
            <a:prstDash val="solid"/>
          </a:ln>
          <a:effectLst/>
        </p:spPr>
      </p:cxnSp>
      <p:sp>
        <p:nvSpPr>
          <p:cNvPr id="16" name="ZoneTexte 15">
            <a:extLst>
              <a:ext uri="{FF2B5EF4-FFF2-40B4-BE49-F238E27FC236}">
                <a16:creationId xmlns:a16="http://schemas.microsoft.com/office/drawing/2014/main" id="{437163F7-5086-3882-E8E1-3BEA4503BA6D}"/>
              </a:ext>
            </a:extLst>
          </p:cNvPr>
          <p:cNvSpPr txBox="1"/>
          <p:nvPr/>
        </p:nvSpPr>
        <p:spPr>
          <a:xfrm>
            <a:off x="649940" y="3796059"/>
            <a:ext cx="19740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spcBef>
                <a:spcPct val="50000"/>
              </a:spcBef>
              <a:defRPr/>
            </a:pPr>
            <a:r>
              <a:rPr lang="fr-FR" sz="1000" dirty="0">
                <a:solidFill>
                  <a:prstClr val="black"/>
                </a:solidFill>
                <a:latin typeface="Calibri" panose="020F0502020204030204" pitchFamily="34" charset="0"/>
              </a:rPr>
              <a:t>Passages Piéton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67F49D61-735A-09F0-8481-C9546752FCD3}"/>
              </a:ext>
            </a:extLst>
          </p:cNvPr>
          <p:cNvSpPr txBox="1"/>
          <p:nvPr/>
        </p:nvSpPr>
        <p:spPr>
          <a:xfrm>
            <a:off x="666293" y="2868452"/>
            <a:ext cx="1294060" cy="246225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alt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Issue de secours</a:t>
            </a:r>
          </a:p>
        </p:txBody>
      </p:sp>
      <p:sp>
        <p:nvSpPr>
          <p:cNvPr id="1038" name="ZoneTexte 1037">
            <a:extLst>
              <a:ext uri="{FF2B5EF4-FFF2-40B4-BE49-F238E27FC236}">
                <a16:creationId xmlns:a16="http://schemas.microsoft.com/office/drawing/2014/main" id="{5FFA8C43-D36E-862C-E568-3AFCE2F84603}"/>
              </a:ext>
            </a:extLst>
          </p:cNvPr>
          <p:cNvSpPr txBox="1"/>
          <p:nvPr/>
        </p:nvSpPr>
        <p:spPr>
          <a:xfrm>
            <a:off x="666293" y="4218295"/>
            <a:ext cx="14144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spcBef>
                <a:spcPct val="50000"/>
              </a:spcBef>
              <a:defRPr/>
            </a:pPr>
            <a:r>
              <a:rPr lang="fr-FR" sz="1000" dirty="0">
                <a:solidFill>
                  <a:prstClr val="black"/>
                </a:solidFill>
                <a:latin typeface="Calibri" panose="020F0502020204030204" pitchFamily="34" charset="0"/>
              </a:rPr>
              <a:t>Circulation chariot</a:t>
            </a:r>
          </a:p>
        </p:txBody>
      </p:sp>
      <p:sp>
        <p:nvSpPr>
          <p:cNvPr id="1043" name="Rectangle : avec coins arrondis en haut 1042">
            <a:extLst>
              <a:ext uri="{FF2B5EF4-FFF2-40B4-BE49-F238E27FC236}">
                <a16:creationId xmlns:a16="http://schemas.microsoft.com/office/drawing/2014/main" id="{3B8576B0-ADD9-44D6-0E98-4E2687CDDC89}"/>
              </a:ext>
            </a:extLst>
          </p:cNvPr>
          <p:cNvSpPr/>
          <p:nvPr/>
        </p:nvSpPr>
        <p:spPr>
          <a:xfrm>
            <a:off x="102463" y="1901752"/>
            <a:ext cx="1987786" cy="4214154"/>
          </a:xfrm>
          <a:prstGeom prst="round2SameRect">
            <a:avLst/>
          </a:prstGeom>
          <a:noFill/>
          <a:ln w="19050" cap="flat" cmpd="sng" algn="ctr">
            <a:solidFill>
              <a:srgbClr val="FF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25" name="Image 24">
            <a:extLst>
              <a:ext uri="{FF2B5EF4-FFF2-40B4-BE49-F238E27FC236}">
                <a16:creationId xmlns:a16="http://schemas.microsoft.com/office/drawing/2014/main" id="{805262E6-EB01-32AC-6243-C9428F3FEC5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0263" y="4130175"/>
            <a:ext cx="269961" cy="392445"/>
          </a:xfrm>
          <a:prstGeom prst="rect">
            <a:avLst/>
          </a:prstGeom>
        </p:spPr>
      </p:pic>
      <p:pic>
        <p:nvPicPr>
          <p:cNvPr id="29" name="Image 28">
            <a:extLst>
              <a:ext uri="{FF2B5EF4-FFF2-40B4-BE49-F238E27FC236}">
                <a16:creationId xmlns:a16="http://schemas.microsoft.com/office/drawing/2014/main" id="{888E38E2-6BBD-17CB-A480-AD038DB35D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2737" y="6462880"/>
            <a:ext cx="217602" cy="208087"/>
          </a:xfrm>
          <a:prstGeom prst="rect">
            <a:avLst/>
          </a:prstGeom>
        </p:spPr>
      </p:pic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042B1872-CAD7-D317-C80F-29CF73D6A249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255373" y="3919169"/>
            <a:ext cx="394567" cy="1"/>
          </a:xfrm>
          <a:prstGeom prst="line">
            <a:avLst/>
          </a:prstGeom>
          <a:ln w="76200" cap="rnd">
            <a:solidFill>
              <a:schemeClr val="bg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Image 35">
            <a:extLst>
              <a:ext uri="{FF2B5EF4-FFF2-40B4-BE49-F238E27FC236}">
                <a16:creationId xmlns:a16="http://schemas.microsoft.com/office/drawing/2014/main" id="{76652DD4-2466-E080-B1F8-5E039632CD9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13311" y="1449636"/>
            <a:ext cx="5567353" cy="5068446"/>
          </a:xfrm>
          <a:prstGeom prst="rect">
            <a:avLst/>
          </a:prstGeom>
        </p:spPr>
      </p:pic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6C4EBEAA-06F5-08B4-7D4D-E87817CEEC93}"/>
              </a:ext>
            </a:extLst>
          </p:cNvPr>
          <p:cNvCxnSpPr>
            <a:cxnSpLocks/>
          </p:cNvCxnSpPr>
          <p:nvPr/>
        </p:nvCxnSpPr>
        <p:spPr>
          <a:xfrm>
            <a:off x="7761312" y="6115906"/>
            <a:ext cx="0" cy="451018"/>
          </a:xfrm>
          <a:prstGeom prst="line">
            <a:avLst/>
          </a:prstGeom>
          <a:ln w="76200" cap="rnd">
            <a:solidFill>
              <a:schemeClr val="bg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droit 38">
            <a:extLst>
              <a:ext uri="{FF2B5EF4-FFF2-40B4-BE49-F238E27FC236}">
                <a16:creationId xmlns:a16="http://schemas.microsoft.com/office/drawing/2014/main" id="{9B506923-7461-7D83-64C7-D81B6AF03627}"/>
              </a:ext>
            </a:extLst>
          </p:cNvPr>
          <p:cNvCxnSpPr>
            <a:cxnSpLocks/>
          </p:cNvCxnSpPr>
          <p:nvPr/>
        </p:nvCxnSpPr>
        <p:spPr>
          <a:xfrm>
            <a:off x="5889104" y="6021288"/>
            <a:ext cx="1872208" cy="0"/>
          </a:xfrm>
          <a:prstGeom prst="line">
            <a:avLst/>
          </a:prstGeom>
          <a:ln w="76200" cap="rnd">
            <a:solidFill>
              <a:schemeClr val="bg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eur droit 41">
            <a:extLst>
              <a:ext uri="{FF2B5EF4-FFF2-40B4-BE49-F238E27FC236}">
                <a16:creationId xmlns:a16="http://schemas.microsoft.com/office/drawing/2014/main" id="{CA65D114-3478-32FB-2EF4-D187E054BB55}"/>
              </a:ext>
            </a:extLst>
          </p:cNvPr>
          <p:cNvCxnSpPr>
            <a:cxnSpLocks/>
          </p:cNvCxnSpPr>
          <p:nvPr/>
        </p:nvCxnSpPr>
        <p:spPr>
          <a:xfrm>
            <a:off x="6033120" y="5733256"/>
            <a:ext cx="0" cy="228376"/>
          </a:xfrm>
          <a:prstGeom prst="line">
            <a:avLst/>
          </a:prstGeom>
          <a:ln w="76200" cap="rnd">
            <a:solidFill>
              <a:schemeClr val="bg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E965E95C-30A3-59FB-1ABD-08FBB44FE006}"/>
              </a:ext>
            </a:extLst>
          </p:cNvPr>
          <p:cNvCxnSpPr>
            <a:cxnSpLocks/>
          </p:cNvCxnSpPr>
          <p:nvPr/>
        </p:nvCxnSpPr>
        <p:spPr>
          <a:xfrm flipH="1">
            <a:off x="5745088" y="6021288"/>
            <a:ext cx="144016" cy="144016"/>
          </a:xfrm>
          <a:prstGeom prst="line">
            <a:avLst/>
          </a:prstGeom>
          <a:ln w="76200" cap="rnd">
            <a:solidFill>
              <a:schemeClr val="bg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eur droit 46">
            <a:extLst>
              <a:ext uri="{FF2B5EF4-FFF2-40B4-BE49-F238E27FC236}">
                <a16:creationId xmlns:a16="http://schemas.microsoft.com/office/drawing/2014/main" id="{DEE247F9-8258-977F-B4B5-1379194C24EA}"/>
              </a:ext>
            </a:extLst>
          </p:cNvPr>
          <p:cNvCxnSpPr>
            <a:cxnSpLocks/>
          </p:cNvCxnSpPr>
          <p:nvPr/>
        </p:nvCxnSpPr>
        <p:spPr>
          <a:xfrm>
            <a:off x="5673080" y="6115906"/>
            <a:ext cx="0" cy="193414"/>
          </a:xfrm>
          <a:prstGeom prst="line">
            <a:avLst/>
          </a:prstGeom>
          <a:ln w="76200" cap="rnd">
            <a:solidFill>
              <a:schemeClr val="bg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5" name="Connecteur droit 1044">
            <a:extLst>
              <a:ext uri="{FF2B5EF4-FFF2-40B4-BE49-F238E27FC236}">
                <a16:creationId xmlns:a16="http://schemas.microsoft.com/office/drawing/2014/main" id="{A3244DF4-7F34-C949-F924-3C53CCBF7CCE}"/>
              </a:ext>
            </a:extLst>
          </p:cNvPr>
          <p:cNvCxnSpPr>
            <a:cxnSpLocks/>
          </p:cNvCxnSpPr>
          <p:nvPr/>
        </p:nvCxnSpPr>
        <p:spPr>
          <a:xfrm flipH="1">
            <a:off x="5457056" y="6317697"/>
            <a:ext cx="216024" cy="0"/>
          </a:xfrm>
          <a:prstGeom prst="line">
            <a:avLst/>
          </a:prstGeom>
          <a:ln w="76200" cap="rnd">
            <a:solidFill>
              <a:schemeClr val="bg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0" name="Connecteur droit 1049">
            <a:extLst>
              <a:ext uri="{FF2B5EF4-FFF2-40B4-BE49-F238E27FC236}">
                <a16:creationId xmlns:a16="http://schemas.microsoft.com/office/drawing/2014/main" id="{1A66297B-5A5C-EA16-F852-F11C42E2216B}"/>
              </a:ext>
            </a:extLst>
          </p:cNvPr>
          <p:cNvCxnSpPr>
            <a:cxnSpLocks/>
          </p:cNvCxnSpPr>
          <p:nvPr/>
        </p:nvCxnSpPr>
        <p:spPr>
          <a:xfrm>
            <a:off x="3944888" y="6309320"/>
            <a:ext cx="1674829" cy="0"/>
          </a:xfrm>
          <a:prstGeom prst="line">
            <a:avLst/>
          </a:prstGeom>
          <a:ln w="76200" cap="rnd">
            <a:solidFill>
              <a:schemeClr val="bg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3" name="Connecteur droit 1052">
            <a:extLst>
              <a:ext uri="{FF2B5EF4-FFF2-40B4-BE49-F238E27FC236}">
                <a16:creationId xmlns:a16="http://schemas.microsoft.com/office/drawing/2014/main" id="{19951C72-60EF-9188-E14C-9A11A5759145}"/>
              </a:ext>
            </a:extLst>
          </p:cNvPr>
          <p:cNvCxnSpPr>
            <a:cxnSpLocks/>
          </p:cNvCxnSpPr>
          <p:nvPr/>
        </p:nvCxnSpPr>
        <p:spPr>
          <a:xfrm>
            <a:off x="3944888" y="6068597"/>
            <a:ext cx="0" cy="193414"/>
          </a:xfrm>
          <a:prstGeom prst="line">
            <a:avLst/>
          </a:prstGeom>
          <a:ln w="76200" cap="rnd">
            <a:solidFill>
              <a:schemeClr val="bg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5" name="Connecteur droit 1054">
            <a:extLst>
              <a:ext uri="{FF2B5EF4-FFF2-40B4-BE49-F238E27FC236}">
                <a16:creationId xmlns:a16="http://schemas.microsoft.com/office/drawing/2014/main" id="{8F8B210F-493E-4FF1-4621-76C6A6D9B366}"/>
              </a:ext>
            </a:extLst>
          </p:cNvPr>
          <p:cNvCxnSpPr>
            <a:cxnSpLocks/>
          </p:cNvCxnSpPr>
          <p:nvPr/>
        </p:nvCxnSpPr>
        <p:spPr>
          <a:xfrm>
            <a:off x="3008784" y="6021288"/>
            <a:ext cx="864096" cy="0"/>
          </a:xfrm>
          <a:prstGeom prst="line">
            <a:avLst/>
          </a:prstGeom>
          <a:ln w="76200" cap="rnd">
            <a:solidFill>
              <a:schemeClr val="bg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9" name="Connecteur droit 1058">
            <a:extLst>
              <a:ext uri="{FF2B5EF4-FFF2-40B4-BE49-F238E27FC236}">
                <a16:creationId xmlns:a16="http://schemas.microsoft.com/office/drawing/2014/main" id="{576D8375-968D-AA4C-F232-8EE3C4D2F8A3}"/>
              </a:ext>
            </a:extLst>
          </p:cNvPr>
          <p:cNvCxnSpPr>
            <a:cxnSpLocks/>
          </p:cNvCxnSpPr>
          <p:nvPr/>
        </p:nvCxnSpPr>
        <p:spPr>
          <a:xfrm flipV="1">
            <a:off x="3224808" y="4067038"/>
            <a:ext cx="0" cy="1810234"/>
          </a:xfrm>
          <a:prstGeom prst="line">
            <a:avLst/>
          </a:prstGeom>
          <a:ln w="76200" cap="rnd">
            <a:solidFill>
              <a:schemeClr val="bg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2" name="Connecteur droit 1061">
            <a:extLst>
              <a:ext uri="{FF2B5EF4-FFF2-40B4-BE49-F238E27FC236}">
                <a16:creationId xmlns:a16="http://schemas.microsoft.com/office/drawing/2014/main" id="{0BBA3D60-106E-9FE9-E4DB-2D85DB8E705A}"/>
              </a:ext>
            </a:extLst>
          </p:cNvPr>
          <p:cNvCxnSpPr>
            <a:cxnSpLocks/>
          </p:cNvCxnSpPr>
          <p:nvPr/>
        </p:nvCxnSpPr>
        <p:spPr>
          <a:xfrm>
            <a:off x="3175199" y="3849459"/>
            <a:ext cx="44036" cy="217579"/>
          </a:xfrm>
          <a:prstGeom prst="line">
            <a:avLst/>
          </a:prstGeom>
          <a:ln w="76200" cap="rnd">
            <a:solidFill>
              <a:schemeClr val="bg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4" name="Connecteur droit 1063">
            <a:extLst>
              <a:ext uri="{FF2B5EF4-FFF2-40B4-BE49-F238E27FC236}">
                <a16:creationId xmlns:a16="http://schemas.microsoft.com/office/drawing/2014/main" id="{74710C1C-30D9-B377-DCBB-30D5DA86370C}"/>
              </a:ext>
            </a:extLst>
          </p:cNvPr>
          <p:cNvCxnSpPr>
            <a:cxnSpLocks/>
          </p:cNvCxnSpPr>
          <p:nvPr/>
        </p:nvCxnSpPr>
        <p:spPr>
          <a:xfrm>
            <a:off x="3095126" y="3614016"/>
            <a:ext cx="88072" cy="231320"/>
          </a:xfrm>
          <a:prstGeom prst="line">
            <a:avLst/>
          </a:prstGeom>
          <a:ln w="76200" cap="rnd">
            <a:solidFill>
              <a:schemeClr val="bg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6" name="Connecteur droit 1065">
            <a:extLst>
              <a:ext uri="{FF2B5EF4-FFF2-40B4-BE49-F238E27FC236}">
                <a16:creationId xmlns:a16="http://schemas.microsoft.com/office/drawing/2014/main" id="{40F9D79D-6064-7FA7-7B48-1453A829E22B}"/>
              </a:ext>
            </a:extLst>
          </p:cNvPr>
          <p:cNvCxnSpPr>
            <a:cxnSpLocks/>
          </p:cNvCxnSpPr>
          <p:nvPr/>
        </p:nvCxnSpPr>
        <p:spPr>
          <a:xfrm flipV="1">
            <a:off x="3080792" y="1556792"/>
            <a:ext cx="0" cy="1937833"/>
          </a:xfrm>
          <a:prstGeom prst="line">
            <a:avLst/>
          </a:prstGeom>
          <a:ln w="76200" cap="rnd">
            <a:solidFill>
              <a:schemeClr val="bg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9" name="Connecteur droit 1068">
            <a:extLst>
              <a:ext uri="{FF2B5EF4-FFF2-40B4-BE49-F238E27FC236}">
                <a16:creationId xmlns:a16="http://schemas.microsoft.com/office/drawing/2014/main" id="{C09A9BB0-4F87-1D57-5609-1D72E4837206}"/>
              </a:ext>
            </a:extLst>
          </p:cNvPr>
          <p:cNvCxnSpPr>
            <a:stCxn id="36" idx="0"/>
          </p:cNvCxnSpPr>
          <p:nvPr/>
        </p:nvCxnSpPr>
        <p:spPr>
          <a:xfrm>
            <a:off x="5696988" y="1449636"/>
            <a:ext cx="2784404" cy="2395700"/>
          </a:xfrm>
          <a:prstGeom prst="line">
            <a:avLst/>
          </a:prstGeom>
          <a:ln w="57150" cap="rnd" cmpd="sng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0" name="Connecteur droit 1069">
            <a:extLst>
              <a:ext uri="{FF2B5EF4-FFF2-40B4-BE49-F238E27FC236}">
                <a16:creationId xmlns:a16="http://schemas.microsoft.com/office/drawing/2014/main" id="{1E3C398F-119A-6642-7049-42BAD473B2F5}"/>
              </a:ext>
            </a:extLst>
          </p:cNvPr>
          <p:cNvCxnSpPr>
            <a:cxnSpLocks/>
          </p:cNvCxnSpPr>
          <p:nvPr/>
        </p:nvCxnSpPr>
        <p:spPr>
          <a:xfrm flipV="1">
            <a:off x="5817096" y="1556792"/>
            <a:ext cx="2663568" cy="2264025"/>
          </a:xfrm>
          <a:prstGeom prst="line">
            <a:avLst/>
          </a:prstGeom>
          <a:ln w="57150" cap="rnd" cmpd="sng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3" name="Connecteur droit 1072">
            <a:extLst>
              <a:ext uri="{FF2B5EF4-FFF2-40B4-BE49-F238E27FC236}">
                <a16:creationId xmlns:a16="http://schemas.microsoft.com/office/drawing/2014/main" id="{958DE5D1-F60F-7D2F-048B-C94328CACEEE}"/>
              </a:ext>
            </a:extLst>
          </p:cNvPr>
          <p:cNvCxnSpPr>
            <a:cxnSpLocks/>
          </p:cNvCxnSpPr>
          <p:nvPr/>
        </p:nvCxnSpPr>
        <p:spPr>
          <a:xfrm flipH="1" flipV="1">
            <a:off x="3111780" y="1588588"/>
            <a:ext cx="2482803" cy="40212"/>
          </a:xfrm>
          <a:prstGeom prst="line">
            <a:avLst/>
          </a:prstGeom>
          <a:ln w="76200" cap="rnd">
            <a:solidFill>
              <a:schemeClr val="bg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7" name="ZoneTexte 1076">
            <a:extLst>
              <a:ext uri="{FF2B5EF4-FFF2-40B4-BE49-F238E27FC236}">
                <a16:creationId xmlns:a16="http://schemas.microsoft.com/office/drawing/2014/main" id="{B1786128-9EB7-06AD-2592-7C60F8CBC7D3}"/>
              </a:ext>
            </a:extLst>
          </p:cNvPr>
          <p:cNvSpPr txBox="1"/>
          <p:nvPr/>
        </p:nvSpPr>
        <p:spPr>
          <a:xfrm>
            <a:off x="8590759" y="3845336"/>
            <a:ext cx="1294060" cy="246225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altLang="fr-FR" sz="1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Cellule « marée »</a:t>
            </a:r>
          </a:p>
        </p:txBody>
      </p:sp>
      <p:sp>
        <p:nvSpPr>
          <p:cNvPr id="1078" name="ZoneTexte 1077">
            <a:extLst>
              <a:ext uri="{FF2B5EF4-FFF2-40B4-BE49-F238E27FC236}">
                <a16:creationId xmlns:a16="http://schemas.microsoft.com/office/drawing/2014/main" id="{4B1A5916-88C3-2B30-4CC2-C23863F9BAF5}"/>
              </a:ext>
            </a:extLst>
          </p:cNvPr>
          <p:cNvSpPr txBox="1"/>
          <p:nvPr/>
        </p:nvSpPr>
        <p:spPr>
          <a:xfrm>
            <a:off x="8570031" y="3054803"/>
            <a:ext cx="1294060" cy="246225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altLang="fr-F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Cellule « surgelée »</a:t>
            </a:r>
          </a:p>
        </p:txBody>
      </p:sp>
      <p:sp>
        <p:nvSpPr>
          <p:cNvPr id="1079" name="ZoneTexte 1078">
            <a:extLst>
              <a:ext uri="{FF2B5EF4-FFF2-40B4-BE49-F238E27FC236}">
                <a16:creationId xmlns:a16="http://schemas.microsoft.com/office/drawing/2014/main" id="{EB9A459A-568E-15EB-D1B2-17CF7B7F7C0B}"/>
              </a:ext>
            </a:extLst>
          </p:cNvPr>
          <p:cNvSpPr txBox="1"/>
          <p:nvPr/>
        </p:nvSpPr>
        <p:spPr>
          <a:xfrm>
            <a:off x="8656696" y="4542685"/>
            <a:ext cx="1294060" cy="246225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altLang="fr-F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Cellule « frais »</a:t>
            </a:r>
          </a:p>
        </p:txBody>
      </p:sp>
      <p:sp>
        <p:nvSpPr>
          <p:cNvPr id="1080" name="ZoneTexte 1079">
            <a:extLst>
              <a:ext uri="{FF2B5EF4-FFF2-40B4-BE49-F238E27FC236}">
                <a16:creationId xmlns:a16="http://schemas.microsoft.com/office/drawing/2014/main" id="{316CF76A-5941-BC44-EC7B-0C31219B72E3}"/>
              </a:ext>
            </a:extLst>
          </p:cNvPr>
          <p:cNvSpPr txBox="1"/>
          <p:nvPr/>
        </p:nvSpPr>
        <p:spPr>
          <a:xfrm>
            <a:off x="8660147" y="5038700"/>
            <a:ext cx="1294060" cy="246221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altLang="fr-FR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Cellule « ambiant»</a:t>
            </a:r>
          </a:p>
        </p:txBody>
      </p:sp>
      <p:pic>
        <p:nvPicPr>
          <p:cNvPr id="1082" name="Image 1081">
            <a:extLst>
              <a:ext uri="{FF2B5EF4-FFF2-40B4-BE49-F238E27FC236}">
                <a16:creationId xmlns:a16="http://schemas.microsoft.com/office/drawing/2014/main" id="{24044569-B2E9-9291-1129-ABE94CE8B18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6200000">
            <a:off x="4323836" y="1480994"/>
            <a:ext cx="355259" cy="177630"/>
          </a:xfrm>
          <a:prstGeom prst="rect">
            <a:avLst/>
          </a:prstGeom>
        </p:spPr>
      </p:pic>
      <p:pic>
        <p:nvPicPr>
          <p:cNvPr id="1083" name="Image 1082">
            <a:extLst>
              <a:ext uri="{FF2B5EF4-FFF2-40B4-BE49-F238E27FC236}">
                <a16:creationId xmlns:a16="http://schemas.microsoft.com/office/drawing/2014/main" id="{AC217A32-8815-945A-E71D-9886C156FE8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6816" y="2852825"/>
            <a:ext cx="435158" cy="217579"/>
          </a:xfrm>
          <a:prstGeom prst="rect">
            <a:avLst/>
          </a:prstGeom>
        </p:spPr>
      </p:pic>
      <p:pic>
        <p:nvPicPr>
          <p:cNvPr id="1084" name="Image 1083">
            <a:extLst>
              <a:ext uri="{FF2B5EF4-FFF2-40B4-BE49-F238E27FC236}">
                <a16:creationId xmlns:a16="http://schemas.microsoft.com/office/drawing/2014/main" id="{0072D3A1-36C4-1425-2883-D79DFA23701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88266" y="5023295"/>
            <a:ext cx="337269" cy="168635"/>
          </a:xfrm>
          <a:prstGeom prst="rect">
            <a:avLst/>
          </a:prstGeom>
        </p:spPr>
      </p:pic>
      <p:pic>
        <p:nvPicPr>
          <p:cNvPr id="1086" name="Image 1085">
            <a:extLst>
              <a:ext uri="{FF2B5EF4-FFF2-40B4-BE49-F238E27FC236}">
                <a16:creationId xmlns:a16="http://schemas.microsoft.com/office/drawing/2014/main" id="{B8523CDB-5913-C477-5615-E0DFFB10A63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18639" y="2837059"/>
            <a:ext cx="356560" cy="182628"/>
          </a:xfrm>
          <a:prstGeom prst="rect">
            <a:avLst/>
          </a:prstGeom>
        </p:spPr>
      </p:pic>
      <p:pic>
        <p:nvPicPr>
          <p:cNvPr id="1089" name="Image 1088">
            <a:extLst>
              <a:ext uri="{FF2B5EF4-FFF2-40B4-BE49-F238E27FC236}">
                <a16:creationId xmlns:a16="http://schemas.microsoft.com/office/drawing/2014/main" id="{21EB0CB0-7C42-C4C2-C746-AC2E4A146B2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77985" y="4529756"/>
            <a:ext cx="356560" cy="182628"/>
          </a:xfrm>
          <a:prstGeom prst="rect">
            <a:avLst/>
          </a:prstGeom>
        </p:spPr>
      </p:pic>
      <p:pic>
        <p:nvPicPr>
          <p:cNvPr id="1090" name="Image 1089">
            <a:extLst>
              <a:ext uri="{FF2B5EF4-FFF2-40B4-BE49-F238E27FC236}">
                <a16:creationId xmlns:a16="http://schemas.microsoft.com/office/drawing/2014/main" id="{7781F508-053A-5465-71E5-CC4D193B1AB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84417" y="5888264"/>
            <a:ext cx="356560" cy="182628"/>
          </a:xfrm>
          <a:prstGeom prst="rect">
            <a:avLst/>
          </a:prstGeom>
        </p:spPr>
      </p:pic>
      <p:pic>
        <p:nvPicPr>
          <p:cNvPr id="1091" name="Image 1090">
            <a:extLst>
              <a:ext uri="{FF2B5EF4-FFF2-40B4-BE49-F238E27FC236}">
                <a16:creationId xmlns:a16="http://schemas.microsoft.com/office/drawing/2014/main" id="{66799316-43F5-4D13-FA90-FCBE9B6E605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6200000">
            <a:off x="3587125" y="6381512"/>
            <a:ext cx="356560" cy="182628"/>
          </a:xfrm>
          <a:prstGeom prst="rect">
            <a:avLst/>
          </a:prstGeom>
        </p:spPr>
      </p:pic>
      <p:pic>
        <p:nvPicPr>
          <p:cNvPr id="1092" name="Image 1091">
            <a:extLst>
              <a:ext uri="{FF2B5EF4-FFF2-40B4-BE49-F238E27FC236}">
                <a16:creationId xmlns:a16="http://schemas.microsoft.com/office/drawing/2014/main" id="{98E259EA-6061-A0BC-F914-006575F02F2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6200000">
            <a:off x="5676382" y="6394571"/>
            <a:ext cx="356560" cy="182628"/>
          </a:xfrm>
          <a:prstGeom prst="rect">
            <a:avLst/>
          </a:prstGeom>
        </p:spPr>
      </p:pic>
      <p:pic>
        <p:nvPicPr>
          <p:cNvPr id="1093" name="Image 1092">
            <a:extLst>
              <a:ext uri="{FF2B5EF4-FFF2-40B4-BE49-F238E27FC236}">
                <a16:creationId xmlns:a16="http://schemas.microsoft.com/office/drawing/2014/main" id="{4C5DE884-D1F9-E416-0BCA-08CAE232906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6200000">
            <a:off x="4034532" y="6376637"/>
            <a:ext cx="356560" cy="182628"/>
          </a:xfrm>
          <a:prstGeom prst="rect">
            <a:avLst/>
          </a:prstGeom>
        </p:spPr>
      </p:pic>
      <p:pic>
        <p:nvPicPr>
          <p:cNvPr id="1094" name="Image 1093">
            <a:extLst>
              <a:ext uri="{FF2B5EF4-FFF2-40B4-BE49-F238E27FC236}">
                <a16:creationId xmlns:a16="http://schemas.microsoft.com/office/drawing/2014/main" id="{99CD5B48-424D-7CE2-793D-17CAA49ECBE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6200000">
            <a:off x="6334660" y="6399766"/>
            <a:ext cx="356560" cy="182628"/>
          </a:xfrm>
          <a:prstGeom prst="rect">
            <a:avLst/>
          </a:prstGeom>
        </p:spPr>
      </p:pic>
      <p:pic>
        <p:nvPicPr>
          <p:cNvPr id="1095" name="Image 1094">
            <a:extLst>
              <a:ext uri="{FF2B5EF4-FFF2-40B4-BE49-F238E27FC236}">
                <a16:creationId xmlns:a16="http://schemas.microsoft.com/office/drawing/2014/main" id="{FC7C407E-BDF6-891A-0928-3E0F96F2FA7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6200000">
            <a:off x="7168155" y="6398711"/>
            <a:ext cx="356560" cy="182628"/>
          </a:xfrm>
          <a:prstGeom prst="rect">
            <a:avLst/>
          </a:prstGeom>
        </p:spPr>
      </p:pic>
      <p:pic>
        <p:nvPicPr>
          <p:cNvPr id="1096" name="Image 1095">
            <a:extLst>
              <a:ext uri="{FF2B5EF4-FFF2-40B4-BE49-F238E27FC236}">
                <a16:creationId xmlns:a16="http://schemas.microsoft.com/office/drawing/2014/main" id="{D7455593-3FB7-0AB6-C7B7-4BD033201A0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6200000">
            <a:off x="7705375" y="6387504"/>
            <a:ext cx="356560" cy="182628"/>
          </a:xfrm>
          <a:prstGeom prst="rect">
            <a:avLst/>
          </a:prstGeom>
        </p:spPr>
      </p:pic>
      <p:pic>
        <p:nvPicPr>
          <p:cNvPr id="1097" name="Image 1096">
            <a:extLst>
              <a:ext uri="{FF2B5EF4-FFF2-40B4-BE49-F238E27FC236}">
                <a16:creationId xmlns:a16="http://schemas.microsoft.com/office/drawing/2014/main" id="{EB02CA42-8959-95EA-4170-3F59CC00665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85467" y="3911650"/>
            <a:ext cx="337270" cy="168635"/>
          </a:xfrm>
          <a:prstGeom prst="rect">
            <a:avLst/>
          </a:prstGeom>
        </p:spPr>
      </p:pic>
      <p:pic>
        <p:nvPicPr>
          <p:cNvPr id="1098" name="Image 1097">
            <a:extLst>
              <a:ext uri="{FF2B5EF4-FFF2-40B4-BE49-F238E27FC236}">
                <a16:creationId xmlns:a16="http://schemas.microsoft.com/office/drawing/2014/main" id="{E0512922-B583-1FDB-A3AE-2DA9D0CE0CC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92745" y="5837624"/>
            <a:ext cx="337269" cy="168635"/>
          </a:xfrm>
          <a:prstGeom prst="rect">
            <a:avLst/>
          </a:prstGeom>
        </p:spPr>
      </p:pic>
      <p:pic>
        <p:nvPicPr>
          <p:cNvPr id="1099" name="Image 1098">
            <a:extLst>
              <a:ext uri="{FF2B5EF4-FFF2-40B4-BE49-F238E27FC236}">
                <a16:creationId xmlns:a16="http://schemas.microsoft.com/office/drawing/2014/main" id="{F103FFA3-EC9C-0664-2FDC-465A8583847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85846" y="5540715"/>
            <a:ext cx="337269" cy="168635"/>
          </a:xfrm>
          <a:prstGeom prst="rect">
            <a:avLst/>
          </a:prstGeom>
        </p:spPr>
      </p:pic>
      <p:pic>
        <p:nvPicPr>
          <p:cNvPr id="1100" name="Image 1099">
            <a:extLst>
              <a:ext uri="{FF2B5EF4-FFF2-40B4-BE49-F238E27FC236}">
                <a16:creationId xmlns:a16="http://schemas.microsoft.com/office/drawing/2014/main" id="{1D5BC4D0-5427-7AF7-727B-E95C7323053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81845" y="6239546"/>
            <a:ext cx="337269" cy="168635"/>
          </a:xfrm>
          <a:prstGeom prst="rect">
            <a:avLst/>
          </a:prstGeom>
        </p:spPr>
      </p:pic>
      <p:pic>
        <p:nvPicPr>
          <p:cNvPr id="1102" name="Image 1101">
            <a:extLst>
              <a:ext uri="{FF2B5EF4-FFF2-40B4-BE49-F238E27FC236}">
                <a16:creationId xmlns:a16="http://schemas.microsoft.com/office/drawing/2014/main" id="{205FF2BA-2E5F-61E9-671C-02AFDFC00B3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85461" y="6048900"/>
            <a:ext cx="182627" cy="265487"/>
          </a:xfrm>
          <a:prstGeom prst="rect">
            <a:avLst/>
          </a:prstGeom>
        </p:spPr>
      </p:pic>
      <p:pic>
        <p:nvPicPr>
          <p:cNvPr id="1103" name="Image 1102">
            <a:extLst>
              <a:ext uri="{FF2B5EF4-FFF2-40B4-BE49-F238E27FC236}">
                <a16:creationId xmlns:a16="http://schemas.microsoft.com/office/drawing/2014/main" id="{9E2E4D86-47CA-8BC9-0095-0DB5F3C74BA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54348" y="6043833"/>
            <a:ext cx="182627" cy="265487"/>
          </a:xfrm>
          <a:prstGeom prst="rect">
            <a:avLst/>
          </a:prstGeom>
        </p:spPr>
      </p:pic>
      <p:pic>
        <p:nvPicPr>
          <p:cNvPr id="1104" name="Image 1103">
            <a:extLst>
              <a:ext uri="{FF2B5EF4-FFF2-40B4-BE49-F238E27FC236}">
                <a16:creationId xmlns:a16="http://schemas.microsoft.com/office/drawing/2014/main" id="{ABC6BF18-A1DB-F353-BA58-746B93191C2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35429" y="6094633"/>
            <a:ext cx="182627" cy="265487"/>
          </a:xfrm>
          <a:prstGeom prst="rect">
            <a:avLst/>
          </a:prstGeom>
        </p:spPr>
      </p:pic>
      <p:pic>
        <p:nvPicPr>
          <p:cNvPr id="1105" name="Image 1104">
            <a:extLst>
              <a:ext uri="{FF2B5EF4-FFF2-40B4-BE49-F238E27FC236}">
                <a16:creationId xmlns:a16="http://schemas.microsoft.com/office/drawing/2014/main" id="{1BD97915-7969-173D-B25C-581DAA8A54C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11777" y="5175481"/>
            <a:ext cx="182627" cy="265487"/>
          </a:xfrm>
          <a:prstGeom prst="rect">
            <a:avLst/>
          </a:prstGeom>
        </p:spPr>
      </p:pic>
      <p:pic>
        <p:nvPicPr>
          <p:cNvPr id="1106" name="Image 1105">
            <a:extLst>
              <a:ext uri="{FF2B5EF4-FFF2-40B4-BE49-F238E27FC236}">
                <a16:creationId xmlns:a16="http://schemas.microsoft.com/office/drawing/2014/main" id="{99A38B53-0E67-C4B8-108A-5F6B63ECAAA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06910" y="3529037"/>
            <a:ext cx="182627" cy="265487"/>
          </a:xfrm>
          <a:prstGeom prst="rect">
            <a:avLst/>
          </a:prstGeom>
        </p:spPr>
      </p:pic>
      <p:pic>
        <p:nvPicPr>
          <p:cNvPr id="1107" name="Image 1106">
            <a:extLst>
              <a:ext uri="{FF2B5EF4-FFF2-40B4-BE49-F238E27FC236}">
                <a16:creationId xmlns:a16="http://schemas.microsoft.com/office/drawing/2014/main" id="{41FD35F8-BE9D-3B13-1065-CEB0ABA1E4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04400" y="3555330"/>
            <a:ext cx="182627" cy="265487"/>
          </a:xfrm>
          <a:prstGeom prst="rect">
            <a:avLst/>
          </a:prstGeom>
        </p:spPr>
      </p:pic>
      <p:pic>
        <p:nvPicPr>
          <p:cNvPr id="1109" name="Image 1108">
            <a:extLst>
              <a:ext uri="{FF2B5EF4-FFF2-40B4-BE49-F238E27FC236}">
                <a16:creationId xmlns:a16="http://schemas.microsoft.com/office/drawing/2014/main" id="{8276E2E9-050D-B30E-1CCD-2E4F5A7189D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060706" y="1752104"/>
            <a:ext cx="228191" cy="219784"/>
          </a:xfrm>
          <a:prstGeom prst="rect">
            <a:avLst/>
          </a:prstGeom>
        </p:spPr>
      </p:pic>
      <p:pic>
        <p:nvPicPr>
          <p:cNvPr id="1111" name="Image 1110">
            <a:extLst>
              <a:ext uri="{FF2B5EF4-FFF2-40B4-BE49-F238E27FC236}">
                <a16:creationId xmlns:a16="http://schemas.microsoft.com/office/drawing/2014/main" id="{D78296BE-D47C-6F01-17CF-EAD0D62AED3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15972348">
            <a:off x="10730226" y="1739099"/>
            <a:ext cx="228192" cy="223121"/>
          </a:xfrm>
          <a:prstGeom prst="rect">
            <a:avLst/>
          </a:prstGeom>
        </p:spPr>
      </p:pic>
      <p:pic>
        <p:nvPicPr>
          <p:cNvPr id="1112" name="Image 1111">
            <a:extLst>
              <a:ext uri="{FF2B5EF4-FFF2-40B4-BE49-F238E27FC236}">
                <a16:creationId xmlns:a16="http://schemas.microsoft.com/office/drawing/2014/main" id="{89746488-BAF9-B018-4B2D-8C29049CBF4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81364" y="5317889"/>
            <a:ext cx="182628" cy="175900"/>
          </a:xfrm>
          <a:prstGeom prst="rect">
            <a:avLst/>
          </a:prstGeom>
        </p:spPr>
      </p:pic>
      <p:pic>
        <p:nvPicPr>
          <p:cNvPr id="1113" name="Image 1112">
            <a:extLst>
              <a:ext uri="{FF2B5EF4-FFF2-40B4-BE49-F238E27FC236}">
                <a16:creationId xmlns:a16="http://schemas.microsoft.com/office/drawing/2014/main" id="{7F0C724D-9BA8-99D0-6773-4EB2E47F937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16200000">
            <a:off x="6620673" y="5325635"/>
            <a:ext cx="191766" cy="187505"/>
          </a:xfrm>
          <a:prstGeom prst="rect">
            <a:avLst/>
          </a:prstGeom>
        </p:spPr>
      </p:pic>
      <p:pic>
        <p:nvPicPr>
          <p:cNvPr id="1114" name="Image 1113">
            <a:extLst>
              <a:ext uri="{FF2B5EF4-FFF2-40B4-BE49-F238E27FC236}">
                <a16:creationId xmlns:a16="http://schemas.microsoft.com/office/drawing/2014/main" id="{B03C64D5-5E68-5151-CDF5-846C8D9E7D4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57694" y="5317889"/>
            <a:ext cx="182628" cy="175900"/>
          </a:xfrm>
          <a:prstGeom prst="rect">
            <a:avLst/>
          </a:prstGeom>
        </p:spPr>
      </p:pic>
      <p:pic>
        <p:nvPicPr>
          <p:cNvPr id="1115" name="Image 1114">
            <a:extLst>
              <a:ext uri="{FF2B5EF4-FFF2-40B4-BE49-F238E27FC236}">
                <a16:creationId xmlns:a16="http://schemas.microsoft.com/office/drawing/2014/main" id="{65BD8700-994C-EA5C-17C3-28663E93276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16200000">
            <a:off x="7097003" y="5325635"/>
            <a:ext cx="191766" cy="187505"/>
          </a:xfrm>
          <a:prstGeom prst="rect">
            <a:avLst/>
          </a:prstGeom>
        </p:spPr>
      </p:pic>
      <p:pic>
        <p:nvPicPr>
          <p:cNvPr id="1116" name="Image 1115">
            <a:extLst>
              <a:ext uri="{FF2B5EF4-FFF2-40B4-BE49-F238E27FC236}">
                <a16:creationId xmlns:a16="http://schemas.microsoft.com/office/drawing/2014/main" id="{F7D06B66-BC58-37D6-E806-1AAEC133BB2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03649" y="4982107"/>
            <a:ext cx="182628" cy="175900"/>
          </a:xfrm>
          <a:prstGeom prst="rect">
            <a:avLst/>
          </a:prstGeom>
        </p:spPr>
      </p:pic>
      <p:pic>
        <p:nvPicPr>
          <p:cNvPr id="1117" name="Image 1116">
            <a:extLst>
              <a:ext uri="{FF2B5EF4-FFF2-40B4-BE49-F238E27FC236}">
                <a16:creationId xmlns:a16="http://schemas.microsoft.com/office/drawing/2014/main" id="{426793A4-858A-F6C8-FEF5-1541233EA7F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16200000">
            <a:off x="5742958" y="4989853"/>
            <a:ext cx="191766" cy="187505"/>
          </a:xfrm>
          <a:prstGeom prst="rect">
            <a:avLst/>
          </a:prstGeom>
        </p:spPr>
      </p:pic>
      <p:pic>
        <p:nvPicPr>
          <p:cNvPr id="1118" name="Image 1117">
            <a:extLst>
              <a:ext uri="{FF2B5EF4-FFF2-40B4-BE49-F238E27FC236}">
                <a16:creationId xmlns:a16="http://schemas.microsoft.com/office/drawing/2014/main" id="{2603C066-0D67-FAF1-E70C-45BDC839869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9979" y="4982107"/>
            <a:ext cx="182628" cy="175900"/>
          </a:xfrm>
          <a:prstGeom prst="rect">
            <a:avLst/>
          </a:prstGeom>
        </p:spPr>
      </p:pic>
      <p:pic>
        <p:nvPicPr>
          <p:cNvPr id="1119" name="Image 1118">
            <a:extLst>
              <a:ext uri="{FF2B5EF4-FFF2-40B4-BE49-F238E27FC236}">
                <a16:creationId xmlns:a16="http://schemas.microsoft.com/office/drawing/2014/main" id="{5702C76E-E07A-E1C0-3D40-23471ADB1A5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16200000">
            <a:off x="6219288" y="4989853"/>
            <a:ext cx="191766" cy="187505"/>
          </a:xfrm>
          <a:prstGeom prst="rect">
            <a:avLst/>
          </a:prstGeom>
        </p:spPr>
      </p:pic>
      <p:pic>
        <p:nvPicPr>
          <p:cNvPr id="1120" name="Image 1119">
            <a:extLst>
              <a:ext uri="{FF2B5EF4-FFF2-40B4-BE49-F238E27FC236}">
                <a16:creationId xmlns:a16="http://schemas.microsoft.com/office/drawing/2014/main" id="{47C672FC-482F-FC4C-43AF-12CA5494D46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12665" y="5339469"/>
            <a:ext cx="182628" cy="175900"/>
          </a:xfrm>
          <a:prstGeom prst="rect">
            <a:avLst/>
          </a:prstGeom>
        </p:spPr>
      </p:pic>
      <p:pic>
        <p:nvPicPr>
          <p:cNvPr id="1121" name="Image 1120">
            <a:extLst>
              <a:ext uri="{FF2B5EF4-FFF2-40B4-BE49-F238E27FC236}">
                <a16:creationId xmlns:a16="http://schemas.microsoft.com/office/drawing/2014/main" id="{31B0537D-DBDD-8A50-5781-EAF4F1750A1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16200000">
            <a:off x="4151974" y="5347215"/>
            <a:ext cx="191766" cy="187505"/>
          </a:xfrm>
          <a:prstGeom prst="rect">
            <a:avLst/>
          </a:prstGeom>
        </p:spPr>
      </p:pic>
      <p:pic>
        <p:nvPicPr>
          <p:cNvPr id="1122" name="Image 1121">
            <a:extLst>
              <a:ext uri="{FF2B5EF4-FFF2-40B4-BE49-F238E27FC236}">
                <a16:creationId xmlns:a16="http://schemas.microsoft.com/office/drawing/2014/main" id="{A2AD6FEF-E93B-A5E4-322D-6B5E56BE539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88995" y="5339469"/>
            <a:ext cx="182628" cy="175900"/>
          </a:xfrm>
          <a:prstGeom prst="rect">
            <a:avLst/>
          </a:prstGeom>
        </p:spPr>
      </p:pic>
      <p:pic>
        <p:nvPicPr>
          <p:cNvPr id="1123" name="Image 1122">
            <a:extLst>
              <a:ext uri="{FF2B5EF4-FFF2-40B4-BE49-F238E27FC236}">
                <a16:creationId xmlns:a16="http://schemas.microsoft.com/office/drawing/2014/main" id="{C6646794-3446-1876-89C1-BE593675C6E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16200000">
            <a:off x="4628304" y="5347215"/>
            <a:ext cx="191766" cy="187505"/>
          </a:xfrm>
          <a:prstGeom prst="rect">
            <a:avLst/>
          </a:prstGeom>
        </p:spPr>
      </p:pic>
      <p:pic>
        <p:nvPicPr>
          <p:cNvPr id="1124" name="Image 1123">
            <a:extLst>
              <a:ext uri="{FF2B5EF4-FFF2-40B4-BE49-F238E27FC236}">
                <a16:creationId xmlns:a16="http://schemas.microsoft.com/office/drawing/2014/main" id="{D0D5C4A1-EE89-27F5-16D0-4816CB55022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41961" y="5333853"/>
            <a:ext cx="182628" cy="175900"/>
          </a:xfrm>
          <a:prstGeom prst="rect">
            <a:avLst/>
          </a:prstGeom>
        </p:spPr>
      </p:pic>
      <p:pic>
        <p:nvPicPr>
          <p:cNvPr id="1125" name="Image 1124">
            <a:extLst>
              <a:ext uri="{FF2B5EF4-FFF2-40B4-BE49-F238E27FC236}">
                <a16:creationId xmlns:a16="http://schemas.microsoft.com/office/drawing/2014/main" id="{0BBFD5F7-2D51-D6D8-A8C9-806EC11307A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16200000">
            <a:off x="5081270" y="5341599"/>
            <a:ext cx="191766" cy="187505"/>
          </a:xfrm>
          <a:prstGeom prst="rect">
            <a:avLst/>
          </a:prstGeom>
        </p:spPr>
      </p:pic>
      <p:pic>
        <p:nvPicPr>
          <p:cNvPr id="1126" name="Image 1125">
            <a:extLst>
              <a:ext uri="{FF2B5EF4-FFF2-40B4-BE49-F238E27FC236}">
                <a16:creationId xmlns:a16="http://schemas.microsoft.com/office/drawing/2014/main" id="{2346DCC0-724A-5977-473E-9D0619FE721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16200000">
            <a:off x="5536625" y="5335983"/>
            <a:ext cx="191766" cy="187505"/>
          </a:xfrm>
          <a:prstGeom prst="rect">
            <a:avLst/>
          </a:prstGeom>
        </p:spPr>
      </p:pic>
      <p:pic>
        <p:nvPicPr>
          <p:cNvPr id="1127" name="Image 1126">
            <a:extLst>
              <a:ext uri="{FF2B5EF4-FFF2-40B4-BE49-F238E27FC236}">
                <a16:creationId xmlns:a16="http://schemas.microsoft.com/office/drawing/2014/main" id="{FC03734D-9CCF-4B9A-02E1-A5D0EC08B68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79285" y="3217476"/>
            <a:ext cx="182628" cy="175900"/>
          </a:xfrm>
          <a:prstGeom prst="rect">
            <a:avLst/>
          </a:prstGeom>
        </p:spPr>
      </p:pic>
      <p:pic>
        <p:nvPicPr>
          <p:cNvPr id="1128" name="Image 1127">
            <a:extLst>
              <a:ext uri="{FF2B5EF4-FFF2-40B4-BE49-F238E27FC236}">
                <a16:creationId xmlns:a16="http://schemas.microsoft.com/office/drawing/2014/main" id="{76D9A991-0465-B2B7-8E77-6327EEF80BB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16200000">
            <a:off x="4165488" y="3230736"/>
            <a:ext cx="191766" cy="187505"/>
          </a:xfrm>
          <a:prstGeom prst="rect">
            <a:avLst/>
          </a:prstGeom>
        </p:spPr>
      </p:pic>
      <p:pic>
        <p:nvPicPr>
          <p:cNvPr id="1129" name="Image 1128">
            <a:extLst>
              <a:ext uri="{FF2B5EF4-FFF2-40B4-BE49-F238E27FC236}">
                <a16:creationId xmlns:a16="http://schemas.microsoft.com/office/drawing/2014/main" id="{EE7232D8-DC04-737B-9206-9DCAFE84568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23795" y="3218593"/>
            <a:ext cx="182628" cy="175900"/>
          </a:xfrm>
          <a:prstGeom prst="rect">
            <a:avLst/>
          </a:prstGeom>
        </p:spPr>
      </p:pic>
      <p:pic>
        <p:nvPicPr>
          <p:cNvPr id="1130" name="Image 1129">
            <a:extLst>
              <a:ext uri="{FF2B5EF4-FFF2-40B4-BE49-F238E27FC236}">
                <a16:creationId xmlns:a16="http://schemas.microsoft.com/office/drawing/2014/main" id="{DD77D733-7B43-0A52-3E86-5E557DE482F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16200000">
            <a:off x="4600606" y="3226339"/>
            <a:ext cx="191766" cy="187505"/>
          </a:xfrm>
          <a:prstGeom prst="rect">
            <a:avLst/>
          </a:prstGeom>
        </p:spPr>
      </p:pic>
      <p:pic>
        <p:nvPicPr>
          <p:cNvPr id="1131" name="Image 1130">
            <a:extLst>
              <a:ext uri="{FF2B5EF4-FFF2-40B4-BE49-F238E27FC236}">
                <a16:creationId xmlns:a16="http://schemas.microsoft.com/office/drawing/2014/main" id="{49DB7022-A07A-694A-3533-B656DC452C1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76761" y="3212977"/>
            <a:ext cx="182628" cy="175900"/>
          </a:xfrm>
          <a:prstGeom prst="rect">
            <a:avLst/>
          </a:prstGeom>
        </p:spPr>
      </p:pic>
      <p:pic>
        <p:nvPicPr>
          <p:cNvPr id="1132" name="Image 1131">
            <a:extLst>
              <a:ext uri="{FF2B5EF4-FFF2-40B4-BE49-F238E27FC236}">
                <a16:creationId xmlns:a16="http://schemas.microsoft.com/office/drawing/2014/main" id="{A5671771-DB2D-BE3A-52A3-E307CD4A7B9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16200000">
            <a:off x="5065829" y="3220723"/>
            <a:ext cx="191766" cy="187505"/>
          </a:xfrm>
          <a:prstGeom prst="rect">
            <a:avLst/>
          </a:prstGeom>
        </p:spPr>
      </p:pic>
      <p:pic>
        <p:nvPicPr>
          <p:cNvPr id="1133" name="Image 1132">
            <a:extLst>
              <a:ext uri="{FF2B5EF4-FFF2-40B4-BE49-F238E27FC236}">
                <a16:creationId xmlns:a16="http://schemas.microsoft.com/office/drawing/2014/main" id="{01A5AC15-A7F9-8958-E42A-ECF78C022F6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16200000">
            <a:off x="5503321" y="3212790"/>
            <a:ext cx="191766" cy="187505"/>
          </a:xfrm>
          <a:prstGeom prst="rect">
            <a:avLst/>
          </a:prstGeom>
        </p:spPr>
      </p:pic>
      <p:pic>
        <p:nvPicPr>
          <p:cNvPr id="1134" name="Image 1133">
            <a:extLst>
              <a:ext uri="{FF2B5EF4-FFF2-40B4-BE49-F238E27FC236}">
                <a16:creationId xmlns:a16="http://schemas.microsoft.com/office/drawing/2014/main" id="{A312C9C1-5F41-9A8D-B2AE-5171DE5DE46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42970" y="3226204"/>
            <a:ext cx="182628" cy="175900"/>
          </a:xfrm>
          <a:prstGeom prst="rect">
            <a:avLst/>
          </a:prstGeom>
        </p:spPr>
      </p:pic>
      <p:pic>
        <p:nvPicPr>
          <p:cNvPr id="1135" name="Image 1134">
            <a:extLst>
              <a:ext uri="{FF2B5EF4-FFF2-40B4-BE49-F238E27FC236}">
                <a16:creationId xmlns:a16="http://schemas.microsoft.com/office/drawing/2014/main" id="{85FA5713-866D-A42E-5DF9-53012E5862A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50966" y="3194808"/>
            <a:ext cx="182628" cy="175900"/>
          </a:xfrm>
          <a:prstGeom prst="rect">
            <a:avLst/>
          </a:prstGeom>
        </p:spPr>
      </p:pic>
      <p:pic>
        <p:nvPicPr>
          <p:cNvPr id="1136" name="Image 1135">
            <a:extLst>
              <a:ext uri="{FF2B5EF4-FFF2-40B4-BE49-F238E27FC236}">
                <a16:creationId xmlns:a16="http://schemas.microsoft.com/office/drawing/2014/main" id="{A29BFD3B-1FEC-4FE6-AE7F-33082DFEE2B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16200000">
            <a:off x="3237169" y="3208068"/>
            <a:ext cx="191766" cy="187505"/>
          </a:xfrm>
          <a:prstGeom prst="rect">
            <a:avLst/>
          </a:prstGeom>
        </p:spPr>
      </p:pic>
      <p:pic>
        <p:nvPicPr>
          <p:cNvPr id="1137" name="Image 1136">
            <a:extLst>
              <a:ext uri="{FF2B5EF4-FFF2-40B4-BE49-F238E27FC236}">
                <a16:creationId xmlns:a16="http://schemas.microsoft.com/office/drawing/2014/main" id="{5D99C42D-E8A6-A7D6-D28A-45D735D21AE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16200000">
            <a:off x="3672287" y="3203671"/>
            <a:ext cx="191766" cy="187505"/>
          </a:xfrm>
          <a:prstGeom prst="rect">
            <a:avLst/>
          </a:prstGeom>
        </p:spPr>
      </p:pic>
      <p:pic>
        <p:nvPicPr>
          <p:cNvPr id="1138" name="Image 1137">
            <a:extLst>
              <a:ext uri="{FF2B5EF4-FFF2-40B4-BE49-F238E27FC236}">
                <a16:creationId xmlns:a16="http://schemas.microsoft.com/office/drawing/2014/main" id="{BCE7DCE7-FAF9-8BC4-56A2-8BFFED1F9C6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14651" y="3203536"/>
            <a:ext cx="182628" cy="175900"/>
          </a:xfrm>
          <a:prstGeom prst="rect">
            <a:avLst/>
          </a:prstGeom>
        </p:spPr>
      </p:pic>
      <p:sp>
        <p:nvSpPr>
          <p:cNvPr id="4" name="Espace réservé du pied de page 2">
            <a:extLst>
              <a:ext uri="{FF2B5EF4-FFF2-40B4-BE49-F238E27FC236}">
                <a16:creationId xmlns:a16="http://schemas.microsoft.com/office/drawing/2014/main" id="{D320F2D5-B878-E153-86B6-A4C791C9654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049183" y="6684935"/>
            <a:ext cx="1712640" cy="16863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0" u="none" strike="noStrike" kern="1200" cap="all" spc="0" normalizeH="0" baseline="0" noProof="0" dirty="0">
                <a:ln>
                  <a:noFill/>
                </a:ln>
                <a:solidFill>
                  <a:srgbClr val="779DD6"/>
                </a:solidFill>
                <a:effectLst/>
                <a:uLnTx/>
                <a:uFillTx/>
                <a:latin typeface="Bahnschrift"/>
                <a:ea typeface="+mn-ea"/>
                <a:cs typeface="Segoe UI" panose="020B0502040204020203" pitchFamily="34" charset="0"/>
              </a:rPr>
              <a:t>ORGANIGRAMME LA BREDE </a:t>
            </a:r>
          </a:p>
        </p:txBody>
      </p:sp>
      <p:sp>
        <p:nvSpPr>
          <p:cNvPr id="6" name="Espace réservé du pied de page 2">
            <a:extLst>
              <a:ext uri="{FF2B5EF4-FFF2-40B4-BE49-F238E27FC236}">
                <a16:creationId xmlns:a16="http://schemas.microsoft.com/office/drawing/2014/main" id="{0424DF17-79F9-733A-BB8E-21AE3CACFBF8}"/>
              </a:ext>
            </a:extLst>
          </p:cNvPr>
          <p:cNvSpPr txBox="1">
            <a:spLocks/>
          </p:cNvSpPr>
          <p:nvPr/>
        </p:nvSpPr>
        <p:spPr>
          <a:xfrm>
            <a:off x="1393581" y="6684936"/>
            <a:ext cx="1712640" cy="168635"/>
          </a:xfrm>
          <a:prstGeom prst="rect">
            <a:avLst/>
          </a:prstGeom>
          <a:noFill/>
        </p:spPr>
        <p:txBody>
          <a:bodyPr vert="horz" wrap="none" lIns="72000" tIns="0" rIns="36000" bIns="0" rtlCol="0" anchor="ctr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lang="fr-FR" sz="1100" b="1" kern="1200" cap="all" baseline="0" smtClean="0">
                <a:solidFill>
                  <a:schemeClr val="accent3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fr-FR" sz="1000" dirty="0">
                <a:solidFill>
                  <a:srgbClr val="779DD6"/>
                </a:solidFill>
                <a:latin typeface="Bahnschrift"/>
              </a:rPr>
              <a:t>Valideur: Responsable de site</a:t>
            </a:r>
          </a:p>
        </p:txBody>
      </p:sp>
      <p:sp>
        <p:nvSpPr>
          <p:cNvPr id="9" name="Espace réservé du pied de page 2">
            <a:extLst>
              <a:ext uri="{FF2B5EF4-FFF2-40B4-BE49-F238E27FC236}">
                <a16:creationId xmlns:a16="http://schemas.microsoft.com/office/drawing/2014/main" id="{27C07E35-5639-9E69-10A8-425E07E5DFFE}"/>
              </a:ext>
            </a:extLst>
          </p:cNvPr>
          <p:cNvSpPr txBox="1">
            <a:spLocks/>
          </p:cNvSpPr>
          <p:nvPr/>
        </p:nvSpPr>
        <p:spPr>
          <a:xfrm>
            <a:off x="8193361" y="6684935"/>
            <a:ext cx="1712640" cy="168635"/>
          </a:xfrm>
          <a:prstGeom prst="rect">
            <a:avLst/>
          </a:prstGeom>
          <a:noFill/>
        </p:spPr>
        <p:txBody>
          <a:bodyPr vert="horz" wrap="none" lIns="72000" tIns="0" rIns="36000" bIns="0" rtlCol="0" anchor="ctr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lang="fr-FR" sz="1100" b="1" kern="1200" cap="all" baseline="0" smtClean="0">
                <a:solidFill>
                  <a:schemeClr val="accent3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fr-FR" sz="1000" dirty="0">
                <a:solidFill>
                  <a:srgbClr val="779DD6"/>
                </a:solidFill>
                <a:latin typeface="Bahnschrift"/>
              </a:rPr>
              <a:t>Version 1 MAJ le 10/11/25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90806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 descr="Une image contenant Police, texte, Graphique, logo&#10;&#10;Description générée automatiquement">
            <a:extLst>
              <a:ext uri="{FF2B5EF4-FFF2-40B4-BE49-F238E27FC236}">
                <a16:creationId xmlns:a16="http://schemas.microsoft.com/office/drawing/2014/main" id="{8A5F94D8-4302-4F34-7105-072A06B0405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9304" y="116632"/>
            <a:ext cx="2129618" cy="437851"/>
          </a:xfrm>
          <a:prstGeom prst="rect">
            <a:avLst/>
          </a:prstGeom>
        </p:spPr>
      </p:pic>
      <p:pic>
        <p:nvPicPr>
          <p:cNvPr id="2" name="Image 1" descr="Une image contenant symbole, Police, Graphique, logo&#10;&#10;Description générée automatiquement">
            <a:extLst>
              <a:ext uri="{FF2B5EF4-FFF2-40B4-BE49-F238E27FC236}">
                <a16:creationId xmlns:a16="http://schemas.microsoft.com/office/drawing/2014/main" id="{DEE4BE6B-5867-A58F-2FCD-9EBA0F0779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085" y="802734"/>
            <a:ext cx="492449" cy="317709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05C903FA-EA38-B653-1018-69CE72303E2E}"/>
              </a:ext>
            </a:extLst>
          </p:cNvPr>
          <p:cNvSpPr txBox="1"/>
          <p:nvPr/>
        </p:nvSpPr>
        <p:spPr>
          <a:xfrm>
            <a:off x="573436" y="737348"/>
            <a:ext cx="7128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>
                <a:solidFill>
                  <a:prstClr val="white"/>
                </a:solidFill>
                <a:latin typeface="Arial"/>
              </a:rPr>
              <a:t>Plan  de circulation extérieure La Brède</a:t>
            </a:r>
          </a:p>
        </p:txBody>
      </p:sp>
      <p:sp>
        <p:nvSpPr>
          <p:cNvPr id="29" name="Text Box 191">
            <a:extLst>
              <a:ext uri="{FF2B5EF4-FFF2-40B4-BE49-F238E27FC236}">
                <a16:creationId xmlns:a16="http://schemas.microsoft.com/office/drawing/2014/main" id="{760C9B9B-D931-EB78-B48E-F04DFA958B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9672" y="3311075"/>
            <a:ext cx="1424114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400">
              <a:spcBef>
                <a:spcPct val="50000"/>
              </a:spcBef>
            </a:pPr>
            <a:r>
              <a:rPr lang="fr-FR" altLang="fr-FR" sz="1000" dirty="0">
                <a:solidFill>
                  <a:prstClr val="black"/>
                </a:solidFill>
                <a:latin typeface="Calibri" panose="020F0502020204030204" pitchFamily="34" charset="0"/>
              </a:rPr>
              <a:t> Parking du personnel.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7304CA7-B786-F282-05DA-794B34A0CEFC}"/>
              </a:ext>
            </a:extLst>
          </p:cNvPr>
          <p:cNvSpPr/>
          <p:nvPr/>
        </p:nvSpPr>
        <p:spPr>
          <a:xfrm>
            <a:off x="8126939" y="4105121"/>
            <a:ext cx="112562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altLang="fr-FR" sz="1000" dirty="0">
                <a:solidFill>
                  <a:prstClr val="black"/>
                </a:solidFill>
                <a:latin typeface="Calibri" panose="020F0502020204030204" pitchFamily="34" charset="0"/>
              </a:rPr>
              <a:t>Zone d’attente PL</a:t>
            </a:r>
            <a:endParaRPr lang="fr-FR" sz="1000" dirty="0">
              <a:solidFill>
                <a:prstClr val="black"/>
              </a:solidFill>
              <a:latin typeface="Calibri" panose="020F0502020204030204" pitchFamily="34" charset="0"/>
            </a:endParaRPr>
          </a:p>
        </p:txBody>
      </p:sp>
      <p:pic>
        <p:nvPicPr>
          <p:cNvPr id="32" name="Image 31">
            <a:extLst>
              <a:ext uri="{FF2B5EF4-FFF2-40B4-BE49-F238E27FC236}">
                <a16:creationId xmlns:a16="http://schemas.microsoft.com/office/drawing/2014/main" id="{ABC3639E-C02E-FC20-4B44-CC4E9C5370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3514" y="3284653"/>
            <a:ext cx="393091" cy="353385"/>
          </a:xfrm>
          <a:prstGeom prst="rect">
            <a:avLst/>
          </a:prstGeom>
        </p:spPr>
      </p:pic>
      <p:pic>
        <p:nvPicPr>
          <p:cNvPr id="33" name="Image 32">
            <a:extLst>
              <a:ext uri="{FF2B5EF4-FFF2-40B4-BE49-F238E27FC236}">
                <a16:creationId xmlns:a16="http://schemas.microsoft.com/office/drawing/2014/main" id="{B7A408D8-0B4D-41D9-8F71-E1C662D7DCB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50937" y="2619290"/>
            <a:ext cx="303353" cy="298848"/>
          </a:xfrm>
          <a:prstGeom prst="rect">
            <a:avLst/>
          </a:prstGeom>
        </p:spPr>
      </p:pic>
      <p:sp>
        <p:nvSpPr>
          <p:cNvPr id="34" name="Text Box 191">
            <a:extLst>
              <a:ext uri="{FF2B5EF4-FFF2-40B4-BE49-F238E27FC236}">
                <a16:creationId xmlns:a16="http://schemas.microsoft.com/office/drawing/2014/main" id="{47F75F20-C526-BFF4-26F2-19CE7671F0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4363" y="2666582"/>
            <a:ext cx="1370782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400">
              <a:spcBef>
                <a:spcPct val="50000"/>
              </a:spcBef>
            </a:pPr>
            <a:r>
              <a:rPr lang="fr-FR" altLang="fr-FR" sz="1000" dirty="0">
                <a:solidFill>
                  <a:prstClr val="black"/>
                </a:solidFill>
                <a:latin typeface="Calibri" panose="020F0502020204030204" pitchFamily="34" charset="0"/>
              </a:rPr>
              <a:t> Places handicapées</a:t>
            </a:r>
          </a:p>
        </p:txBody>
      </p:sp>
      <p:sp>
        <p:nvSpPr>
          <p:cNvPr id="37" name="Text Box 191">
            <a:extLst>
              <a:ext uri="{FF2B5EF4-FFF2-40B4-BE49-F238E27FC236}">
                <a16:creationId xmlns:a16="http://schemas.microsoft.com/office/drawing/2014/main" id="{AFBE46D2-DC5D-3D48-C3EE-7AFF0A3382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1164" y="4668030"/>
            <a:ext cx="136842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400">
              <a:spcBef>
                <a:spcPct val="50000"/>
              </a:spcBef>
            </a:pPr>
            <a:r>
              <a:rPr lang="fr-FR" altLang="fr-FR" sz="1000" dirty="0">
                <a:solidFill>
                  <a:prstClr val="black"/>
                </a:solidFill>
                <a:latin typeface="Calibri" panose="020F0502020204030204" pitchFamily="34" charset="0"/>
              </a:rPr>
              <a:t>Point de rassemblement</a:t>
            </a:r>
          </a:p>
        </p:txBody>
      </p:sp>
      <p:pic>
        <p:nvPicPr>
          <p:cNvPr id="38" name="Image 37">
            <a:extLst>
              <a:ext uri="{FF2B5EF4-FFF2-40B4-BE49-F238E27FC236}">
                <a16:creationId xmlns:a16="http://schemas.microsoft.com/office/drawing/2014/main" id="{7D0C55E6-AC49-4DB6-8B3B-281C64111D0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39032" y="4606383"/>
            <a:ext cx="392603" cy="409674"/>
          </a:xfrm>
          <a:prstGeom prst="rect">
            <a:avLst/>
          </a:prstGeom>
        </p:spPr>
      </p:pic>
      <p:sp>
        <p:nvSpPr>
          <p:cNvPr id="61" name="Text Box 191">
            <a:extLst>
              <a:ext uri="{FF2B5EF4-FFF2-40B4-BE49-F238E27FC236}">
                <a16:creationId xmlns:a16="http://schemas.microsoft.com/office/drawing/2014/main" id="{D5956D66-DC18-06AD-CF6E-6427B74A12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168" y="5574417"/>
            <a:ext cx="1313724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400">
              <a:spcBef>
                <a:spcPct val="50000"/>
              </a:spcBef>
            </a:pPr>
            <a:r>
              <a:rPr lang="fr-FR" altLang="fr-FR" sz="1000" dirty="0">
                <a:solidFill>
                  <a:prstClr val="black"/>
                </a:solidFill>
                <a:latin typeface="Calibri" panose="020F0502020204030204" pitchFamily="34" charset="0"/>
              </a:rPr>
              <a:t> Vitesse limitée</a:t>
            </a:r>
          </a:p>
        </p:txBody>
      </p:sp>
      <p:sp>
        <p:nvSpPr>
          <p:cNvPr id="66" name="ZoneTexte 65">
            <a:extLst>
              <a:ext uri="{FF2B5EF4-FFF2-40B4-BE49-F238E27FC236}">
                <a16:creationId xmlns:a16="http://schemas.microsoft.com/office/drawing/2014/main" id="{CFDB2097-FD7F-A7C2-111C-07372995C7BE}"/>
              </a:ext>
            </a:extLst>
          </p:cNvPr>
          <p:cNvSpPr txBox="1"/>
          <p:nvPr/>
        </p:nvSpPr>
        <p:spPr>
          <a:xfrm>
            <a:off x="1342220" y="4386538"/>
            <a:ext cx="711382" cy="486921"/>
          </a:xfrm>
          <a:prstGeom prst="rect">
            <a:avLst/>
          </a:prstGeom>
          <a:solidFill>
            <a:sysClr val="window" lastClr="FFFFFF"/>
          </a:solidFill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77" name="Text Box 191">
            <a:extLst>
              <a:ext uri="{FF2B5EF4-FFF2-40B4-BE49-F238E27FC236}">
                <a16:creationId xmlns:a16="http://schemas.microsoft.com/office/drawing/2014/main" id="{C7659491-F99B-66D9-9905-A66D3ED1E6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3436" y="5123775"/>
            <a:ext cx="149715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400">
              <a:spcBef>
                <a:spcPct val="50000"/>
              </a:spcBef>
            </a:pPr>
            <a:r>
              <a:rPr lang="fr-FR" altLang="fr-FR" sz="1000" dirty="0">
                <a:solidFill>
                  <a:prstClr val="black"/>
                </a:solidFill>
                <a:latin typeface="Calibri" panose="020F0502020204030204" pitchFamily="34" charset="0"/>
              </a:rPr>
              <a:t>Sens de circulation PL/VL</a:t>
            </a:r>
          </a:p>
        </p:txBody>
      </p:sp>
      <p:grpSp>
        <p:nvGrpSpPr>
          <p:cNvPr id="81" name="Groupe 80">
            <a:extLst>
              <a:ext uri="{FF2B5EF4-FFF2-40B4-BE49-F238E27FC236}">
                <a16:creationId xmlns:a16="http://schemas.microsoft.com/office/drawing/2014/main" id="{142C04F1-4E8C-F170-7BE3-6A3C5EF640D5}"/>
              </a:ext>
            </a:extLst>
          </p:cNvPr>
          <p:cNvGrpSpPr/>
          <p:nvPr/>
        </p:nvGrpSpPr>
        <p:grpSpPr>
          <a:xfrm>
            <a:off x="247435" y="4293887"/>
            <a:ext cx="211044" cy="211811"/>
            <a:chOff x="182182" y="4089742"/>
            <a:chExt cx="174416" cy="192555"/>
          </a:xfrm>
          <a:solidFill>
            <a:srgbClr val="00B050"/>
          </a:solidFill>
        </p:grpSpPr>
        <p:sp>
          <p:nvSpPr>
            <p:cNvPr id="82" name="Ellipse 81">
              <a:extLst>
                <a:ext uri="{FF2B5EF4-FFF2-40B4-BE49-F238E27FC236}">
                  <a16:creationId xmlns:a16="http://schemas.microsoft.com/office/drawing/2014/main" id="{EE0B0873-96AF-4B4B-21C5-B791EFA93B13}"/>
                </a:ext>
              </a:extLst>
            </p:cNvPr>
            <p:cNvSpPr/>
            <p:nvPr/>
          </p:nvSpPr>
          <p:spPr>
            <a:xfrm>
              <a:off x="182182" y="4089742"/>
              <a:ext cx="174416" cy="192555"/>
            </a:xfrm>
            <a:prstGeom prst="ellipse">
              <a:avLst/>
            </a:prstGeom>
            <a:grpFill/>
            <a:ln w="5715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83" name="Ellipse 82">
              <a:extLst>
                <a:ext uri="{FF2B5EF4-FFF2-40B4-BE49-F238E27FC236}">
                  <a16:creationId xmlns:a16="http://schemas.microsoft.com/office/drawing/2014/main" id="{1333156F-62E7-3525-0105-AD91939C493D}"/>
                </a:ext>
              </a:extLst>
            </p:cNvPr>
            <p:cNvSpPr/>
            <p:nvPr/>
          </p:nvSpPr>
          <p:spPr>
            <a:xfrm>
              <a:off x="207414" y="4113684"/>
              <a:ext cx="131041" cy="144669"/>
            </a:xfrm>
            <a:prstGeom prst="ellipse">
              <a:avLst/>
            </a:prstGeom>
            <a:grpFill/>
            <a:ln w="1905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</p:grpSp>
      <p:pic>
        <p:nvPicPr>
          <p:cNvPr id="87" name="Image 86">
            <a:extLst>
              <a:ext uri="{FF2B5EF4-FFF2-40B4-BE49-F238E27FC236}">
                <a16:creationId xmlns:a16="http://schemas.microsoft.com/office/drawing/2014/main" id="{D65A34A6-F2CA-D6FF-7193-0A3F8F1490A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48907" y="2138348"/>
            <a:ext cx="328429" cy="312639"/>
          </a:xfrm>
          <a:prstGeom prst="rect">
            <a:avLst/>
          </a:prstGeom>
        </p:spPr>
      </p:pic>
      <p:sp>
        <p:nvSpPr>
          <p:cNvPr id="88" name="ZoneTexte 87">
            <a:extLst>
              <a:ext uri="{FF2B5EF4-FFF2-40B4-BE49-F238E27FC236}">
                <a16:creationId xmlns:a16="http://schemas.microsoft.com/office/drawing/2014/main" id="{06E5F7B3-F999-2356-F109-CFFD89F368E3}"/>
              </a:ext>
            </a:extLst>
          </p:cNvPr>
          <p:cNvSpPr txBox="1"/>
          <p:nvPr/>
        </p:nvSpPr>
        <p:spPr>
          <a:xfrm>
            <a:off x="8003863" y="2150949"/>
            <a:ext cx="17565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solidFill>
                  <a:prstClr val="black"/>
                </a:solidFill>
                <a:latin typeface="Calibri" panose="020F0502020204030204" pitchFamily="34" charset="0"/>
              </a:rPr>
              <a:t>Locaux chauffeurs</a:t>
            </a:r>
          </a:p>
        </p:txBody>
      </p:sp>
      <p:pic>
        <p:nvPicPr>
          <p:cNvPr id="328" name="Image 327">
            <a:extLst>
              <a:ext uri="{FF2B5EF4-FFF2-40B4-BE49-F238E27FC236}">
                <a16:creationId xmlns:a16="http://schemas.microsoft.com/office/drawing/2014/main" id="{47455730-27C5-F53E-7D52-88858789BB3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6200000" flipH="1">
            <a:off x="10420949" y="4027302"/>
            <a:ext cx="168816" cy="174520"/>
          </a:xfrm>
          <a:prstGeom prst="rect">
            <a:avLst/>
          </a:prstGeom>
        </p:spPr>
      </p:pic>
      <p:pic>
        <p:nvPicPr>
          <p:cNvPr id="329" name="Image 328">
            <a:extLst>
              <a:ext uri="{FF2B5EF4-FFF2-40B4-BE49-F238E27FC236}">
                <a16:creationId xmlns:a16="http://schemas.microsoft.com/office/drawing/2014/main" id="{F7E348DE-2B6C-EC6B-E205-F014037969B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6200000" flipH="1">
            <a:off x="10429920" y="4942346"/>
            <a:ext cx="169751" cy="175487"/>
          </a:xfrm>
          <a:prstGeom prst="rect">
            <a:avLst/>
          </a:prstGeom>
        </p:spPr>
      </p:pic>
      <p:sp>
        <p:nvSpPr>
          <p:cNvPr id="10" name="Rectangle : avec coins arrondis en haut 9">
            <a:extLst>
              <a:ext uri="{FF2B5EF4-FFF2-40B4-BE49-F238E27FC236}">
                <a16:creationId xmlns:a16="http://schemas.microsoft.com/office/drawing/2014/main" id="{C45B1AB7-5F2A-9240-0811-5F17AA3516D5}"/>
              </a:ext>
            </a:extLst>
          </p:cNvPr>
          <p:cNvSpPr/>
          <p:nvPr/>
        </p:nvSpPr>
        <p:spPr>
          <a:xfrm>
            <a:off x="64613" y="1663118"/>
            <a:ext cx="1987786" cy="4214154"/>
          </a:xfrm>
          <a:prstGeom prst="round2SameRect">
            <a:avLst/>
          </a:prstGeom>
          <a:noFill/>
          <a:ln w="19050" cap="flat" cmpd="sng" algn="ctr">
            <a:solidFill>
              <a:srgbClr val="FF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26" name="Groupe 25">
            <a:extLst>
              <a:ext uri="{FF2B5EF4-FFF2-40B4-BE49-F238E27FC236}">
                <a16:creationId xmlns:a16="http://schemas.microsoft.com/office/drawing/2014/main" id="{F24A476B-B702-016A-63FF-D74DF406B584}"/>
              </a:ext>
            </a:extLst>
          </p:cNvPr>
          <p:cNvGrpSpPr/>
          <p:nvPr/>
        </p:nvGrpSpPr>
        <p:grpSpPr>
          <a:xfrm>
            <a:off x="285283" y="1990241"/>
            <a:ext cx="211044" cy="211811"/>
            <a:chOff x="182182" y="4089742"/>
            <a:chExt cx="174416" cy="192555"/>
          </a:xfrm>
          <a:solidFill>
            <a:srgbClr val="FF0000"/>
          </a:solidFill>
        </p:grpSpPr>
        <p:sp>
          <p:nvSpPr>
            <p:cNvPr id="27" name="Ellipse 26">
              <a:extLst>
                <a:ext uri="{FF2B5EF4-FFF2-40B4-BE49-F238E27FC236}">
                  <a16:creationId xmlns:a16="http://schemas.microsoft.com/office/drawing/2014/main" id="{F586787F-E6A9-AB73-F6AC-87F03FCCB2BE}"/>
                </a:ext>
              </a:extLst>
            </p:cNvPr>
            <p:cNvSpPr/>
            <p:nvPr/>
          </p:nvSpPr>
          <p:spPr>
            <a:xfrm>
              <a:off x="182182" y="4089742"/>
              <a:ext cx="174416" cy="192555"/>
            </a:xfrm>
            <a:prstGeom prst="ellipse">
              <a:avLst/>
            </a:prstGeom>
            <a:grpFill/>
            <a:ln w="5715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28" name="Ellipse 27">
              <a:extLst>
                <a:ext uri="{FF2B5EF4-FFF2-40B4-BE49-F238E27FC236}">
                  <a16:creationId xmlns:a16="http://schemas.microsoft.com/office/drawing/2014/main" id="{A5636E4F-688E-7340-1790-96B817B8B80A}"/>
                </a:ext>
              </a:extLst>
            </p:cNvPr>
            <p:cNvSpPr/>
            <p:nvPr/>
          </p:nvSpPr>
          <p:spPr>
            <a:xfrm>
              <a:off x="207414" y="4113684"/>
              <a:ext cx="131041" cy="144669"/>
            </a:xfrm>
            <a:prstGeom prst="ellipse">
              <a:avLst/>
            </a:prstGeom>
            <a:grpFill/>
            <a:ln w="1905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</p:grpSp>
      <p:sp>
        <p:nvSpPr>
          <p:cNvPr id="35" name="Text Box 191">
            <a:extLst>
              <a:ext uri="{FF2B5EF4-FFF2-40B4-BE49-F238E27FC236}">
                <a16:creationId xmlns:a16="http://schemas.microsoft.com/office/drawing/2014/main" id="{F36577A9-6F29-7043-23FC-9F1EF11887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624" y="2356588"/>
            <a:ext cx="1698774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400">
              <a:spcBef>
                <a:spcPct val="50000"/>
              </a:spcBef>
            </a:pPr>
            <a:r>
              <a:rPr lang="fr-FR" altLang="fr-FR" sz="1000" dirty="0">
                <a:solidFill>
                  <a:prstClr val="black"/>
                </a:solidFill>
                <a:latin typeface="Calibri" panose="020F0502020204030204" pitchFamily="34" charset="0"/>
              </a:rPr>
              <a:t>Poste de garde</a:t>
            </a:r>
          </a:p>
        </p:txBody>
      </p:sp>
      <p:grpSp>
        <p:nvGrpSpPr>
          <p:cNvPr id="43" name="Groupe 42">
            <a:extLst>
              <a:ext uri="{FF2B5EF4-FFF2-40B4-BE49-F238E27FC236}">
                <a16:creationId xmlns:a16="http://schemas.microsoft.com/office/drawing/2014/main" id="{299BBFFD-715A-406C-F636-D7167C9B4641}"/>
              </a:ext>
            </a:extLst>
          </p:cNvPr>
          <p:cNvGrpSpPr/>
          <p:nvPr/>
        </p:nvGrpSpPr>
        <p:grpSpPr>
          <a:xfrm>
            <a:off x="261350" y="2350869"/>
            <a:ext cx="197537" cy="203583"/>
            <a:chOff x="182182" y="4089742"/>
            <a:chExt cx="174416" cy="192555"/>
          </a:xfrm>
          <a:solidFill>
            <a:srgbClr val="7030A0"/>
          </a:solidFill>
        </p:grpSpPr>
        <p:sp>
          <p:nvSpPr>
            <p:cNvPr id="44" name="Ellipse 43">
              <a:extLst>
                <a:ext uri="{FF2B5EF4-FFF2-40B4-BE49-F238E27FC236}">
                  <a16:creationId xmlns:a16="http://schemas.microsoft.com/office/drawing/2014/main" id="{491486FA-C811-BDBA-1085-EDB634A0A62D}"/>
                </a:ext>
              </a:extLst>
            </p:cNvPr>
            <p:cNvSpPr/>
            <p:nvPr/>
          </p:nvSpPr>
          <p:spPr>
            <a:xfrm>
              <a:off x="182182" y="4089742"/>
              <a:ext cx="174416" cy="192555"/>
            </a:xfrm>
            <a:prstGeom prst="ellipse">
              <a:avLst/>
            </a:prstGeom>
            <a:grpFill/>
            <a:ln w="5715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45" name="Ellipse 44">
              <a:extLst>
                <a:ext uri="{FF2B5EF4-FFF2-40B4-BE49-F238E27FC236}">
                  <a16:creationId xmlns:a16="http://schemas.microsoft.com/office/drawing/2014/main" id="{5A174846-50D3-80DC-1DA9-129A637A5F20}"/>
                </a:ext>
              </a:extLst>
            </p:cNvPr>
            <p:cNvSpPr/>
            <p:nvPr/>
          </p:nvSpPr>
          <p:spPr>
            <a:xfrm>
              <a:off x="207414" y="4113684"/>
              <a:ext cx="131041" cy="144669"/>
            </a:xfrm>
            <a:prstGeom prst="ellipse">
              <a:avLst/>
            </a:prstGeom>
            <a:grpFill/>
            <a:ln w="1905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</p:grpSp>
      <p:grpSp>
        <p:nvGrpSpPr>
          <p:cNvPr id="46" name="Groupe 45">
            <a:extLst>
              <a:ext uri="{FF2B5EF4-FFF2-40B4-BE49-F238E27FC236}">
                <a16:creationId xmlns:a16="http://schemas.microsoft.com/office/drawing/2014/main" id="{4BA1716B-DEB0-E052-FDF9-049E321598DE}"/>
              </a:ext>
            </a:extLst>
          </p:cNvPr>
          <p:cNvGrpSpPr/>
          <p:nvPr/>
        </p:nvGrpSpPr>
        <p:grpSpPr>
          <a:xfrm>
            <a:off x="242962" y="3017858"/>
            <a:ext cx="211044" cy="211811"/>
            <a:chOff x="182182" y="4089742"/>
            <a:chExt cx="174416" cy="192555"/>
          </a:xfrm>
        </p:grpSpPr>
        <p:sp>
          <p:nvSpPr>
            <p:cNvPr id="47" name="Ellipse 46">
              <a:extLst>
                <a:ext uri="{FF2B5EF4-FFF2-40B4-BE49-F238E27FC236}">
                  <a16:creationId xmlns:a16="http://schemas.microsoft.com/office/drawing/2014/main" id="{3D31B925-19E7-046C-A2D1-39EA0D7F5392}"/>
                </a:ext>
              </a:extLst>
            </p:cNvPr>
            <p:cNvSpPr/>
            <p:nvPr/>
          </p:nvSpPr>
          <p:spPr>
            <a:xfrm>
              <a:off x="182182" y="4089742"/>
              <a:ext cx="174416" cy="192555"/>
            </a:xfrm>
            <a:prstGeom prst="ellipse">
              <a:avLst/>
            </a:prstGeom>
            <a:solidFill>
              <a:srgbClr val="FFC000"/>
            </a:solidFill>
            <a:ln w="5715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48" name="Ellipse 47">
              <a:extLst>
                <a:ext uri="{FF2B5EF4-FFF2-40B4-BE49-F238E27FC236}">
                  <a16:creationId xmlns:a16="http://schemas.microsoft.com/office/drawing/2014/main" id="{289C9A87-8197-B3E1-A3D9-6DEC4058EDBE}"/>
                </a:ext>
              </a:extLst>
            </p:cNvPr>
            <p:cNvSpPr/>
            <p:nvPr/>
          </p:nvSpPr>
          <p:spPr>
            <a:xfrm>
              <a:off x="207414" y="4113684"/>
              <a:ext cx="131041" cy="144669"/>
            </a:xfrm>
            <a:prstGeom prst="ellipse">
              <a:avLst/>
            </a:prstGeom>
            <a:solidFill>
              <a:srgbClr val="FFC000"/>
            </a:solidFill>
            <a:ln w="1905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</p:grpSp>
      <p:sp>
        <p:nvSpPr>
          <p:cNvPr id="49" name="Text Box 191">
            <a:extLst>
              <a:ext uri="{FF2B5EF4-FFF2-40B4-BE49-F238E27FC236}">
                <a16:creationId xmlns:a16="http://schemas.microsoft.com/office/drawing/2014/main" id="{1DDA5E8D-243E-E3D9-D093-3A72F9C667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879" y="2951368"/>
            <a:ext cx="1698774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400">
              <a:spcBef>
                <a:spcPct val="50000"/>
              </a:spcBef>
            </a:pPr>
            <a:r>
              <a:rPr lang="fr-FR" altLang="fr-FR" sz="1000" dirty="0">
                <a:solidFill>
                  <a:prstClr val="black"/>
                </a:solidFill>
                <a:latin typeface="Calibri" panose="020F0502020204030204" pitchFamily="34" charset="0"/>
              </a:rPr>
              <a:t>Accueil</a:t>
            </a:r>
          </a:p>
        </p:txBody>
      </p:sp>
      <p:grpSp>
        <p:nvGrpSpPr>
          <p:cNvPr id="50" name="Groupe 49">
            <a:extLst>
              <a:ext uri="{FF2B5EF4-FFF2-40B4-BE49-F238E27FC236}">
                <a16:creationId xmlns:a16="http://schemas.microsoft.com/office/drawing/2014/main" id="{A9BF6905-CD00-0FBB-BB11-F204063C6A53}"/>
              </a:ext>
            </a:extLst>
          </p:cNvPr>
          <p:cNvGrpSpPr/>
          <p:nvPr/>
        </p:nvGrpSpPr>
        <p:grpSpPr>
          <a:xfrm>
            <a:off x="268179" y="3389379"/>
            <a:ext cx="211044" cy="211811"/>
            <a:chOff x="182182" y="4089742"/>
            <a:chExt cx="174416" cy="192555"/>
          </a:xfrm>
          <a:solidFill>
            <a:srgbClr val="00B0F0"/>
          </a:solidFill>
        </p:grpSpPr>
        <p:sp>
          <p:nvSpPr>
            <p:cNvPr id="51" name="Ellipse 50">
              <a:extLst>
                <a:ext uri="{FF2B5EF4-FFF2-40B4-BE49-F238E27FC236}">
                  <a16:creationId xmlns:a16="http://schemas.microsoft.com/office/drawing/2014/main" id="{B8681C38-AA7A-2BB2-538F-F88F36DA32C4}"/>
                </a:ext>
              </a:extLst>
            </p:cNvPr>
            <p:cNvSpPr/>
            <p:nvPr/>
          </p:nvSpPr>
          <p:spPr>
            <a:xfrm>
              <a:off x="182182" y="4089742"/>
              <a:ext cx="174416" cy="192555"/>
            </a:xfrm>
            <a:prstGeom prst="ellipse">
              <a:avLst/>
            </a:prstGeom>
            <a:grpFill/>
            <a:ln w="5715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52" name="Ellipse 51">
              <a:extLst>
                <a:ext uri="{FF2B5EF4-FFF2-40B4-BE49-F238E27FC236}">
                  <a16:creationId xmlns:a16="http://schemas.microsoft.com/office/drawing/2014/main" id="{98008480-9371-CF9C-A771-250225D9A570}"/>
                </a:ext>
              </a:extLst>
            </p:cNvPr>
            <p:cNvSpPr/>
            <p:nvPr/>
          </p:nvSpPr>
          <p:spPr>
            <a:xfrm>
              <a:off x="207414" y="4113684"/>
              <a:ext cx="131041" cy="144669"/>
            </a:xfrm>
            <a:prstGeom prst="ellipse">
              <a:avLst/>
            </a:prstGeom>
            <a:grpFill/>
            <a:ln w="1905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</p:grpSp>
      <p:sp>
        <p:nvSpPr>
          <p:cNvPr id="53" name="Text Box 191">
            <a:extLst>
              <a:ext uri="{FF2B5EF4-FFF2-40B4-BE49-F238E27FC236}">
                <a16:creationId xmlns:a16="http://schemas.microsoft.com/office/drawing/2014/main" id="{0B1F44F6-ACF9-167A-D6E4-731220588B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256" y="3263713"/>
            <a:ext cx="114030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400">
              <a:spcBef>
                <a:spcPct val="50000"/>
              </a:spcBef>
            </a:pPr>
            <a:r>
              <a:rPr lang="fr-FR" altLang="fr-FR" sz="1000" dirty="0">
                <a:solidFill>
                  <a:prstClr val="black"/>
                </a:solidFill>
                <a:latin typeface="Calibri" panose="020F0502020204030204" pitchFamily="34" charset="0"/>
              </a:rPr>
              <a:t>Réception/expédition navettes (sec)</a:t>
            </a:r>
          </a:p>
        </p:txBody>
      </p:sp>
      <p:sp>
        <p:nvSpPr>
          <p:cNvPr id="54" name="Text Box 191">
            <a:extLst>
              <a:ext uri="{FF2B5EF4-FFF2-40B4-BE49-F238E27FC236}">
                <a16:creationId xmlns:a16="http://schemas.microsoft.com/office/drawing/2014/main" id="{75D379E3-8A44-25A7-11A6-040080F1C4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488" y="1983674"/>
            <a:ext cx="1698774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400">
              <a:spcBef>
                <a:spcPct val="50000"/>
              </a:spcBef>
            </a:pPr>
            <a:r>
              <a:rPr lang="fr-FR" altLang="fr-FR" sz="1000" dirty="0">
                <a:solidFill>
                  <a:prstClr val="black"/>
                </a:solidFill>
                <a:latin typeface="Calibri" panose="020F0502020204030204" pitchFamily="34" charset="0"/>
              </a:rPr>
              <a:t>Entrée/sortie PL</a:t>
            </a:r>
          </a:p>
        </p:txBody>
      </p:sp>
      <p:grpSp>
        <p:nvGrpSpPr>
          <p:cNvPr id="55" name="Groupe 54">
            <a:extLst>
              <a:ext uri="{FF2B5EF4-FFF2-40B4-BE49-F238E27FC236}">
                <a16:creationId xmlns:a16="http://schemas.microsoft.com/office/drawing/2014/main" id="{B075C9CE-AFAE-058D-6828-B93C329E21B3}"/>
              </a:ext>
            </a:extLst>
          </p:cNvPr>
          <p:cNvGrpSpPr/>
          <p:nvPr/>
        </p:nvGrpSpPr>
        <p:grpSpPr>
          <a:xfrm>
            <a:off x="253342" y="2658247"/>
            <a:ext cx="211044" cy="211811"/>
            <a:chOff x="182182" y="4089742"/>
            <a:chExt cx="174416" cy="192555"/>
          </a:xfrm>
          <a:solidFill>
            <a:srgbClr val="FFFF00"/>
          </a:solidFill>
        </p:grpSpPr>
        <p:sp>
          <p:nvSpPr>
            <p:cNvPr id="56" name="Ellipse 55">
              <a:extLst>
                <a:ext uri="{FF2B5EF4-FFF2-40B4-BE49-F238E27FC236}">
                  <a16:creationId xmlns:a16="http://schemas.microsoft.com/office/drawing/2014/main" id="{238F88ED-E1F1-CDAC-5664-853A64520DE5}"/>
                </a:ext>
              </a:extLst>
            </p:cNvPr>
            <p:cNvSpPr/>
            <p:nvPr/>
          </p:nvSpPr>
          <p:spPr>
            <a:xfrm>
              <a:off x="182182" y="4089742"/>
              <a:ext cx="174416" cy="192555"/>
            </a:xfrm>
            <a:prstGeom prst="ellipse">
              <a:avLst/>
            </a:prstGeom>
            <a:grpFill/>
            <a:ln w="5715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57" name="Ellipse 56">
              <a:extLst>
                <a:ext uri="{FF2B5EF4-FFF2-40B4-BE49-F238E27FC236}">
                  <a16:creationId xmlns:a16="http://schemas.microsoft.com/office/drawing/2014/main" id="{E47C22C0-722C-6F40-62CF-6E410B83B8A1}"/>
                </a:ext>
              </a:extLst>
            </p:cNvPr>
            <p:cNvSpPr/>
            <p:nvPr/>
          </p:nvSpPr>
          <p:spPr>
            <a:xfrm>
              <a:off x="207414" y="4113684"/>
              <a:ext cx="131041" cy="144669"/>
            </a:xfrm>
            <a:prstGeom prst="ellipse">
              <a:avLst/>
            </a:prstGeom>
            <a:grpFill/>
            <a:ln w="1905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</p:grpSp>
      <p:sp>
        <p:nvSpPr>
          <p:cNvPr id="58" name="Text Box 191">
            <a:extLst>
              <a:ext uri="{FF2B5EF4-FFF2-40B4-BE49-F238E27FC236}">
                <a16:creationId xmlns:a16="http://schemas.microsoft.com/office/drawing/2014/main" id="{BDA275D1-08C4-0CFF-0EA1-5C80BC01F4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835" y="2609975"/>
            <a:ext cx="1698774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400">
              <a:spcBef>
                <a:spcPct val="50000"/>
              </a:spcBef>
            </a:pPr>
            <a:r>
              <a:rPr lang="fr-FR" altLang="fr-FR" sz="1000" dirty="0">
                <a:solidFill>
                  <a:prstClr val="black"/>
                </a:solidFill>
                <a:latin typeface="Calibri" panose="020F0502020204030204" pitchFamily="34" charset="0"/>
              </a:rPr>
              <a:t>Entrée du personnel (VL)</a:t>
            </a:r>
          </a:p>
        </p:txBody>
      </p:sp>
      <p:sp>
        <p:nvSpPr>
          <p:cNvPr id="366" name="Text Box 191">
            <a:extLst>
              <a:ext uri="{FF2B5EF4-FFF2-40B4-BE49-F238E27FC236}">
                <a16:creationId xmlns:a16="http://schemas.microsoft.com/office/drawing/2014/main" id="{78EF6C4E-EAE2-FCD2-CD78-44B683DD4C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112" y="4274060"/>
            <a:ext cx="114030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400">
              <a:spcBef>
                <a:spcPct val="50000"/>
              </a:spcBef>
            </a:pPr>
            <a:r>
              <a:rPr lang="fr-FR" altLang="fr-FR" sz="1000" dirty="0">
                <a:solidFill>
                  <a:prstClr val="black"/>
                </a:solidFill>
                <a:latin typeface="Calibri" panose="020F0502020204030204" pitchFamily="34" charset="0"/>
              </a:rPr>
              <a:t>Expédition (Métro)</a:t>
            </a:r>
          </a:p>
        </p:txBody>
      </p:sp>
      <p:sp>
        <p:nvSpPr>
          <p:cNvPr id="373" name="Rectangle : avec coins arrondis en haut 372">
            <a:extLst>
              <a:ext uri="{FF2B5EF4-FFF2-40B4-BE49-F238E27FC236}">
                <a16:creationId xmlns:a16="http://schemas.microsoft.com/office/drawing/2014/main" id="{943D56F9-5929-61C5-8085-6B7B274F705A}"/>
              </a:ext>
            </a:extLst>
          </p:cNvPr>
          <p:cNvSpPr/>
          <p:nvPr/>
        </p:nvSpPr>
        <p:spPr>
          <a:xfrm>
            <a:off x="7519532" y="1735126"/>
            <a:ext cx="1987786" cy="4214154"/>
          </a:xfrm>
          <a:prstGeom prst="round2SameRect">
            <a:avLst/>
          </a:prstGeom>
          <a:noFill/>
          <a:ln w="19050" cap="flat" cmpd="sng" algn="ctr">
            <a:solidFill>
              <a:srgbClr val="FF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21543F08-5D0B-C9DE-4ABE-D8B424BB6270}"/>
              </a:ext>
            </a:extLst>
          </p:cNvPr>
          <p:cNvCxnSpPr>
            <a:cxnSpLocks/>
          </p:cNvCxnSpPr>
          <p:nvPr/>
        </p:nvCxnSpPr>
        <p:spPr>
          <a:xfrm>
            <a:off x="4172718" y="6984476"/>
            <a:ext cx="275353" cy="0"/>
          </a:xfrm>
          <a:prstGeom prst="line">
            <a:avLst/>
          </a:prstGeom>
          <a:noFill/>
          <a:ln w="19050" cap="flat" cmpd="sng" algn="ctr">
            <a:solidFill>
              <a:srgbClr val="92D050"/>
            </a:solidFill>
            <a:prstDash val="solid"/>
          </a:ln>
          <a:effectLst/>
        </p:spPr>
      </p:cxnSp>
      <p:pic>
        <p:nvPicPr>
          <p:cNvPr id="12" name="Image 11">
            <a:extLst>
              <a:ext uri="{FF2B5EF4-FFF2-40B4-BE49-F238E27FC236}">
                <a16:creationId xmlns:a16="http://schemas.microsoft.com/office/drawing/2014/main" id="{52ADBCAF-7873-8750-A5B3-172B2C3C9F5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62863" y="1506267"/>
            <a:ext cx="4946637" cy="5044526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4B9DDB12-3C5D-79E3-169E-1D58642EB2B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36319" y="6165304"/>
            <a:ext cx="251361" cy="240369"/>
          </a:xfrm>
          <a:prstGeom prst="rect">
            <a:avLst/>
          </a:prstGeom>
        </p:spPr>
      </p:pic>
      <p:grpSp>
        <p:nvGrpSpPr>
          <p:cNvPr id="24" name="Groupe 23">
            <a:extLst>
              <a:ext uri="{FF2B5EF4-FFF2-40B4-BE49-F238E27FC236}">
                <a16:creationId xmlns:a16="http://schemas.microsoft.com/office/drawing/2014/main" id="{75E9AE5D-8884-02F5-02DE-65AFC85C2D80}"/>
              </a:ext>
            </a:extLst>
          </p:cNvPr>
          <p:cNvGrpSpPr/>
          <p:nvPr/>
        </p:nvGrpSpPr>
        <p:grpSpPr>
          <a:xfrm>
            <a:off x="6681192" y="5733602"/>
            <a:ext cx="211044" cy="211811"/>
            <a:chOff x="182182" y="4089742"/>
            <a:chExt cx="174416" cy="192555"/>
          </a:xfrm>
          <a:solidFill>
            <a:srgbClr val="FF0000"/>
          </a:solidFill>
        </p:grpSpPr>
        <p:sp>
          <p:nvSpPr>
            <p:cNvPr id="36" name="Ellipse 35">
              <a:extLst>
                <a:ext uri="{FF2B5EF4-FFF2-40B4-BE49-F238E27FC236}">
                  <a16:creationId xmlns:a16="http://schemas.microsoft.com/office/drawing/2014/main" id="{AA6EFB12-F768-6BE8-51F0-60367C589655}"/>
                </a:ext>
              </a:extLst>
            </p:cNvPr>
            <p:cNvSpPr/>
            <p:nvPr/>
          </p:nvSpPr>
          <p:spPr>
            <a:xfrm>
              <a:off x="182182" y="4089742"/>
              <a:ext cx="174416" cy="192555"/>
            </a:xfrm>
            <a:prstGeom prst="ellipse">
              <a:avLst/>
            </a:prstGeom>
            <a:grpFill/>
            <a:ln w="5715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39" name="Ellipse 38">
              <a:extLst>
                <a:ext uri="{FF2B5EF4-FFF2-40B4-BE49-F238E27FC236}">
                  <a16:creationId xmlns:a16="http://schemas.microsoft.com/office/drawing/2014/main" id="{BF140661-322E-ABE2-2F56-AFCADC14E180}"/>
                </a:ext>
              </a:extLst>
            </p:cNvPr>
            <p:cNvSpPr/>
            <p:nvPr/>
          </p:nvSpPr>
          <p:spPr>
            <a:xfrm>
              <a:off x="207414" y="4113684"/>
              <a:ext cx="131041" cy="144669"/>
            </a:xfrm>
            <a:prstGeom prst="ellipse">
              <a:avLst/>
            </a:prstGeom>
            <a:grpFill/>
            <a:ln w="1905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</p:grpSp>
      <p:grpSp>
        <p:nvGrpSpPr>
          <p:cNvPr id="40" name="Groupe 39">
            <a:extLst>
              <a:ext uri="{FF2B5EF4-FFF2-40B4-BE49-F238E27FC236}">
                <a16:creationId xmlns:a16="http://schemas.microsoft.com/office/drawing/2014/main" id="{F139AB53-6E2A-3952-A2D5-FA73F6C97CF3}"/>
              </a:ext>
            </a:extLst>
          </p:cNvPr>
          <p:cNvGrpSpPr/>
          <p:nvPr/>
        </p:nvGrpSpPr>
        <p:grpSpPr>
          <a:xfrm>
            <a:off x="6859330" y="5239723"/>
            <a:ext cx="197537" cy="203583"/>
            <a:chOff x="182182" y="4089742"/>
            <a:chExt cx="174416" cy="192555"/>
          </a:xfrm>
          <a:solidFill>
            <a:srgbClr val="7030A0"/>
          </a:solidFill>
        </p:grpSpPr>
        <p:sp>
          <p:nvSpPr>
            <p:cNvPr id="41" name="Ellipse 40">
              <a:extLst>
                <a:ext uri="{FF2B5EF4-FFF2-40B4-BE49-F238E27FC236}">
                  <a16:creationId xmlns:a16="http://schemas.microsoft.com/office/drawing/2014/main" id="{67D9A9A6-44C9-55E3-DEAD-8B6A970DB173}"/>
                </a:ext>
              </a:extLst>
            </p:cNvPr>
            <p:cNvSpPr/>
            <p:nvPr/>
          </p:nvSpPr>
          <p:spPr>
            <a:xfrm>
              <a:off x="182182" y="4089742"/>
              <a:ext cx="174416" cy="192555"/>
            </a:xfrm>
            <a:prstGeom prst="ellipse">
              <a:avLst/>
            </a:prstGeom>
            <a:grpFill/>
            <a:ln w="5715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42" name="Ellipse 41">
              <a:extLst>
                <a:ext uri="{FF2B5EF4-FFF2-40B4-BE49-F238E27FC236}">
                  <a16:creationId xmlns:a16="http://schemas.microsoft.com/office/drawing/2014/main" id="{63FF4994-930F-0B02-8B1A-0906FB67B18B}"/>
                </a:ext>
              </a:extLst>
            </p:cNvPr>
            <p:cNvSpPr/>
            <p:nvPr/>
          </p:nvSpPr>
          <p:spPr>
            <a:xfrm>
              <a:off x="207414" y="4113684"/>
              <a:ext cx="131041" cy="144669"/>
            </a:xfrm>
            <a:prstGeom prst="ellipse">
              <a:avLst/>
            </a:prstGeom>
            <a:grpFill/>
            <a:ln w="1905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</p:grpSp>
      <p:grpSp>
        <p:nvGrpSpPr>
          <p:cNvPr id="63" name="Groupe 62">
            <a:extLst>
              <a:ext uri="{FF2B5EF4-FFF2-40B4-BE49-F238E27FC236}">
                <a16:creationId xmlns:a16="http://schemas.microsoft.com/office/drawing/2014/main" id="{2B45E4AC-389B-D7E5-50F4-3029F193CB2B}"/>
              </a:ext>
            </a:extLst>
          </p:cNvPr>
          <p:cNvGrpSpPr/>
          <p:nvPr/>
        </p:nvGrpSpPr>
        <p:grpSpPr>
          <a:xfrm>
            <a:off x="2616194" y="1679241"/>
            <a:ext cx="211044" cy="211811"/>
            <a:chOff x="182182" y="4089742"/>
            <a:chExt cx="174416" cy="192555"/>
          </a:xfrm>
          <a:solidFill>
            <a:srgbClr val="FFFF00"/>
          </a:solidFill>
        </p:grpSpPr>
        <p:sp>
          <p:nvSpPr>
            <p:cNvPr id="64" name="Ellipse 63">
              <a:extLst>
                <a:ext uri="{FF2B5EF4-FFF2-40B4-BE49-F238E27FC236}">
                  <a16:creationId xmlns:a16="http://schemas.microsoft.com/office/drawing/2014/main" id="{C44E7644-48E9-F0BE-0285-9D5471AD225E}"/>
                </a:ext>
              </a:extLst>
            </p:cNvPr>
            <p:cNvSpPr/>
            <p:nvPr/>
          </p:nvSpPr>
          <p:spPr>
            <a:xfrm>
              <a:off x="182182" y="4089742"/>
              <a:ext cx="174416" cy="192555"/>
            </a:xfrm>
            <a:prstGeom prst="ellipse">
              <a:avLst/>
            </a:prstGeom>
            <a:grpFill/>
            <a:ln w="5715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65" name="Ellipse 64">
              <a:extLst>
                <a:ext uri="{FF2B5EF4-FFF2-40B4-BE49-F238E27FC236}">
                  <a16:creationId xmlns:a16="http://schemas.microsoft.com/office/drawing/2014/main" id="{F710CF97-1053-FF79-C8B9-121C35789F91}"/>
                </a:ext>
              </a:extLst>
            </p:cNvPr>
            <p:cNvSpPr/>
            <p:nvPr/>
          </p:nvSpPr>
          <p:spPr>
            <a:xfrm>
              <a:off x="207414" y="4113684"/>
              <a:ext cx="131041" cy="144669"/>
            </a:xfrm>
            <a:prstGeom prst="ellipse">
              <a:avLst/>
            </a:prstGeom>
            <a:grpFill/>
            <a:ln w="1905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</p:grpSp>
      <p:grpSp>
        <p:nvGrpSpPr>
          <p:cNvPr id="69" name="Groupe 68">
            <a:extLst>
              <a:ext uri="{FF2B5EF4-FFF2-40B4-BE49-F238E27FC236}">
                <a16:creationId xmlns:a16="http://schemas.microsoft.com/office/drawing/2014/main" id="{3E11C175-88A5-DA74-25FD-C34B1FA8E788}"/>
              </a:ext>
            </a:extLst>
          </p:cNvPr>
          <p:cNvGrpSpPr/>
          <p:nvPr/>
        </p:nvGrpSpPr>
        <p:grpSpPr>
          <a:xfrm>
            <a:off x="5875861" y="5353414"/>
            <a:ext cx="211044" cy="211811"/>
            <a:chOff x="182182" y="4089742"/>
            <a:chExt cx="174416" cy="192555"/>
          </a:xfrm>
        </p:grpSpPr>
        <p:sp>
          <p:nvSpPr>
            <p:cNvPr id="70" name="Ellipse 69">
              <a:extLst>
                <a:ext uri="{FF2B5EF4-FFF2-40B4-BE49-F238E27FC236}">
                  <a16:creationId xmlns:a16="http://schemas.microsoft.com/office/drawing/2014/main" id="{1B0E5ABA-0CFD-3919-E74E-4DD2B060219E}"/>
                </a:ext>
              </a:extLst>
            </p:cNvPr>
            <p:cNvSpPr/>
            <p:nvPr/>
          </p:nvSpPr>
          <p:spPr>
            <a:xfrm>
              <a:off x="182182" y="4089742"/>
              <a:ext cx="174416" cy="192555"/>
            </a:xfrm>
            <a:prstGeom prst="ellipse">
              <a:avLst/>
            </a:prstGeom>
            <a:solidFill>
              <a:srgbClr val="FFC000"/>
            </a:solidFill>
            <a:ln w="5715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74" name="Ellipse 73">
              <a:extLst>
                <a:ext uri="{FF2B5EF4-FFF2-40B4-BE49-F238E27FC236}">
                  <a16:creationId xmlns:a16="http://schemas.microsoft.com/office/drawing/2014/main" id="{F9ECA519-D7F1-1FD8-5780-4A743C9EA539}"/>
                </a:ext>
              </a:extLst>
            </p:cNvPr>
            <p:cNvSpPr/>
            <p:nvPr/>
          </p:nvSpPr>
          <p:spPr>
            <a:xfrm>
              <a:off x="207414" y="4113684"/>
              <a:ext cx="131041" cy="144669"/>
            </a:xfrm>
            <a:prstGeom prst="ellipse">
              <a:avLst/>
            </a:prstGeom>
            <a:solidFill>
              <a:srgbClr val="FFC000"/>
            </a:solidFill>
            <a:ln w="1905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</p:grpSp>
      <p:pic>
        <p:nvPicPr>
          <p:cNvPr id="78" name="Image 77">
            <a:extLst>
              <a:ext uri="{FF2B5EF4-FFF2-40B4-BE49-F238E27FC236}">
                <a16:creationId xmlns:a16="http://schemas.microsoft.com/office/drawing/2014/main" id="{AAE62846-72CD-AAFC-C9FC-8428CF30300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1315" y="5505917"/>
            <a:ext cx="363190" cy="354143"/>
          </a:xfrm>
          <a:prstGeom prst="rect">
            <a:avLst/>
          </a:prstGeom>
        </p:spPr>
      </p:pic>
      <p:pic>
        <p:nvPicPr>
          <p:cNvPr id="303" name="Image 302">
            <a:extLst>
              <a:ext uri="{FF2B5EF4-FFF2-40B4-BE49-F238E27FC236}">
                <a16:creationId xmlns:a16="http://schemas.microsoft.com/office/drawing/2014/main" id="{A7F82865-E069-86D0-2214-41FD8A6D75F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1315" y="5049863"/>
            <a:ext cx="350251" cy="354143"/>
          </a:xfrm>
          <a:prstGeom prst="rect">
            <a:avLst/>
          </a:prstGeom>
        </p:spPr>
      </p:pic>
      <p:pic>
        <p:nvPicPr>
          <p:cNvPr id="305" name="Image 304">
            <a:extLst>
              <a:ext uri="{FF2B5EF4-FFF2-40B4-BE49-F238E27FC236}">
                <a16:creationId xmlns:a16="http://schemas.microsoft.com/office/drawing/2014/main" id="{B7499D28-7DBA-2C65-3323-28E6AC5E299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591245" y="3228311"/>
            <a:ext cx="265685" cy="268637"/>
          </a:xfrm>
          <a:prstGeom prst="rect">
            <a:avLst/>
          </a:prstGeom>
        </p:spPr>
      </p:pic>
      <p:pic>
        <p:nvPicPr>
          <p:cNvPr id="306" name="Image 305">
            <a:extLst>
              <a:ext uri="{FF2B5EF4-FFF2-40B4-BE49-F238E27FC236}">
                <a16:creationId xmlns:a16="http://schemas.microsoft.com/office/drawing/2014/main" id="{4249D825-9BCE-66B1-93C1-260DA115726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5400000">
            <a:off x="4590959" y="5397408"/>
            <a:ext cx="278734" cy="281831"/>
          </a:xfrm>
          <a:prstGeom prst="rect">
            <a:avLst/>
          </a:prstGeom>
        </p:spPr>
      </p:pic>
      <p:pic>
        <p:nvPicPr>
          <p:cNvPr id="307" name="Image 306">
            <a:extLst>
              <a:ext uri="{FF2B5EF4-FFF2-40B4-BE49-F238E27FC236}">
                <a16:creationId xmlns:a16="http://schemas.microsoft.com/office/drawing/2014/main" id="{4D501217-EDCA-9E7D-460B-63CD6F948D1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10800000">
            <a:off x="6673855" y="4836428"/>
            <a:ext cx="215179" cy="217570"/>
          </a:xfrm>
          <a:prstGeom prst="rect">
            <a:avLst/>
          </a:prstGeom>
        </p:spPr>
      </p:pic>
      <p:pic>
        <p:nvPicPr>
          <p:cNvPr id="308" name="Image 307">
            <a:extLst>
              <a:ext uri="{FF2B5EF4-FFF2-40B4-BE49-F238E27FC236}">
                <a16:creationId xmlns:a16="http://schemas.microsoft.com/office/drawing/2014/main" id="{20A61F50-48F0-6E5D-F5F1-826C9D6F855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42977" y="5384541"/>
            <a:ext cx="277469" cy="270557"/>
          </a:xfrm>
          <a:prstGeom prst="rect">
            <a:avLst/>
          </a:prstGeom>
        </p:spPr>
      </p:pic>
      <p:pic>
        <p:nvPicPr>
          <p:cNvPr id="309" name="Image 308">
            <a:extLst>
              <a:ext uri="{FF2B5EF4-FFF2-40B4-BE49-F238E27FC236}">
                <a16:creationId xmlns:a16="http://schemas.microsoft.com/office/drawing/2014/main" id="{6883BE19-14C0-6EB1-E146-036FFA4D19A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207380" y="1833139"/>
            <a:ext cx="328207" cy="320031"/>
          </a:xfrm>
          <a:prstGeom prst="rect">
            <a:avLst/>
          </a:prstGeom>
        </p:spPr>
      </p:pic>
      <p:pic>
        <p:nvPicPr>
          <p:cNvPr id="310" name="Image 309">
            <a:extLst>
              <a:ext uri="{FF2B5EF4-FFF2-40B4-BE49-F238E27FC236}">
                <a16:creationId xmlns:a16="http://schemas.microsoft.com/office/drawing/2014/main" id="{1BFA1A7C-D3D8-D818-5C08-23713A09A3C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39108" y="4836428"/>
            <a:ext cx="228560" cy="217571"/>
          </a:xfrm>
          <a:prstGeom prst="rect">
            <a:avLst/>
          </a:prstGeom>
        </p:spPr>
      </p:pic>
      <p:pic>
        <p:nvPicPr>
          <p:cNvPr id="311" name="Image 310">
            <a:extLst>
              <a:ext uri="{FF2B5EF4-FFF2-40B4-BE49-F238E27FC236}">
                <a16:creationId xmlns:a16="http://schemas.microsoft.com/office/drawing/2014/main" id="{FC68A7DA-343E-A893-5B47-F4FAE44A75E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71986" y="3622573"/>
            <a:ext cx="220850" cy="217570"/>
          </a:xfrm>
          <a:prstGeom prst="rect">
            <a:avLst/>
          </a:prstGeom>
        </p:spPr>
      </p:pic>
      <p:pic>
        <p:nvPicPr>
          <p:cNvPr id="312" name="Image 311">
            <a:extLst>
              <a:ext uri="{FF2B5EF4-FFF2-40B4-BE49-F238E27FC236}">
                <a16:creationId xmlns:a16="http://schemas.microsoft.com/office/drawing/2014/main" id="{05A6030D-3D97-EEB3-011C-CD983E6A87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88726" y="2651906"/>
            <a:ext cx="322733" cy="290134"/>
          </a:xfrm>
          <a:prstGeom prst="rect">
            <a:avLst/>
          </a:prstGeom>
        </p:spPr>
      </p:pic>
      <p:cxnSp>
        <p:nvCxnSpPr>
          <p:cNvPr id="314" name="Connecteur droit 313">
            <a:extLst>
              <a:ext uri="{FF2B5EF4-FFF2-40B4-BE49-F238E27FC236}">
                <a16:creationId xmlns:a16="http://schemas.microsoft.com/office/drawing/2014/main" id="{05B00ADE-95C0-DC03-94EB-CB11E0BA42E9}"/>
              </a:ext>
            </a:extLst>
          </p:cNvPr>
          <p:cNvCxnSpPr>
            <a:cxnSpLocks/>
          </p:cNvCxnSpPr>
          <p:nvPr/>
        </p:nvCxnSpPr>
        <p:spPr>
          <a:xfrm>
            <a:off x="2880595" y="1844628"/>
            <a:ext cx="38527" cy="3813167"/>
          </a:xfrm>
          <a:prstGeom prst="line">
            <a:avLst/>
          </a:prstGeom>
          <a:ln w="76200" cap="rnd">
            <a:solidFill>
              <a:schemeClr val="bg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1" name="Connecteur droit 320">
            <a:extLst>
              <a:ext uri="{FF2B5EF4-FFF2-40B4-BE49-F238E27FC236}">
                <a16:creationId xmlns:a16="http://schemas.microsoft.com/office/drawing/2014/main" id="{502D6ABC-3981-9410-79B4-8332AF72F759}"/>
              </a:ext>
            </a:extLst>
          </p:cNvPr>
          <p:cNvCxnSpPr>
            <a:cxnSpLocks/>
          </p:cNvCxnSpPr>
          <p:nvPr/>
        </p:nvCxnSpPr>
        <p:spPr>
          <a:xfrm>
            <a:off x="6301660" y="5538323"/>
            <a:ext cx="0" cy="313913"/>
          </a:xfrm>
          <a:prstGeom prst="line">
            <a:avLst/>
          </a:prstGeom>
          <a:ln w="76200" cap="rnd">
            <a:solidFill>
              <a:schemeClr val="bg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Connecteur droit 323">
            <a:extLst>
              <a:ext uri="{FF2B5EF4-FFF2-40B4-BE49-F238E27FC236}">
                <a16:creationId xmlns:a16="http://schemas.microsoft.com/office/drawing/2014/main" id="{48C4732C-620E-8F2D-E381-FE6AC634BF70}"/>
              </a:ext>
            </a:extLst>
          </p:cNvPr>
          <p:cNvCxnSpPr>
            <a:cxnSpLocks/>
          </p:cNvCxnSpPr>
          <p:nvPr/>
        </p:nvCxnSpPr>
        <p:spPr>
          <a:xfrm>
            <a:off x="2992836" y="5805386"/>
            <a:ext cx="374411" cy="0"/>
          </a:xfrm>
          <a:prstGeom prst="line">
            <a:avLst/>
          </a:prstGeom>
          <a:ln w="76200" cap="rnd">
            <a:solidFill>
              <a:schemeClr val="bg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1" name="Connecteur droit 340">
            <a:extLst>
              <a:ext uri="{FF2B5EF4-FFF2-40B4-BE49-F238E27FC236}">
                <a16:creationId xmlns:a16="http://schemas.microsoft.com/office/drawing/2014/main" id="{357E2AE3-4FBF-BC7F-0C7A-D6038CD157E9}"/>
              </a:ext>
            </a:extLst>
          </p:cNvPr>
          <p:cNvCxnSpPr>
            <a:cxnSpLocks/>
          </p:cNvCxnSpPr>
          <p:nvPr/>
        </p:nvCxnSpPr>
        <p:spPr>
          <a:xfrm>
            <a:off x="3368881" y="5894194"/>
            <a:ext cx="0" cy="271110"/>
          </a:xfrm>
          <a:prstGeom prst="line">
            <a:avLst/>
          </a:prstGeom>
          <a:ln w="76200" cap="rnd">
            <a:solidFill>
              <a:schemeClr val="bg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" name="Connecteur droit 342">
            <a:extLst>
              <a:ext uri="{FF2B5EF4-FFF2-40B4-BE49-F238E27FC236}">
                <a16:creationId xmlns:a16="http://schemas.microsoft.com/office/drawing/2014/main" id="{B3568C75-D4F2-D9DA-6A0C-4F27636EA7F9}"/>
              </a:ext>
            </a:extLst>
          </p:cNvPr>
          <p:cNvCxnSpPr>
            <a:cxnSpLocks/>
          </p:cNvCxnSpPr>
          <p:nvPr/>
        </p:nvCxnSpPr>
        <p:spPr>
          <a:xfrm>
            <a:off x="3450490" y="6165304"/>
            <a:ext cx="2078574" cy="0"/>
          </a:xfrm>
          <a:prstGeom prst="line">
            <a:avLst/>
          </a:prstGeom>
          <a:ln w="76200" cap="rnd">
            <a:solidFill>
              <a:schemeClr val="bg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7" name="Connecteur droit 346">
            <a:extLst>
              <a:ext uri="{FF2B5EF4-FFF2-40B4-BE49-F238E27FC236}">
                <a16:creationId xmlns:a16="http://schemas.microsoft.com/office/drawing/2014/main" id="{2AEF7669-DB97-1546-0700-424FE1189008}"/>
              </a:ext>
            </a:extLst>
          </p:cNvPr>
          <p:cNvCxnSpPr>
            <a:cxnSpLocks/>
          </p:cNvCxnSpPr>
          <p:nvPr/>
        </p:nvCxnSpPr>
        <p:spPr>
          <a:xfrm flipV="1">
            <a:off x="5606972" y="5805386"/>
            <a:ext cx="694688" cy="359918"/>
          </a:xfrm>
          <a:prstGeom prst="line">
            <a:avLst/>
          </a:prstGeom>
          <a:ln w="76200" cap="rnd">
            <a:solidFill>
              <a:schemeClr val="bg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9" name="Groupe 378">
            <a:extLst>
              <a:ext uri="{FF2B5EF4-FFF2-40B4-BE49-F238E27FC236}">
                <a16:creationId xmlns:a16="http://schemas.microsoft.com/office/drawing/2014/main" id="{E46B087C-4821-6D96-9E75-543D41080062}"/>
              </a:ext>
            </a:extLst>
          </p:cNvPr>
          <p:cNvGrpSpPr/>
          <p:nvPr/>
        </p:nvGrpSpPr>
        <p:grpSpPr>
          <a:xfrm>
            <a:off x="3329154" y="5071379"/>
            <a:ext cx="211044" cy="211811"/>
            <a:chOff x="182182" y="4089742"/>
            <a:chExt cx="174416" cy="192555"/>
          </a:xfrm>
          <a:solidFill>
            <a:srgbClr val="00B0F0"/>
          </a:solidFill>
        </p:grpSpPr>
        <p:sp>
          <p:nvSpPr>
            <p:cNvPr id="380" name="Ellipse 379">
              <a:extLst>
                <a:ext uri="{FF2B5EF4-FFF2-40B4-BE49-F238E27FC236}">
                  <a16:creationId xmlns:a16="http://schemas.microsoft.com/office/drawing/2014/main" id="{3E3B9565-8F4E-F606-4646-59E2DBAC15CF}"/>
                </a:ext>
              </a:extLst>
            </p:cNvPr>
            <p:cNvSpPr/>
            <p:nvPr/>
          </p:nvSpPr>
          <p:spPr>
            <a:xfrm>
              <a:off x="182182" y="4089742"/>
              <a:ext cx="174416" cy="192555"/>
            </a:xfrm>
            <a:prstGeom prst="ellipse">
              <a:avLst/>
            </a:prstGeom>
            <a:grpFill/>
            <a:ln w="5715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381" name="Ellipse 380">
              <a:extLst>
                <a:ext uri="{FF2B5EF4-FFF2-40B4-BE49-F238E27FC236}">
                  <a16:creationId xmlns:a16="http://schemas.microsoft.com/office/drawing/2014/main" id="{59E90889-1E40-B592-A46B-96C79B8FC523}"/>
                </a:ext>
              </a:extLst>
            </p:cNvPr>
            <p:cNvSpPr/>
            <p:nvPr/>
          </p:nvSpPr>
          <p:spPr>
            <a:xfrm>
              <a:off x="207414" y="4113684"/>
              <a:ext cx="131041" cy="144669"/>
            </a:xfrm>
            <a:prstGeom prst="ellipse">
              <a:avLst/>
            </a:prstGeom>
            <a:grpFill/>
            <a:ln w="1905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</p:grpSp>
      <p:grpSp>
        <p:nvGrpSpPr>
          <p:cNvPr id="382" name="Groupe 381">
            <a:extLst>
              <a:ext uri="{FF2B5EF4-FFF2-40B4-BE49-F238E27FC236}">
                <a16:creationId xmlns:a16="http://schemas.microsoft.com/office/drawing/2014/main" id="{09114727-401C-CEAE-15F6-91261AECBB08}"/>
              </a:ext>
            </a:extLst>
          </p:cNvPr>
          <p:cNvGrpSpPr/>
          <p:nvPr/>
        </p:nvGrpSpPr>
        <p:grpSpPr>
          <a:xfrm>
            <a:off x="253496" y="3786573"/>
            <a:ext cx="211044" cy="211811"/>
            <a:chOff x="182182" y="4089742"/>
            <a:chExt cx="174416" cy="192555"/>
          </a:xfrm>
          <a:solidFill>
            <a:srgbClr val="002060"/>
          </a:solidFill>
        </p:grpSpPr>
        <p:sp>
          <p:nvSpPr>
            <p:cNvPr id="383" name="Ellipse 382">
              <a:extLst>
                <a:ext uri="{FF2B5EF4-FFF2-40B4-BE49-F238E27FC236}">
                  <a16:creationId xmlns:a16="http://schemas.microsoft.com/office/drawing/2014/main" id="{D82F6E9D-B7F0-8F2D-2269-B6EFA48CE3F3}"/>
                </a:ext>
              </a:extLst>
            </p:cNvPr>
            <p:cNvSpPr/>
            <p:nvPr/>
          </p:nvSpPr>
          <p:spPr>
            <a:xfrm>
              <a:off x="182182" y="4089742"/>
              <a:ext cx="174416" cy="192555"/>
            </a:xfrm>
            <a:prstGeom prst="ellipse">
              <a:avLst/>
            </a:prstGeom>
            <a:grpFill/>
            <a:ln w="5715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384" name="Ellipse 383">
              <a:extLst>
                <a:ext uri="{FF2B5EF4-FFF2-40B4-BE49-F238E27FC236}">
                  <a16:creationId xmlns:a16="http://schemas.microsoft.com/office/drawing/2014/main" id="{7E0D2518-0624-B411-924D-0541EC4E3204}"/>
                </a:ext>
              </a:extLst>
            </p:cNvPr>
            <p:cNvSpPr/>
            <p:nvPr/>
          </p:nvSpPr>
          <p:spPr>
            <a:xfrm>
              <a:off x="207414" y="4113684"/>
              <a:ext cx="131041" cy="144669"/>
            </a:xfrm>
            <a:prstGeom prst="ellipse">
              <a:avLst/>
            </a:prstGeom>
            <a:grpFill/>
            <a:ln w="1905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</p:grpSp>
      <p:sp>
        <p:nvSpPr>
          <p:cNvPr id="385" name="Text Box 191">
            <a:extLst>
              <a:ext uri="{FF2B5EF4-FFF2-40B4-BE49-F238E27FC236}">
                <a16:creationId xmlns:a16="http://schemas.microsoft.com/office/drawing/2014/main" id="{7425CFC7-87A6-6440-2765-006FCAFBBD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85" y="3720062"/>
            <a:ext cx="114030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400">
              <a:spcBef>
                <a:spcPct val="50000"/>
              </a:spcBef>
            </a:pPr>
            <a:r>
              <a:rPr lang="fr-FR" altLang="fr-FR" sz="1000" dirty="0">
                <a:solidFill>
                  <a:prstClr val="black"/>
                </a:solidFill>
                <a:latin typeface="Calibri" panose="020F0502020204030204" pitchFamily="34" charset="0"/>
              </a:rPr>
              <a:t>Réception/expédition navettes (frais)</a:t>
            </a:r>
          </a:p>
        </p:txBody>
      </p:sp>
      <p:sp>
        <p:nvSpPr>
          <p:cNvPr id="390" name="Ellipse 389">
            <a:extLst>
              <a:ext uri="{FF2B5EF4-FFF2-40B4-BE49-F238E27FC236}">
                <a16:creationId xmlns:a16="http://schemas.microsoft.com/office/drawing/2014/main" id="{5CF8D8FC-8BA4-D6BF-58C0-2B67B207865F}"/>
              </a:ext>
            </a:extLst>
          </p:cNvPr>
          <p:cNvSpPr/>
          <p:nvPr/>
        </p:nvSpPr>
        <p:spPr>
          <a:xfrm>
            <a:off x="4040199" y="5118117"/>
            <a:ext cx="158560" cy="150156"/>
          </a:xfrm>
          <a:prstGeom prst="ellipse">
            <a:avLst/>
          </a:prstGeom>
          <a:solidFill>
            <a:srgbClr val="002060"/>
          </a:solidFill>
          <a:ln w="19050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grpSp>
        <p:nvGrpSpPr>
          <p:cNvPr id="391" name="Groupe 390">
            <a:extLst>
              <a:ext uri="{FF2B5EF4-FFF2-40B4-BE49-F238E27FC236}">
                <a16:creationId xmlns:a16="http://schemas.microsoft.com/office/drawing/2014/main" id="{3A8BA341-7AB4-5869-FE8A-12B75CA37A87}"/>
              </a:ext>
            </a:extLst>
          </p:cNvPr>
          <p:cNvGrpSpPr/>
          <p:nvPr/>
        </p:nvGrpSpPr>
        <p:grpSpPr>
          <a:xfrm>
            <a:off x="6133822" y="4655020"/>
            <a:ext cx="211044" cy="211811"/>
            <a:chOff x="182182" y="4089742"/>
            <a:chExt cx="174416" cy="192555"/>
          </a:xfrm>
          <a:solidFill>
            <a:srgbClr val="00B050"/>
          </a:solidFill>
        </p:grpSpPr>
        <p:sp>
          <p:nvSpPr>
            <p:cNvPr id="392" name="Ellipse 391">
              <a:extLst>
                <a:ext uri="{FF2B5EF4-FFF2-40B4-BE49-F238E27FC236}">
                  <a16:creationId xmlns:a16="http://schemas.microsoft.com/office/drawing/2014/main" id="{27B8B028-3B87-5ED7-2400-EA75CAED1D88}"/>
                </a:ext>
              </a:extLst>
            </p:cNvPr>
            <p:cNvSpPr/>
            <p:nvPr/>
          </p:nvSpPr>
          <p:spPr>
            <a:xfrm>
              <a:off x="182182" y="4089742"/>
              <a:ext cx="174416" cy="192555"/>
            </a:xfrm>
            <a:prstGeom prst="ellipse">
              <a:avLst/>
            </a:prstGeom>
            <a:grpFill/>
            <a:ln w="5715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393" name="Ellipse 392">
              <a:extLst>
                <a:ext uri="{FF2B5EF4-FFF2-40B4-BE49-F238E27FC236}">
                  <a16:creationId xmlns:a16="http://schemas.microsoft.com/office/drawing/2014/main" id="{4DFAD555-8920-2362-000A-F9610CD565D8}"/>
                </a:ext>
              </a:extLst>
            </p:cNvPr>
            <p:cNvSpPr/>
            <p:nvPr/>
          </p:nvSpPr>
          <p:spPr>
            <a:xfrm>
              <a:off x="207414" y="4113684"/>
              <a:ext cx="131041" cy="144669"/>
            </a:xfrm>
            <a:prstGeom prst="ellipse">
              <a:avLst/>
            </a:prstGeom>
            <a:grpFill/>
            <a:ln w="1905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</p:grpSp>
      <p:cxnSp>
        <p:nvCxnSpPr>
          <p:cNvPr id="398" name="Connecteur droit 397">
            <a:extLst>
              <a:ext uri="{FF2B5EF4-FFF2-40B4-BE49-F238E27FC236}">
                <a16:creationId xmlns:a16="http://schemas.microsoft.com/office/drawing/2014/main" id="{00737D63-6FF4-7520-CA48-57763F8E309A}"/>
              </a:ext>
            </a:extLst>
          </p:cNvPr>
          <p:cNvCxnSpPr/>
          <p:nvPr/>
        </p:nvCxnSpPr>
        <p:spPr>
          <a:xfrm>
            <a:off x="242962" y="4796077"/>
            <a:ext cx="330474" cy="0"/>
          </a:xfrm>
          <a:prstGeom prst="line">
            <a:avLst/>
          </a:prstGeom>
          <a:ln w="76200" cap="rnd">
            <a:solidFill>
              <a:schemeClr val="accent3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9" name="Text Box 191">
            <a:extLst>
              <a:ext uri="{FF2B5EF4-FFF2-40B4-BE49-F238E27FC236}">
                <a16:creationId xmlns:a16="http://schemas.microsoft.com/office/drawing/2014/main" id="{D3CF533B-1C41-99E9-033B-7C33B3012C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7454" y="4703006"/>
            <a:ext cx="1140301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400">
              <a:spcBef>
                <a:spcPct val="50000"/>
              </a:spcBef>
            </a:pPr>
            <a:r>
              <a:rPr lang="fr-FR" altLang="fr-FR" sz="1000" dirty="0">
                <a:solidFill>
                  <a:prstClr val="black"/>
                </a:solidFill>
                <a:latin typeface="Calibri" panose="020F0502020204030204" pitchFamily="34" charset="0"/>
              </a:rPr>
              <a:t>Passage piétons</a:t>
            </a:r>
          </a:p>
        </p:txBody>
      </p:sp>
      <p:cxnSp>
        <p:nvCxnSpPr>
          <p:cNvPr id="401" name="Connecteur droit 400">
            <a:extLst>
              <a:ext uri="{FF2B5EF4-FFF2-40B4-BE49-F238E27FC236}">
                <a16:creationId xmlns:a16="http://schemas.microsoft.com/office/drawing/2014/main" id="{482280F7-F505-CD41-7088-E5FBBCB2236B}"/>
              </a:ext>
            </a:extLst>
          </p:cNvPr>
          <p:cNvCxnSpPr/>
          <p:nvPr/>
        </p:nvCxnSpPr>
        <p:spPr>
          <a:xfrm>
            <a:off x="4589410" y="2350869"/>
            <a:ext cx="1544412" cy="1250321"/>
          </a:xfrm>
          <a:prstGeom prst="line">
            <a:avLst/>
          </a:prstGeom>
          <a:ln w="19050" cap="rnd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2" name="Connecteur droit 401">
            <a:extLst>
              <a:ext uri="{FF2B5EF4-FFF2-40B4-BE49-F238E27FC236}">
                <a16:creationId xmlns:a16="http://schemas.microsoft.com/office/drawing/2014/main" id="{8CB6FF0D-2089-5FF0-ED73-3A84599A64F7}"/>
              </a:ext>
            </a:extLst>
          </p:cNvPr>
          <p:cNvCxnSpPr>
            <a:cxnSpLocks/>
          </p:cNvCxnSpPr>
          <p:nvPr/>
        </p:nvCxnSpPr>
        <p:spPr>
          <a:xfrm flipH="1">
            <a:off x="4636181" y="2265163"/>
            <a:ext cx="1465247" cy="1301458"/>
          </a:xfrm>
          <a:prstGeom prst="line">
            <a:avLst/>
          </a:prstGeom>
          <a:ln w="19050" cap="rnd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5" name="Image 404">
            <a:extLst>
              <a:ext uri="{FF2B5EF4-FFF2-40B4-BE49-F238E27FC236}">
                <a16:creationId xmlns:a16="http://schemas.microsoft.com/office/drawing/2014/main" id="{2A753B9C-5762-A884-2B0C-884DC8C459B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26171" y="3892475"/>
            <a:ext cx="450520" cy="459470"/>
          </a:xfrm>
          <a:prstGeom prst="rect">
            <a:avLst/>
          </a:prstGeom>
        </p:spPr>
      </p:pic>
      <p:pic>
        <p:nvPicPr>
          <p:cNvPr id="406" name="Image 405">
            <a:extLst>
              <a:ext uri="{FF2B5EF4-FFF2-40B4-BE49-F238E27FC236}">
                <a16:creationId xmlns:a16="http://schemas.microsoft.com/office/drawing/2014/main" id="{03DECD7A-A481-3322-07BB-3C3FCB6FDD5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13748" y="6103852"/>
            <a:ext cx="295942" cy="301821"/>
          </a:xfrm>
          <a:prstGeom prst="rect">
            <a:avLst/>
          </a:prstGeom>
        </p:spPr>
      </p:pic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80265E17-5CE6-A744-4BF8-4F8A8D1AD61F}"/>
              </a:ext>
            </a:extLst>
          </p:cNvPr>
          <p:cNvCxnSpPr>
            <a:cxnSpLocks/>
          </p:cNvCxnSpPr>
          <p:nvPr/>
        </p:nvCxnSpPr>
        <p:spPr>
          <a:xfrm>
            <a:off x="5237818" y="6984476"/>
            <a:ext cx="275353" cy="0"/>
          </a:xfrm>
          <a:prstGeom prst="line">
            <a:avLst/>
          </a:prstGeom>
          <a:noFill/>
          <a:ln w="19050" cap="flat" cmpd="sng" algn="ctr">
            <a:solidFill>
              <a:srgbClr val="92D050"/>
            </a:solidFill>
            <a:prstDash val="solid"/>
          </a:ln>
          <a:effectLst/>
        </p:spPr>
      </p:cxnSp>
      <p:pic>
        <p:nvPicPr>
          <p:cNvPr id="5" name="Image 4">
            <a:extLst>
              <a:ext uri="{FF2B5EF4-FFF2-40B4-BE49-F238E27FC236}">
                <a16:creationId xmlns:a16="http://schemas.microsoft.com/office/drawing/2014/main" id="{C0C9BC2E-1E5F-BBA9-715D-CE4B50022EA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22737" y="6462880"/>
            <a:ext cx="217602" cy="208087"/>
          </a:xfrm>
          <a:prstGeom prst="rect">
            <a:avLst/>
          </a:prstGeom>
        </p:spPr>
      </p:pic>
      <p:sp>
        <p:nvSpPr>
          <p:cNvPr id="6" name="Espace réservé du pied de page 2">
            <a:extLst>
              <a:ext uri="{FF2B5EF4-FFF2-40B4-BE49-F238E27FC236}">
                <a16:creationId xmlns:a16="http://schemas.microsoft.com/office/drawing/2014/main" id="{3F81C157-7108-0FCF-20DE-B3AC1D011E9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049183" y="6684935"/>
            <a:ext cx="1712640" cy="16863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1" i="0" u="none" strike="noStrike" kern="1200" cap="all" spc="0" normalizeH="0" baseline="0" noProof="0" dirty="0">
                <a:ln>
                  <a:noFill/>
                </a:ln>
                <a:solidFill>
                  <a:srgbClr val="779DD6"/>
                </a:solidFill>
                <a:effectLst/>
                <a:uLnTx/>
                <a:uFillTx/>
                <a:latin typeface="Bahnschrift"/>
                <a:ea typeface="+mn-ea"/>
                <a:cs typeface="Segoe UI" panose="020B0502040204020203" pitchFamily="34" charset="0"/>
              </a:rPr>
              <a:t>ORGANIGRAMME LA BREDE </a:t>
            </a:r>
          </a:p>
        </p:txBody>
      </p:sp>
      <p:sp>
        <p:nvSpPr>
          <p:cNvPr id="7" name="Espace réservé du pied de page 2">
            <a:extLst>
              <a:ext uri="{FF2B5EF4-FFF2-40B4-BE49-F238E27FC236}">
                <a16:creationId xmlns:a16="http://schemas.microsoft.com/office/drawing/2014/main" id="{2A9F9FEE-85E9-7921-62E6-089D1AF5B180}"/>
              </a:ext>
            </a:extLst>
          </p:cNvPr>
          <p:cNvSpPr txBox="1">
            <a:spLocks/>
          </p:cNvSpPr>
          <p:nvPr/>
        </p:nvSpPr>
        <p:spPr>
          <a:xfrm>
            <a:off x="1393581" y="6684936"/>
            <a:ext cx="1712640" cy="168635"/>
          </a:xfrm>
          <a:prstGeom prst="rect">
            <a:avLst/>
          </a:prstGeom>
          <a:noFill/>
        </p:spPr>
        <p:txBody>
          <a:bodyPr vert="horz" wrap="none" lIns="72000" tIns="0" rIns="36000" bIns="0" rtlCol="0" anchor="ctr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lang="fr-FR" sz="1100" b="1" kern="1200" cap="all" baseline="0" smtClean="0">
                <a:solidFill>
                  <a:schemeClr val="accent3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fr-FR" sz="1000" dirty="0">
                <a:solidFill>
                  <a:srgbClr val="779DD6"/>
                </a:solidFill>
                <a:latin typeface="Bahnschrift"/>
              </a:rPr>
              <a:t>Valideur: Responsable de site</a:t>
            </a:r>
          </a:p>
        </p:txBody>
      </p:sp>
      <p:sp>
        <p:nvSpPr>
          <p:cNvPr id="8" name="Espace réservé du pied de page 2">
            <a:extLst>
              <a:ext uri="{FF2B5EF4-FFF2-40B4-BE49-F238E27FC236}">
                <a16:creationId xmlns:a16="http://schemas.microsoft.com/office/drawing/2014/main" id="{50E4EF50-18DF-C537-C80B-6710A87AA482}"/>
              </a:ext>
            </a:extLst>
          </p:cNvPr>
          <p:cNvSpPr txBox="1">
            <a:spLocks/>
          </p:cNvSpPr>
          <p:nvPr/>
        </p:nvSpPr>
        <p:spPr>
          <a:xfrm>
            <a:off x="8193361" y="6684935"/>
            <a:ext cx="1712640" cy="168635"/>
          </a:xfrm>
          <a:prstGeom prst="rect">
            <a:avLst/>
          </a:prstGeom>
          <a:noFill/>
        </p:spPr>
        <p:txBody>
          <a:bodyPr vert="horz" wrap="none" lIns="72000" tIns="0" rIns="36000" bIns="0" rtlCol="0" anchor="ctr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lang="fr-FR" sz="1100" b="1" kern="1200" cap="all" baseline="0" smtClean="0">
                <a:solidFill>
                  <a:schemeClr val="accent3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fr-FR" sz="1000" dirty="0">
                <a:solidFill>
                  <a:srgbClr val="779DD6"/>
                </a:solidFill>
                <a:latin typeface="Bahnschrift"/>
              </a:rPr>
              <a:t>Version 1 MAJ le 10/11/25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8500816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bc10e96c-bc00-4cd5-bc34-25a77b2b7012&quot; /&gt;"/>
  <p:tag name="SP_POWERSHAPE" val="&lt;PowerShapeTag ClassVersion=&quot;0&quot; GUID=&quot;1e95da67-041a-4c8f-a03d-bc42583b1217&quot; IsConsolidated=&quot;False&quot; IsTopLevel=&quot;False&quot; Layer=&quot;Meter&quot; Source=&quot;Meter&quot; /&gt;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5a0f705-3f19-404f-a583-ad792373bc85&quot; /&gt;"/>
  <p:tag name="SP_POWERSHAPE" val="&lt;PowerShapeTag ClassVersion=&quot;0&quot; GUID=&quot;9397d6a3-6f3e-4b9e-bd5c-c009ffb557e6&quot; IsConsolidated=&quot;False&quot; IsTopLevel=&quot;False&quot; Layer=&quot;Switch 2&quot; Source=&quot;Switch 2&quot; /&gt;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16f114f-52b3-4155-9d1f-12bd5f6dbbc2&quot; IsConsolidated=&quot;False&quot; IsTopLevel=&quot;False&quot; Layer=&quot;Harvey 4&quot; Source=&quot;Harvey 4&quot; /&gt;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01ce7ad1-5883-4d09-a777-087860749c8c&quot; IsConsolidated=&quot;False&quot; IsTopLevel=&quot;False&quot; Layer=&quot;Harvey 3&quot; Source=&quot;Harvey 3&quot; /&gt;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d0dba880-ac9b-46a9-924b-49f78961a437&quot; IsConsolidated=&quot;False&quot; IsTopLevel=&quot;False&quot; Layer=&quot;Harvey 8&quot; Source=&quot;Harvey 8&quot; /&gt;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a88ce03-6e71-4470-a466-f9535897fe0f&quot; /&gt;"/>
  <p:tag name="SP_POWERSHAPE" val="&lt;PowerShapeTag ClassVersion=&quot;0&quot; GUID=&quot;96694563-e244-4828-ac64-3107cbce0aeb&quot; IsConsolidated=&quot;False&quot; IsTopLevel=&quot;False&quot; Layer=&quot;Traffic Light&quot; Source=&quot;Traffic Light&quot; /&gt;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95b5eadd-6dc6-40a2-ab30-144bff880ef6&quot; /&gt;"/>
  <p:tag name="SP_POWERSHAPE" val="&lt;PowerShapeTag ClassVersion=&quot;0&quot; GUID=&quot;5d9989f0-ba24-4748-8d28-79dba5576492&quot; IsConsolidated=&quot;False&quot; IsTopLevel=&quot;False&quot; Layer=&quot;Gauge 3&quot; Source=&quot;Gauge 3&quot; /&gt;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95b5eadd-6dc6-40a2-ab30-144bff880ef6&quot; /&gt;"/>
  <p:tag name="SP_POWERSHAPE" val="&lt;PowerShapeTag ClassVersion=&quot;0&quot; GUID=&quot;5d9989f0-ba24-4748-8d28-79dba5576492&quot; IsConsolidated=&quot;False&quot; IsTopLevel=&quot;False&quot; Layer=&quot;Background [-1]&quot; Source=&quot;Gauge 3&quot; /&gt;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95b5eadd-6dc6-40a2-ab30-144bff880ef6&quot; /&gt;"/>
  <p:tag name="SP_POWERSHAPE" val="&lt;PowerShapeTag ClassVersion=&quot;0&quot; GUID=&quot;5d9989f0-ba24-4748-8d28-79dba5576492&quot; IsConsolidated=&quot;False&quot; IsTopLevel=&quot;False&quot; Layer=&quot;Background Green [0]&quot; Source=&quot;Gauge 3&quot; /&gt;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95b5eadd-6dc6-40a2-ab30-144bff880ef6&quot; /&gt;"/>
  <p:tag name="SP_POWERSHAPE" val="&lt;PowerShapeTag ClassVersion=&quot;0&quot; GUID=&quot;5d9989f0-ba24-4748-8d28-79dba5576492&quot; IsConsolidated=&quot;False&quot; IsTopLevel=&quot;False&quot; Layer=&quot;Background Yellow [1]&quot; Source=&quot;Gauge 3&quot; /&gt;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95b5eadd-6dc6-40a2-ab30-144bff880ef6&quot; /&gt;"/>
  <p:tag name="SP_POWERSHAPE" val="&lt;PowerShapeTag ClassVersion=&quot;0&quot; GUID=&quot;5d9989f0-ba24-4748-8d28-79dba5576492&quot; IsConsolidated=&quot;False&quot; IsTopLevel=&quot;False&quot; Layer=&quot;Background Red [2]&quot; Source=&quot;Gauge 3&quot; /&gt;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95b5eadd-6dc6-40a2-ab30-144bff880ef6&quot; /&gt;"/>
  <p:tag name="SP_POWERSHAPE" val="&lt;PowerShapeTag ClassVersion=&quot;0&quot; GUID=&quot;5d9989f0-ba24-4748-8d28-79dba5576492&quot; IsConsolidated=&quot;False&quot; IsTopLevel=&quot;False&quot; Layer=&quot;Needle Red [2]&quot; Source=&quot;Gauge 3&quot; /&gt;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95b5eadd-6dc6-40a2-ab30-144bff880ef6&quot; /&gt;"/>
  <p:tag name="SP_POWERSHAPE" val="&lt;PowerShapeTag ClassVersion=&quot;0&quot; GUID=&quot;5d9989f0-ba24-4748-8d28-79dba5576492&quot; IsConsolidated=&quot;False&quot; IsTopLevel=&quot;False&quot; Layer=&quot;Needle Yellow [1]&quot; Source=&quot;Gauge 3&quot; /&gt;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95b5eadd-6dc6-40a2-ab30-144bff880ef6&quot; /&gt;"/>
  <p:tag name="SP_POWERSHAPE" val="&lt;PowerShapeTag ClassVersion=&quot;0&quot; GUID=&quot;5d9989f0-ba24-4748-8d28-79dba5576492&quot; IsConsolidated=&quot;False&quot; IsTopLevel=&quot;False&quot; Layer=&quot;Needle Green [0]&quot; Source=&quot;Gauge 3&quot; /&gt;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a88ce03-6e71-4470-a466-f9535897fe0f&quot; /&gt;"/>
  <p:tag name="SP_POWERSHAPE" val="&lt;PowerShapeTag ClassVersion=&quot;0&quot; GUID=&quot;96694563-e244-4828-ac64-3107cbce0aeb&quot; IsConsolidated=&quot;False&quot; IsTopLevel=&quot;False&quot; Layer=&quot;Top [0+]&quot; Source=&quot;Traffic Light&quot; /&gt;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a88ce03-6e71-4470-a466-f9535897fe0f&quot; /&gt;"/>
  <p:tag name="SP_POWERSHAPE" val="&lt;PowerShapeTag ClassVersion=&quot;0&quot; GUID=&quot;96694563-e244-4828-ac64-3107cbce0aeb&quot; IsConsolidated=&quot;False&quot; IsTopLevel=&quot;False&quot; Layer=&quot;Center [0+]&quot; Source=&quot;Traffic Light&quot; /&gt;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a88ce03-6e71-4470-a466-f9535897fe0f&quot; /&gt;"/>
  <p:tag name="SP_POWERSHAPE" val="&lt;PowerShapeTag ClassVersion=&quot;0&quot; GUID=&quot;96694563-e244-4828-ac64-3107cbce0aeb&quot; IsConsolidated=&quot;False&quot; IsTopLevel=&quot;False&quot; Layer=&quot;Bottom [0+]&quot; Source=&quot;Traffic Light&quot; /&gt;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a88ce03-6e71-4470-a466-f9535897fe0f&quot; /&gt;"/>
  <p:tag name="SP_POWERSHAPE" val="&lt;PowerShapeTag ClassVersion=&quot;0&quot; GUID=&quot;96694563-e244-4828-ac64-3107cbce0aeb&quot; IsConsolidated=&quot;False&quot; IsTopLevel=&quot;False&quot; Layer=&quot;1 [1]&quot; Source=&quot;Traffic Light&quot; /&gt;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a88ce03-6e71-4470-a466-f9535897fe0f&quot; /&gt;"/>
  <p:tag name="SP_POWERSHAPE" val="&lt;PowerShapeTag ClassVersion=&quot;0&quot; GUID=&quot;96694563-e244-4828-ac64-3107cbce0aeb&quot; IsConsolidated=&quot;False&quot; IsTopLevel=&quot;False&quot; Layer=&quot;2 [2]&quot; Source=&quot;Traffic Light&quot; /&gt;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a88ce03-6e71-4470-a466-f9535897fe0f&quot; /&gt;"/>
  <p:tag name="SP_POWERSHAPE" val="&lt;PowerShapeTag ClassVersion=&quot;0&quot; GUID=&quot;96694563-e244-4828-ac64-3107cbce0aeb&quot; IsConsolidated=&quot;False&quot; IsTopLevel=&quot;False&quot; Layer=&quot;2 [2]&quot; Source=&quot;Traffic Light&quot; /&gt;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a88ce03-6e71-4470-a466-f9535897fe0f&quot; /&gt;"/>
  <p:tag name="SP_POWERSHAPE" val="&lt;PowerShapeTag ClassVersion=&quot;0&quot; GUID=&quot;96694563-e244-4828-ac64-3107cbce0aeb&quot; IsConsolidated=&quot;False&quot; IsTopLevel=&quot;False&quot; Layer=&quot;3 [3]&quot; Source=&quot;Traffic Light&quot; /&gt;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a88ce03-6e71-4470-a466-f9535897fe0f&quot; /&gt;"/>
  <p:tag name="SP_POWERSHAPE" val="&lt;PowerShapeTag ClassVersion=&quot;0&quot; GUID=&quot;96694563-e244-4828-ac64-3107cbce0aeb&quot; IsConsolidated=&quot;False&quot; IsTopLevel=&quot;False&quot; Layer=&quot;4 [4]&quot; Source=&quot;Traffic Light&quot; /&gt;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a88ce03-6e71-4470-a466-f9535897fe0f&quot; /&gt;"/>
  <p:tag name="SP_POWERSHAPE" val="&lt;PowerShapeTag ClassVersion=&quot;0&quot; GUID=&quot;96694563-e244-4828-ac64-3107cbce0aeb&quot; IsConsolidated=&quot;False&quot; IsTopLevel=&quot;False&quot; Layer=&quot;4 [4]&quot; Source=&quot;Traffic Light&quot; /&gt;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a88ce03-6e71-4470-a466-f9535897fe0f&quot; /&gt;"/>
  <p:tag name="SP_POWERSHAPE" val="&lt;PowerShapeTag ClassVersion=&quot;0&quot; GUID=&quot;96694563-e244-4828-ac64-3107cbce0aeb&quot; IsConsolidated=&quot;False&quot; IsTopLevel=&quot;False&quot; Layer=&quot;5 [5]&quot; Source=&quot;Traffic Light&quot; /&gt;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a88ce03-6e71-4470-a466-f9535897fe0f&quot; /&gt;"/>
  <p:tag name="SP_POWERSHAPE" val="&lt;PowerShapeTag ClassVersion=&quot;0&quot; GUID=&quot;96694563-e244-4828-ac64-3107cbce0aeb&quot; IsConsolidated=&quot;False&quot; IsTopLevel=&quot;False&quot; Layer=&quot;6 [6]&quot; Source=&quot;Traffic Light&quot; /&gt;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a88ce03-6e71-4470-a466-f9535897fe0f&quot; /&gt;"/>
  <p:tag name="SP_POWERSHAPE" val="&lt;PowerShapeTag ClassVersion=&quot;0&quot; GUID=&quot;96694563-e244-4828-ac64-3107cbce0aeb&quot; IsConsolidated=&quot;False&quot; IsTopLevel=&quot;False&quot; Layer=&quot;6 [6]&quot; Source=&quot;Traffic Light&quot; /&gt;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a88ce03-6e71-4470-a466-f9535897fe0f&quot; /&gt;"/>
  <p:tag name="SP_POWERSHAPE" val="&lt;PowerShapeTag ClassVersion=&quot;0&quot; GUID=&quot;96694563-e244-4828-ac64-3107cbce0aeb&quot; IsConsolidated=&quot;False&quot; IsTopLevel=&quot;False&quot; Layer=&quot;6 [6]&quot; Source=&quot;Traffic Light&quot; /&gt;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d0dba880-ac9b-46a9-924b-49f78961a437&quot; IsConsolidated=&quot;False&quot; IsTopLevel=&quot;False&quot; Layer=&quot;Harvey 0/8 [0]&quot; Source=&quot;Harvey 8&quot; /&gt;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d0dba880-ac9b-46a9-924b-49f78961a437&quot; IsConsolidated=&quot;False&quot; IsTopLevel=&quot;False&quot; Layer=&quot;Harvey 1/8 [1]&quot; Source=&quot;Harvey 8&quot; /&gt;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d0dba880-ac9b-46a9-924b-49f78961a437&quot; IsConsolidated=&quot;False&quot; IsTopLevel=&quot;False&quot; Layer=&quot;Harvey 2/8 [2]&quot; Source=&quot;Harvey 8&quot; /&gt;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d0dba880-ac9b-46a9-924b-49f78961a437&quot; IsConsolidated=&quot;False&quot; IsTopLevel=&quot;False&quot; Layer=&quot;Harvey 3/8 [3]&quot; Source=&quot;Harvey 8&quot; /&gt;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d0dba880-ac9b-46a9-924b-49f78961a437&quot; IsConsolidated=&quot;False&quot; IsTopLevel=&quot;False&quot; Layer=&quot;Harvey 4/8 [4]&quot; Source=&quot;Harvey 8&quot; /&gt;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d0dba880-ac9b-46a9-924b-49f78961a437&quot; IsConsolidated=&quot;False&quot; IsTopLevel=&quot;False&quot; Layer=&quot;Harvey 5/8 [5]&quot; Source=&quot;Harvey 8&quot; /&gt;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d0dba880-ac9b-46a9-924b-49f78961a437&quot; IsConsolidated=&quot;False&quot; IsTopLevel=&quot;False&quot; Layer=&quot;Harvey 6/8 [6]&quot; Source=&quot;Harvey 8&quot; /&gt;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d0dba880-ac9b-46a9-924b-49f78961a437&quot; IsConsolidated=&quot;False&quot; IsTopLevel=&quot;False&quot; Layer=&quot;Harvey 7/8 [7]&quot; Source=&quot;Harvey 8&quot; /&gt;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d0dba880-ac9b-46a9-924b-49f78961a437&quot; IsConsolidated=&quot;False&quot; IsTopLevel=&quot;False&quot; Layer=&quot;Harvey 8/8 [8]&quot; Source=&quot;Harvey 8&quot; /&gt;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01ce7ad1-5883-4d09-a777-087860749c8c&quot; IsConsolidated=&quot;False&quot; IsTopLevel=&quot;False&quot; Layer=&quot;Harvey 0/3 [0]&quot; Source=&quot;Harvey 3&quot; /&gt;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01ce7ad1-5883-4d09-a777-087860749c8c&quot; IsConsolidated=&quot;False&quot; IsTopLevel=&quot;False&quot; Layer=&quot;Harvey 1/3 [1]&quot; Source=&quot;Harvey 3&quot; /&gt;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01ce7ad1-5883-4d09-a777-087860749c8c&quot; IsConsolidated=&quot;False&quot; IsTopLevel=&quot;False&quot; Layer=&quot;Harvey 2/3 [2]&quot; Source=&quot;Harvey 3&quot; /&gt;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01ce7ad1-5883-4d09-a777-087860749c8c&quot; IsConsolidated=&quot;False&quot; IsTopLevel=&quot;False&quot; Layer=&quot;Harvey 3/3 [3]&quot; Source=&quot;Harvey 3&quot; /&gt;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16f114f-52b3-4155-9d1f-12bd5f6dbbc2&quot; IsConsolidated=&quot;False&quot; IsTopLevel=&quot;False&quot; Layer=&quot;Harvey 0/4 [0]&quot; Source=&quot;Harvey 4&quot; /&gt;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16f114f-52b3-4155-9d1f-12bd5f6dbbc2&quot; IsConsolidated=&quot;False&quot; IsTopLevel=&quot;False&quot; Layer=&quot;Harvey 1/4 [1]&quot; Source=&quot;Harvey 4&quot; /&gt;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16f114f-52b3-4155-9d1f-12bd5f6dbbc2&quot; IsConsolidated=&quot;False&quot; IsTopLevel=&quot;False&quot; Layer=&quot;Harvey 2/4 [2]&quot; Source=&quot;Harvey 4&quot; /&gt;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16f114f-52b3-4155-9d1f-12bd5f6dbbc2&quot; IsConsolidated=&quot;False&quot; IsTopLevel=&quot;False&quot; Layer=&quot;Harvey 3/4 [3]&quot; Source=&quot;Harvey 4&quot; /&gt;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16f114f-52b3-4155-9d1f-12bd5f6dbbc2&quot; IsConsolidated=&quot;False&quot; IsTopLevel=&quot;False&quot; Layer=&quot;Harvey 4/4 [4]&quot; Source=&quot;Harvey 4&quot; /&gt;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5a0f705-3f19-404f-a583-ad792373bc85&quot; /&gt;"/>
  <p:tag name="SP_POWERSHAPE" val="&lt;PowerShapeTag ClassVersion=&quot;0&quot; GUID=&quot;9397d6a3-6f3e-4b9e-bd5c-c009ffb557e6&quot; IsConsolidated=&quot;False&quot; IsTopLevel=&quot;False&quot; Layer=&quot;Background [1]&quot; Source=&quot;Switch 2&quot; /&gt;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5a0f705-3f19-404f-a583-ad792373bc85&quot; /&gt;"/>
  <p:tag name="SP_POWERSHAPE" val="&lt;PowerShapeTag ClassVersion=&quot;0&quot; GUID=&quot;9397d6a3-6f3e-4b9e-bd5c-c009ffb557e6&quot; IsConsolidated=&quot;False&quot; IsTopLevel=&quot;False&quot; Layer=&quot;Knob [1]&quot; Source=&quot;Switch 2&quot; /&gt;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5a0f705-3f19-404f-a583-ad792373bc85&quot; /&gt;"/>
  <p:tag name="SP_POWERSHAPE" val="&lt;PowerShapeTag ClassVersion=&quot;0&quot; GUID=&quot;9397d6a3-6f3e-4b9e-bd5c-c009ffb557e6&quot; IsConsolidated=&quot;False&quot; IsTopLevel=&quot;False&quot; Layer=&quot;Background [0]&quot; Source=&quot;Switch 2&quot; /&gt;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5a0f705-3f19-404f-a583-ad792373bc85&quot; /&gt;"/>
  <p:tag name="SP_POWERSHAPE" val="&lt;PowerShapeTag ClassVersion=&quot;0&quot; GUID=&quot;9397d6a3-6f3e-4b9e-bd5c-c009ffb557e6&quot; IsConsolidated=&quot;False&quot; IsTopLevel=&quot;False&quot; Layer=&quot;Knob [0]&quot; Source=&quot;Switch 2&quot; /&gt;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bc10e96c-bc00-4cd5-bc34-25a77b2b7012&quot; /&gt;"/>
  <p:tag name="SP_POWERSHAPE" val="&lt;PowerShapeTag ClassVersion=&quot;0&quot; GUID=&quot;1e95da67-041a-4c8f-a03d-bc42583b1217&quot; IsConsolidated=&quot;False&quot; IsTopLevel=&quot;False&quot; Layer=&quot;Background [-1]&quot; Source=&quot;Meter&quot; /&gt;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bc10e96c-bc00-4cd5-bc34-25a77b2b7012&quot; /&gt;"/>
  <p:tag name="SP_POWERSHAPE" val="&lt;PowerShapeTag ClassVersion=&quot;0&quot; GUID=&quot;1e95da67-041a-4c8f-a03d-bc42583b1217&quot; IsConsolidated=&quot;False&quot; IsTopLevel=&quot;False&quot; Layer=&quot;Background [-1]&quot; Source=&quot;Meter&quot; /&gt;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bc10e96c-bc00-4cd5-bc34-25a77b2b7012&quot; /&gt;"/>
  <p:tag name="SP_POWERSHAPE" val="&lt;PowerShapeTag ClassVersion=&quot;0&quot; GUID=&quot;1e95da67-041a-4c8f-a03d-bc42583b1217&quot; IsConsolidated=&quot;False&quot; IsTopLevel=&quot;False&quot; Layer=&quot;Background [-1]&quot; Source=&quot;Meter&quot; /&gt;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bc10e96c-bc00-4cd5-bc34-25a77b2b7012&quot; /&gt;"/>
  <p:tag name="SP_POWERSHAPE" val="&lt;PowerShapeTag ClassVersion=&quot;0&quot; GUID=&quot;1e95da67-041a-4c8f-a03d-bc42583b1217&quot; IsConsolidated=&quot;False&quot; IsTopLevel=&quot;False&quot; Layer=&quot;Background [-1]&quot; Source=&quot;Meter&quot; /&gt;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bc10e96c-bc00-4cd5-bc34-25a77b2b7012&quot; /&gt;"/>
  <p:tag name="SP_POWERSHAPE" val="&lt;PowerShapeTag ClassVersion=&quot;0&quot; GUID=&quot;1e95da67-041a-4c8f-a03d-bc42583b1217&quot; IsConsolidated=&quot;False&quot; IsTopLevel=&quot;False&quot; Layer=&quot;Background [-1]&quot; Source=&quot;Meter&quot; /&gt;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bc10e96c-bc00-4cd5-bc34-25a77b2b7012&quot; /&gt;"/>
  <p:tag name="SP_POWERSHAPE" val="&lt;PowerShapeTag ClassVersion=&quot;0&quot; GUID=&quot;1e95da67-041a-4c8f-a03d-bc42583b1217&quot; IsConsolidated=&quot;False&quot; IsTopLevel=&quot;False&quot; Layer=&quot;Background [-1]&quot; Source=&quot;Meter&quot; /&gt;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bc10e96c-bc00-4cd5-bc34-25a77b2b7012&quot; /&gt;"/>
  <p:tag name="SP_POWERSHAPE" val="&lt;PowerShapeTag ClassVersion=&quot;0&quot; GUID=&quot;1e95da67-041a-4c8f-a03d-bc42583b1217&quot; IsConsolidated=&quot;False&quot; IsTopLevel=&quot;False&quot; Layer=&quot;Background [-1]&quot; Source=&quot;Meter&quot; /&gt;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bc10e96c-bc00-4cd5-bc34-25a77b2b7012&quot; /&gt;"/>
  <p:tag name="SP_POWERSHAPE" val="&lt;PowerShapeTag ClassVersion=&quot;0&quot; GUID=&quot;1e95da67-041a-4c8f-a03d-bc42583b1217&quot; IsConsolidated=&quot;False&quot; IsTopLevel=&quot;False&quot; Layer=&quot;Background [-1]&quot; Source=&quot;Meter&quot; /&gt;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bc10e96c-bc00-4cd5-bc34-25a77b2b7012&quot; /&gt;"/>
  <p:tag name="SP_POWERSHAPE" val="&lt;PowerShapeTag ClassVersion=&quot;0&quot; GUID=&quot;1e95da67-041a-4c8f-a03d-bc42583b1217&quot; IsConsolidated=&quot;False&quot; IsTopLevel=&quot;False&quot; Layer=&quot;Background [-1]&quot; Source=&quot;Meter&quot; /&gt;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bc10e96c-bc00-4cd5-bc34-25a77b2b7012&quot; /&gt;"/>
  <p:tag name="SP_POWERSHAPE" val="&lt;PowerShapeTag ClassVersion=&quot;0&quot; GUID=&quot;1e95da67-041a-4c8f-a03d-bc42583b1217&quot; IsConsolidated=&quot;False&quot; IsTopLevel=&quot;False&quot; Layer=&quot;Background [-1]&quot; Source=&quot;Meter&quot; /&gt;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bc10e96c-bc00-4cd5-bc34-25a77b2b7012&quot; /&gt;"/>
  <p:tag name="SP_POWERSHAPE" val="&lt;PowerShapeTag ClassVersion=&quot;0&quot; GUID=&quot;1e95da67-041a-4c8f-a03d-bc42583b1217&quot; IsConsolidated=&quot;False&quot; IsTopLevel=&quot;False&quot; Layer=&quot;Mark 0% [1+]&quot; Source=&quot;Meter&quot; /&gt;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bc10e96c-bc00-4cd5-bc34-25a77b2b7012&quot; /&gt;"/>
  <p:tag name="SP_POWERSHAPE" val="&lt;PowerShapeTag ClassVersion=&quot;0&quot; GUID=&quot;1e95da67-041a-4c8f-a03d-bc42583b1217&quot; IsConsolidated=&quot;False&quot; IsTopLevel=&quot;False&quot; Layer=&quot;Mark 10% [1+]&quot; Source=&quot;Meter&quot; /&gt;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bc10e96c-bc00-4cd5-bc34-25a77b2b7012&quot; /&gt;"/>
  <p:tag name="SP_POWERSHAPE" val="&lt;PowerShapeTag ClassVersion=&quot;0&quot; GUID=&quot;1e95da67-041a-4c8f-a03d-bc42583b1217&quot; IsConsolidated=&quot;False&quot; IsTopLevel=&quot;False&quot; Layer=&quot;Mark 20% [2+]&quot; Source=&quot;Meter&quot; /&gt;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bc10e96c-bc00-4cd5-bc34-25a77b2b7012&quot; /&gt;"/>
  <p:tag name="SP_POWERSHAPE" val="&lt;PowerShapeTag ClassVersion=&quot;0&quot; GUID=&quot;1e95da67-041a-4c8f-a03d-bc42583b1217&quot; IsConsolidated=&quot;False&quot; IsTopLevel=&quot;False&quot; Layer=&quot;Mark 30% [3+]&quot; Source=&quot;Meter&quot; /&gt;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bc10e96c-bc00-4cd5-bc34-25a77b2b7012&quot; /&gt;"/>
  <p:tag name="SP_POWERSHAPE" val="&lt;PowerShapeTag ClassVersion=&quot;0&quot; GUID=&quot;1e95da67-041a-4c8f-a03d-bc42583b1217&quot; IsConsolidated=&quot;False&quot; IsTopLevel=&quot;False&quot; Layer=&quot;Mark 40% [4+]&quot; Source=&quot;Meter&quot; /&gt;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bc10e96c-bc00-4cd5-bc34-25a77b2b7012&quot; /&gt;"/>
  <p:tag name="SP_POWERSHAPE" val="&lt;PowerShapeTag ClassVersion=&quot;0&quot; GUID=&quot;1e95da67-041a-4c8f-a03d-bc42583b1217&quot; IsConsolidated=&quot;False&quot; IsTopLevel=&quot;False&quot; Layer=&quot;Mark 50% [5+]&quot; Source=&quot;Meter&quot; /&gt;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bc10e96c-bc00-4cd5-bc34-25a77b2b7012&quot; /&gt;"/>
  <p:tag name="SP_POWERSHAPE" val="&lt;PowerShapeTag ClassVersion=&quot;0&quot; GUID=&quot;1e95da67-041a-4c8f-a03d-bc42583b1217&quot; IsConsolidated=&quot;False&quot; IsTopLevel=&quot;False&quot; Layer=&quot;Mark 60% [6+]&quot; Source=&quot;Meter&quot; /&gt;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bc10e96c-bc00-4cd5-bc34-25a77b2b7012&quot; /&gt;"/>
  <p:tag name="SP_POWERSHAPE" val="&lt;PowerShapeTag ClassVersion=&quot;0&quot; GUID=&quot;1e95da67-041a-4c8f-a03d-bc42583b1217&quot; IsConsolidated=&quot;False&quot; IsTopLevel=&quot;False&quot; Layer=&quot;Mark 70% [7+]&quot; Source=&quot;Meter&quot; /&gt;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bc10e96c-bc00-4cd5-bc34-25a77b2b7012&quot; /&gt;"/>
  <p:tag name="SP_POWERSHAPE" val="&lt;PowerShapeTag ClassVersion=&quot;0&quot; GUID=&quot;1e95da67-041a-4c8f-a03d-bc42583b1217&quot; IsConsolidated=&quot;False&quot; IsTopLevel=&quot;False&quot; Layer=&quot;Mark 80% [8+]&quot; Source=&quot;Meter&quot; /&gt;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bc10e96c-bc00-4cd5-bc34-25a77b2b7012&quot; /&gt;"/>
  <p:tag name="SP_POWERSHAPE" val="&lt;PowerShapeTag ClassVersion=&quot;0&quot; GUID=&quot;1e95da67-041a-4c8f-a03d-bc42583b1217&quot; IsConsolidated=&quot;False&quot; IsTopLevel=&quot;False&quot; Layer=&quot;Mark 90% [9+]&quot; Source=&quot;Meter&quot; /&gt;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bc10e96c-bc00-4cd5-bc34-25a77b2b7012&quot; /&gt;"/>
  <p:tag name="SP_POWERSHAPE" val="&lt;PowerShapeTag ClassVersion=&quot;0&quot; GUID=&quot;1e95da67-041a-4c8f-a03d-bc42583b1217&quot; IsConsolidated=&quot;False&quot; IsTopLevel=&quot;False&quot; Layer=&quot;Mark 100% [10+]&quot; Source=&quot;Meter&quot; /&gt;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Présentation1">
  <a:themeElements>
    <a:clrScheme name="ID LOG">
      <a:dk1>
        <a:sysClr val="windowText" lastClr="000000"/>
      </a:dk1>
      <a:lt1>
        <a:sysClr val="window" lastClr="FFFFFF"/>
      </a:lt1>
      <a:dk2>
        <a:srgbClr val="103E6D"/>
      </a:dk2>
      <a:lt2>
        <a:srgbClr val="6FA0D2"/>
      </a:lt2>
      <a:accent1>
        <a:srgbClr val="CDDBF0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que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ésentation1" id="{886AEF54-F269-4849-8A7B-5B1546162FE6}" vid="{51B61B85-6053-4A99-9CB0-A3F9D82225C9}"/>
    </a:ext>
  </a:extLst>
</a:theme>
</file>

<file path=ppt/theme/theme2.xml><?xml version="1.0" encoding="utf-8"?>
<a:theme xmlns:a="http://schemas.openxmlformats.org/drawingml/2006/main" name="Thème Couverture">
  <a:themeElements>
    <a:clrScheme name="ID LOG">
      <a:dk1>
        <a:sysClr val="windowText" lastClr="000000"/>
      </a:dk1>
      <a:lt1>
        <a:sysClr val="window" lastClr="FFFFFF"/>
      </a:lt1>
      <a:dk2>
        <a:srgbClr val="103E6D"/>
      </a:dk2>
      <a:lt2>
        <a:srgbClr val="6FA0D2"/>
      </a:lt2>
      <a:accent1>
        <a:srgbClr val="CDDBF0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que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ésentation1" id="{886AEF54-F269-4849-8A7B-5B1546162FE6}" vid="{88CA56FA-DB36-4CAE-A59E-B8DDCDE2A617}"/>
    </a:ext>
  </a:extLst>
</a:theme>
</file>

<file path=ppt/theme/theme3.xml><?xml version="1.0" encoding="utf-8"?>
<a:theme xmlns:a="http://schemas.openxmlformats.org/drawingml/2006/main" name="Thème Der de couverture">
  <a:themeElements>
    <a:clrScheme name="ID LOG">
      <a:dk1>
        <a:sysClr val="windowText" lastClr="000000"/>
      </a:dk1>
      <a:lt1>
        <a:sysClr val="window" lastClr="FFFFFF"/>
      </a:lt1>
      <a:dk2>
        <a:srgbClr val="103E6D"/>
      </a:dk2>
      <a:lt2>
        <a:srgbClr val="6FA0D2"/>
      </a:lt2>
      <a:accent1>
        <a:srgbClr val="CDDBF0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que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ésentation1" id="{886AEF54-F269-4849-8A7B-5B1546162FE6}" vid="{AC588D9D-3FFE-410B-A4CF-DB3E5B356C8C}"/>
    </a:ext>
  </a:extLst>
</a:theme>
</file>

<file path=ppt/theme/theme4.xml><?xml version="1.0" encoding="utf-8"?>
<a:theme xmlns:a="http://schemas.openxmlformats.org/drawingml/2006/main" name="Thème entrée de chapitre 1">
  <a:themeElements>
    <a:clrScheme name="ID LOG">
      <a:dk1>
        <a:sysClr val="windowText" lastClr="000000"/>
      </a:dk1>
      <a:lt1>
        <a:sysClr val="window" lastClr="FFFFFF"/>
      </a:lt1>
      <a:dk2>
        <a:srgbClr val="103E6D"/>
      </a:dk2>
      <a:lt2>
        <a:srgbClr val="6FA0D2"/>
      </a:lt2>
      <a:accent1>
        <a:srgbClr val="CDDBF0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que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ésentation1" id="{886AEF54-F269-4849-8A7B-5B1546162FE6}" vid="{0C40C519-E5C8-40BA-B46A-003C01F29AB4}"/>
    </a:ext>
  </a:extLst>
</a:theme>
</file>

<file path=ppt/theme/theme5.xml><?xml version="1.0" encoding="utf-8"?>
<a:theme xmlns:a="http://schemas.openxmlformats.org/drawingml/2006/main" name="1_Thème Couverture">
  <a:themeElements>
    <a:clrScheme name="ID LOG">
      <a:dk1>
        <a:sysClr val="windowText" lastClr="000000"/>
      </a:dk1>
      <a:lt1>
        <a:sysClr val="window" lastClr="FFFFFF"/>
      </a:lt1>
      <a:dk2>
        <a:srgbClr val="103E6D"/>
      </a:dk2>
      <a:lt2>
        <a:srgbClr val="6FA0D2"/>
      </a:lt2>
      <a:accent1>
        <a:srgbClr val="CDDBF0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que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17 Suivi DGFrance" id="{5AC54408-8835-422D-B83C-3638F780738F}" vid="{EB5772F0-FC24-4F0F-9AFB-7C98D7A48E8F}"/>
    </a:ext>
  </a:extLst>
</a:theme>
</file>

<file path=ppt/theme/theme6.xml><?xml version="1.0" encoding="utf-8"?>
<a:theme xmlns:a="http://schemas.openxmlformats.org/drawingml/2006/main" name="1_Thème entrée de chapitre 1">
  <a:themeElements>
    <a:clrScheme name="ID LOG">
      <a:dk1>
        <a:sysClr val="windowText" lastClr="000000"/>
      </a:dk1>
      <a:lt1>
        <a:sysClr val="window" lastClr="FFFFFF"/>
      </a:lt1>
      <a:dk2>
        <a:srgbClr val="103E6D"/>
      </a:dk2>
      <a:lt2>
        <a:srgbClr val="6FA0D2"/>
      </a:lt2>
      <a:accent1>
        <a:srgbClr val="CDDBF0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que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17 Suivi DGFrance" id="{5AC54408-8835-422D-B83C-3638F780738F}" vid="{F328DCFE-A7FC-4B1F-8F84-D0A5506485CF}"/>
    </a:ext>
  </a:extLst>
</a:theme>
</file>

<file path=ppt/theme/theme7.xml><?xml version="1.0" encoding="utf-8"?>
<a:theme xmlns:a="http://schemas.openxmlformats.org/drawingml/2006/main" name="1_Présentation1">
  <a:themeElements>
    <a:clrScheme name="ID LOG">
      <a:dk1>
        <a:sysClr val="windowText" lastClr="000000"/>
      </a:dk1>
      <a:lt1>
        <a:sysClr val="window" lastClr="FFFFFF"/>
      </a:lt1>
      <a:dk2>
        <a:srgbClr val="103E6D"/>
      </a:dk2>
      <a:lt2>
        <a:srgbClr val="6FA0D2"/>
      </a:lt2>
      <a:accent1>
        <a:srgbClr val="CDDBF0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que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17 Suivi DGFrance" id="{5AC54408-8835-422D-B83C-3638F780738F}" vid="{FFBF1495-A5A6-4DC6-8705-667307B3FCBE}"/>
    </a:ext>
  </a:extLst>
</a:theme>
</file>

<file path=ppt/theme/theme8.xml><?xml version="1.0" encoding="utf-8"?>
<a:theme xmlns:a="http://schemas.openxmlformats.org/drawingml/2006/main" name="1_Thème Der de couverture">
  <a:themeElements>
    <a:clrScheme name="ID LOG">
      <a:dk1>
        <a:sysClr val="windowText" lastClr="000000"/>
      </a:dk1>
      <a:lt1>
        <a:sysClr val="window" lastClr="FFFFFF"/>
      </a:lt1>
      <a:dk2>
        <a:srgbClr val="103E6D"/>
      </a:dk2>
      <a:lt2>
        <a:srgbClr val="6FA0D2"/>
      </a:lt2>
      <a:accent1>
        <a:srgbClr val="CDDBF0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que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 validé 4-10-16" id="{628E34E4-C0F8-460A-8C39-FE931CB3CF30}" vid="{3C8883BC-3F46-4CE3-8337-AEBBD47463EC}"/>
    </a:ext>
  </a:extLst>
</a:theme>
</file>

<file path=ppt/theme/theme9.xml><?xml version="1.0" encoding="utf-8"?>
<a:theme xmlns:a="http://schemas.openxmlformats.org/drawingml/2006/main" name="2_Présentation1">
  <a:themeElements>
    <a:clrScheme name="ID LOG">
      <a:dk1>
        <a:sysClr val="windowText" lastClr="000000"/>
      </a:dk1>
      <a:lt1>
        <a:sysClr val="window" lastClr="FFFFFF"/>
      </a:lt1>
      <a:dk2>
        <a:srgbClr val="103E6D"/>
      </a:dk2>
      <a:lt2>
        <a:srgbClr val="6FA0D2"/>
      </a:lt2>
      <a:accent1>
        <a:srgbClr val="CDDBF0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que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17 Suivi DGFrance" id="{5AC54408-8835-422D-B83C-3638F780738F}" vid="{FFBF1495-A5A6-4DC6-8705-667307B3FCBE}"/>
    </a:ext>
  </a:extLst>
</a:theme>
</file>

<file path=ppt/theme/theme10.xml><?xml version="1.0" encoding="utf-8"?>
<a:theme xmlns:a="http://schemas.openxmlformats.org/drawingml/2006/main" name="3_Présentation1">
  <a:themeElements>
    <a:clrScheme name="ID LOG">
      <a:dk1>
        <a:sysClr val="windowText" lastClr="000000"/>
      </a:dk1>
      <a:lt1>
        <a:sysClr val="window" lastClr="FFFFFF"/>
      </a:lt1>
      <a:dk2>
        <a:srgbClr val="103E6D"/>
      </a:dk2>
      <a:lt2>
        <a:srgbClr val="6FA0D2"/>
      </a:lt2>
      <a:accent1>
        <a:srgbClr val="CDDBF0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que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17 Suivi DGFrance" id="{5AC54408-8835-422D-B83C-3638F780738F}" vid="{FFBF1495-A5A6-4DC6-8705-667307B3FCBE}"/>
    </a:ext>
  </a:extLst>
</a:theme>
</file>

<file path=ppt/theme/theme11.xml><?xml version="1.0" encoding="utf-8"?>
<a:theme xmlns:a="http://schemas.openxmlformats.org/drawingml/2006/main" name="4_Présentation1">
  <a:themeElements>
    <a:clrScheme name="ID LOG">
      <a:dk1>
        <a:sysClr val="windowText" lastClr="000000"/>
      </a:dk1>
      <a:lt1>
        <a:sysClr val="window" lastClr="FFFFFF"/>
      </a:lt1>
      <a:dk2>
        <a:srgbClr val="103E6D"/>
      </a:dk2>
      <a:lt2>
        <a:srgbClr val="6FA0D2"/>
      </a:lt2>
      <a:accent1>
        <a:srgbClr val="CDDBF0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que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ésentation1" id="{886AEF54-F269-4849-8A7B-5B1546162FE6}" vid="{51B61B85-6053-4A99-9CB0-A3F9D82225C9}"/>
    </a:ext>
  </a:extLst>
</a:theme>
</file>

<file path=ppt/theme/theme12.xml><?xml version="1.0" encoding="utf-8"?>
<a:theme xmlns:a="http://schemas.openxmlformats.org/drawingml/2006/main" name="Template offre 4-10-16">
  <a:themeElements>
    <a:clrScheme name="ID LOG">
      <a:dk1>
        <a:sysClr val="windowText" lastClr="000000"/>
      </a:dk1>
      <a:lt1>
        <a:sysClr val="window" lastClr="FFFFFF"/>
      </a:lt1>
      <a:dk2>
        <a:srgbClr val="103E6D"/>
      </a:dk2>
      <a:lt2>
        <a:srgbClr val="6FA0D2"/>
      </a:lt2>
      <a:accent1>
        <a:srgbClr val="CDDBF0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que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 validé 4-10-16" id="{628E34E4-C0F8-460A-8C39-FE931CB3CF30}" vid="{DCEB0CEF-68C2-4A33-86DD-2C9F7DA7375B}"/>
    </a:ext>
  </a:extLst>
</a:theme>
</file>

<file path=ppt/theme/theme13.xml><?xml version="1.0" encoding="utf-8"?>
<a:theme xmlns:a="http://schemas.openxmlformats.org/drawingml/2006/main" name="5_Présentation1">
  <a:themeElements>
    <a:clrScheme name="ID LOG">
      <a:dk1>
        <a:sysClr val="windowText" lastClr="000000"/>
      </a:dk1>
      <a:lt1>
        <a:sysClr val="window" lastClr="FFFFFF"/>
      </a:lt1>
      <a:dk2>
        <a:srgbClr val="103E6D"/>
      </a:dk2>
      <a:lt2>
        <a:srgbClr val="6FA0D2"/>
      </a:lt2>
      <a:accent1>
        <a:srgbClr val="CDDBF0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que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17 DG France model.potx" id="{7FD7F5A5-4A65-4CC5-9216-E4764ED67F15}" vid="{0E549E8A-9C7F-4019-95C8-B824F965FFD6}"/>
    </a:ext>
  </a:extLst>
</a:theme>
</file>

<file path=ppt/theme/theme14.xml><?xml version="1.0" encoding="utf-8"?>
<a:theme xmlns:a="http://schemas.openxmlformats.org/drawingml/2006/main" name="2-Deliverable-landscape-ENG-A4-201609">
  <a:themeElements>
    <a:clrScheme name="Wavestone 2">
      <a:dk1>
        <a:srgbClr val="5F5F5F"/>
      </a:dk1>
      <a:lt1>
        <a:srgbClr val="FFFFFF"/>
      </a:lt1>
      <a:dk2>
        <a:srgbClr val="F4F3F0"/>
      </a:dk2>
      <a:lt2>
        <a:srgbClr val="503078"/>
      </a:lt2>
      <a:accent1>
        <a:srgbClr val="8C9B9C"/>
      </a:accent1>
      <a:accent2>
        <a:srgbClr val="CAC5B8"/>
      </a:accent2>
      <a:accent3>
        <a:srgbClr val="667E76"/>
      </a:accent3>
      <a:accent4>
        <a:srgbClr val="938481"/>
      </a:accent4>
      <a:accent5>
        <a:srgbClr val="048B9A"/>
      </a:accent5>
      <a:accent6>
        <a:srgbClr val="D1B4A6"/>
      </a:accent6>
      <a:hlink>
        <a:srgbClr val="048B9A"/>
      </a:hlink>
      <a:folHlink>
        <a:srgbClr val="048B9A"/>
      </a:folHlink>
    </a:clrScheme>
    <a:fontScheme name="Wavestone 2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ot="0" spcFirstLastPara="0" vertOverflow="overflow" horzOverflow="overflow" vert="horz" wrap="square" lIns="108000" tIns="108000" rIns="108000" bIns="108000" numCol="1" spcCol="0" rtlCol="0" fromWordArt="0" anchor="ctr" anchorCtr="0" forceAA="0" compatLnSpc="1">
        <a:prstTxWarp prst="textNoShape">
          <a:avLst/>
        </a:prstTxWarp>
        <a:noAutofit/>
      </a:bodyPr>
      <a:lstStyle>
        <a:defPPr>
          <a:defRPr sz="1400" dirty="0" smtClean="0">
            <a:solidFill>
              <a:schemeClr val="bg2"/>
            </a:solidFill>
            <a:ea typeface="+mj-ea"/>
            <a:cs typeface="+mj-cs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bg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08000" rIns="108000" rtlCol="0">
        <a:spAutoFit/>
      </a:bodyPr>
      <a:lstStyle>
        <a:defPPr>
          <a:defRPr sz="14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DRAFT-FR-A4-Deliverable-201619.potx" id="{7BA29E06-6629-4775-857F-3E88B6CCFC97}" vid="{1B4B9C82-FFEF-400F-B15A-BCDC1ADCF466}"/>
    </a:ext>
  </a:extLst>
</a:theme>
</file>

<file path=ppt/theme/theme15.xml><?xml version="1.0" encoding="utf-8"?>
<a:theme xmlns:a="http://schemas.openxmlformats.org/drawingml/2006/main" name="2_Thème Couverture">
  <a:themeElements>
    <a:clrScheme name="ID LOG">
      <a:dk1>
        <a:sysClr val="windowText" lastClr="000000"/>
      </a:dk1>
      <a:lt1>
        <a:sysClr val="window" lastClr="FFFFFF"/>
      </a:lt1>
      <a:dk2>
        <a:srgbClr val="103E6D"/>
      </a:dk2>
      <a:lt2>
        <a:srgbClr val="6FA0D2"/>
      </a:lt2>
      <a:accent1>
        <a:srgbClr val="CDDBF0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que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17 Suivi DGFrance" id="{2C8C7A5A-3A38-489A-AE5C-06CDB6DD0CF3}" vid="{6476D505-9E74-4C96-B4F6-A1F66A690F60}"/>
    </a:ext>
  </a:extLst>
</a:theme>
</file>

<file path=ppt/theme/theme16.xml><?xml version="1.0" encoding="utf-8"?>
<a:theme xmlns:a="http://schemas.openxmlformats.org/drawingml/2006/main" name="6_Présentation1">
  <a:themeElements>
    <a:clrScheme name="ID LOG">
      <a:dk1>
        <a:sysClr val="windowText" lastClr="000000"/>
      </a:dk1>
      <a:lt1>
        <a:sysClr val="window" lastClr="FFFFFF"/>
      </a:lt1>
      <a:dk2>
        <a:srgbClr val="103E6D"/>
      </a:dk2>
      <a:lt2>
        <a:srgbClr val="6FA0D2"/>
      </a:lt2>
      <a:accent1>
        <a:srgbClr val="CDDBF0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que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17 Suivi DGFrance" id="{5AC54408-8835-422D-B83C-3638F780738F}" vid="{FFBF1495-A5A6-4DC6-8705-667307B3FCBE}"/>
    </a:ext>
  </a:extLst>
</a:theme>
</file>

<file path=ppt/theme/theme17.xml><?xml version="1.0" encoding="utf-8"?>
<a:theme xmlns:a="http://schemas.openxmlformats.org/drawingml/2006/main" name="7_Présentation1">
  <a:themeElements>
    <a:clrScheme name="ID LOG">
      <a:dk1>
        <a:sysClr val="windowText" lastClr="000000"/>
      </a:dk1>
      <a:lt1>
        <a:sysClr val="window" lastClr="FFFFFF"/>
      </a:lt1>
      <a:dk2>
        <a:srgbClr val="103E6D"/>
      </a:dk2>
      <a:lt2>
        <a:srgbClr val="6FA0D2"/>
      </a:lt2>
      <a:accent1>
        <a:srgbClr val="CDDBF0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que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oposal template Oct-3-2016 - V2FG.potx" id="{6AB23C4F-6932-4406-AFDB-43F24D2DADA6}" vid="{6A98C27F-E4B1-4A63-BF9C-AACA299722EF}"/>
    </a:ext>
  </a:extLst>
</a:theme>
</file>

<file path=ppt/theme/theme18.xml><?xml version="1.0" encoding="utf-8"?>
<a:theme xmlns:a="http://schemas.openxmlformats.org/drawingml/2006/main" name="IDL template 202211">
  <a:themeElements>
    <a:clrScheme name="Personnalisé 82">
      <a:dk1>
        <a:sysClr val="windowText" lastClr="000000"/>
      </a:dk1>
      <a:lt1>
        <a:sysClr val="window" lastClr="FFFFFF"/>
      </a:lt1>
      <a:dk2>
        <a:srgbClr val="012085"/>
      </a:dk2>
      <a:lt2>
        <a:srgbClr val="1444DE"/>
      </a:lt2>
      <a:accent1>
        <a:srgbClr val="1A3256"/>
      </a:accent1>
      <a:accent2>
        <a:srgbClr val="00447B"/>
      </a:accent2>
      <a:accent3>
        <a:srgbClr val="779DD6"/>
      </a:accent3>
      <a:accent4>
        <a:srgbClr val="EF1A25"/>
      </a:accent4>
      <a:accent5>
        <a:srgbClr val="2EC4C0"/>
      </a:accent5>
      <a:accent6>
        <a:srgbClr val="C9D955"/>
      </a:accent6>
      <a:hlink>
        <a:srgbClr val="12507F"/>
      </a:hlink>
      <a:folHlink>
        <a:srgbClr val="779DD6"/>
      </a:folHlink>
    </a:clrScheme>
    <a:fontScheme name="Personnalisé 112">
      <a:majorFont>
        <a:latin typeface="Bahnschrift"/>
        <a:ea typeface=""/>
        <a:cs typeface=""/>
      </a:majorFont>
      <a:minorFont>
        <a:latin typeface="Segoe UI Semi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>
            <a:lumMod val="100000"/>
          </a:schemeClr>
        </a:solidFill>
        <a:ln w="12700" cap="flat" cmpd="sng" algn="ctr">
          <a:noFill/>
          <a:prstDash val="solid"/>
          <a:miter lim="800000"/>
          <a:headEnd type="none" w="med" len="med"/>
          <a:tailEnd type="none" w="med" len="med"/>
        </a:ln>
        <a:effectLst/>
      </a:spPr>
      <a:bodyPr vert="horz" wrap="square" rtlCol="0" anchor="t">
        <a:noAutofit/>
      </a:bodyPr>
      <a:lstStyle>
        <a:defPPr algn="l">
          <a:buClr>
            <a:schemeClr val="accent4"/>
          </a:buClr>
          <a:defRPr sz="1200" dirty="0" err="1">
            <a:solidFill>
              <a:schemeClr val="bg1">
                <a:lumMod val="100000"/>
              </a:schemeClr>
            </a:solidFill>
            <a:latin typeface="Segoe UI Semilight" panose="020B0402040204020203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accent3"/>
          </a:solidFill>
          <a:prstDash val="sysDot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effectLst/>
      </a:spPr>
      <a:bodyPr vert="horz" wrap="square" rtlCol="0" anchor="t">
        <a:noAutofit/>
      </a:bodyPr>
      <a:lstStyle>
        <a:defPPr marL="171450" indent="-171450" algn="l">
          <a:buClr>
            <a:schemeClr val="accent4"/>
          </a:buClr>
          <a:buFont typeface="Arial" panose="020B0604020202020204" pitchFamily="34" charset="0"/>
          <a:buChar char="•"/>
          <a:defRPr sz="1200" dirty="0" err="1" smtClean="0">
            <a:solidFill>
              <a:schemeClr val="accent1">
                <a:lumMod val="100000"/>
              </a:schemeClr>
            </a:solidFill>
            <a:latin typeface="Segoe UI Semilight" panose="020B0402040204020203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0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Model 2017 DG France</Template>
  <TotalTime>36408</TotalTime>
  <Words>131</Words>
  <Application>Microsoft Office PowerPoint</Application>
  <PresentationFormat>Format A4 (210 x 297 mm)</PresentationFormat>
  <Paragraphs>35</Paragraphs>
  <Slides>2</Slides>
  <Notes>2</Notes>
  <HiddenSlides>0</HiddenSlides>
  <MMClips>0</MMClips>
  <ScaleCrop>false</ScaleCrop>
  <HeadingPairs>
    <vt:vector size="8" baseType="variant">
      <vt:variant>
        <vt:lpstr>Polices utilisées</vt:lpstr>
      </vt:variant>
      <vt:variant>
        <vt:i4>10</vt:i4>
      </vt:variant>
      <vt:variant>
        <vt:lpstr>Thème</vt:lpstr>
      </vt:variant>
      <vt:variant>
        <vt:i4>18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31" baseType="lpstr">
      <vt:lpstr>Malgun Gothic</vt:lpstr>
      <vt:lpstr>Arial</vt:lpstr>
      <vt:lpstr>Bahnschrift</vt:lpstr>
      <vt:lpstr>Calibri</vt:lpstr>
      <vt:lpstr>Century Gothic</vt:lpstr>
      <vt:lpstr>Segoe UI</vt:lpstr>
      <vt:lpstr>Segoe UI Semilight</vt:lpstr>
      <vt:lpstr>Tahoma</vt:lpstr>
      <vt:lpstr>Tempus Sans ITC</vt:lpstr>
      <vt:lpstr>Wingdings 2</vt:lpstr>
      <vt:lpstr>Présentation1</vt:lpstr>
      <vt:lpstr>Thème Couverture</vt:lpstr>
      <vt:lpstr>Thème Der de couverture</vt:lpstr>
      <vt:lpstr>Thème entrée de chapitre 1</vt:lpstr>
      <vt:lpstr>1_Thème Couverture</vt:lpstr>
      <vt:lpstr>1_Thème entrée de chapitre 1</vt:lpstr>
      <vt:lpstr>1_Présentation1</vt:lpstr>
      <vt:lpstr>1_Thème Der de couverture</vt:lpstr>
      <vt:lpstr>2_Présentation1</vt:lpstr>
      <vt:lpstr>3_Présentation1</vt:lpstr>
      <vt:lpstr>4_Présentation1</vt:lpstr>
      <vt:lpstr>Template offre 4-10-16</vt:lpstr>
      <vt:lpstr>5_Présentation1</vt:lpstr>
      <vt:lpstr>2-Deliverable-landscape-ENG-A4-201609</vt:lpstr>
      <vt:lpstr>2_Thème Couverture</vt:lpstr>
      <vt:lpstr>6_Présentation1</vt:lpstr>
      <vt:lpstr>7_Présentation1</vt:lpstr>
      <vt:lpstr>IDL template 202211</vt:lpstr>
      <vt:lpstr>think-cell Slide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Suivi DG France</dc:title>
  <dc:creator>VEXLARD Emmanuel</dc:creator>
  <cp:lastModifiedBy>CHOUKOUD Alexandre</cp:lastModifiedBy>
  <cp:revision>883</cp:revision>
  <cp:lastPrinted>2025-03-07T10:27:13Z</cp:lastPrinted>
  <dcterms:created xsi:type="dcterms:W3CDTF">2017-01-03T10:57:59Z</dcterms:created>
  <dcterms:modified xsi:type="dcterms:W3CDTF">2025-11-14T09:46:09Z</dcterms:modified>
</cp:coreProperties>
</file>