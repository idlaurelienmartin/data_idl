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3"/>
  </p:sldMasterIdLst>
  <p:notesMasterIdLst>
    <p:notesMasterId r:id="rId9"/>
  </p:notesMasterIdLst>
  <p:handoutMasterIdLst>
    <p:handoutMasterId r:id="rId10"/>
  </p:handoutMasterIdLst>
  <p:sldIdLst>
    <p:sldId id="2147308802" r:id="rId4"/>
    <p:sldId id="2147308803" r:id="rId5"/>
    <p:sldId id="2147308804" r:id="rId6"/>
    <p:sldId id="2147308805" r:id="rId7"/>
    <p:sldId id="2147308806" r:id="rId8"/>
  </p:sldIdLst>
  <p:sldSz cx="12192000" cy="6858000"/>
  <p:notesSz cx="6797675" cy="9926638"/>
  <p:custDataLst>
    <p:tags r:id="rId11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eur" initials="M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0" name="Auteur" initials="A" lastIdx="0" clrIdx="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26F"/>
    <a:srgbClr val="E6E6E6"/>
    <a:srgbClr val="F1A006"/>
    <a:srgbClr val="2EC4C0"/>
    <a:srgbClr val="E4EBF7"/>
    <a:srgbClr val="2EA69A"/>
    <a:srgbClr val="FF7C4E"/>
    <a:srgbClr val="E84B41"/>
    <a:srgbClr val="7E218F"/>
    <a:srgbClr val="144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E56C5-3CC8-46E7-B2C7-C49F88916B71}" v="211" dt="2025-11-06T08:50:27.309"/>
    <p1510:client id="{F7F0334F-D556-45A2-9415-30C1B47D2A43}" v="3" dt="2025-11-06T09:42:07.3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435" autoAdjust="0"/>
  </p:normalViewPr>
  <p:slideViewPr>
    <p:cSldViewPr snapToGrid="0">
      <p:cViewPr varScale="1">
        <p:scale>
          <a:sx n="111" d="100"/>
          <a:sy n="111" d="100"/>
        </p:scale>
        <p:origin x="438" y="96"/>
      </p:cViewPr>
      <p:guideLst/>
    </p:cSldViewPr>
  </p:slideViewPr>
  <p:outlineViewPr>
    <p:cViewPr>
      <p:scale>
        <a:sx n="33" d="100"/>
        <a:sy n="33" d="100"/>
      </p:scale>
      <p:origin x="0" y="-1318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54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BBB0EE2-A1E5-8E52-583B-7A0F3FDAB4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95AF34-5752-410B-877A-5D776398B9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20162-C57E-4180-BCF6-584187E5919E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F14415-72C5-7E9E-F3B6-228869DBCD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03104F-2D9E-5155-6D5F-3793533B7C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C8D3F-A436-47C4-8D10-B8BA6BEDA1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3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A4999-7B95-47D9-8423-CFFB640C3CED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FE15B-2C36-4421-BF83-A37BB1EE5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919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FE15B-2C36-4421-BF83-A37BB1EE5AC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56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small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8A0199DB-E7D8-5ABB-9212-57476B552BEA}"/>
              </a:ext>
            </a:extLst>
          </p:cNvPr>
          <p:cNvSpPr/>
          <p:nvPr userDrawn="1"/>
        </p:nvSpPr>
        <p:spPr>
          <a:xfrm rot="161556">
            <a:off x="7075706" y="-112927"/>
            <a:ext cx="5263794" cy="7082065"/>
          </a:xfrm>
          <a:custGeom>
            <a:avLst/>
            <a:gdLst>
              <a:gd name="connsiteX0" fmla="*/ 260945 w 5263794"/>
              <a:gd name="connsiteY0" fmla="*/ 220642 h 7082065"/>
              <a:gd name="connsiteX1" fmla="*/ 4952507 w 5263794"/>
              <a:gd name="connsiteY1" fmla="*/ 0 h 7082065"/>
              <a:gd name="connsiteX2" fmla="*/ 5263794 w 5263794"/>
              <a:gd name="connsiteY2" fmla="*/ 6618981 h 7082065"/>
              <a:gd name="connsiteX3" fmla="*/ 5263794 w 5263794"/>
              <a:gd name="connsiteY3" fmla="*/ 6850940 h 7082065"/>
              <a:gd name="connsiteX4" fmla="*/ 349307 w 5263794"/>
              <a:gd name="connsiteY4" fmla="*/ 7082065 h 7082065"/>
              <a:gd name="connsiteX5" fmla="*/ 313616 w 5263794"/>
              <a:gd name="connsiteY5" fmla="*/ 6954002 h 7082065"/>
              <a:gd name="connsiteX6" fmla="*/ 0 w 5263794"/>
              <a:gd name="connsiteY6" fmla="*/ 3470255 h 7082065"/>
              <a:gd name="connsiteX7" fmla="*/ 245816 w 5263794"/>
              <a:gd name="connsiteY7" fmla="*/ 293488 h 7082065"/>
              <a:gd name="connsiteX8" fmla="*/ 260945 w 5263794"/>
              <a:gd name="connsiteY8" fmla="*/ 220642 h 7082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63794" h="7082065">
                <a:moveTo>
                  <a:pt x="260945" y="220642"/>
                </a:moveTo>
                <a:lnTo>
                  <a:pt x="4952507" y="0"/>
                </a:lnTo>
                <a:lnTo>
                  <a:pt x="5263794" y="6618981"/>
                </a:lnTo>
                <a:lnTo>
                  <a:pt x="5263794" y="6850940"/>
                </a:lnTo>
                <a:lnTo>
                  <a:pt x="349307" y="7082065"/>
                </a:lnTo>
                <a:lnTo>
                  <a:pt x="313616" y="6954002"/>
                </a:lnTo>
                <a:cubicBezTo>
                  <a:pt x="124403" y="6199005"/>
                  <a:pt x="0" y="4920436"/>
                  <a:pt x="0" y="3470255"/>
                </a:cubicBezTo>
                <a:cubicBezTo>
                  <a:pt x="0" y="2201347"/>
                  <a:pt x="95246" y="1063829"/>
                  <a:pt x="245816" y="293488"/>
                </a:cubicBezTo>
                <a:lnTo>
                  <a:pt x="260945" y="22064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22000">
                <a:schemeClr val="tx2"/>
              </a:gs>
              <a:gs pos="89000">
                <a:schemeClr val="bg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 err="1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2977D7CD-E5A3-B124-49DC-1F0AB00A93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187" y="691118"/>
            <a:ext cx="3286677" cy="675743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617688A8-008D-8D72-81DD-775C18FBC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2" t="-3712" r="47539" b="61920"/>
          <a:stretch/>
        </p:blipFill>
        <p:spPr>
          <a:xfrm flipH="1" flipV="1">
            <a:off x="-1" y="2242142"/>
            <a:ext cx="4453553" cy="4448196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2BCF3E4-F819-8E52-849F-274EB8289FA7}"/>
              </a:ext>
            </a:extLst>
          </p:cNvPr>
          <p:cNvCxnSpPr>
            <a:cxnSpLocks/>
          </p:cNvCxnSpPr>
          <p:nvPr userDrawn="1"/>
        </p:nvCxnSpPr>
        <p:spPr>
          <a:xfrm>
            <a:off x="622109" y="4210631"/>
            <a:ext cx="395922" cy="0"/>
          </a:xfrm>
          <a:prstGeom prst="line">
            <a:avLst/>
          </a:prstGeom>
          <a:ln w="508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41">
            <a:extLst>
              <a:ext uri="{FF2B5EF4-FFF2-40B4-BE49-F238E27FC236}">
                <a16:creationId xmlns:a16="http://schemas.microsoft.com/office/drawing/2014/main" id="{BA71B36A-617B-4455-BAF9-D56BC85061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437" y="4367468"/>
            <a:ext cx="6268235" cy="474692"/>
          </a:xfrm>
          <a:effectLst/>
        </p:spPr>
        <p:txBody>
          <a:bodyPr>
            <a:noAutofit/>
          </a:bodyPr>
          <a:lstStyle>
            <a:lvl1pPr marL="0" indent="0">
              <a:buNone/>
              <a:defRPr sz="1600" b="0" i="0" u="none" strike="noStrike" cap="all" baseline="0">
                <a:solidFill>
                  <a:schemeClr val="accent1">
                    <a:lumMod val="100000"/>
                  </a:schemeClr>
                </a:solidFill>
                <a:latin typeface="Segoe UI Semilight" panose="020B0402040204020203" pitchFamily="34" charset="0"/>
              </a:defRPr>
            </a:lvl1pPr>
            <a:lvl2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3pPr>
            <a:lvl4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4pPr>
            <a:lvl5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6pPr>
            <a:lvl7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7pPr>
            <a:lvl8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8pPr>
            <a:lvl9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9pPr>
          </a:lstStyle>
          <a:p>
            <a:pPr lvl="0"/>
            <a:r>
              <a:rPr lang="en-US"/>
              <a:t>DATE</a:t>
            </a:r>
            <a:endParaRPr lang="en-US" dirty="0"/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26093B41-00FF-637E-5BA9-292E15C16A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29856" y="1"/>
            <a:ext cx="4962144" cy="6858001"/>
          </a:xfrm>
          <a:custGeom>
            <a:avLst/>
            <a:gdLst>
              <a:gd name="connsiteX0" fmla="*/ 336026 w 4962144"/>
              <a:gd name="connsiteY0" fmla="*/ 0 h 6858001"/>
              <a:gd name="connsiteX1" fmla="*/ 1005095 w 4962144"/>
              <a:gd name="connsiteY1" fmla="*/ 0 h 6858001"/>
              <a:gd name="connsiteX2" fmla="*/ 1005095 w 4962144"/>
              <a:gd name="connsiteY2" fmla="*/ 1 h 6858001"/>
              <a:gd name="connsiteX3" fmla="*/ 4962144 w 4962144"/>
              <a:gd name="connsiteY3" fmla="*/ 1 h 6858001"/>
              <a:gd name="connsiteX4" fmla="*/ 4962144 w 4962144"/>
              <a:gd name="connsiteY4" fmla="*/ 6858001 h 6858001"/>
              <a:gd name="connsiteX5" fmla="*/ 1005095 w 4962144"/>
              <a:gd name="connsiteY5" fmla="*/ 6858001 h 6858001"/>
              <a:gd name="connsiteX6" fmla="*/ 336026 w 4962144"/>
              <a:gd name="connsiteY6" fmla="*/ 6858001 h 6858001"/>
              <a:gd name="connsiteX7" fmla="*/ 295644 w 4962144"/>
              <a:gd name="connsiteY7" fmla="*/ 6713106 h 6858001"/>
              <a:gd name="connsiteX8" fmla="*/ 0 w 4962144"/>
              <a:gd name="connsiteY8" fmla="*/ 3429001 h 6858001"/>
              <a:gd name="connsiteX9" fmla="*/ 295644 w 4962144"/>
              <a:gd name="connsiteY9" fmla="*/ 14489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62144" h="6858001">
                <a:moveTo>
                  <a:pt x="336026" y="0"/>
                </a:moveTo>
                <a:lnTo>
                  <a:pt x="1005095" y="0"/>
                </a:lnTo>
                <a:lnTo>
                  <a:pt x="1005095" y="1"/>
                </a:lnTo>
                <a:lnTo>
                  <a:pt x="4962144" y="1"/>
                </a:lnTo>
                <a:lnTo>
                  <a:pt x="4962144" y="6858001"/>
                </a:lnTo>
                <a:lnTo>
                  <a:pt x="1005095" y="6858001"/>
                </a:lnTo>
                <a:lnTo>
                  <a:pt x="336026" y="6858001"/>
                </a:lnTo>
                <a:lnTo>
                  <a:pt x="295644" y="6713106"/>
                </a:lnTo>
                <a:cubicBezTo>
                  <a:pt x="117274" y="6001376"/>
                  <a:pt x="0" y="4796077"/>
                  <a:pt x="0" y="3429001"/>
                </a:cubicBezTo>
                <a:cubicBezTo>
                  <a:pt x="0" y="2061926"/>
                  <a:pt x="117274" y="856626"/>
                  <a:pt x="295644" y="14489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93F96C-1536-20A5-19A2-1E7211695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634" y="2055705"/>
            <a:ext cx="6437037" cy="2046287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0"/>
              </a:spcAft>
              <a:defRPr sz="4800" cap="all" baseline="0">
                <a:latin typeface="+mj-lt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2400">
                <a:latin typeface="+mj-lt"/>
              </a:defRPr>
            </a:lvl2pPr>
          </a:lstStyle>
          <a:p>
            <a:pPr lvl="0"/>
            <a:r>
              <a:rPr lang="en-US"/>
              <a:t>Click to add title</a:t>
            </a:r>
          </a:p>
          <a:p>
            <a:pPr lvl="1"/>
            <a:r>
              <a:rPr lang="en-US"/>
              <a:t>Deuxième niveau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7065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ain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0AF3D92D-1CBB-2AF6-443B-A1D637F52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 rot="10800000">
            <a:off x="-3686" y="834348"/>
            <a:ext cx="5520353" cy="4448196"/>
          </a:xfrm>
          <a:prstGeom prst="rect">
            <a:avLst/>
          </a:prstGeom>
        </p:spPr>
      </p:pic>
      <p:sp>
        <p:nvSpPr>
          <p:cNvPr id="549" name="Ellipse 46">
            <a:extLst>
              <a:ext uri="{FF2B5EF4-FFF2-40B4-BE49-F238E27FC236}">
                <a16:creationId xmlns:a16="http://schemas.microsoft.com/office/drawing/2014/main" id="{5332DB2D-CD79-4B23-8B8E-4E378F9D3DDB}"/>
              </a:ext>
            </a:extLst>
          </p:cNvPr>
          <p:cNvSpPr/>
          <p:nvPr/>
        </p:nvSpPr>
        <p:spPr>
          <a:xfrm>
            <a:off x="1569171" y="1314114"/>
            <a:ext cx="333990" cy="3989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552" name="Ellipse 23">
            <a:extLst>
              <a:ext uri="{FF2B5EF4-FFF2-40B4-BE49-F238E27FC236}">
                <a16:creationId xmlns:a16="http://schemas.microsoft.com/office/drawing/2014/main" id="{CE645A3E-A9A1-43F9-83FD-CE77066C2A1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3" name="Groupe 14">
            <a:extLst>
              <a:ext uri="{FF2B5EF4-FFF2-40B4-BE49-F238E27FC236}">
                <a16:creationId xmlns:a16="http://schemas.microsoft.com/office/drawing/2014/main" id="{B1C20C3B-5DC6-4C0C-BE94-D5455204C716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554" name="Graphique 37">
              <a:extLst>
                <a:ext uri="{FF2B5EF4-FFF2-40B4-BE49-F238E27FC236}">
                  <a16:creationId xmlns:a16="http://schemas.microsoft.com/office/drawing/2014/main" id="{F8E1BB82-EA10-46E4-99A1-B377D15EB46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556" name="Forme libre : forme 24">
                <a:extLst>
                  <a:ext uri="{FF2B5EF4-FFF2-40B4-BE49-F238E27FC236}">
                    <a16:creationId xmlns:a16="http://schemas.microsoft.com/office/drawing/2014/main" id="{B2DC262E-8308-4169-8734-03FBB8115869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57" name="Forme libre : forme 25">
                <a:extLst>
                  <a:ext uri="{FF2B5EF4-FFF2-40B4-BE49-F238E27FC236}">
                    <a16:creationId xmlns:a16="http://schemas.microsoft.com/office/drawing/2014/main" id="{A9B65857-E05E-4962-9013-6FCE00A1BC2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58" name="Forme libre : forme 26">
                <a:extLst>
                  <a:ext uri="{FF2B5EF4-FFF2-40B4-BE49-F238E27FC236}">
                    <a16:creationId xmlns:a16="http://schemas.microsoft.com/office/drawing/2014/main" id="{742FA224-66DF-46D9-844A-F2A94C6F36B6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555" name="Forme libre : forme 16">
              <a:extLst>
                <a:ext uri="{FF2B5EF4-FFF2-40B4-BE49-F238E27FC236}">
                  <a16:creationId xmlns:a16="http://schemas.microsoft.com/office/drawing/2014/main" id="{E7B6B7CA-3DE0-4C36-9EE5-E961269BC7F5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559" name="Espace réservé du pied de page 10">
            <a:extLst>
              <a:ext uri="{FF2B5EF4-FFF2-40B4-BE49-F238E27FC236}">
                <a16:creationId xmlns:a16="http://schemas.microsoft.com/office/drawing/2014/main" id="{49B5F393-E291-45C3-8436-AEA105CC29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1268026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560" name="Espace réservé du numéro de diapositive 7">
            <a:extLst>
              <a:ext uri="{FF2B5EF4-FFF2-40B4-BE49-F238E27FC236}">
                <a16:creationId xmlns:a16="http://schemas.microsoft.com/office/drawing/2014/main" id="{9B38318A-AF0A-4408-B9E1-57DF9ED0D5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21836" y="6469379"/>
            <a:ext cx="297521" cy="297521"/>
          </a:xfrm>
        </p:spPr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8D8EF7C-A131-44DB-818D-662C3658107E}"/>
              </a:ext>
            </a:extLst>
          </p:cNvPr>
          <p:cNvSpPr/>
          <p:nvPr userDrawn="1"/>
        </p:nvSpPr>
        <p:spPr>
          <a:xfrm>
            <a:off x="7370622" y="0"/>
            <a:ext cx="5010670" cy="2274677"/>
          </a:xfrm>
          <a:custGeom>
            <a:avLst/>
            <a:gdLst>
              <a:gd name="connsiteX0" fmla="*/ 4987279 w 5010670"/>
              <a:gd name="connsiteY0" fmla="*/ 2240091 h 2274677"/>
              <a:gd name="connsiteX1" fmla="*/ 5009612 w 5010670"/>
              <a:gd name="connsiteY1" fmla="*/ 2250520 h 2274677"/>
              <a:gd name="connsiteX2" fmla="*/ 4999210 w 5010670"/>
              <a:gd name="connsiteY2" fmla="*/ 2272853 h 2274677"/>
              <a:gd name="connsiteX3" fmla="*/ 4975885 w 5010670"/>
              <a:gd name="connsiteY3" fmla="*/ 2265078 h 2274677"/>
              <a:gd name="connsiteX4" fmla="*/ 4983928 w 5010670"/>
              <a:gd name="connsiteY4" fmla="*/ 2241754 h 2274677"/>
              <a:gd name="connsiteX5" fmla="*/ 4987279 w 5010670"/>
              <a:gd name="connsiteY5" fmla="*/ 2240091 h 2274677"/>
              <a:gd name="connsiteX6" fmla="*/ 4771285 w 5010670"/>
              <a:gd name="connsiteY6" fmla="*/ 1813537 h 2274677"/>
              <a:gd name="connsiteX7" fmla="*/ 4782850 w 5010670"/>
              <a:gd name="connsiteY7" fmla="*/ 1823514 h 2274677"/>
              <a:gd name="connsiteX8" fmla="*/ 4773735 w 5010670"/>
              <a:gd name="connsiteY8" fmla="*/ 1850324 h 2274677"/>
              <a:gd name="connsiteX9" fmla="*/ 4774003 w 5010670"/>
              <a:gd name="connsiteY9" fmla="*/ 1850861 h 2274677"/>
              <a:gd name="connsiteX10" fmla="*/ 4748748 w 5010670"/>
              <a:gd name="connsiteY10" fmla="*/ 1842282 h 2274677"/>
              <a:gd name="connsiteX11" fmla="*/ 4756040 w 5010670"/>
              <a:gd name="connsiteY11" fmla="*/ 1814399 h 2274677"/>
              <a:gd name="connsiteX12" fmla="*/ 4771285 w 5010670"/>
              <a:gd name="connsiteY12" fmla="*/ 1813537 h 2274677"/>
              <a:gd name="connsiteX13" fmla="*/ 4461679 w 5010670"/>
              <a:gd name="connsiteY13" fmla="*/ 1764920 h 2274677"/>
              <a:gd name="connsiteX14" fmla="*/ 4472708 w 5010670"/>
              <a:gd name="connsiteY14" fmla="*/ 1773915 h 2274677"/>
              <a:gd name="connsiteX15" fmla="*/ 4465416 w 5010670"/>
              <a:gd name="connsiteY15" fmla="*/ 1801798 h 2274677"/>
              <a:gd name="connsiteX16" fmla="*/ 4440161 w 5010670"/>
              <a:gd name="connsiteY16" fmla="*/ 1793219 h 2274677"/>
              <a:gd name="connsiteX17" fmla="*/ 4447453 w 5010670"/>
              <a:gd name="connsiteY17" fmla="*/ 1765336 h 2274677"/>
              <a:gd name="connsiteX18" fmla="*/ 4461679 w 5010670"/>
              <a:gd name="connsiteY18" fmla="*/ 1764920 h 2274677"/>
              <a:gd name="connsiteX19" fmla="*/ 859317 w 5010670"/>
              <a:gd name="connsiteY19" fmla="*/ 1474632 h 2274677"/>
              <a:gd name="connsiteX20" fmla="*/ 865054 w 5010670"/>
              <a:gd name="connsiteY20" fmla="*/ 1476590 h 2274677"/>
              <a:gd name="connsiteX21" fmla="*/ 862909 w 5010670"/>
              <a:gd name="connsiteY21" fmla="*/ 1482488 h 2274677"/>
              <a:gd name="connsiteX22" fmla="*/ 857279 w 5010670"/>
              <a:gd name="connsiteY22" fmla="*/ 1480343 h 2274677"/>
              <a:gd name="connsiteX23" fmla="*/ 857118 w 5010670"/>
              <a:gd name="connsiteY23" fmla="*/ 1480021 h 2274677"/>
              <a:gd name="connsiteX24" fmla="*/ 859156 w 5010670"/>
              <a:gd name="connsiteY24" fmla="*/ 1474713 h 2274677"/>
              <a:gd name="connsiteX25" fmla="*/ 859317 w 5010670"/>
              <a:gd name="connsiteY25" fmla="*/ 1474632 h 2274677"/>
              <a:gd name="connsiteX26" fmla="*/ 4821378 w 5010670"/>
              <a:gd name="connsiteY26" fmla="*/ 1471300 h 2274677"/>
              <a:gd name="connsiteX27" fmla="*/ 4821378 w 5010670"/>
              <a:gd name="connsiteY27" fmla="*/ 1511570 h 2274677"/>
              <a:gd name="connsiteX28" fmla="*/ 4812610 w 5010670"/>
              <a:gd name="connsiteY28" fmla="*/ 1503936 h 2274677"/>
              <a:gd name="connsiteX29" fmla="*/ 4811176 w 5010670"/>
              <a:gd name="connsiteY29" fmla="*/ 1483017 h 2274677"/>
              <a:gd name="connsiteX30" fmla="*/ 4537419 w 5010670"/>
              <a:gd name="connsiteY30" fmla="*/ 1419678 h 2274677"/>
              <a:gd name="connsiteX31" fmla="*/ 4550673 w 5010670"/>
              <a:gd name="connsiteY31" fmla="*/ 1431280 h 2274677"/>
              <a:gd name="connsiteX32" fmla="*/ 4540217 w 5010670"/>
              <a:gd name="connsiteY32" fmla="*/ 1462380 h 2274677"/>
              <a:gd name="connsiteX33" fmla="*/ 4509117 w 5010670"/>
              <a:gd name="connsiteY33" fmla="*/ 1451924 h 2274677"/>
              <a:gd name="connsiteX34" fmla="*/ 4519841 w 5010670"/>
              <a:gd name="connsiteY34" fmla="*/ 1420824 h 2274677"/>
              <a:gd name="connsiteX35" fmla="*/ 4537419 w 5010670"/>
              <a:gd name="connsiteY35" fmla="*/ 1419678 h 2274677"/>
              <a:gd name="connsiteX36" fmla="*/ 3911028 w 5010670"/>
              <a:gd name="connsiteY36" fmla="*/ 1415587 h 2274677"/>
              <a:gd name="connsiteX37" fmla="*/ 3921380 w 5010670"/>
              <a:gd name="connsiteY37" fmla="*/ 1423747 h 2274677"/>
              <a:gd name="connsiteX38" fmla="*/ 3915268 w 5010670"/>
              <a:gd name="connsiteY38" fmla="*/ 1451120 h 2274677"/>
              <a:gd name="connsiteX39" fmla="*/ 3911434 w 5010670"/>
              <a:gd name="connsiteY39" fmla="*/ 1453024 h 2274677"/>
              <a:gd name="connsiteX40" fmla="*/ 3885991 w 5010670"/>
              <a:gd name="connsiteY40" fmla="*/ 1441174 h 2274677"/>
              <a:gd name="connsiteX41" fmla="*/ 3897841 w 5010670"/>
              <a:gd name="connsiteY41" fmla="*/ 1415731 h 2274677"/>
              <a:gd name="connsiteX42" fmla="*/ 3911028 w 5010670"/>
              <a:gd name="connsiteY42" fmla="*/ 1415587 h 2274677"/>
              <a:gd name="connsiteX43" fmla="*/ 4223580 w 5010670"/>
              <a:gd name="connsiteY43" fmla="*/ 1407024 h 2274677"/>
              <a:gd name="connsiteX44" fmla="*/ 4232702 w 5010670"/>
              <a:gd name="connsiteY44" fmla="*/ 1414926 h 2274677"/>
              <a:gd name="connsiteX45" fmla="*/ 4232943 w 5010670"/>
              <a:gd name="connsiteY45" fmla="*/ 1415436 h 2274677"/>
              <a:gd name="connsiteX46" fmla="*/ 4225463 w 5010670"/>
              <a:gd name="connsiteY46" fmla="*/ 1436106 h 2274677"/>
              <a:gd name="connsiteX47" fmla="*/ 4225061 w 5010670"/>
              <a:gd name="connsiteY47" fmla="*/ 1436294 h 2274677"/>
              <a:gd name="connsiteX48" fmla="*/ 4204283 w 5010670"/>
              <a:gd name="connsiteY48" fmla="*/ 1429136 h 2274677"/>
              <a:gd name="connsiteX49" fmla="*/ 4204122 w 5010670"/>
              <a:gd name="connsiteY49" fmla="*/ 1428787 h 2274677"/>
              <a:gd name="connsiteX50" fmla="*/ 4211522 w 5010670"/>
              <a:gd name="connsiteY50" fmla="*/ 1407688 h 2274677"/>
              <a:gd name="connsiteX51" fmla="*/ 4223580 w 5010670"/>
              <a:gd name="connsiteY51" fmla="*/ 1407024 h 2274677"/>
              <a:gd name="connsiteX52" fmla="*/ 15836 w 5010670"/>
              <a:gd name="connsiteY52" fmla="*/ 1399373 h 2274677"/>
              <a:gd name="connsiteX53" fmla="*/ 22137 w 5010670"/>
              <a:gd name="connsiteY53" fmla="*/ 1405542 h 2274677"/>
              <a:gd name="connsiteX54" fmla="*/ 22229 w 5010670"/>
              <a:gd name="connsiteY54" fmla="*/ 1405730 h 2274677"/>
              <a:gd name="connsiteX55" fmla="*/ 16775 w 5010670"/>
              <a:gd name="connsiteY55" fmla="*/ 1421092 h 2274677"/>
              <a:gd name="connsiteX56" fmla="*/ 16427 w 5010670"/>
              <a:gd name="connsiteY56" fmla="*/ 1421253 h 2274677"/>
              <a:gd name="connsiteX57" fmla="*/ 1493 w 5010670"/>
              <a:gd name="connsiteY57" fmla="*/ 1415730 h 2274677"/>
              <a:gd name="connsiteX58" fmla="*/ 925 w 5010670"/>
              <a:gd name="connsiteY58" fmla="*/ 1414577 h 2274677"/>
              <a:gd name="connsiteX59" fmla="*/ 7014 w 5010670"/>
              <a:gd name="connsiteY59" fmla="*/ 1399457 h 2274677"/>
              <a:gd name="connsiteX60" fmla="*/ 15836 w 5010670"/>
              <a:gd name="connsiteY60" fmla="*/ 1399373 h 2274677"/>
              <a:gd name="connsiteX61" fmla="*/ 1079269 w 5010670"/>
              <a:gd name="connsiteY61" fmla="*/ 1252993 h 2274677"/>
              <a:gd name="connsiteX62" fmla="*/ 1084899 w 5010670"/>
              <a:gd name="connsiteY62" fmla="*/ 1255137 h 2274677"/>
              <a:gd name="connsiteX63" fmla="*/ 1085060 w 5010670"/>
              <a:gd name="connsiteY63" fmla="*/ 1255459 h 2274677"/>
              <a:gd name="connsiteX64" fmla="*/ 1083022 w 5010670"/>
              <a:gd name="connsiteY64" fmla="*/ 1260768 h 2274677"/>
              <a:gd name="connsiteX65" fmla="*/ 1082862 w 5010670"/>
              <a:gd name="connsiteY65" fmla="*/ 1260848 h 2274677"/>
              <a:gd name="connsiteX66" fmla="*/ 1077125 w 5010670"/>
              <a:gd name="connsiteY66" fmla="*/ 1258891 h 2274677"/>
              <a:gd name="connsiteX67" fmla="*/ 1079269 w 5010670"/>
              <a:gd name="connsiteY67" fmla="*/ 1252993 h 2274677"/>
              <a:gd name="connsiteX68" fmla="*/ 2266968 w 5010670"/>
              <a:gd name="connsiteY68" fmla="*/ 1230204 h 2274677"/>
              <a:gd name="connsiteX69" fmla="*/ 2275547 w 5010670"/>
              <a:gd name="connsiteY69" fmla="*/ 1232885 h 2274677"/>
              <a:gd name="connsiteX70" fmla="*/ 2275601 w 5010670"/>
              <a:gd name="connsiteY70" fmla="*/ 1233019 h 2274677"/>
              <a:gd name="connsiteX71" fmla="*/ 2272598 w 5010670"/>
              <a:gd name="connsiteY71" fmla="*/ 1241196 h 2274677"/>
              <a:gd name="connsiteX72" fmla="*/ 2272089 w 5010670"/>
              <a:gd name="connsiteY72" fmla="*/ 1241464 h 2274677"/>
              <a:gd name="connsiteX73" fmla="*/ 2264287 w 5010670"/>
              <a:gd name="connsiteY73" fmla="*/ 1238515 h 2274677"/>
              <a:gd name="connsiteX74" fmla="*/ 2264287 w 5010670"/>
              <a:gd name="connsiteY74" fmla="*/ 1238488 h 2274677"/>
              <a:gd name="connsiteX75" fmla="*/ 2266968 w 5010670"/>
              <a:gd name="connsiteY75" fmla="*/ 1230204 h 2274677"/>
              <a:gd name="connsiteX76" fmla="*/ 642716 w 5010670"/>
              <a:gd name="connsiteY76" fmla="*/ 1195046 h 2274677"/>
              <a:gd name="connsiteX77" fmla="*/ 650036 w 5010670"/>
              <a:gd name="connsiteY77" fmla="*/ 1201249 h 2274677"/>
              <a:gd name="connsiteX78" fmla="*/ 644405 w 5010670"/>
              <a:gd name="connsiteY78" fmla="*/ 1218139 h 2274677"/>
              <a:gd name="connsiteX79" fmla="*/ 628239 w 5010670"/>
              <a:gd name="connsiteY79" fmla="*/ 1212751 h 2274677"/>
              <a:gd name="connsiteX80" fmla="*/ 633145 w 5010670"/>
              <a:gd name="connsiteY80" fmla="*/ 1195619 h 2274677"/>
              <a:gd name="connsiteX81" fmla="*/ 642716 w 5010670"/>
              <a:gd name="connsiteY81" fmla="*/ 1195046 h 2274677"/>
              <a:gd name="connsiteX82" fmla="*/ 3367328 w 5010670"/>
              <a:gd name="connsiteY82" fmla="*/ 1159371 h 2274677"/>
              <a:gd name="connsiteX83" fmla="*/ 3373994 w 5010670"/>
              <a:gd name="connsiteY83" fmla="*/ 1165457 h 2274677"/>
              <a:gd name="connsiteX84" fmla="*/ 3368337 w 5010670"/>
              <a:gd name="connsiteY84" fmla="*/ 1181141 h 2274677"/>
              <a:gd name="connsiteX85" fmla="*/ 3352787 w 5010670"/>
              <a:gd name="connsiteY85" fmla="*/ 1175779 h 2274677"/>
              <a:gd name="connsiteX86" fmla="*/ 3352653 w 5010670"/>
              <a:gd name="connsiteY86" fmla="*/ 1175484 h 2274677"/>
              <a:gd name="connsiteX87" fmla="*/ 3358310 w 5010670"/>
              <a:gd name="connsiteY87" fmla="*/ 1159800 h 2274677"/>
              <a:gd name="connsiteX88" fmla="*/ 3367328 w 5010670"/>
              <a:gd name="connsiteY88" fmla="*/ 1159371 h 2274677"/>
              <a:gd name="connsiteX89" fmla="*/ 211864 w 5010670"/>
              <a:gd name="connsiteY89" fmla="*/ 1156151 h 2274677"/>
              <a:gd name="connsiteX90" fmla="*/ 218577 w 5010670"/>
              <a:gd name="connsiteY90" fmla="*/ 1161864 h 2274677"/>
              <a:gd name="connsiteX91" fmla="*/ 213563 w 5010670"/>
              <a:gd name="connsiteY91" fmla="*/ 1177388 h 2274677"/>
              <a:gd name="connsiteX92" fmla="*/ 213488 w 5010670"/>
              <a:gd name="connsiteY92" fmla="*/ 1177414 h 2274677"/>
              <a:gd name="connsiteX93" fmla="*/ 198013 w 5010670"/>
              <a:gd name="connsiteY93" fmla="*/ 1172294 h 2274677"/>
              <a:gd name="connsiteX94" fmla="*/ 203070 w 5010670"/>
              <a:gd name="connsiteY94" fmla="*/ 1156851 h 2274677"/>
              <a:gd name="connsiteX95" fmla="*/ 211864 w 5010670"/>
              <a:gd name="connsiteY95" fmla="*/ 1156151 h 2274677"/>
              <a:gd name="connsiteX96" fmla="*/ 3675255 w 5010670"/>
              <a:gd name="connsiteY96" fmla="*/ 1094591 h 2274677"/>
              <a:gd name="connsiteX97" fmla="*/ 3685315 w 5010670"/>
              <a:gd name="connsiteY97" fmla="*/ 1103365 h 2274677"/>
              <a:gd name="connsiteX98" fmla="*/ 3677460 w 5010670"/>
              <a:gd name="connsiteY98" fmla="*/ 1126717 h 2274677"/>
              <a:gd name="connsiteX99" fmla="*/ 3654135 w 5010670"/>
              <a:gd name="connsiteY99" fmla="*/ 1118942 h 2274677"/>
              <a:gd name="connsiteX100" fmla="*/ 3654108 w 5010670"/>
              <a:gd name="connsiteY100" fmla="*/ 1118861 h 2274677"/>
              <a:gd name="connsiteX101" fmla="*/ 3661937 w 5010670"/>
              <a:gd name="connsiteY101" fmla="*/ 1095510 h 2274677"/>
              <a:gd name="connsiteX102" fmla="*/ 3675255 w 5010670"/>
              <a:gd name="connsiteY102" fmla="*/ 1094591 h 2274677"/>
              <a:gd name="connsiteX103" fmla="*/ 2543650 w 5010670"/>
              <a:gd name="connsiteY103" fmla="*/ 1085697 h 2274677"/>
              <a:gd name="connsiteX104" fmla="*/ 2552229 w 5010670"/>
              <a:gd name="connsiteY104" fmla="*/ 1088378 h 2274677"/>
              <a:gd name="connsiteX105" fmla="*/ 2552283 w 5010670"/>
              <a:gd name="connsiteY105" fmla="*/ 1088512 h 2274677"/>
              <a:gd name="connsiteX106" fmla="*/ 2549280 w 5010670"/>
              <a:gd name="connsiteY106" fmla="*/ 1096689 h 2274677"/>
              <a:gd name="connsiteX107" fmla="*/ 2548771 w 5010670"/>
              <a:gd name="connsiteY107" fmla="*/ 1096957 h 2274677"/>
              <a:gd name="connsiteX108" fmla="*/ 2540969 w 5010670"/>
              <a:gd name="connsiteY108" fmla="*/ 1094008 h 2274677"/>
              <a:gd name="connsiteX109" fmla="*/ 2540969 w 5010670"/>
              <a:gd name="connsiteY109" fmla="*/ 1093981 h 2274677"/>
              <a:gd name="connsiteX110" fmla="*/ 2543650 w 5010670"/>
              <a:gd name="connsiteY110" fmla="*/ 1085697 h 2274677"/>
              <a:gd name="connsiteX111" fmla="*/ 4614948 w 5010670"/>
              <a:gd name="connsiteY111" fmla="*/ 1066069 h 2274677"/>
              <a:gd name="connsiteX112" fmla="*/ 4635475 w 5010670"/>
              <a:gd name="connsiteY112" fmla="*/ 1084035 h 2274677"/>
              <a:gd name="connsiteX113" fmla="*/ 4619307 w 5010670"/>
              <a:gd name="connsiteY113" fmla="*/ 1131810 h 2274677"/>
              <a:gd name="connsiteX114" fmla="*/ 4618905 w 5010670"/>
              <a:gd name="connsiteY114" fmla="*/ 1131998 h 2274677"/>
              <a:gd name="connsiteX115" fmla="*/ 4571585 w 5010670"/>
              <a:gd name="connsiteY115" fmla="*/ 1115724 h 2274677"/>
              <a:gd name="connsiteX116" fmla="*/ 4571532 w 5010670"/>
              <a:gd name="connsiteY116" fmla="*/ 1115644 h 2274677"/>
              <a:gd name="connsiteX117" fmla="*/ 4587725 w 5010670"/>
              <a:gd name="connsiteY117" fmla="*/ 1067868 h 2274677"/>
              <a:gd name="connsiteX118" fmla="*/ 4614948 w 5010670"/>
              <a:gd name="connsiteY118" fmla="*/ 1066069 h 2274677"/>
              <a:gd name="connsiteX119" fmla="*/ 3972830 w 5010670"/>
              <a:gd name="connsiteY119" fmla="*/ 1055696 h 2274677"/>
              <a:gd name="connsiteX120" fmla="*/ 4004895 w 5010670"/>
              <a:gd name="connsiteY120" fmla="*/ 1069450 h 2274677"/>
              <a:gd name="connsiteX121" fmla="*/ 3991141 w 5010670"/>
              <a:gd name="connsiteY121" fmla="*/ 1101515 h 2274677"/>
              <a:gd name="connsiteX122" fmla="*/ 3960926 w 5010670"/>
              <a:gd name="connsiteY122" fmla="*/ 1091434 h 2274677"/>
              <a:gd name="connsiteX123" fmla="*/ 3969157 w 5010670"/>
              <a:gd name="connsiteY123" fmla="*/ 1057546 h 2274677"/>
              <a:gd name="connsiteX124" fmla="*/ 3972830 w 5010670"/>
              <a:gd name="connsiteY124" fmla="*/ 1055696 h 2274677"/>
              <a:gd name="connsiteX125" fmla="*/ 4300686 w 5010670"/>
              <a:gd name="connsiteY125" fmla="*/ 1050501 h 2274677"/>
              <a:gd name="connsiteX126" fmla="*/ 4316216 w 5010670"/>
              <a:gd name="connsiteY126" fmla="*/ 1063927 h 2274677"/>
              <a:gd name="connsiteX127" fmla="*/ 4304286 w 5010670"/>
              <a:gd name="connsiteY127" fmla="*/ 1099906 h 2274677"/>
              <a:gd name="connsiteX128" fmla="*/ 4303884 w 5010670"/>
              <a:gd name="connsiteY128" fmla="*/ 1100120 h 2274677"/>
              <a:gd name="connsiteX129" fmla="*/ 4268092 w 5010670"/>
              <a:gd name="connsiteY129" fmla="*/ 1087573 h 2274677"/>
              <a:gd name="connsiteX130" fmla="*/ 4280210 w 5010670"/>
              <a:gd name="connsiteY130" fmla="*/ 1051996 h 2274677"/>
              <a:gd name="connsiteX131" fmla="*/ 4300686 w 5010670"/>
              <a:gd name="connsiteY131" fmla="*/ 1050501 h 2274677"/>
              <a:gd name="connsiteX132" fmla="*/ 1313403 w 5010670"/>
              <a:gd name="connsiteY132" fmla="*/ 1044893 h 2274677"/>
              <a:gd name="connsiteX133" fmla="*/ 1321902 w 5010670"/>
              <a:gd name="connsiteY133" fmla="*/ 1048163 h 2274677"/>
              <a:gd name="connsiteX134" fmla="*/ 1318953 w 5010670"/>
              <a:gd name="connsiteY134" fmla="*/ 1057278 h 2274677"/>
              <a:gd name="connsiteX135" fmla="*/ 1318712 w 5010670"/>
              <a:gd name="connsiteY135" fmla="*/ 1057385 h 2274677"/>
              <a:gd name="connsiteX136" fmla="*/ 1309838 w 5010670"/>
              <a:gd name="connsiteY136" fmla="*/ 1054060 h 2274677"/>
              <a:gd name="connsiteX137" fmla="*/ 1312787 w 5010670"/>
              <a:gd name="connsiteY137" fmla="*/ 1045214 h 2274677"/>
              <a:gd name="connsiteX138" fmla="*/ 1313403 w 5010670"/>
              <a:gd name="connsiteY138" fmla="*/ 1044893 h 2274677"/>
              <a:gd name="connsiteX139" fmla="*/ 865299 w 5010670"/>
              <a:gd name="connsiteY139" fmla="*/ 972434 h 2274677"/>
              <a:gd name="connsiteX140" fmla="*/ 874170 w 5010670"/>
              <a:gd name="connsiteY140" fmla="*/ 980065 h 2274677"/>
              <a:gd name="connsiteX141" fmla="*/ 874196 w 5010670"/>
              <a:gd name="connsiteY141" fmla="*/ 980119 h 2274677"/>
              <a:gd name="connsiteX142" fmla="*/ 867199 w 5010670"/>
              <a:gd name="connsiteY142" fmla="*/ 1000977 h 2274677"/>
              <a:gd name="connsiteX143" fmla="*/ 867199 w 5010670"/>
              <a:gd name="connsiteY143" fmla="*/ 1000173 h 2274677"/>
              <a:gd name="connsiteX144" fmla="*/ 862454 w 5010670"/>
              <a:gd name="connsiteY144" fmla="*/ 1002586 h 2274677"/>
              <a:gd name="connsiteX145" fmla="*/ 843365 w 5010670"/>
              <a:gd name="connsiteY145" fmla="*/ 992451 h 2274677"/>
              <a:gd name="connsiteX146" fmla="*/ 853526 w 5010670"/>
              <a:gd name="connsiteY146" fmla="*/ 973363 h 2274677"/>
              <a:gd name="connsiteX147" fmla="*/ 853633 w 5010670"/>
              <a:gd name="connsiteY147" fmla="*/ 973309 h 2274677"/>
              <a:gd name="connsiteX148" fmla="*/ 865299 w 5010670"/>
              <a:gd name="connsiteY148" fmla="*/ 972434 h 2274677"/>
              <a:gd name="connsiteX149" fmla="*/ 2829557 w 5010670"/>
              <a:gd name="connsiteY149" fmla="*/ 959932 h 2274677"/>
              <a:gd name="connsiteX150" fmla="*/ 2843873 w 5010670"/>
              <a:gd name="connsiteY150" fmla="*/ 964945 h 2274677"/>
              <a:gd name="connsiteX151" fmla="*/ 2838833 w 5010670"/>
              <a:gd name="connsiteY151" fmla="*/ 979262 h 2274677"/>
              <a:gd name="connsiteX152" fmla="*/ 2838565 w 5010670"/>
              <a:gd name="connsiteY152" fmla="*/ 979396 h 2274677"/>
              <a:gd name="connsiteX153" fmla="*/ 2824623 w 5010670"/>
              <a:gd name="connsiteY153" fmla="*/ 974436 h 2274677"/>
              <a:gd name="connsiteX154" fmla="*/ 2824516 w 5010670"/>
              <a:gd name="connsiteY154" fmla="*/ 974222 h 2274677"/>
              <a:gd name="connsiteX155" fmla="*/ 2829557 w 5010670"/>
              <a:gd name="connsiteY155" fmla="*/ 959932 h 2274677"/>
              <a:gd name="connsiteX156" fmla="*/ 2044200 w 5010670"/>
              <a:gd name="connsiteY156" fmla="*/ 956179 h 2274677"/>
              <a:gd name="connsiteX157" fmla="*/ 2053825 w 5010670"/>
              <a:gd name="connsiteY157" fmla="*/ 959691 h 2274677"/>
              <a:gd name="connsiteX158" fmla="*/ 2050608 w 5010670"/>
              <a:gd name="connsiteY158" fmla="*/ 969343 h 2274677"/>
              <a:gd name="connsiteX159" fmla="*/ 2040822 w 5010670"/>
              <a:gd name="connsiteY159" fmla="*/ 965991 h 2274677"/>
              <a:gd name="connsiteX160" fmla="*/ 2044173 w 5010670"/>
              <a:gd name="connsiteY160" fmla="*/ 956206 h 2274677"/>
              <a:gd name="connsiteX161" fmla="*/ 2044200 w 5010670"/>
              <a:gd name="connsiteY161" fmla="*/ 956179 h 2274677"/>
              <a:gd name="connsiteX162" fmla="*/ 411906 w 5010670"/>
              <a:gd name="connsiteY162" fmla="*/ 923441 h 2274677"/>
              <a:gd name="connsiteX163" fmla="*/ 428046 w 5010670"/>
              <a:gd name="connsiteY163" fmla="*/ 931002 h 2274677"/>
              <a:gd name="connsiteX164" fmla="*/ 422416 w 5010670"/>
              <a:gd name="connsiteY164" fmla="*/ 946820 h 2274677"/>
              <a:gd name="connsiteX165" fmla="*/ 422255 w 5010670"/>
              <a:gd name="connsiteY165" fmla="*/ 946900 h 2274677"/>
              <a:gd name="connsiteX166" fmla="*/ 405525 w 5010670"/>
              <a:gd name="connsiteY166" fmla="*/ 941994 h 2274677"/>
              <a:gd name="connsiteX167" fmla="*/ 404345 w 5010670"/>
              <a:gd name="connsiteY167" fmla="*/ 939608 h 2274677"/>
              <a:gd name="connsiteX168" fmla="*/ 411906 w 5010670"/>
              <a:gd name="connsiteY168" fmla="*/ 923441 h 2274677"/>
              <a:gd name="connsiteX169" fmla="*/ 3135780 w 5010670"/>
              <a:gd name="connsiteY169" fmla="*/ 856609 h 2274677"/>
              <a:gd name="connsiteX170" fmla="*/ 3145275 w 5010670"/>
              <a:gd name="connsiteY170" fmla="*/ 864783 h 2274677"/>
              <a:gd name="connsiteX171" fmla="*/ 3138036 w 5010670"/>
              <a:gd name="connsiteY171" fmla="*/ 886767 h 2274677"/>
              <a:gd name="connsiteX172" fmla="*/ 3116051 w 5010670"/>
              <a:gd name="connsiteY172" fmla="*/ 879529 h 2274677"/>
              <a:gd name="connsiteX173" fmla="*/ 3123290 w 5010670"/>
              <a:gd name="connsiteY173" fmla="*/ 857544 h 2274677"/>
              <a:gd name="connsiteX174" fmla="*/ 3135780 w 5010670"/>
              <a:gd name="connsiteY174" fmla="*/ 856609 h 2274677"/>
              <a:gd name="connsiteX175" fmla="*/ 1559711 w 5010670"/>
              <a:gd name="connsiteY175" fmla="*/ 852985 h 2274677"/>
              <a:gd name="connsiteX176" fmla="*/ 1573384 w 5010670"/>
              <a:gd name="connsiteY176" fmla="*/ 857543 h 2274677"/>
              <a:gd name="connsiteX177" fmla="*/ 1568827 w 5010670"/>
              <a:gd name="connsiteY177" fmla="*/ 871216 h 2274677"/>
              <a:gd name="connsiteX178" fmla="*/ 1568719 w 5010670"/>
              <a:gd name="connsiteY178" fmla="*/ 871270 h 2274677"/>
              <a:gd name="connsiteX179" fmla="*/ 1555153 w 5010670"/>
              <a:gd name="connsiteY179" fmla="*/ 866390 h 2274677"/>
              <a:gd name="connsiteX180" fmla="*/ 1555073 w 5010670"/>
              <a:gd name="connsiteY180" fmla="*/ 866229 h 2274677"/>
              <a:gd name="connsiteX181" fmla="*/ 1559711 w 5010670"/>
              <a:gd name="connsiteY181" fmla="*/ 852985 h 2274677"/>
              <a:gd name="connsiteX182" fmla="*/ 2325170 w 5010670"/>
              <a:gd name="connsiteY182" fmla="*/ 802375 h 2274677"/>
              <a:gd name="connsiteX183" fmla="*/ 2331849 w 5010670"/>
              <a:gd name="connsiteY183" fmla="*/ 808213 h 2274677"/>
              <a:gd name="connsiteX184" fmla="*/ 2331876 w 5010670"/>
              <a:gd name="connsiteY184" fmla="*/ 808293 h 2274677"/>
              <a:gd name="connsiteX185" fmla="*/ 2326755 w 5010670"/>
              <a:gd name="connsiteY185" fmla="*/ 823763 h 2274677"/>
              <a:gd name="connsiteX186" fmla="*/ 2313189 w 5010670"/>
              <a:gd name="connsiteY186" fmla="*/ 819232 h 2274677"/>
              <a:gd name="connsiteX187" fmla="*/ 2316299 w 5010670"/>
              <a:gd name="connsiteY187" fmla="*/ 802851 h 2274677"/>
              <a:gd name="connsiteX188" fmla="*/ 2325170 w 5010670"/>
              <a:gd name="connsiteY188" fmla="*/ 802375 h 2274677"/>
              <a:gd name="connsiteX189" fmla="*/ 3443842 w 5010670"/>
              <a:gd name="connsiteY189" fmla="*/ 776429 h 2274677"/>
              <a:gd name="connsiteX190" fmla="*/ 3456865 w 5010670"/>
              <a:gd name="connsiteY190" fmla="*/ 788936 h 2274677"/>
              <a:gd name="connsiteX191" fmla="*/ 3444747 w 5010670"/>
              <a:gd name="connsiteY191" fmla="*/ 820009 h 2274677"/>
              <a:gd name="connsiteX192" fmla="*/ 3442521 w 5010670"/>
              <a:gd name="connsiteY192" fmla="*/ 821135 h 2274677"/>
              <a:gd name="connsiteX193" fmla="*/ 3411448 w 5010670"/>
              <a:gd name="connsiteY193" fmla="*/ 808990 h 2274677"/>
              <a:gd name="connsiteX194" fmla="*/ 3423566 w 5010670"/>
              <a:gd name="connsiteY194" fmla="*/ 777917 h 2274677"/>
              <a:gd name="connsiteX195" fmla="*/ 3425792 w 5010670"/>
              <a:gd name="connsiteY195" fmla="*/ 776791 h 2274677"/>
              <a:gd name="connsiteX196" fmla="*/ 3443842 w 5010670"/>
              <a:gd name="connsiteY196" fmla="*/ 776429 h 2274677"/>
              <a:gd name="connsiteX197" fmla="*/ 1100118 w 5010670"/>
              <a:gd name="connsiteY197" fmla="*/ 763656 h 2274677"/>
              <a:gd name="connsiteX198" fmla="*/ 1111683 w 5010670"/>
              <a:gd name="connsiteY198" fmla="*/ 772849 h 2274677"/>
              <a:gd name="connsiteX199" fmla="*/ 1104203 w 5010670"/>
              <a:gd name="connsiteY199" fmla="*/ 799097 h 2274677"/>
              <a:gd name="connsiteX200" fmla="*/ 1102621 w 5010670"/>
              <a:gd name="connsiteY200" fmla="*/ 799901 h 2274677"/>
              <a:gd name="connsiteX201" fmla="*/ 1077393 w 5010670"/>
              <a:gd name="connsiteY201" fmla="*/ 790517 h 2274677"/>
              <a:gd name="connsiteX202" fmla="*/ 1085436 w 5010670"/>
              <a:gd name="connsiteY202" fmla="*/ 765342 h 2274677"/>
              <a:gd name="connsiteX203" fmla="*/ 1100118 w 5010670"/>
              <a:gd name="connsiteY203" fmla="*/ 763656 h 2274677"/>
              <a:gd name="connsiteX204" fmla="*/ 3752874 w 5010670"/>
              <a:gd name="connsiteY204" fmla="*/ 720440 h 2274677"/>
              <a:gd name="connsiteX205" fmla="*/ 3771270 w 5010670"/>
              <a:gd name="connsiteY205" fmla="*/ 736523 h 2274677"/>
              <a:gd name="connsiteX206" fmla="*/ 3756819 w 5010670"/>
              <a:gd name="connsiteY206" fmla="*/ 779258 h 2274677"/>
              <a:gd name="connsiteX207" fmla="*/ 3756578 w 5010670"/>
              <a:gd name="connsiteY207" fmla="*/ 779392 h 2274677"/>
              <a:gd name="connsiteX208" fmla="*/ 3714191 w 5010670"/>
              <a:gd name="connsiteY208" fmla="*/ 765049 h 2274677"/>
              <a:gd name="connsiteX209" fmla="*/ 3714083 w 5010670"/>
              <a:gd name="connsiteY209" fmla="*/ 764807 h 2274677"/>
              <a:gd name="connsiteX210" fmla="*/ 3728507 w 5010670"/>
              <a:gd name="connsiteY210" fmla="*/ 722072 h 2274677"/>
              <a:gd name="connsiteX211" fmla="*/ 3752874 w 5010670"/>
              <a:gd name="connsiteY211" fmla="*/ 720440 h 2274677"/>
              <a:gd name="connsiteX212" fmla="*/ 4690204 w 5010670"/>
              <a:gd name="connsiteY212" fmla="*/ 719863 h 2274677"/>
              <a:gd name="connsiteX213" fmla="*/ 4714404 w 5010670"/>
              <a:gd name="connsiteY213" fmla="*/ 740839 h 2274677"/>
              <a:gd name="connsiteX214" fmla="*/ 4695717 w 5010670"/>
              <a:gd name="connsiteY214" fmla="*/ 796952 h 2274677"/>
              <a:gd name="connsiteX215" fmla="*/ 4695368 w 5010670"/>
              <a:gd name="connsiteY215" fmla="*/ 797140 h 2274677"/>
              <a:gd name="connsiteX216" fmla="*/ 4639415 w 5010670"/>
              <a:gd name="connsiteY216" fmla="*/ 777917 h 2274677"/>
              <a:gd name="connsiteX217" fmla="*/ 4658263 w 5010670"/>
              <a:gd name="connsiteY217" fmla="*/ 722152 h 2274677"/>
              <a:gd name="connsiteX218" fmla="*/ 4690204 w 5010670"/>
              <a:gd name="connsiteY218" fmla="*/ 719863 h 2274677"/>
              <a:gd name="connsiteX219" fmla="*/ 4064467 w 5010670"/>
              <a:gd name="connsiteY219" fmla="*/ 696958 h 2274677"/>
              <a:gd name="connsiteX220" fmla="*/ 4083261 w 5010670"/>
              <a:gd name="connsiteY220" fmla="*/ 713493 h 2274677"/>
              <a:gd name="connsiteX221" fmla="*/ 4068354 w 5010670"/>
              <a:gd name="connsiteY221" fmla="*/ 757274 h 2274677"/>
              <a:gd name="connsiteX222" fmla="*/ 4024653 w 5010670"/>
              <a:gd name="connsiteY222" fmla="*/ 742528 h 2274677"/>
              <a:gd name="connsiteX223" fmla="*/ 4024573 w 5010670"/>
              <a:gd name="connsiteY223" fmla="*/ 742367 h 2274677"/>
              <a:gd name="connsiteX224" fmla="*/ 4039480 w 5010670"/>
              <a:gd name="connsiteY224" fmla="*/ 698560 h 2274677"/>
              <a:gd name="connsiteX225" fmla="*/ 4064467 w 5010670"/>
              <a:gd name="connsiteY225" fmla="*/ 696958 h 2274677"/>
              <a:gd name="connsiteX226" fmla="*/ 4379653 w 5010670"/>
              <a:gd name="connsiteY226" fmla="*/ 690654 h 2274677"/>
              <a:gd name="connsiteX227" fmla="*/ 4403860 w 5010670"/>
              <a:gd name="connsiteY227" fmla="*/ 711911 h 2274677"/>
              <a:gd name="connsiteX228" fmla="*/ 4384717 w 5010670"/>
              <a:gd name="connsiteY228" fmla="*/ 768266 h 2274677"/>
              <a:gd name="connsiteX229" fmla="*/ 4328415 w 5010670"/>
              <a:gd name="connsiteY229" fmla="*/ 749231 h 2274677"/>
              <a:gd name="connsiteX230" fmla="*/ 4328362 w 5010670"/>
              <a:gd name="connsiteY230" fmla="*/ 749123 h 2274677"/>
              <a:gd name="connsiteX231" fmla="*/ 4347505 w 5010670"/>
              <a:gd name="connsiteY231" fmla="*/ 692741 h 2274677"/>
              <a:gd name="connsiteX232" fmla="*/ 4379653 w 5010670"/>
              <a:gd name="connsiteY232" fmla="*/ 690654 h 2274677"/>
              <a:gd name="connsiteX233" fmla="*/ 1830136 w 5010670"/>
              <a:gd name="connsiteY233" fmla="*/ 676283 h 2274677"/>
              <a:gd name="connsiteX234" fmla="*/ 1838538 w 5010670"/>
              <a:gd name="connsiteY234" fmla="*/ 683813 h 2274677"/>
              <a:gd name="connsiteX235" fmla="*/ 1831836 w 5010670"/>
              <a:gd name="connsiteY235" fmla="*/ 703920 h 2274677"/>
              <a:gd name="connsiteX236" fmla="*/ 1811728 w 5010670"/>
              <a:gd name="connsiteY236" fmla="*/ 697218 h 2274677"/>
              <a:gd name="connsiteX237" fmla="*/ 1818430 w 5010670"/>
              <a:gd name="connsiteY237" fmla="*/ 677110 h 2274677"/>
              <a:gd name="connsiteX238" fmla="*/ 1818860 w 5010670"/>
              <a:gd name="connsiteY238" fmla="*/ 676896 h 2274677"/>
              <a:gd name="connsiteX239" fmla="*/ 1830136 w 5010670"/>
              <a:gd name="connsiteY239" fmla="*/ 676283 h 2274677"/>
              <a:gd name="connsiteX240" fmla="*/ 637094 w 5010670"/>
              <a:gd name="connsiteY240" fmla="*/ 671337 h 2274677"/>
              <a:gd name="connsiteX241" fmla="*/ 681002 w 5010670"/>
              <a:gd name="connsiteY241" fmla="*/ 696815 h 2274677"/>
              <a:gd name="connsiteX242" fmla="*/ 660224 w 5010670"/>
              <a:gd name="connsiteY242" fmla="*/ 758344 h 2274677"/>
              <a:gd name="connsiteX243" fmla="*/ 598694 w 5010670"/>
              <a:gd name="connsiteY243" fmla="*/ 737567 h 2274677"/>
              <a:gd name="connsiteX244" fmla="*/ 619472 w 5010670"/>
              <a:gd name="connsiteY244" fmla="*/ 676037 h 2274677"/>
              <a:gd name="connsiteX245" fmla="*/ 637094 w 5010670"/>
              <a:gd name="connsiteY245" fmla="*/ 671337 h 2274677"/>
              <a:gd name="connsiteX246" fmla="*/ 2610559 w 5010670"/>
              <a:gd name="connsiteY246" fmla="*/ 669420 h 2274677"/>
              <a:gd name="connsiteX247" fmla="*/ 2620059 w 5010670"/>
              <a:gd name="connsiteY247" fmla="*/ 677111 h 2274677"/>
              <a:gd name="connsiteX248" fmla="*/ 2613893 w 5010670"/>
              <a:gd name="connsiteY248" fmla="*/ 700972 h 2274677"/>
              <a:gd name="connsiteX249" fmla="*/ 2613866 w 5010670"/>
              <a:gd name="connsiteY249" fmla="*/ 700999 h 2274677"/>
              <a:gd name="connsiteX250" fmla="*/ 2590568 w 5010670"/>
              <a:gd name="connsiteY250" fmla="*/ 692929 h 2274677"/>
              <a:gd name="connsiteX251" fmla="*/ 2590273 w 5010670"/>
              <a:gd name="connsiteY251" fmla="*/ 692366 h 2274677"/>
              <a:gd name="connsiteX252" fmla="*/ 2598343 w 5010670"/>
              <a:gd name="connsiteY252" fmla="*/ 669873 h 2274677"/>
              <a:gd name="connsiteX253" fmla="*/ 2610559 w 5010670"/>
              <a:gd name="connsiteY253" fmla="*/ 669420 h 2274677"/>
              <a:gd name="connsiteX254" fmla="*/ 1351019 w 5010670"/>
              <a:gd name="connsiteY254" fmla="*/ 569109 h 2274677"/>
              <a:gd name="connsiteX255" fmla="*/ 1365014 w 5010670"/>
              <a:gd name="connsiteY255" fmla="*/ 581156 h 2274677"/>
              <a:gd name="connsiteX256" fmla="*/ 1354343 w 5010670"/>
              <a:gd name="connsiteY256" fmla="*/ 613570 h 2274677"/>
              <a:gd name="connsiteX257" fmla="*/ 1354290 w 5010670"/>
              <a:gd name="connsiteY257" fmla="*/ 613597 h 2274677"/>
              <a:gd name="connsiteX258" fmla="*/ 1321902 w 5010670"/>
              <a:gd name="connsiteY258" fmla="*/ 602846 h 2274677"/>
              <a:gd name="connsiteX259" fmla="*/ 1332600 w 5010670"/>
              <a:gd name="connsiteY259" fmla="*/ 570488 h 2274677"/>
              <a:gd name="connsiteX260" fmla="*/ 1351019 w 5010670"/>
              <a:gd name="connsiteY260" fmla="*/ 569109 h 2274677"/>
              <a:gd name="connsiteX261" fmla="*/ 2906890 w 5010670"/>
              <a:gd name="connsiteY261" fmla="*/ 555761 h 2274677"/>
              <a:gd name="connsiteX262" fmla="*/ 2921086 w 5010670"/>
              <a:gd name="connsiteY262" fmla="*/ 567889 h 2274677"/>
              <a:gd name="connsiteX263" fmla="*/ 2910415 w 5010670"/>
              <a:gd name="connsiteY263" fmla="*/ 600702 h 2274677"/>
              <a:gd name="connsiteX264" fmla="*/ 2877439 w 5010670"/>
              <a:gd name="connsiteY264" fmla="*/ 589709 h 2274677"/>
              <a:gd name="connsiteX265" fmla="*/ 2888270 w 5010670"/>
              <a:gd name="connsiteY265" fmla="*/ 557223 h 2274677"/>
              <a:gd name="connsiteX266" fmla="*/ 2906890 w 5010670"/>
              <a:gd name="connsiteY266" fmla="*/ 555761 h 2274677"/>
              <a:gd name="connsiteX267" fmla="*/ 2104792 w 5010670"/>
              <a:gd name="connsiteY267" fmla="*/ 518178 h 2274677"/>
              <a:gd name="connsiteX268" fmla="*/ 2117097 w 5010670"/>
              <a:gd name="connsiteY268" fmla="*/ 528850 h 2274677"/>
              <a:gd name="connsiteX269" fmla="*/ 2106641 w 5010670"/>
              <a:gd name="connsiteY269" fmla="*/ 555661 h 2274677"/>
              <a:gd name="connsiteX270" fmla="*/ 2079027 w 5010670"/>
              <a:gd name="connsiteY270" fmla="*/ 547885 h 2274677"/>
              <a:gd name="connsiteX271" fmla="*/ 2088544 w 5010670"/>
              <a:gd name="connsiteY271" fmla="*/ 519332 h 2274677"/>
              <a:gd name="connsiteX272" fmla="*/ 2104792 w 5010670"/>
              <a:gd name="connsiteY272" fmla="*/ 518178 h 2274677"/>
              <a:gd name="connsiteX273" fmla="*/ 872734 w 5010670"/>
              <a:gd name="connsiteY273" fmla="*/ 466128 h 2274677"/>
              <a:gd name="connsiteX274" fmla="*/ 917871 w 5010670"/>
              <a:gd name="connsiteY274" fmla="*/ 492387 h 2274677"/>
              <a:gd name="connsiteX275" fmla="*/ 896423 w 5010670"/>
              <a:gd name="connsiteY275" fmla="*/ 555659 h 2274677"/>
              <a:gd name="connsiteX276" fmla="*/ 833150 w 5010670"/>
              <a:gd name="connsiteY276" fmla="*/ 534211 h 2274677"/>
              <a:gd name="connsiteX277" fmla="*/ 854599 w 5010670"/>
              <a:gd name="connsiteY277" fmla="*/ 470939 h 2274677"/>
              <a:gd name="connsiteX278" fmla="*/ 872734 w 5010670"/>
              <a:gd name="connsiteY278" fmla="*/ 466128 h 2274677"/>
              <a:gd name="connsiteX279" fmla="*/ 3210987 w 5010670"/>
              <a:gd name="connsiteY279" fmla="*/ 463378 h 2274677"/>
              <a:gd name="connsiteX280" fmla="*/ 3229513 w 5010670"/>
              <a:gd name="connsiteY280" fmla="*/ 479892 h 2274677"/>
              <a:gd name="connsiteX281" fmla="*/ 3214445 w 5010670"/>
              <a:gd name="connsiteY281" fmla="*/ 523220 h 2274677"/>
              <a:gd name="connsiteX282" fmla="*/ 3214311 w 5010670"/>
              <a:gd name="connsiteY282" fmla="*/ 523293 h 2274677"/>
              <a:gd name="connsiteX283" fmla="*/ 3171281 w 5010670"/>
              <a:gd name="connsiteY283" fmla="*/ 508474 h 2274677"/>
              <a:gd name="connsiteX284" fmla="*/ 3171119 w 5010670"/>
              <a:gd name="connsiteY284" fmla="*/ 508139 h 2274677"/>
              <a:gd name="connsiteX285" fmla="*/ 3186187 w 5010670"/>
              <a:gd name="connsiteY285" fmla="*/ 464811 h 2274677"/>
              <a:gd name="connsiteX286" fmla="*/ 3210987 w 5010670"/>
              <a:gd name="connsiteY286" fmla="*/ 463378 h 2274677"/>
              <a:gd name="connsiteX287" fmla="*/ 3519329 w 5010670"/>
              <a:gd name="connsiteY287" fmla="*/ 392998 h 2274677"/>
              <a:gd name="connsiteX288" fmla="*/ 3543328 w 5010670"/>
              <a:gd name="connsiteY288" fmla="*/ 413878 h 2274677"/>
              <a:gd name="connsiteX289" fmla="*/ 3524641 w 5010670"/>
              <a:gd name="connsiteY289" fmla="*/ 469600 h 2274677"/>
              <a:gd name="connsiteX290" fmla="*/ 3524560 w 5010670"/>
              <a:gd name="connsiteY290" fmla="*/ 469643 h 2274677"/>
              <a:gd name="connsiteX291" fmla="*/ 3468875 w 5010670"/>
              <a:gd name="connsiteY291" fmla="*/ 450833 h 2274677"/>
              <a:gd name="connsiteX292" fmla="*/ 3487589 w 5010670"/>
              <a:gd name="connsiteY292" fmla="*/ 395199 h 2274677"/>
              <a:gd name="connsiteX293" fmla="*/ 3519329 w 5010670"/>
              <a:gd name="connsiteY293" fmla="*/ 392998 h 2274677"/>
              <a:gd name="connsiteX294" fmla="*/ 1611726 w 5010670"/>
              <a:gd name="connsiteY294" fmla="*/ 391251 h 2274677"/>
              <a:gd name="connsiteX295" fmla="*/ 1629954 w 5010670"/>
              <a:gd name="connsiteY295" fmla="*/ 405253 h 2274677"/>
              <a:gd name="connsiteX296" fmla="*/ 1616548 w 5010670"/>
              <a:gd name="connsiteY296" fmla="*/ 445469 h 2274677"/>
              <a:gd name="connsiteX297" fmla="*/ 1576333 w 5010670"/>
              <a:gd name="connsiteY297" fmla="*/ 432063 h 2274677"/>
              <a:gd name="connsiteX298" fmla="*/ 1588934 w 5010670"/>
              <a:gd name="connsiteY298" fmla="*/ 394234 h 2274677"/>
              <a:gd name="connsiteX299" fmla="*/ 1611726 w 5010670"/>
              <a:gd name="connsiteY299" fmla="*/ 391251 h 2274677"/>
              <a:gd name="connsiteX300" fmla="*/ 2388073 w 5010670"/>
              <a:gd name="connsiteY300" fmla="*/ 376704 h 2274677"/>
              <a:gd name="connsiteX301" fmla="*/ 2404237 w 5010670"/>
              <a:gd name="connsiteY301" fmla="*/ 390777 h 2274677"/>
              <a:gd name="connsiteX302" fmla="*/ 2405309 w 5010670"/>
              <a:gd name="connsiteY302" fmla="*/ 392952 h 2274677"/>
              <a:gd name="connsiteX303" fmla="*/ 2391636 w 5010670"/>
              <a:gd name="connsiteY303" fmla="*/ 428312 h 2274677"/>
              <a:gd name="connsiteX304" fmla="*/ 2389464 w 5010670"/>
              <a:gd name="connsiteY304" fmla="*/ 429392 h 2274677"/>
              <a:gd name="connsiteX305" fmla="*/ 2354101 w 5010670"/>
              <a:gd name="connsiteY305" fmla="*/ 415711 h 2274677"/>
              <a:gd name="connsiteX306" fmla="*/ 2366702 w 5010670"/>
              <a:gd name="connsiteY306" fmla="*/ 378177 h 2274677"/>
              <a:gd name="connsiteX307" fmla="*/ 2388073 w 5010670"/>
              <a:gd name="connsiteY307" fmla="*/ 376704 h 2274677"/>
              <a:gd name="connsiteX308" fmla="*/ 4748673 w 5010670"/>
              <a:gd name="connsiteY308" fmla="*/ 362482 h 2274677"/>
              <a:gd name="connsiteX309" fmla="*/ 4799447 w 5010670"/>
              <a:gd name="connsiteY309" fmla="*/ 393073 h 2274677"/>
              <a:gd name="connsiteX310" fmla="*/ 4774004 w 5010670"/>
              <a:gd name="connsiteY310" fmla="*/ 464506 h 2274677"/>
              <a:gd name="connsiteX311" fmla="*/ 4703492 w 5010670"/>
              <a:gd name="connsiteY311" fmla="*/ 440913 h 2274677"/>
              <a:gd name="connsiteX312" fmla="*/ 4702581 w 5010670"/>
              <a:gd name="connsiteY312" fmla="*/ 439060 h 2274677"/>
              <a:gd name="connsiteX313" fmla="*/ 4728024 w 5010670"/>
              <a:gd name="connsiteY313" fmla="*/ 367626 h 2274677"/>
              <a:gd name="connsiteX314" fmla="*/ 4748673 w 5010670"/>
              <a:gd name="connsiteY314" fmla="*/ 362482 h 2274677"/>
              <a:gd name="connsiteX315" fmla="*/ 3810814 w 5010670"/>
              <a:gd name="connsiteY315" fmla="*/ 345788 h 2274677"/>
              <a:gd name="connsiteX316" fmla="*/ 3862183 w 5010670"/>
              <a:gd name="connsiteY316" fmla="*/ 370937 h 2274677"/>
              <a:gd name="connsiteX317" fmla="*/ 3838858 w 5010670"/>
              <a:gd name="connsiteY317" fmla="*/ 440109 h 2274677"/>
              <a:gd name="connsiteX318" fmla="*/ 3769687 w 5010670"/>
              <a:gd name="connsiteY318" fmla="*/ 416784 h 2274677"/>
              <a:gd name="connsiteX319" fmla="*/ 3791377 w 5010670"/>
              <a:gd name="connsiteY319" fmla="*/ 352465 h 2274677"/>
              <a:gd name="connsiteX320" fmla="*/ 3810814 w 5010670"/>
              <a:gd name="connsiteY320" fmla="*/ 345788 h 2274677"/>
              <a:gd name="connsiteX321" fmla="*/ 4140830 w 5010670"/>
              <a:gd name="connsiteY321" fmla="*/ 339436 h 2274677"/>
              <a:gd name="connsiteX322" fmla="*/ 4164604 w 5010670"/>
              <a:gd name="connsiteY322" fmla="*/ 359946 h 2274677"/>
              <a:gd name="connsiteX323" fmla="*/ 4146104 w 5010670"/>
              <a:gd name="connsiteY323" fmla="*/ 415175 h 2274677"/>
              <a:gd name="connsiteX324" fmla="*/ 4091331 w 5010670"/>
              <a:gd name="connsiteY324" fmla="*/ 396825 h 2274677"/>
              <a:gd name="connsiteX325" fmla="*/ 4109535 w 5010670"/>
              <a:gd name="connsiteY325" fmla="*/ 341743 h 2274677"/>
              <a:gd name="connsiteX326" fmla="*/ 4140830 w 5010670"/>
              <a:gd name="connsiteY326" fmla="*/ 339436 h 2274677"/>
              <a:gd name="connsiteX327" fmla="*/ 4436802 w 5010670"/>
              <a:gd name="connsiteY327" fmla="*/ 335081 h 2274677"/>
              <a:gd name="connsiteX328" fmla="*/ 4485819 w 5010670"/>
              <a:gd name="connsiteY328" fmla="*/ 363423 h 2274677"/>
              <a:gd name="connsiteX329" fmla="*/ 4462734 w 5010670"/>
              <a:gd name="connsiteY329" fmla="*/ 432066 h 2274677"/>
              <a:gd name="connsiteX330" fmla="*/ 4394100 w 5010670"/>
              <a:gd name="connsiteY330" fmla="*/ 409009 h 2274677"/>
              <a:gd name="connsiteX331" fmla="*/ 4394100 w 5010670"/>
              <a:gd name="connsiteY331" fmla="*/ 408991 h 2274677"/>
              <a:gd name="connsiteX332" fmla="*/ 4417157 w 5010670"/>
              <a:gd name="connsiteY332" fmla="*/ 340345 h 2274677"/>
              <a:gd name="connsiteX333" fmla="*/ 4436802 w 5010670"/>
              <a:gd name="connsiteY333" fmla="*/ 335081 h 2274677"/>
              <a:gd name="connsiteX334" fmla="*/ 1119827 w 5010670"/>
              <a:gd name="connsiteY334" fmla="*/ 271003 h 2274677"/>
              <a:gd name="connsiteX335" fmla="*/ 1168843 w 5010670"/>
              <a:gd name="connsiteY335" fmla="*/ 299345 h 2274677"/>
              <a:gd name="connsiteX336" fmla="*/ 1145760 w 5010670"/>
              <a:gd name="connsiteY336" fmla="*/ 367987 h 2274677"/>
              <a:gd name="connsiteX337" fmla="*/ 1077125 w 5010670"/>
              <a:gd name="connsiteY337" fmla="*/ 344930 h 2274677"/>
              <a:gd name="connsiteX338" fmla="*/ 1077125 w 5010670"/>
              <a:gd name="connsiteY338" fmla="*/ 344912 h 2274677"/>
              <a:gd name="connsiteX339" fmla="*/ 1100182 w 5010670"/>
              <a:gd name="connsiteY339" fmla="*/ 276267 h 2274677"/>
              <a:gd name="connsiteX340" fmla="*/ 1119827 w 5010670"/>
              <a:gd name="connsiteY340" fmla="*/ 271003 h 2274677"/>
              <a:gd name="connsiteX341" fmla="*/ 2681187 w 5010670"/>
              <a:gd name="connsiteY341" fmla="*/ 254885 h 2274677"/>
              <a:gd name="connsiteX342" fmla="*/ 2702072 w 5010670"/>
              <a:gd name="connsiteY342" fmla="*/ 273094 h 2274677"/>
              <a:gd name="connsiteX343" fmla="*/ 2685745 w 5010670"/>
              <a:gd name="connsiteY343" fmla="*/ 321607 h 2274677"/>
              <a:gd name="connsiteX344" fmla="*/ 2685718 w 5010670"/>
              <a:gd name="connsiteY344" fmla="*/ 321620 h 2274677"/>
              <a:gd name="connsiteX345" fmla="*/ 2637218 w 5010670"/>
              <a:gd name="connsiteY345" fmla="*/ 305253 h 2274677"/>
              <a:gd name="connsiteX346" fmla="*/ 2653546 w 5010670"/>
              <a:gd name="connsiteY346" fmla="*/ 256769 h 2274677"/>
              <a:gd name="connsiteX347" fmla="*/ 2681187 w 5010670"/>
              <a:gd name="connsiteY347" fmla="*/ 254885 h 2274677"/>
              <a:gd name="connsiteX348" fmla="*/ 1885312 w 5010670"/>
              <a:gd name="connsiteY348" fmla="*/ 226634 h 2274677"/>
              <a:gd name="connsiteX349" fmla="*/ 1906798 w 5010670"/>
              <a:gd name="connsiteY349" fmla="*/ 245379 h 2274677"/>
              <a:gd name="connsiteX350" fmla="*/ 1890014 w 5010670"/>
              <a:gd name="connsiteY350" fmla="*/ 295331 h 2274677"/>
              <a:gd name="connsiteX351" fmla="*/ 1840147 w 5010670"/>
              <a:gd name="connsiteY351" fmla="*/ 278709 h 2274677"/>
              <a:gd name="connsiteX352" fmla="*/ 1840067 w 5010670"/>
              <a:gd name="connsiteY352" fmla="*/ 278535 h 2274677"/>
              <a:gd name="connsiteX353" fmla="*/ 1856850 w 5010670"/>
              <a:gd name="connsiteY353" fmla="*/ 228582 h 2274677"/>
              <a:gd name="connsiteX354" fmla="*/ 1885312 w 5010670"/>
              <a:gd name="connsiteY354" fmla="*/ 226634 h 2274677"/>
              <a:gd name="connsiteX355" fmla="*/ 2964450 w 5010670"/>
              <a:gd name="connsiteY355" fmla="*/ 150066 h 2274677"/>
              <a:gd name="connsiteX356" fmla="*/ 3007872 w 5010670"/>
              <a:gd name="connsiteY356" fmla="*/ 175019 h 2274677"/>
              <a:gd name="connsiteX357" fmla="*/ 2987630 w 5010670"/>
              <a:gd name="connsiteY357" fmla="*/ 235814 h 2274677"/>
              <a:gd name="connsiteX358" fmla="*/ 2926770 w 5010670"/>
              <a:gd name="connsiteY358" fmla="*/ 215438 h 2274677"/>
              <a:gd name="connsiteX359" fmla="*/ 2947092 w 5010670"/>
              <a:gd name="connsiteY359" fmla="*/ 154775 h 2274677"/>
              <a:gd name="connsiteX360" fmla="*/ 2964450 w 5010670"/>
              <a:gd name="connsiteY360" fmla="*/ 150066 h 2274677"/>
              <a:gd name="connsiteX361" fmla="*/ 1379070 w 5010670"/>
              <a:gd name="connsiteY361" fmla="*/ 90592 h 2274677"/>
              <a:gd name="connsiteX362" fmla="*/ 1432683 w 5010670"/>
              <a:gd name="connsiteY362" fmla="*/ 122234 h 2274677"/>
              <a:gd name="connsiteX363" fmla="*/ 1406623 w 5010670"/>
              <a:gd name="connsiteY363" fmla="*/ 197475 h 2274677"/>
              <a:gd name="connsiteX364" fmla="*/ 1406355 w 5010670"/>
              <a:gd name="connsiteY364" fmla="*/ 197606 h 2274677"/>
              <a:gd name="connsiteX365" fmla="*/ 1331018 w 5010670"/>
              <a:gd name="connsiteY365" fmla="*/ 170664 h 2274677"/>
              <a:gd name="connsiteX366" fmla="*/ 1357426 w 5010670"/>
              <a:gd name="connsiteY366" fmla="*/ 96186 h 2274677"/>
              <a:gd name="connsiteX367" fmla="*/ 1379070 w 5010670"/>
              <a:gd name="connsiteY367" fmla="*/ 90592 h 2274677"/>
              <a:gd name="connsiteX368" fmla="*/ 2150077 w 5010670"/>
              <a:gd name="connsiteY368" fmla="*/ 78661 h 2274677"/>
              <a:gd name="connsiteX369" fmla="*/ 2192944 w 5010670"/>
              <a:gd name="connsiteY369" fmla="*/ 103379 h 2274677"/>
              <a:gd name="connsiteX370" fmla="*/ 2172863 w 5010670"/>
              <a:gd name="connsiteY370" fmla="*/ 163426 h 2274677"/>
              <a:gd name="connsiteX371" fmla="*/ 2172836 w 5010670"/>
              <a:gd name="connsiteY371" fmla="*/ 163434 h 2274677"/>
              <a:gd name="connsiteX372" fmla="*/ 2112808 w 5010670"/>
              <a:gd name="connsiteY372" fmla="*/ 143318 h 2274677"/>
              <a:gd name="connsiteX373" fmla="*/ 2132916 w 5010670"/>
              <a:gd name="connsiteY373" fmla="*/ 83287 h 2274677"/>
              <a:gd name="connsiteX374" fmla="*/ 2150077 w 5010670"/>
              <a:gd name="connsiteY374" fmla="*/ 78661 h 2274677"/>
              <a:gd name="connsiteX375" fmla="*/ 3268805 w 5010670"/>
              <a:gd name="connsiteY375" fmla="*/ 66588 h 2274677"/>
              <a:gd name="connsiteX376" fmla="*/ 3321874 w 5010670"/>
              <a:gd name="connsiteY376" fmla="*/ 97383 h 2274677"/>
              <a:gd name="connsiteX377" fmla="*/ 3296753 w 5010670"/>
              <a:gd name="connsiteY377" fmla="*/ 171738 h 2274677"/>
              <a:gd name="connsiteX378" fmla="*/ 3222488 w 5010670"/>
              <a:gd name="connsiteY378" fmla="*/ 146805 h 2274677"/>
              <a:gd name="connsiteX379" fmla="*/ 3222408 w 5010670"/>
              <a:gd name="connsiteY379" fmla="*/ 146620 h 2274677"/>
              <a:gd name="connsiteX380" fmla="*/ 3247502 w 5010670"/>
              <a:gd name="connsiteY380" fmla="*/ 72261 h 2274677"/>
              <a:gd name="connsiteX381" fmla="*/ 3268805 w 5010670"/>
              <a:gd name="connsiteY381" fmla="*/ 66588 h 2274677"/>
              <a:gd name="connsiteX382" fmla="*/ 3575740 w 5010670"/>
              <a:gd name="connsiteY382" fmla="*/ 14517 h 2274677"/>
              <a:gd name="connsiteX383" fmla="*/ 3628745 w 5010670"/>
              <a:gd name="connsiteY383" fmla="*/ 45424 h 2274677"/>
              <a:gd name="connsiteX384" fmla="*/ 3603463 w 5010670"/>
              <a:gd name="connsiteY384" fmla="*/ 119726 h 2274677"/>
              <a:gd name="connsiteX385" fmla="*/ 3603061 w 5010670"/>
              <a:gd name="connsiteY385" fmla="*/ 119925 h 2274677"/>
              <a:gd name="connsiteX386" fmla="*/ 3529199 w 5010670"/>
              <a:gd name="connsiteY386" fmla="*/ 94525 h 2274677"/>
              <a:gd name="connsiteX387" fmla="*/ 3529172 w 5010670"/>
              <a:gd name="connsiteY387" fmla="*/ 94447 h 2274677"/>
              <a:gd name="connsiteX388" fmla="*/ 3554427 w 5010670"/>
              <a:gd name="connsiteY388" fmla="*/ 20145 h 2274677"/>
              <a:gd name="connsiteX389" fmla="*/ 3575740 w 5010670"/>
              <a:gd name="connsiteY389" fmla="*/ 14517 h 2274677"/>
              <a:gd name="connsiteX390" fmla="*/ 4819372 w 5010670"/>
              <a:gd name="connsiteY390" fmla="*/ 2917 h 2274677"/>
              <a:gd name="connsiteX391" fmla="*/ 4821378 w 5010670"/>
              <a:gd name="connsiteY391" fmla="*/ 3380 h 2274677"/>
              <a:gd name="connsiteX392" fmla="*/ 4821378 w 5010670"/>
              <a:gd name="connsiteY392" fmla="*/ 149188 h 2274677"/>
              <a:gd name="connsiteX393" fmla="*/ 4800428 w 5010670"/>
              <a:gd name="connsiteY393" fmla="*/ 146385 h 2274677"/>
              <a:gd name="connsiteX394" fmla="*/ 4757917 w 5010670"/>
              <a:gd name="connsiteY394" fmla="*/ 109269 h 2274677"/>
              <a:gd name="connsiteX395" fmla="*/ 4791108 w 5010670"/>
              <a:gd name="connsiteY395" fmla="*/ 10527 h 2274677"/>
              <a:gd name="connsiteX396" fmla="*/ 4819372 w 5010670"/>
              <a:gd name="connsiteY396" fmla="*/ 2917 h 2274677"/>
              <a:gd name="connsiteX397" fmla="*/ 4454144 w 5010670"/>
              <a:gd name="connsiteY397" fmla="*/ 0 h 2274677"/>
              <a:gd name="connsiteX398" fmla="*/ 4571035 w 5010670"/>
              <a:gd name="connsiteY398" fmla="*/ 0 h 2274677"/>
              <a:gd name="connsiteX399" fmla="*/ 4580244 w 5010670"/>
              <a:gd name="connsiteY399" fmla="*/ 9764 h 2274677"/>
              <a:gd name="connsiteX400" fmla="*/ 4546651 w 5010670"/>
              <a:gd name="connsiteY400" fmla="*/ 109270 h 2274677"/>
              <a:gd name="connsiteX401" fmla="*/ 4447185 w 5010670"/>
              <a:gd name="connsiteY401" fmla="*/ 75758 h 2274677"/>
              <a:gd name="connsiteX402" fmla="*/ 4447131 w 5010670"/>
              <a:gd name="connsiteY402" fmla="*/ 75675 h 2274677"/>
              <a:gd name="connsiteX403" fmla="*/ 4443341 w 5010670"/>
              <a:gd name="connsiteY403" fmla="*/ 18962 h 2274677"/>
              <a:gd name="connsiteX404" fmla="*/ 4149217 w 5010670"/>
              <a:gd name="connsiteY404" fmla="*/ 0 h 2274677"/>
              <a:gd name="connsiteX405" fmla="*/ 4257393 w 5010670"/>
              <a:gd name="connsiteY405" fmla="*/ 0 h 2274677"/>
              <a:gd name="connsiteX406" fmla="*/ 4260317 w 5010670"/>
              <a:gd name="connsiteY406" fmla="*/ 3285 h 2274677"/>
              <a:gd name="connsiteX407" fmla="*/ 4229485 w 5010670"/>
              <a:gd name="connsiteY407" fmla="*/ 86482 h 2274677"/>
              <a:gd name="connsiteX408" fmla="*/ 4147981 w 5010670"/>
              <a:gd name="connsiteY408" fmla="*/ 59050 h 2274677"/>
              <a:gd name="connsiteX409" fmla="*/ 4143256 w 5010670"/>
              <a:gd name="connsiteY409" fmla="*/ 11266 h 2274677"/>
              <a:gd name="connsiteX410" fmla="*/ 3860379 w 5010670"/>
              <a:gd name="connsiteY410" fmla="*/ 0 h 2274677"/>
              <a:gd name="connsiteX411" fmla="*/ 3921495 w 5010670"/>
              <a:gd name="connsiteY411" fmla="*/ 0 h 2274677"/>
              <a:gd name="connsiteX412" fmla="*/ 3936582 w 5010670"/>
              <a:gd name="connsiteY412" fmla="*/ 15837 h 2274677"/>
              <a:gd name="connsiteX413" fmla="*/ 3913391 w 5010670"/>
              <a:gd name="connsiteY413" fmla="*/ 85678 h 2274677"/>
              <a:gd name="connsiteX414" fmla="*/ 3843550 w 5010670"/>
              <a:gd name="connsiteY414" fmla="*/ 62487 h 2274677"/>
              <a:gd name="connsiteX415" fmla="*/ 3840688 w 5010670"/>
              <a:gd name="connsiteY415" fmla="*/ 22764 h 2274677"/>
              <a:gd name="connsiteX416" fmla="*/ 2391233 w 5010670"/>
              <a:gd name="connsiteY416" fmla="*/ 0 h 2274677"/>
              <a:gd name="connsiteX417" fmla="*/ 2491395 w 5010670"/>
              <a:gd name="connsiteY417" fmla="*/ 0 h 2274677"/>
              <a:gd name="connsiteX418" fmla="*/ 2492784 w 5010670"/>
              <a:gd name="connsiteY418" fmla="*/ 19856 h 2274677"/>
              <a:gd name="connsiteX419" fmla="*/ 2465632 w 5010670"/>
              <a:gd name="connsiteY419" fmla="*/ 51092 h 2274677"/>
              <a:gd name="connsiteX420" fmla="*/ 2393110 w 5010670"/>
              <a:gd name="connsiteY420" fmla="*/ 26829 h 2274677"/>
              <a:gd name="connsiteX421" fmla="*/ 1592732 w 5010670"/>
              <a:gd name="connsiteY421" fmla="*/ 0 h 2274677"/>
              <a:gd name="connsiteX422" fmla="*/ 1708961 w 5010670"/>
              <a:gd name="connsiteY422" fmla="*/ 0 h 2274677"/>
              <a:gd name="connsiteX423" fmla="*/ 1709486 w 5010670"/>
              <a:gd name="connsiteY423" fmla="*/ 7656 h 2274677"/>
              <a:gd name="connsiteX424" fmla="*/ 1677944 w 5010670"/>
              <a:gd name="connsiteY424" fmla="*/ 43855 h 2274677"/>
              <a:gd name="connsiteX425" fmla="*/ 1677783 w 5010670"/>
              <a:gd name="connsiteY425" fmla="*/ 43935 h 2274677"/>
              <a:gd name="connsiteX426" fmla="*/ 1593759 w 5010670"/>
              <a:gd name="connsiteY426" fmla="*/ 15436 h 2274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</a:cxnLst>
            <a:rect l="l" t="t" r="r" b="b"/>
            <a:pathLst>
              <a:path w="5010670" h="2274677">
                <a:moveTo>
                  <a:pt x="4987279" y="2240091"/>
                </a:moveTo>
                <a:cubicBezTo>
                  <a:pt x="4996341" y="2236820"/>
                  <a:pt x="5006341" y="2241486"/>
                  <a:pt x="5009612" y="2250520"/>
                </a:cubicBezTo>
                <a:cubicBezTo>
                  <a:pt x="5012910" y="2259556"/>
                  <a:pt x="5008245" y="2269556"/>
                  <a:pt x="4999210" y="2272853"/>
                </a:cubicBezTo>
                <a:cubicBezTo>
                  <a:pt x="4990630" y="2277116"/>
                  <a:pt x="4980201" y="2273658"/>
                  <a:pt x="4975885" y="2265078"/>
                </a:cubicBezTo>
                <a:cubicBezTo>
                  <a:pt x="4971810" y="2256419"/>
                  <a:pt x="4975375" y="2246070"/>
                  <a:pt x="4983928" y="2241754"/>
                </a:cubicBezTo>
                <a:cubicBezTo>
                  <a:pt x="4984973" y="2241083"/>
                  <a:pt x="4986099" y="2240520"/>
                  <a:pt x="4987279" y="2240091"/>
                </a:cubicBezTo>
                <a:close/>
                <a:moveTo>
                  <a:pt x="4771285" y="1813537"/>
                </a:moveTo>
                <a:cubicBezTo>
                  <a:pt x="4776121" y="1815183"/>
                  <a:pt x="4780343" y="1818635"/>
                  <a:pt x="4782850" y="1823514"/>
                </a:cubicBezTo>
                <a:cubicBezTo>
                  <a:pt x="4787382" y="1833461"/>
                  <a:pt x="4783387" y="1845204"/>
                  <a:pt x="4773735" y="1850324"/>
                </a:cubicBezTo>
                <a:lnTo>
                  <a:pt x="4774003" y="1850861"/>
                </a:lnTo>
                <a:cubicBezTo>
                  <a:pt x="4764620" y="1854668"/>
                  <a:pt x="4753869" y="1851021"/>
                  <a:pt x="4748748" y="1842282"/>
                </a:cubicBezTo>
                <a:cubicBezTo>
                  <a:pt x="4743064" y="1832576"/>
                  <a:pt x="4746335" y="1820083"/>
                  <a:pt x="4756040" y="1814399"/>
                </a:cubicBezTo>
                <a:cubicBezTo>
                  <a:pt x="4761000" y="1812053"/>
                  <a:pt x="4766449" y="1811892"/>
                  <a:pt x="4771285" y="1813537"/>
                </a:cubicBezTo>
                <a:close/>
                <a:moveTo>
                  <a:pt x="4461679" y="1764920"/>
                </a:moveTo>
                <a:cubicBezTo>
                  <a:pt x="4466180" y="1766449"/>
                  <a:pt x="4470147" y="1769545"/>
                  <a:pt x="4472708" y="1773915"/>
                </a:cubicBezTo>
                <a:cubicBezTo>
                  <a:pt x="4478392" y="1783621"/>
                  <a:pt x="4475121" y="1796114"/>
                  <a:pt x="4465416" y="1801798"/>
                </a:cubicBezTo>
                <a:cubicBezTo>
                  <a:pt x="4456032" y="1805605"/>
                  <a:pt x="4445281" y="1801959"/>
                  <a:pt x="4440161" y="1793219"/>
                </a:cubicBezTo>
                <a:cubicBezTo>
                  <a:pt x="4434477" y="1783514"/>
                  <a:pt x="4437748" y="1771020"/>
                  <a:pt x="4447453" y="1765336"/>
                </a:cubicBezTo>
                <a:cubicBezTo>
                  <a:pt x="4452145" y="1763433"/>
                  <a:pt x="4457178" y="1763392"/>
                  <a:pt x="4461679" y="1764920"/>
                </a:cubicBezTo>
                <a:close/>
                <a:moveTo>
                  <a:pt x="859317" y="1474632"/>
                </a:moveTo>
                <a:cubicBezTo>
                  <a:pt x="861435" y="1473587"/>
                  <a:pt x="864009" y="1474471"/>
                  <a:pt x="865054" y="1476590"/>
                </a:cubicBezTo>
                <a:cubicBezTo>
                  <a:pt x="866019" y="1478815"/>
                  <a:pt x="865081" y="1481415"/>
                  <a:pt x="862909" y="1482488"/>
                </a:cubicBezTo>
                <a:cubicBezTo>
                  <a:pt x="860764" y="1483426"/>
                  <a:pt x="858244" y="1482488"/>
                  <a:pt x="857279" y="1480343"/>
                </a:cubicBezTo>
                <a:cubicBezTo>
                  <a:pt x="857226" y="1480236"/>
                  <a:pt x="857172" y="1480128"/>
                  <a:pt x="857118" y="1480021"/>
                </a:cubicBezTo>
                <a:cubicBezTo>
                  <a:pt x="856207" y="1477983"/>
                  <a:pt x="857118" y="1475624"/>
                  <a:pt x="859156" y="1474713"/>
                </a:cubicBezTo>
                <a:cubicBezTo>
                  <a:pt x="859209" y="1474686"/>
                  <a:pt x="859263" y="1474659"/>
                  <a:pt x="859317" y="1474632"/>
                </a:cubicBezTo>
                <a:close/>
                <a:moveTo>
                  <a:pt x="4821378" y="1471300"/>
                </a:moveTo>
                <a:lnTo>
                  <a:pt x="4821378" y="1511570"/>
                </a:lnTo>
                <a:lnTo>
                  <a:pt x="4812610" y="1503936"/>
                </a:lnTo>
                <a:cubicBezTo>
                  <a:pt x="4809246" y="1497167"/>
                  <a:pt x="4808944" y="1489666"/>
                  <a:pt x="4811176" y="1483017"/>
                </a:cubicBezTo>
                <a:close/>
                <a:moveTo>
                  <a:pt x="4537419" y="1419678"/>
                </a:moveTo>
                <a:cubicBezTo>
                  <a:pt x="4542999" y="1421568"/>
                  <a:pt x="4547858" y="1425583"/>
                  <a:pt x="4550673" y="1431280"/>
                </a:cubicBezTo>
                <a:cubicBezTo>
                  <a:pt x="4556304" y="1442755"/>
                  <a:pt x="4551638" y="1456643"/>
                  <a:pt x="4540217" y="1462380"/>
                </a:cubicBezTo>
                <a:cubicBezTo>
                  <a:pt x="4528715" y="1467849"/>
                  <a:pt x="4514961" y="1463238"/>
                  <a:pt x="4509117" y="1451924"/>
                </a:cubicBezTo>
                <a:cubicBezTo>
                  <a:pt x="4503540" y="1440369"/>
                  <a:pt x="4508313" y="1426481"/>
                  <a:pt x="4519841" y="1420824"/>
                </a:cubicBezTo>
                <a:cubicBezTo>
                  <a:pt x="4525539" y="1418023"/>
                  <a:pt x="4531839" y="1417788"/>
                  <a:pt x="4537419" y="1419678"/>
                </a:cubicBezTo>
                <a:close/>
                <a:moveTo>
                  <a:pt x="3911028" y="1415587"/>
                </a:moveTo>
                <a:cubicBezTo>
                  <a:pt x="3915194" y="1417004"/>
                  <a:pt x="3918887" y="1419806"/>
                  <a:pt x="3921380" y="1423747"/>
                </a:cubicBezTo>
                <a:cubicBezTo>
                  <a:pt x="3927252" y="1432997"/>
                  <a:pt x="3924517" y="1445249"/>
                  <a:pt x="3915268" y="1451120"/>
                </a:cubicBezTo>
                <a:cubicBezTo>
                  <a:pt x="3914061" y="1451898"/>
                  <a:pt x="3912774" y="1452514"/>
                  <a:pt x="3911434" y="1453024"/>
                </a:cubicBezTo>
                <a:cubicBezTo>
                  <a:pt x="3901139" y="1456750"/>
                  <a:pt x="3889744" y="1451469"/>
                  <a:pt x="3885991" y="1441174"/>
                </a:cubicBezTo>
                <a:cubicBezTo>
                  <a:pt x="3882237" y="1430879"/>
                  <a:pt x="3887546" y="1419484"/>
                  <a:pt x="3897841" y="1415731"/>
                </a:cubicBezTo>
                <a:cubicBezTo>
                  <a:pt x="3902225" y="1414136"/>
                  <a:pt x="3906863" y="1414169"/>
                  <a:pt x="3911028" y="1415587"/>
                </a:cubicBezTo>
                <a:close/>
                <a:moveTo>
                  <a:pt x="4223580" y="1407024"/>
                </a:moveTo>
                <a:cubicBezTo>
                  <a:pt x="4227400" y="1408331"/>
                  <a:pt x="4230731" y="1411066"/>
                  <a:pt x="4232702" y="1414926"/>
                </a:cubicBezTo>
                <a:cubicBezTo>
                  <a:pt x="4232782" y="1415087"/>
                  <a:pt x="4232863" y="1415248"/>
                  <a:pt x="4232943" y="1415436"/>
                </a:cubicBezTo>
                <a:cubicBezTo>
                  <a:pt x="4236589" y="1423211"/>
                  <a:pt x="4233238" y="1432460"/>
                  <a:pt x="4225463" y="1436106"/>
                </a:cubicBezTo>
                <a:cubicBezTo>
                  <a:pt x="4225329" y="1436187"/>
                  <a:pt x="4225195" y="1436241"/>
                  <a:pt x="4225061" y="1436294"/>
                </a:cubicBezTo>
                <a:cubicBezTo>
                  <a:pt x="4217366" y="1440075"/>
                  <a:pt x="4208037" y="1436857"/>
                  <a:pt x="4204283" y="1429136"/>
                </a:cubicBezTo>
                <a:cubicBezTo>
                  <a:pt x="4204230" y="1429029"/>
                  <a:pt x="4204176" y="1428921"/>
                  <a:pt x="4204122" y="1428787"/>
                </a:cubicBezTo>
                <a:cubicBezTo>
                  <a:pt x="4200342" y="1420932"/>
                  <a:pt x="4203640" y="1411468"/>
                  <a:pt x="4211522" y="1407688"/>
                </a:cubicBezTo>
                <a:cubicBezTo>
                  <a:pt x="4215449" y="1405838"/>
                  <a:pt x="4219759" y="1405717"/>
                  <a:pt x="4223580" y="1407024"/>
                </a:cubicBezTo>
                <a:close/>
                <a:moveTo>
                  <a:pt x="15836" y="1399373"/>
                </a:moveTo>
                <a:cubicBezTo>
                  <a:pt x="18573" y="1400475"/>
                  <a:pt x="20889" y="1402620"/>
                  <a:pt x="22137" y="1405542"/>
                </a:cubicBezTo>
                <a:cubicBezTo>
                  <a:pt x="22167" y="1405596"/>
                  <a:pt x="22199" y="1405676"/>
                  <a:pt x="22229" y="1405730"/>
                </a:cubicBezTo>
                <a:cubicBezTo>
                  <a:pt x="24966" y="1411468"/>
                  <a:pt x="22523" y="1418357"/>
                  <a:pt x="16775" y="1421092"/>
                </a:cubicBezTo>
                <a:cubicBezTo>
                  <a:pt x="16660" y="1421146"/>
                  <a:pt x="16545" y="1421199"/>
                  <a:pt x="16427" y="1421253"/>
                </a:cubicBezTo>
                <a:cubicBezTo>
                  <a:pt x="10775" y="1423854"/>
                  <a:pt x="4091" y="1421387"/>
                  <a:pt x="1493" y="1415730"/>
                </a:cubicBezTo>
                <a:cubicBezTo>
                  <a:pt x="1282" y="1415355"/>
                  <a:pt x="1094" y="1414980"/>
                  <a:pt x="925" y="1414577"/>
                </a:cubicBezTo>
                <a:cubicBezTo>
                  <a:pt x="-1571" y="1408706"/>
                  <a:pt x="1156" y="1401950"/>
                  <a:pt x="7014" y="1399457"/>
                </a:cubicBezTo>
                <a:cubicBezTo>
                  <a:pt x="9943" y="1398210"/>
                  <a:pt x="13100" y="1398270"/>
                  <a:pt x="15836" y="1399373"/>
                </a:cubicBezTo>
                <a:close/>
                <a:moveTo>
                  <a:pt x="1079269" y="1252993"/>
                </a:moveTo>
                <a:cubicBezTo>
                  <a:pt x="1081414" y="1252054"/>
                  <a:pt x="1083934" y="1252993"/>
                  <a:pt x="1084899" y="1255137"/>
                </a:cubicBezTo>
                <a:cubicBezTo>
                  <a:pt x="1084953" y="1255245"/>
                  <a:pt x="1085007" y="1255352"/>
                  <a:pt x="1085060" y="1255459"/>
                </a:cubicBezTo>
                <a:cubicBezTo>
                  <a:pt x="1085972" y="1257497"/>
                  <a:pt x="1085060" y="1259856"/>
                  <a:pt x="1083022" y="1260768"/>
                </a:cubicBezTo>
                <a:cubicBezTo>
                  <a:pt x="1082969" y="1260795"/>
                  <a:pt x="1082915" y="1260821"/>
                  <a:pt x="1082862" y="1260848"/>
                </a:cubicBezTo>
                <a:cubicBezTo>
                  <a:pt x="1080744" y="1261894"/>
                  <a:pt x="1078170" y="1261009"/>
                  <a:pt x="1077125" y="1258891"/>
                </a:cubicBezTo>
                <a:cubicBezTo>
                  <a:pt x="1076159" y="1256666"/>
                  <a:pt x="1077098" y="1254065"/>
                  <a:pt x="1079269" y="1252993"/>
                </a:cubicBezTo>
                <a:close/>
                <a:moveTo>
                  <a:pt x="2266968" y="1230204"/>
                </a:moveTo>
                <a:cubicBezTo>
                  <a:pt x="2270078" y="1228622"/>
                  <a:pt x="2273885" y="1229802"/>
                  <a:pt x="2275547" y="1232885"/>
                </a:cubicBezTo>
                <a:cubicBezTo>
                  <a:pt x="2275574" y="1232938"/>
                  <a:pt x="2275601" y="1232965"/>
                  <a:pt x="2275601" y="1233019"/>
                </a:cubicBezTo>
                <a:cubicBezTo>
                  <a:pt x="2277049" y="1236102"/>
                  <a:pt x="2275681" y="1239775"/>
                  <a:pt x="2272598" y="1241196"/>
                </a:cubicBezTo>
                <a:cubicBezTo>
                  <a:pt x="2272437" y="1241303"/>
                  <a:pt x="2272276" y="1241384"/>
                  <a:pt x="2272089" y="1241464"/>
                </a:cubicBezTo>
                <a:cubicBezTo>
                  <a:pt x="2269113" y="1242805"/>
                  <a:pt x="2265627" y="1241491"/>
                  <a:pt x="2264287" y="1238515"/>
                </a:cubicBezTo>
                <a:cubicBezTo>
                  <a:pt x="2264287" y="1238515"/>
                  <a:pt x="2264287" y="1238515"/>
                  <a:pt x="2264287" y="1238488"/>
                </a:cubicBezTo>
                <a:cubicBezTo>
                  <a:pt x="2262732" y="1235459"/>
                  <a:pt x="2263938" y="1231759"/>
                  <a:pt x="2266968" y="1230204"/>
                </a:cubicBezTo>
                <a:close/>
                <a:moveTo>
                  <a:pt x="642716" y="1195046"/>
                </a:moveTo>
                <a:cubicBezTo>
                  <a:pt x="645760" y="1196061"/>
                  <a:pt x="648427" y="1198206"/>
                  <a:pt x="650036" y="1201249"/>
                </a:cubicBezTo>
                <a:cubicBezTo>
                  <a:pt x="653146" y="1207469"/>
                  <a:pt x="650626" y="1215029"/>
                  <a:pt x="644405" y="1218139"/>
                </a:cubicBezTo>
                <a:cubicBezTo>
                  <a:pt x="638427" y="1220820"/>
                  <a:pt x="631402" y="1218461"/>
                  <a:pt x="628239" y="1212751"/>
                </a:cubicBezTo>
                <a:cubicBezTo>
                  <a:pt x="624861" y="1206664"/>
                  <a:pt x="627059" y="1198997"/>
                  <a:pt x="633145" y="1195619"/>
                </a:cubicBezTo>
                <a:cubicBezTo>
                  <a:pt x="636255" y="1194145"/>
                  <a:pt x="639673" y="1194031"/>
                  <a:pt x="642716" y="1195046"/>
                </a:cubicBezTo>
                <a:close/>
                <a:moveTo>
                  <a:pt x="3367328" y="1159371"/>
                </a:moveTo>
                <a:cubicBezTo>
                  <a:pt x="3370167" y="1160397"/>
                  <a:pt x="3372613" y="1162508"/>
                  <a:pt x="3373994" y="1165457"/>
                </a:cubicBezTo>
                <a:cubicBezTo>
                  <a:pt x="3376755" y="1171355"/>
                  <a:pt x="3374235" y="1178379"/>
                  <a:pt x="3368337" y="1181141"/>
                </a:cubicBezTo>
                <a:cubicBezTo>
                  <a:pt x="3362546" y="1183849"/>
                  <a:pt x="3355656" y="1181489"/>
                  <a:pt x="3352787" y="1175779"/>
                </a:cubicBezTo>
                <a:cubicBezTo>
                  <a:pt x="3352733" y="1175671"/>
                  <a:pt x="3352679" y="1175591"/>
                  <a:pt x="3352653" y="1175484"/>
                </a:cubicBezTo>
                <a:cubicBezTo>
                  <a:pt x="3349864" y="1169586"/>
                  <a:pt x="3352411" y="1162561"/>
                  <a:pt x="3358310" y="1159800"/>
                </a:cubicBezTo>
                <a:cubicBezTo>
                  <a:pt x="3361259" y="1158406"/>
                  <a:pt x="3364490" y="1158346"/>
                  <a:pt x="3367328" y="1159371"/>
                </a:cubicBezTo>
                <a:close/>
                <a:moveTo>
                  <a:pt x="211864" y="1156151"/>
                </a:moveTo>
                <a:cubicBezTo>
                  <a:pt x="214670" y="1157059"/>
                  <a:pt x="217129" y="1159036"/>
                  <a:pt x="218577" y="1161864"/>
                </a:cubicBezTo>
                <a:cubicBezTo>
                  <a:pt x="221472" y="1167548"/>
                  <a:pt x="219220" y="1174492"/>
                  <a:pt x="213563" y="1177388"/>
                </a:cubicBezTo>
                <a:cubicBezTo>
                  <a:pt x="213539" y="1177388"/>
                  <a:pt x="213513" y="1177414"/>
                  <a:pt x="213488" y="1177414"/>
                </a:cubicBezTo>
                <a:cubicBezTo>
                  <a:pt x="207799" y="1180283"/>
                  <a:pt x="200869" y="1177977"/>
                  <a:pt x="198013" y="1172294"/>
                </a:cubicBezTo>
                <a:cubicBezTo>
                  <a:pt x="195172" y="1166637"/>
                  <a:pt x="197429" y="1159746"/>
                  <a:pt x="203070" y="1156851"/>
                </a:cubicBezTo>
                <a:cubicBezTo>
                  <a:pt x="205905" y="1155403"/>
                  <a:pt x="209058" y="1155242"/>
                  <a:pt x="211864" y="1156151"/>
                </a:cubicBezTo>
                <a:close/>
                <a:moveTo>
                  <a:pt x="3675255" y="1094591"/>
                </a:moveTo>
                <a:cubicBezTo>
                  <a:pt x="3679484" y="1096012"/>
                  <a:pt x="3683170" y="1099049"/>
                  <a:pt x="3685315" y="1103365"/>
                </a:cubicBezTo>
                <a:cubicBezTo>
                  <a:pt x="3689605" y="1111971"/>
                  <a:pt x="3686066" y="1122427"/>
                  <a:pt x="3677460" y="1126717"/>
                </a:cubicBezTo>
                <a:cubicBezTo>
                  <a:pt x="3668881" y="1130980"/>
                  <a:pt x="3658451" y="1127521"/>
                  <a:pt x="3654135" y="1118942"/>
                </a:cubicBezTo>
                <a:cubicBezTo>
                  <a:pt x="3654135" y="1118915"/>
                  <a:pt x="3654108" y="1118888"/>
                  <a:pt x="3654108" y="1118861"/>
                </a:cubicBezTo>
                <a:cubicBezTo>
                  <a:pt x="3649819" y="1110255"/>
                  <a:pt x="3653331" y="1099799"/>
                  <a:pt x="3661937" y="1095510"/>
                </a:cubicBezTo>
                <a:cubicBezTo>
                  <a:pt x="3666254" y="1093365"/>
                  <a:pt x="3671026" y="1093171"/>
                  <a:pt x="3675255" y="1094591"/>
                </a:cubicBezTo>
                <a:close/>
                <a:moveTo>
                  <a:pt x="2543650" y="1085697"/>
                </a:moveTo>
                <a:cubicBezTo>
                  <a:pt x="2546760" y="1084115"/>
                  <a:pt x="2550567" y="1085295"/>
                  <a:pt x="2552229" y="1088378"/>
                </a:cubicBezTo>
                <a:cubicBezTo>
                  <a:pt x="2552256" y="1088432"/>
                  <a:pt x="2552283" y="1088458"/>
                  <a:pt x="2552283" y="1088512"/>
                </a:cubicBezTo>
                <a:cubicBezTo>
                  <a:pt x="2553731" y="1091595"/>
                  <a:pt x="2552363" y="1095268"/>
                  <a:pt x="2549280" y="1096689"/>
                </a:cubicBezTo>
                <a:cubicBezTo>
                  <a:pt x="2549119" y="1096796"/>
                  <a:pt x="2548959" y="1096877"/>
                  <a:pt x="2548771" y="1096957"/>
                </a:cubicBezTo>
                <a:cubicBezTo>
                  <a:pt x="2545795" y="1098298"/>
                  <a:pt x="2542310" y="1096984"/>
                  <a:pt x="2540969" y="1094008"/>
                </a:cubicBezTo>
                <a:cubicBezTo>
                  <a:pt x="2540969" y="1094008"/>
                  <a:pt x="2540969" y="1094008"/>
                  <a:pt x="2540969" y="1093981"/>
                </a:cubicBezTo>
                <a:cubicBezTo>
                  <a:pt x="2539414" y="1090952"/>
                  <a:pt x="2540620" y="1087252"/>
                  <a:pt x="2543650" y="1085697"/>
                </a:cubicBezTo>
                <a:close/>
                <a:moveTo>
                  <a:pt x="4614948" y="1066069"/>
                </a:moveTo>
                <a:cubicBezTo>
                  <a:pt x="4623591" y="1068995"/>
                  <a:pt x="4631118" y="1075215"/>
                  <a:pt x="4635475" y="1084035"/>
                </a:cubicBezTo>
                <a:cubicBezTo>
                  <a:pt x="4644214" y="1101702"/>
                  <a:pt x="4636976" y="1123097"/>
                  <a:pt x="4619307" y="1131810"/>
                </a:cubicBezTo>
                <a:cubicBezTo>
                  <a:pt x="4619174" y="1131864"/>
                  <a:pt x="4619040" y="1131945"/>
                  <a:pt x="4618905" y="1131998"/>
                </a:cubicBezTo>
                <a:cubicBezTo>
                  <a:pt x="4601345" y="1140577"/>
                  <a:pt x="4580164" y="1133285"/>
                  <a:pt x="4571585" y="1115724"/>
                </a:cubicBezTo>
                <a:cubicBezTo>
                  <a:pt x="4571559" y="1115698"/>
                  <a:pt x="4571559" y="1115671"/>
                  <a:pt x="4571532" y="1115644"/>
                </a:cubicBezTo>
                <a:cubicBezTo>
                  <a:pt x="4562818" y="1097976"/>
                  <a:pt x="4570057" y="1076608"/>
                  <a:pt x="4587725" y="1067868"/>
                </a:cubicBezTo>
                <a:cubicBezTo>
                  <a:pt x="4596546" y="1063512"/>
                  <a:pt x="4606305" y="1063143"/>
                  <a:pt x="4614948" y="1066069"/>
                </a:cubicBezTo>
                <a:close/>
                <a:moveTo>
                  <a:pt x="3972830" y="1055696"/>
                </a:moveTo>
                <a:cubicBezTo>
                  <a:pt x="3985484" y="1050656"/>
                  <a:pt x="3999855" y="1056822"/>
                  <a:pt x="4004895" y="1069450"/>
                </a:cubicBezTo>
                <a:cubicBezTo>
                  <a:pt x="4009962" y="1082104"/>
                  <a:pt x="4003796" y="1096474"/>
                  <a:pt x="3991141" y="1101515"/>
                </a:cubicBezTo>
                <a:cubicBezTo>
                  <a:pt x="3979961" y="1105992"/>
                  <a:pt x="3967200" y="1101729"/>
                  <a:pt x="3960926" y="1091434"/>
                </a:cubicBezTo>
                <a:cubicBezTo>
                  <a:pt x="3953848" y="1079799"/>
                  <a:pt x="3957521" y="1064624"/>
                  <a:pt x="3969157" y="1057546"/>
                </a:cubicBezTo>
                <a:cubicBezTo>
                  <a:pt x="3970336" y="1056822"/>
                  <a:pt x="3971570" y="1056205"/>
                  <a:pt x="3972830" y="1055696"/>
                </a:cubicBezTo>
                <a:close/>
                <a:moveTo>
                  <a:pt x="4300686" y="1050501"/>
                </a:moveTo>
                <a:cubicBezTo>
                  <a:pt x="4307201" y="1052660"/>
                  <a:pt x="4312892" y="1057305"/>
                  <a:pt x="4316216" y="1063927"/>
                </a:cubicBezTo>
                <a:cubicBezTo>
                  <a:pt x="4322865" y="1077144"/>
                  <a:pt x="4317530" y="1093257"/>
                  <a:pt x="4304286" y="1099906"/>
                </a:cubicBezTo>
                <a:cubicBezTo>
                  <a:pt x="4304152" y="1099986"/>
                  <a:pt x="4304018" y="1100040"/>
                  <a:pt x="4303884" y="1100120"/>
                </a:cubicBezTo>
                <a:cubicBezTo>
                  <a:pt x="4290532" y="1106528"/>
                  <a:pt x="4274500" y="1100925"/>
                  <a:pt x="4268092" y="1087573"/>
                </a:cubicBezTo>
                <a:cubicBezTo>
                  <a:pt x="4261738" y="1074383"/>
                  <a:pt x="4267154" y="1058565"/>
                  <a:pt x="4280210" y="1051996"/>
                </a:cubicBezTo>
                <a:cubicBezTo>
                  <a:pt x="4286832" y="1048672"/>
                  <a:pt x="4294171" y="1048345"/>
                  <a:pt x="4300686" y="1050501"/>
                </a:cubicBezTo>
                <a:close/>
                <a:moveTo>
                  <a:pt x="1313403" y="1044893"/>
                </a:moveTo>
                <a:cubicBezTo>
                  <a:pt x="1316648" y="1043445"/>
                  <a:pt x="1320455" y="1044919"/>
                  <a:pt x="1321902" y="1048163"/>
                </a:cubicBezTo>
                <a:cubicBezTo>
                  <a:pt x="1323484" y="1051514"/>
                  <a:pt x="1322197" y="1055508"/>
                  <a:pt x="1318953" y="1057278"/>
                </a:cubicBezTo>
                <a:cubicBezTo>
                  <a:pt x="1318873" y="1057331"/>
                  <a:pt x="1318792" y="1057358"/>
                  <a:pt x="1318712" y="1057385"/>
                </a:cubicBezTo>
                <a:cubicBezTo>
                  <a:pt x="1315334" y="1058913"/>
                  <a:pt x="1311366" y="1057439"/>
                  <a:pt x="1309838" y="1054060"/>
                </a:cubicBezTo>
                <a:cubicBezTo>
                  <a:pt x="1308283" y="1050790"/>
                  <a:pt x="1309570" y="1046876"/>
                  <a:pt x="1312787" y="1045214"/>
                </a:cubicBezTo>
                <a:cubicBezTo>
                  <a:pt x="1313001" y="1045107"/>
                  <a:pt x="1313189" y="1045000"/>
                  <a:pt x="1313403" y="1044893"/>
                </a:cubicBezTo>
                <a:close/>
                <a:moveTo>
                  <a:pt x="865299" y="972434"/>
                </a:moveTo>
                <a:cubicBezTo>
                  <a:pt x="869016" y="973657"/>
                  <a:pt x="872266" y="976298"/>
                  <a:pt x="874170" y="980065"/>
                </a:cubicBezTo>
                <a:cubicBezTo>
                  <a:pt x="874170" y="980092"/>
                  <a:pt x="874196" y="980119"/>
                  <a:pt x="874196" y="980119"/>
                </a:cubicBezTo>
                <a:cubicBezTo>
                  <a:pt x="878030" y="987813"/>
                  <a:pt x="874894" y="997143"/>
                  <a:pt x="867199" y="1000977"/>
                </a:cubicBezTo>
                <a:lnTo>
                  <a:pt x="867199" y="1000173"/>
                </a:lnTo>
                <a:cubicBezTo>
                  <a:pt x="865778" y="1001245"/>
                  <a:pt x="864169" y="1002076"/>
                  <a:pt x="862454" y="1002586"/>
                </a:cubicBezTo>
                <a:cubicBezTo>
                  <a:pt x="854384" y="1005052"/>
                  <a:pt x="845831" y="1000521"/>
                  <a:pt x="843365" y="992451"/>
                </a:cubicBezTo>
                <a:cubicBezTo>
                  <a:pt x="840898" y="984381"/>
                  <a:pt x="845456" y="975829"/>
                  <a:pt x="853526" y="973363"/>
                </a:cubicBezTo>
                <a:cubicBezTo>
                  <a:pt x="853553" y="973336"/>
                  <a:pt x="853606" y="973336"/>
                  <a:pt x="853633" y="973309"/>
                </a:cubicBezTo>
                <a:cubicBezTo>
                  <a:pt x="857400" y="971405"/>
                  <a:pt x="861582" y="971211"/>
                  <a:pt x="865299" y="972434"/>
                </a:cubicBezTo>
                <a:close/>
                <a:moveTo>
                  <a:pt x="2829557" y="959932"/>
                </a:moveTo>
                <a:cubicBezTo>
                  <a:pt x="2834891" y="957358"/>
                  <a:pt x="2841299" y="959610"/>
                  <a:pt x="2843873" y="964945"/>
                </a:cubicBezTo>
                <a:cubicBezTo>
                  <a:pt x="2846420" y="970280"/>
                  <a:pt x="2844168" y="976688"/>
                  <a:pt x="2838833" y="979262"/>
                </a:cubicBezTo>
                <a:cubicBezTo>
                  <a:pt x="2838753" y="979316"/>
                  <a:pt x="2838645" y="979342"/>
                  <a:pt x="2838565" y="979396"/>
                </a:cubicBezTo>
                <a:cubicBezTo>
                  <a:pt x="2833337" y="981863"/>
                  <a:pt x="2827090" y="979664"/>
                  <a:pt x="2824623" y="974436"/>
                </a:cubicBezTo>
                <a:cubicBezTo>
                  <a:pt x="2824597" y="974382"/>
                  <a:pt x="2824543" y="974302"/>
                  <a:pt x="2824516" y="974222"/>
                </a:cubicBezTo>
                <a:cubicBezTo>
                  <a:pt x="2821969" y="968886"/>
                  <a:pt x="2824221" y="962479"/>
                  <a:pt x="2829557" y="959932"/>
                </a:cubicBezTo>
                <a:close/>
                <a:moveTo>
                  <a:pt x="2044200" y="956179"/>
                </a:moveTo>
                <a:cubicBezTo>
                  <a:pt x="2047820" y="954490"/>
                  <a:pt x="2052136" y="956071"/>
                  <a:pt x="2053825" y="959691"/>
                </a:cubicBezTo>
                <a:cubicBezTo>
                  <a:pt x="2055434" y="963257"/>
                  <a:pt x="2054040" y="967466"/>
                  <a:pt x="2050608" y="969343"/>
                </a:cubicBezTo>
                <a:cubicBezTo>
                  <a:pt x="2046988" y="971112"/>
                  <a:pt x="2042591" y="969611"/>
                  <a:pt x="2040822" y="965991"/>
                </a:cubicBezTo>
                <a:cubicBezTo>
                  <a:pt x="2039053" y="962372"/>
                  <a:pt x="2040554" y="957975"/>
                  <a:pt x="2044173" y="956206"/>
                </a:cubicBezTo>
                <a:cubicBezTo>
                  <a:pt x="2044173" y="956206"/>
                  <a:pt x="2044200" y="956206"/>
                  <a:pt x="2044200" y="956179"/>
                </a:cubicBezTo>
                <a:close/>
                <a:moveTo>
                  <a:pt x="411906" y="923441"/>
                </a:moveTo>
                <a:cubicBezTo>
                  <a:pt x="418448" y="921082"/>
                  <a:pt x="425660" y="924460"/>
                  <a:pt x="428046" y="931002"/>
                </a:cubicBezTo>
                <a:cubicBezTo>
                  <a:pt x="430593" y="936927"/>
                  <a:pt x="428153" y="943844"/>
                  <a:pt x="422416" y="946820"/>
                </a:cubicBezTo>
                <a:cubicBezTo>
                  <a:pt x="422362" y="946847"/>
                  <a:pt x="422308" y="946874"/>
                  <a:pt x="422255" y="946900"/>
                </a:cubicBezTo>
                <a:cubicBezTo>
                  <a:pt x="416276" y="950171"/>
                  <a:pt x="408796" y="947973"/>
                  <a:pt x="405525" y="941994"/>
                </a:cubicBezTo>
                <a:cubicBezTo>
                  <a:pt x="405042" y="941243"/>
                  <a:pt x="404667" y="940439"/>
                  <a:pt x="404345" y="939608"/>
                </a:cubicBezTo>
                <a:cubicBezTo>
                  <a:pt x="401986" y="933066"/>
                  <a:pt x="405364" y="925827"/>
                  <a:pt x="411906" y="923441"/>
                </a:cubicBezTo>
                <a:close/>
                <a:moveTo>
                  <a:pt x="3135780" y="856609"/>
                </a:moveTo>
                <a:cubicBezTo>
                  <a:pt x="3139758" y="857920"/>
                  <a:pt x="3143237" y="860748"/>
                  <a:pt x="3145275" y="864783"/>
                </a:cubicBezTo>
                <a:cubicBezTo>
                  <a:pt x="3149350" y="872853"/>
                  <a:pt x="3146106" y="882692"/>
                  <a:pt x="3138036" y="886767"/>
                </a:cubicBezTo>
                <a:cubicBezTo>
                  <a:pt x="3129966" y="890843"/>
                  <a:pt x="3120127" y="887599"/>
                  <a:pt x="3116051" y="879529"/>
                </a:cubicBezTo>
                <a:cubicBezTo>
                  <a:pt x="3111976" y="871459"/>
                  <a:pt x="3115220" y="861620"/>
                  <a:pt x="3123290" y="857544"/>
                </a:cubicBezTo>
                <a:cubicBezTo>
                  <a:pt x="3127325" y="855507"/>
                  <a:pt x="3131802" y="855299"/>
                  <a:pt x="3135780" y="856609"/>
                </a:cubicBezTo>
                <a:close/>
                <a:moveTo>
                  <a:pt x="1559711" y="852985"/>
                </a:moveTo>
                <a:cubicBezTo>
                  <a:pt x="1564751" y="850465"/>
                  <a:pt x="1570864" y="852503"/>
                  <a:pt x="1573384" y="857543"/>
                </a:cubicBezTo>
                <a:cubicBezTo>
                  <a:pt x="1575744" y="862583"/>
                  <a:pt x="1573759" y="868589"/>
                  <a:pt x="1568827" y="871216"/>
                </a:cubicBezTo>
                <a:cubicBezTo>
                  <a:pt x="1568800" y="871243"/>
                  <a:pt x="1568746" y="871243"/>
                  <a:pt x="1568719" y="871270"/>
                </a:cubicBezTo>
                <a:cubicBezTo>
                  <a:pt x="1563625" y="873656"/>
                  <a:pt x="1557539" y="871484"/>
                  <a:pt x="1555153" y="866390"/>
                </a:cubicBezTo>
                <a:cubicBezTo>
                  <a:pt x="1555126" y="866337"/>
                  <a:pt x="1555099" y="866283"/>
                  <a:pt x="1555073" y="866229"/>
                </a:cubicBezTo>
                <a:cubicBezTo>
                  <a:pt x="1552687" y="861296"/>
                  <a:pt x="1554778" y="855371"/>
                  <a:pt x="1559711" y="852985"/>
                </a:cubicBezTo>
                <a:close/>
                <a:moveTo>
                  <a:pt x="2325170" y="802375"/>
                </a:moveTo>
                <a:cubicBezTo>
                  <a:pt x="2327975" y="803340"/>
                  <a:pt x="2330415" y="805358"/>
                  <a:pt x="2331849" y="808213"/>
                </a:cubicBezTo>
                <a:cubicBezTo>
                  <a:pt x="2331849" y="808240"/>
                  <a:pt x="2331876" y="808267"/>
                  <a:pt x="2331876" y="808293"/>
                </a:cubicBezTo>
                <a:cubicBezTo>
                  <a:pt x="2334744" y="813977"/>
                  <a:pt x="2332438" y="820894"/>
                  <a:pt x="2326755" y="823763"/>
                </a:cubicBezTo>
                <a:cubicBezTo>
                  <a:pt x="2321741" y="825479"/>
                  <a:pt x="2316191" y="823629"/>
                  <a:pt x="2313189" y="819232"/>
                </a:cubicBezTo>
                <a:cubicBezTo>
                  <a:pt x="2309516" y="813870"/>
                  <a:pt x="2310910" y="806524"/>
                  <a:pt x="2316299" y="802851"/>
                </a:cubicBezTo>
                <a:cubicBezTo>
                  <a:pt x="2319195" y="801497"/>
                  <a:pt x="2322365" y="801410"/>
                  <a:pt x="2325170" y="802375"/>
                </a:cubicBezTo>
                <a:close/>
                <a:moveTo>
                  <a:pt x="3443842" y="776429"/>
                </a:moveTo>
                <a:cubicBezTo>
                  <a:pt x="3449465" y="778628"/>
                  <a:pt x="3454251" y="782971"/>
                  <a:pt x="3456865" y="788936"/>
                </a:cubicBezTo>
                <a:cubicBezTo>
                  <a:pt x="3462120" y="800867"/>
                  <a:pt x="3456677" y="814781"/>
                  <a:pt x="3444747" y="820009"/>
                </a:cubicBezTo>
                <a:cubicBezTo>
                  <a:pt x="3444022" y="820411"/>
                  <a:pt x="3443272" y="820787"/>
                  <a:pt x="3442521" y="821135"/>
                </a:cubicBezTo>
                <a:cubicBezTo>
                  <a:pt x="3430591" y="826363"/>
                  <a:pt x="3416676" y="820921"/>
                  <a:pt x="3411448" y="808990"/>
                </a:cubicBezTo>
                <a:cubicBezTo>
                  <a:pt x="3406193" y="797060"/>
                  <a:pt x="3411636" y="783145"/>
                  <a:pt x="3423566" y="777917"/>
                </a:cubicBezTo>
                <a:cubicBezTo>
                  <a:pt x="3424290" y="777515"/>
                  <a:pt x="3425041" y="777140"/>
                  <a:pt x="3425792" y="776791"/>
                </a:cubicBezTo>
                <a:cubicBezTo>
                  <a:pt x="3431757" y="774177"/>
                  <a:pt x="3438218" y="774231"/>
                  <a:pt x="3443842" y="776429"/>
                </a:cubicBezTo>
                <a:close/>
                <a:moveTo>
                  <a:pt x="1100118" y="763656"/>
                </a:moveTo>
                <a:cubicBezTo>
                  <a:pt x="1104867" y="765014"/>
                  <a:pt x="1109096" y="768184"/>
                  <a:pt x="1111683" y="772849"/>
                </a:cubicBezTo>
                <a:cubicBezTo>
                  <a:pt x="1116884" y="782152"/>
                  <a:pt x="1113533" y="793922"/>
                  <a:pt x="1104203" y="799097"/>
                </a:cubicBezTo>
                <a:cubicBezTo>
                  <a:pt x="1103694" y="799392"/>
                  <a:pt x="1103157" y="799659"/>
                  <a:pt x="1102621" y="799901"/>
                </a:cubicBezTo>
                <a:cubicBezTo>
                  <a:pt x="1093050" y="804271"/>
                  <a:pt x="1081763" y="800088"/>
                  <a:pt x="1077393" y="790517"/>
                </a:cubicBezTo>
                <a:cubicBezTo>
                  <a:pt x="1073023" y="781321"/>
                  <a:pt x="1076535" y="770302"/>
                  <a:pt x="1085436" y="765342"/>
                </a:cubicBezTo>
                <a:cubicBezTo>
                  <a:pt x="1090101" y="762755"/>
                  <a:pt x="1095369" y="762299"/>
                  <a:pt x="1100118" y="763656"/>
                </a:cubicBezTo>
                <a:close/>
                <a:moveTo>
                  <a:pt x="3752874" y="720440"/>
                </a:moveTo>
                <a:cubicBezTo>
                  <a:pt x="3760613" y="723057"/>
                  <a:pt x="3767356" y="728627"/>
                  <a:pt x="3771270" y="736523"/>
                </a:cubicBezTo>
                <a:cubicBezTo>
                  <a:pt x="3779072" y="752314"/>
                  <a:pt x="3772610" y="771429"/>
                  <a:pt x="3756819" y="779258"/>
                </a:cubicBezTo>
                <a:cubicBezTo>
                  <a:pt x="3756738" y="779312"/>
                  <a:pt x="3756658" y="779339"/>
                  <a:pt x="3756578" y="779392"/>
                </a:cubicBezTo>
                <a:cubicBezTo>
                  <a:pt x="3740920" y="787113"/>
                  <a:pt x="3721939" y="780706"/>
                  <a:pt x="3714191" y="765049"/>
                </a:cubicBezTo>
                <a:cubicBezTo>
                  <a:pt x="3714164" y="764968"/>
                  <a:pt x="3714110" y="764888"/>
                  <a:pt x="3714083" y="764807"/>
                </a:cubicBezTo>
                <a:cubicBezTo>
                  <a:pt x="3706255" y="749016"/>
                  <a:pt x="3712716" y="729874"/>
                  <a:pt x="3728507" y="722072"/>
                </a:cubicBezTo>
                <a:cubicBezTo>
                  <a:pt x="3736403" y="718158"/>
                  <a:pt x="3745136" y="717823"/>
                  <a:pt x="3752874" y="720440"/>
                </a:cubicBezTo>
                <a:close/>
                <a:moveTo>
                  <a:pt x="4690204" y="719863"/>
                </a:moveTo>
                <a:cubicBezTo>
                  <a:pt x="4700362" y="723245"/>
                  <a:pt x="4709230" y="730504"/>
                  <a:pt x="4714404" y="740839"/>
                </a:cubicBezTo>
                <a:cubicBezTo>
                  <a:pt x="4724726" y="761483"/>
                  <a:pt x="4716361" y="786604"/>
                  <a:pt x="4695717" y="796952"/>
                </a:cubicBezTo>
                <a:cubicBezTo>
                  <a:pt x="4695610" y="797006"/>
                  <a:pt x="4695475" y="797060"/>
                  <a:pt x="4695368" y="797140"/>
                </a:cubicBezTo>
                <a:cubicBezTo>
                  <a:pt x="4674590" y="807274"/>
                  <a:pt x="4649550" y="798668"/>
                  <a:pt x="4639415" y="777917"/>
                </a:cubicBezTo>
                <a:cubicBezTo>
                  <a:pt x="4629335" y="757300"/>
                  <a:pt x="4637753" y="732420"/>
                  <a:pt x="4658263" y="722152"/>
                </a:cubicBezTo>
                <a:cubicBezTo>
                  <a:pt x="4668598" y="716978"/>
                  <a:pt x="4680046" y="716481"/>
                  <a:pt x="4690204" y="719863"/>
                </a:cubicBezTo>
                <a:close/>
                <a:moveTo>
                  <a:pt x="4064467" y="696958"/>
                </a:moveTo>
                <a:cubicBezTo>
                  <a:pt x="4072389" y="699659"/>
                  <a:pt x="4079279" y="705383"/>
                  <a:pt x="4083261" y="713493"/>
                </a:cubicBezTo>
                <a:cubicBezTo>
                  <a:pt x="4091251" y="729686"/>
                  <a:pt x="4084575" y="749311"/>
                  <a:pt x="4068354" y="757274"/>
                </a:cubicBezTo>
                <a:cubicBezTo>
                  <a:pt x="4052215" y="765210"/>
                  <a:pt x="4032697" y="758615"/>
                  <a:pt x="4024653" y="742528"/>
                </a:cubicBezTo>
                <a:cubicBezTo>
                  <a:pt x="4024627" y="742475"/>
                  <a:pt x="4024600" y="742421"/>
                  <a:pt x="4024573" y="742367"/>
                </a:cubicBezTo>
                <a:cubicBezTo>
                  <a:pt x="4016611" y="726147"/>
                  <a:pt x="4023286" y="706549"/>
                  <a:pt x="4039480" y="698560"/>
                </a:cubicBezTo>
                <a:cubicBezTo>
                  <a:pt x="4047590" y="694578"/>
                  <a:pt x="4056545" y="694257"/>
                  <a:pt x="4064467" y="696958"/>
                </a:cubicBezTo>
                <a:close/>
                <a:moveTo>
                  <a:pt x="4379653" y="690654"/>
                </a:moveTo>
                <a:cubicBezTo>
                  <a:pt x="4389851" y="694122"/>
                  <a:pt x="4398726" y="701482"/>
                  <a:pt x="4403860" y="711911"/>
                </a:cubicBezTo>
                <a:cubicBezTo>
                  <a:pt x="4414155" y="732769"/>
                  <a:pt x="4405576" y="757997"/>
                  <a:pt x="4384717" y="768266"/>
                </a:cubicBezTo>
                <a:cubicBezTo>
                  <a:pt x="4363912" y="778507"/>
                  <a:pt x="4338738" y="770009"/>
                  <a:pt x="4328415" y="749231"/>
                </a:cubicBezTo>
                <a:cubicBezTo>
                  <a:pt x="4328389" y="749204"/>
                  <a:pt x="4328389" y="749150"/>
                  <a:pt x="4328362" y="749123"/>
                </a:cubicBezTo>
                <a:cubicBezTo>
                  <a:pt x="4318094" y="728265"/>
                  <a:pt x="4326646" y="703037"/>
                  <a:pt x="4347505" y="692741"/>
                </a:cubicBezTo>
                <a:cubicBezTo>
                  <a:pt x="4357934" y="687607"/>
                  <a:pt x="4369456" y="687185"/>
                  <a:pt x="4379653" y="690654"/>
                </a:cubicBezTo>
                <a:close/>
                <a:moveTo>
                  <a:pt x="1830136" y="676283"/>
                </a:moveTo>
                <a:cubicBezTo>
                  <a:pt x="1833699" y="677533"/>
                  <a:pt x="1836782" y="680140"/>
                  <a:pt x="1838538" y="683813"/>
                </a:cubicBezTo>
                <a:cubicBezTo>
                  <a:pt x="1842211" y="691212"/>
                  <a:pt x="1839235" y="700222"/>
                  <a:pt x="1831836" y="703920"/>
                </a:cubicBezTo>
                <a:cubicBezTo>
                  <a:pt x="1824409" y="707460"/>
                  <a:pt x="1815535" y="704484"/>
                  <a:pt x="1811728" y="697218"/>
                </a:cubicBezTo>
                <a:cubicBezTo>
                  <a:pt x="1808055" y="689818"/>
                  <a:pt x="1811031" y="680810"/>
                  <a:pt x="1818430" y="677110"/>
                </a:cubicBezTo>
                <a:cubicBezTo>
                  <a:pt x="1818565" y="677030"/>
                  <a:pt x="1818725" y="676949"/>
                  <a:pt x="1818860" y="676896"/>
                </a:cubicBezTo>
                <a:cubicBezTo>
                  <a:pt x="1822533" y="675140"/>
                  <a:pt x="1826574" y="675033"/>
                  <a:pt x="1830136" y="676283"/>
                </a:cubicBezTo>
                <a:close/>
                <a:moveTo>
                  <a:pt x="637094" y="671337"/>
                </a:moveTo>
                <a:cubicBezTo>
                  <a:pt x="654957" y="670268"/>
                  <a:pt x="672557" y="679764"/>
                  <a:pt x="681002" y="696815"/>
                </a:cubicBezTo>
                <a:cubicBezTo>
                  <a:pt x="692262" y="719550"/>
                  <a:pt x="682959" y="747084"/>
                  <a:pt x="660224" y="758344"/>
                </a:cubicBezTo>
                <a:cubicBezTo>
                  <a:pt x="637489" y="769605"/>
                  <a:pt x="609955" y="760302"/>
                  <a:pt x="598694" y="737567"/>
                </a:cubicBezTo>
                <a:cubicBezTo>
                  <a:pt x="587434" y="714831"/>
                  <a:pt x="596737" y="687297"/>
                  <a:pt x="619472" y="676037"/>
                </a:cubicBezTo>
                <a:cubicBezTo>
                  <a:pt x="625156" y="673222"/>
                  <a:pt x="631139" y="671693"/>
                  <a:pt x="637094" y="671337"/>
                </a:cubicBezTo>
                <a:close/>
                <a:moveTo>
                  <a:pt x="2610559" y="669420"/>
                </a:moveTo>
                <a:cubicBezTo>
                  <a:pt x="2614429" y="670710"/>
                  <a:pt x="2617848" y="673358"/>
                  <a:pt x="2620059" y="677111"/>
                </a:cubicBezTo>
                <a:cubicBezTo>
                  <a:pt x="2624939" y="685396"/>
                  <a:pt x="2622178" y="696093"/>
                  <a:pt x="2613893" y="700972"/>
                </a:cubicBezTo>
                <a:cubicBezTo>
                  <a:pt x="2613893" y="700972"/>
                  <a:pt x="2613866" y="700972"/>
                  <a:pt x="2613866" y="700999"/>
                </a:cubicBezTo>
                <a:cubicBezTo>
                  <a:pt x="2605206" y="705208"/>
                  <a:pt x="2594777" y="701589"/>
                  <a:pt x="2590568" y="692929"/>
                </a:cubicBezTo>
                <a:cubicBezTo>
                  <a:pt x="2590461" y="692742"/>
                  <a:pt x="2590380" y="692554"/>
                  <a:pt x="2590273" y="692366"/>
                </a:cubicBezTo>
                <a:cubicBezTo>
                  <a:pt x="2586305" y="683921"/>
                  <a:pt x="2589898" y="673867"/>
                  <a:pt x="2598343" y="669873"/>
                </a:cubicBezTo>
                <a:cubicBezTo>
                  <a:pt x="2602365" y="668197"/>
                  <a:pt x="2606688" y="668130"/>
                  <a:pt x="2610559" y="669420"/>
                </a:cubicBezTo>
                <a:close/>
                <a:moveTo>
                  <a:pt x="1351019" y="569109"/>
                </a:moveTo>
                <a:cubicBezTo>
                  <a:pt x="1356884" y="571040"/>
                  <a:pt x="1362011" y="575208"/>
                  <a:pt x="1365014" y="581156"/>
                </a:cubicBezTo>
                <a:cubicBezTo>
                  <a:pt x="1371019" y="593055"/>
                  <a:pt x="1366247" y="607567"/>
                  <a:pt x="1354343" y="613570"/>
                </a:cubicBezTo>
                <a:cubicBezTo>
                  <a:pt x="1354316" y="613578"/>
                  <a:pt x="1354316" y="613589"/>
                  <a:pt x="1354290" y="613597"/>
                </a:cubicBezTo>
                <a:cubicBezTo>
                  <a:pt x="1342386" y="619573"/>
                  <a:pt x="1327881" y="614757"/>
                  <a:pt x="1321902" y="602846"/>
                </a:cubicBezTo>
                <a:cubicBezTo>
                  <a:pt x="1315951" y="590955"/>
                  <a:pt x="1320723" y="576481"/>
                  <a:pt x="1332600" y="570488"/>
                </a:cubicBezTo>
                <a:cubicBezTo>
                  <a:pt x="1338552" y="567485"/>
                  <a:pt x="1345154" y="567178"/>
                  <a:pt x="1351019" y="569109"/>
                </a:cubicBezTo>
                <a:close/>
                <a:moveTo>
                  <a:pt x="2906890" y="555761"/>
                </a:moveTo>
                <a:cubicBezTo>
                  <a:pt x="2912828" y="557691"/>
                  <a:pt x="2918030" y="561886"/>
                  <a:pt x="2921086" y="567889"/>
                </a:cubicBezTo>
                <a:cubicBezTo>
                  <a:pt x="2927199" y="579894"/>
                  <a:pt x="2922426" y="594586"/>
                  <a:pt x="2910415" y="600702"/>
                </a:cubicBezTo>
                <a:cubicBezTo>
                  <a:pt x="2898270" y="606721"/>
                  <a:pt x="2883551" y="601812"/>
                  <a:pt x="2877439" y="589709"/>
                </a:cubicBezTo>
                <a:cubicBezTo>
                  <a:pt x="2871567" y="577741"/>
                  <a:pt x="2876393" y="563275"/>
                  <a:pt x="2888270" y="557223"/>
                </a:cubicBezTo>
                <a:cubicBezTo>
                  <a:pt x="2894276" y="554166"/>
                  <a:pt x="2900951" y="553831"/>
                  <a:pt x="2906890" y="555761"/>
                </a:cubicBezTo>
                <a:close/>
                <a:moveTo>
                  <a:pt x="2104792" y="518178"/>
                </a:moveTo>
                <a:cubicBezTo>
                  <a:pt x="2109959" y="519900"/>
                  <a:pt x="2114470" y="523594"/>
                  <a:pt x="2117097" y="528850"/>
                </a:cubicBezTo>
                <a:cubicBezTo>
                  <a:pt x="2120878" y="539146"/>
                  <a:pt x="2116400" y="550647"/>
                  <a:pt x="2106641" y="555661"/>
                </a:cubicBezTo>
                <a:cubicBezTo>
                  <a:pt x="2096802" y="560513"/>
                  <a:pt x="2084898" y="557156"/>
                  <a:pt x="2079027" y="547885"/>
                </a:cubicBezTo>
                <a:cubicBezTo>
                  <a:pt x="2073772" y="537373"/>
                  <a:pt x="2078035" y="524591"/>
                  <a:pt x="2088544" y="519332"/>
                </a:cubicBezTo>
                <a:cubicBezTo>
                  <a:pt x="2093799" y="516704"/>
                  <a:pt x="2099624" y="516455"/>
                  <a:pt x="2104792" y="518178"/>
                </a:cubicBezTo>
                <a:close/>
                <a:moveTo>
                  <a:pt x="872734" y="466128"/>
                </a:moveTo>
                <a:cubicBezTo>
                  <a:pt x="891112" y="465053"/>
                  <a:pt x="909205" y="474842"/>
                  <a:pt x="917871" y="492387"/>
                </a:cubicBezTo>
                <a:cubicBezTo>
                  <a:pt x="929426" y="515782"/>
                  <a:pt x="919828" y="544109"/>
                  <a:pt x="896423" y="555659"/>
                </a:cubicBezTo>
                <a:cubicBezTo>
                  <a:pt x="873017" y="567209"/>
                  <a:pt x="844705" y="557606"/>
                  <a:pt x="833150" y="534211"/>
                </a:cubicBezTo>
                <a:cubicBezTo>
                  <a:pt x="821595" y="510816"/>
                  <a:pt x="831193" y="482489"/>
                  <a:pt x="854599" y="470939"/>
                </a:cubicBezTo>
                <a:cubicBezTo>
                  <a:pt x="860450" y="468052"/>
                  <a:pt x="866608" y="466486"/>
                  <a:pt x="872734" y="466128"/>
                </a:cubicBezTo>
                <a:close/>
                <a:moveTo>
                  <a:pt x="3210987" y="463378"/>
                </a:moveTo>
                <a:cubicBezTo>
                  <a:pt x="3218829" y="466107"/>
                  <a:pt x="3225625" y="471827"/>
                  <a:pt x="3229513" y="479892"/>
                </a:cubicBezTo>
                <a:cubicBezTo>
                  <a:pt x="3237314" y="496021"/>
                  <a:pt x="3230585" y="515418"/>
                  <a:pt x="3214445" y="523220"/>
                </a:cubicBezTo>
                <a:cubicBezTo>
                  <a:pt x="3214391" y="523244"/>
                  <a:pt x="3214338" y="523268"/>
                  <a:pt x="3214311" y="523293"/>
                </a:cubicBezTo>
                <a:cubicBezTo>
                  <a:pt x="3198332" y="531078"/>
                  <a:pt x="3179055" y="524445"/>
                  <a:pt x="3171281" y="508474"/>
                </a:cubicBezTo>
                <a:cubicBezTo>
                  <a:pt x="3171227" y="508365"/>
                  <a:pt x="3171173" y="508252"/>
                  <a:pt x="3171119" y="508139"/>
                </a:cubicBezTo>
                <a:cubicBezTo>
                  <a:pt x="3163318" y="492010"/>
                  <a:pt x="3170074" y="472613"/>
                  <a:pt x="3186187" y="464811"/>
                </a:cubicBezTo>
                <a:cubicBezTo>
                  <a:pt x="3194257" y="460912"/>
                  <a:pt x="3203145" y="460649"/>
                  <a:pt x="3210987" y="463378"/>
                </a:cubicBezTo>
                <a:close/>
                <a:moveTo>
                  <a:pt x="3519329" y="392998"/>
                </a:moveTo>
                <a:cubicBezTo>
                  <a:pt x="3529413" y="396378"/>
                  <a:pt x="3538207" y="403605"/>
                  <a:pt x="3543328" y="413878"/>
                </a:cubicBezTo>
                <a:cubicBezTo>
                  <a:pt x="3553543" y="434425"/>
                  <a:pt x="3545178" y="459372"/>
                  <a:pt x="3524641" y="469600"/>
                </a:cubicBezTo>
                <a:cubicBezTo>
                  <a:pt x="3524614" y="469616"/>
                  <a:pt x="3524587" y="469630"/>
                  <a:pt x="3524560" y="469643"/>
                </a:cubicBezTo>
                <a:cubicBezTo>
                  <a:pt x="3503970" y="479826"/>
                  <a:pt x="3479063" y="471402"/>
                  <a:pt x="3468875" y="450833"/>
                </a:cubicBezTo>
                <a:cubicBezTo>
                  <a:pt x="3458714" y="430299"/>
                  <a:pt x="3467079" y="405411"/>
                  <a:pt x="3487589" y="395199"/>
                </a:cubicBezTo>
                <a:cubicBezTo>
                  <a:pt x="3497870" y="390084"/>
                  <a:pt x="3509245" y="389618"/>
                  <a:pt x="3519329" y="392998"/>
                </a:cubicBezTo>
                <a:close/>
                <a:moveTo>
                  <a:pt x="1611726" y="391251"/>
                </a:moveTo>
                <a:cubicBezTo>
                  <a:pt x="1619149" y="393245"/>
                  <a:pt x="1625812" y="398070"/>
                  <a:pt x="1629954" y="405253"/>
                </a:cubicBezTo>
                <a:cubicBezTo>
                  <a:pt x="1637165" y="420074"/>
                  <a:pt x="1631214" y="437944"/>
                  <a:pt x="1616548" y="445469"/>
                </a:cubicBezTo>
                <a:cubicBezTo>
                  <a:pt x="1601722" y="452684"/>
                  <a:pt x="1583866" y="446728"/>
                  <a:pt x="1576333" y="432063"/>
                </a:cubicBezTo>
                <a:cubicBezTo>
                  <a:pt x="1570354" y="418080"/>
                  <a:pt x="1575770" y="401830"/>
                  <a:pt x="1588934" y="394234"/>
                </a:cubicBezTo>
                <a:cubicBezTo>
                  <a:pt x="1596119" y="390093"/>
                  <a:pt x="1604303" y="389256"/>
                  <a:pt x="1611726" y="391251"/>
                </a:cubicBezTo>
                <a:close/>
                <a:moveTo>
                  <a:pt x="2388073" y="376704"/>
                </a:moveTo>
                <a:cubicBezTo>
                  <a:pt x="2394866" y="378984"/>
                  <a:pt x="2400792" y="383855"/>
                  <a:pt x="2404237" y="390777"/>
                </a:cubicBezTo>
                <a:cubicBezTo>
                  <a:pt x="2404639" y="391485"/>
                  <a:pt x="2404987" y="392212"/>
                  <a:pt x="2405309" y="392952"/>
                </a:cubicBezTo>
                <a:cubicBezTo>
                  <a:pt x="2411314" y="406494"/>
                  <a:pt x="2405175" y="422325"/>
                  <a:pt x="2391636" y="428312"/>
                </a:cubicBezTo>
                <a:cubicBezTo>
                  <a:pt x="2390939" y="428703"/>
                  <a:pt x="2390215" y="429065"/>
                  <a:pt x="2389464" y="429392"/>
                </a:cubicBezTo>
                <a:cubicBezTo>
                  <a:pt x="2375925" y="435379"/>
                  <a:pt x="2360080" y="429253"/>
                  <a:pt x="2354101" y="415711"/>
                </a:cubicBezTo>
                <a:cubicBezTo>
                  <a:pt x="2347211" y="401866"/>
                  <a:pt x="2352868" y="385062"/>
                  <a:pt x="2366702" y="378177"/>
                </a:cubicBezTo>
                <a:cubicBezTo>
                  <a:pt x="2373619" y="374734"/>
                  <a:pt x="2381280" y="374423"/>
                  <a:pt x="2388073" y="376704"/>
                </a:cubicBezTo>
                <a:close/>
                <a:moveTo>
                  <a:pt x="4748673" y="362482"/>
                </a:moveTo>
                <a:cubicBezTo>
                  <a:pt x="4769541" y="361582"/>
                  <a:pt x="4789916" y="373007"/>
                  <a:pt x="4799447" y="393073"/>
                </a:cubicBezTo>
                <a:cubicBezTo>
                  <a:pt x="4812155" y="419823"/>
                  <a:pt x="4800760" y="451806"/>
                  <a:pt x="4774004" y="464506"/>
                </a:cubicBezTo>
                <a:cubicBezTo>
                  <a:pt x="4747971" y="476860"/>
                  <a:pt x="4716843" y="466442"/>
                  <a:pt x="4703492" y="440913"/>
                </a:cubicBezTo>
                <a:cubicBezTo>
                  <a:pt x="4703171" y="440302"/>
                  <a:pt x="4702875" y="439684"/>
                  <a:pt x="4702581" y="439060"/>
                </a:cubicBezTo>
                <a:cubicBezTo>
                  <a:pt x="4689873" y="412309"/>
                  <a:pt x="4701267" y="380326"/>
                  <a:pt x="4728024" y="367626"/>
                </a:cubicBezTo>
                <a:cubicBezTo>
                  <a:pt x="4734706" y="364451"/>
                  <a:pt x="4741717" y="362782"/>
                  <a:pt x="4748673" y="362482"/>
                </a:cubicBezTo>
                <a:close/>
                <a:moveTo>
                  <a:pt x="3810814" y="345788"/>
                </a:moveTo>
                <a:cubicBezTo>
                  <a:pt x="3830810" y="343173"/>
                  <a:pt x="3851345" y="352446"/>
                  <a:pt x="3862183" y="370937"/>
                </a:cubicBezTo>
                <a:cubicBezTo>
                  <a:pt x="3874757" y="396484"/>
                  <a:pt x="3864355" y="427400"/>
                  <a:pt x="3838858" y="440109"/>
                </a:cubicBezTo>
                <a:cubicBezTo>
                  <a:pt x="3813308" y="452693"/>
                  <a:pt x="3782395" y="442269"/>
                  <a:pt x="3769687" y="416784"/>
                </a:cubicBezTo>
                <a:cubicBezTo>
                  <a:pt x="3759875" y="392936"/>
                  <a:pt x="3769124" y="365505"/>
                  <a:pt x="3791377" y="352465"/>
                </a:cubicBezTo>
                <a:cubicBezTo>
                  <a:pt x="3797543" y="348853"/>
                  <a:pt x="3804149" y="346660"/>
                  <a:pt x="3810814" y="345788"/>
                </a:cubicBezTo>
                <a:close/>
                <a:moveTo>
                  <a:pt x="4140830" y="339436"/>
                </a:moveTo>
                <a:cubicBezTo>
                  <a:pt x="4150797" y="342730"/>
                  <a:pt x="4159510" y="349827"/>
                  <a:pt x="4164604" y="359946"/>
                </a:cubicBezTo>
                <a:cubicBezTo>
                  <a:pt x="4174524" y="380318"/>
                  <a:pt x="4166293" y="404891"/>
                  <a:pt x="4146104" y="415175"/>
                </a:cubicBezTo>
                <a:cubicBezTo>
                  <a:pt x="4125889" y="425138"/>
                  <a:pt x="4101439" y="416943"/>
                  <a:pt x="4091331" y="396825"/>
                </a:cubicBezTo>
                <a:cubicBezTo>
                  <a:pt x="4081143" y="376589"/>
                  <a:pt x="4089294" y="351926"/>
                  <a:pt x="4109535" y="341743"/>
                </a:cubicBezTo>
                <a:cubicBezTo>
                  <a:pt x="4119643" y="336651"/>
                  <a:pt x="4130863" y="336142"/>
                  <a:pt x="4140830" y="339436"/>
                </a:cubicBezTo>
                <a:close/>
                <a:moveTo>
                  <a:pt x="4436802" y="335081"/>
                </a:moveTo>
                <a:cubicBezTo>
                  <a:pt x="4456722" y="333866"/>
                  <a:pt x="4476368" y="344427"/>
                  <a:pt x="4485819" y="363423"/>
                </a:cubicBezTo>
                <a:cubicBezTo>
                  <a:pt x="4498393" y="388748"/>
                  <a:pt x="4488070" y="419484"/>
                  <a:pt x="4462734" y="432066"/>
                </a:cubicBezTo>
                <a:cubicBezTo>
                  <a:pt x="4437399" y="444487"/>
                  <a:pt x="4406782" y="434206"/>
                  <a:pt x="4394100" y="409009"/>
                </a:cubicBezTo>
                <a:cubicBezTo>
                  <a:pt x="4394100" y="409004"/>
                  <a:pt x="4394100" y="408996"/>
                  <a:pt x="4394100" y="408991"/>
                </a:cubicBezTo>
                <a:cubicBezTo>
                  <a:pt x="4381499" y="383662"/>
                  <a:pt x="4391848" y="352930"/>
                  <a:pt x="4417157" y="340345"/>
                </a:cubicBezTo>
                <a:cubicBezTo>
                  <a:pt x="4423491" y="337200"/>
                  <a:pt x="4430161" y="335486"/>
                  <a:pt x="4436802" y="335081"/>
                </a:cubicBezTo>
                <a:close/>
                <a:moveTo>
                  <a:pt x="1119827" y="271003"/>
                </a:moveTo>
                <a:cubicBezTo>
                  <a:pt x="1139747" y="269789"/>
                  <a:pt x="1159392" y="280350"/>
                  <a:pt x="1168843" y="299345"/>
                </a:cubicBezTo>
                <a:cubicBezTo>
                  <a:pt x="1181417" y="324670"/>
                  <a:pt x="1171095" y="355405"/>
                  <a:pt x="1145760" y="367987"/>
                </a:cubicBezTo>
                <a:cubicBezTo>
                  <a:pt x="1120451" y="380567"/>
                  <a:pt x="1089726" y="370245"/>
                  <a:pt x="1077125" y="344930"/>
                </a:cubicBezTo>
                <a:cubicBezTo>
                  <a:pt x="1077125" y="344925"/>
                  <a:pt x="1077125" y="344917"/>
                  <a:pt x="1077125" y="344912"/>
                </a:cubicBezTo>
                <a:cubicBezTo>
                  <a:pt x="1064524" y="319584"/>
                  <a:pt x="1074873" y="288852"/>
                  <a:pt x="1100182" y="276267"/>
                </a:cubicBezTo>
                <a:cubicBezTo>
                  <a:pt x="1106516" y="273122"/>
                  <a:pt x="1113187" y="271408"/>
                  <a:pt x="1119827" y="271003"/>
                </a:cubicBezTo>
                <a:close/>
                <a:moveTo>
                  <a:pt x="2681187" y="254885"/>
                </a:moveTo>
                <a:cubicBezTo>
                  <a:pt x="2689967" y="257839"/>
                  <a:pt x="2697622" y="264142"/>
                  <a:pt x="2702072" y="273094"/>
                </a:cubicBezTo>
                <a:cubicBezTo>
                  <a:pt x="2710946" y="290998"/>
                  <a:pt x="2703654" y="312719"/>
                  <a:pt x="2685745" y="321607"/>
                </a:cubicBezTo>
                <a:cubicBezTo>
                  <a:pt x="2685745" y="321612"/>
                  <a:pt x="2685718" y="321615"/>
                  <a:pt x="2685718" y="321620"/>
                </a:cubicBezTo>
                <a:cubicBezTo>
                  <a:pt x="2667809" y="330495"/>
                  <a:pt x="2646092" y="323165"/>
                  <a:pt x="2637218" y="305253"/>
                </a:cubicBezTo>
                <a:cubicBezTo>
                  <a:pt x="2628344" y="287352"/>
                  <a:pt x="2635663" y="265651"/>
                  <a:pt x="2653546" y="256769"/>
                </a:cubicBezTo>
                <a:cubicBezTo>
                  <a:pt x="2662501" y="252325"/>
                  <a:pt x="2672407" y="251931"/>
                  <a:pt x="2681187" y="254885"/>
                </a:cubicBezTo>
                <a:close/>
                <a:moveTo>
                  <a:pt x="1885312" y="226634"/>
                </a:moveTo>
                <a:cubicBezTo>
                  <a:pt x="1894351" y="229673"/>
                  <a:pt x="1902227" y="236162"/>
                  <a:pt x="1906798" y="245379"/>
                </a:cubicBezTo>
                <a:cubicBezTo>
                  <a:pt x="1915967" y="263811"/>
                  <a:pt x="1908460" y="286176"/>
                  <a:pt x="1890014" y="295331"/>
                </a:cubicBezTo>
                <a:cubicBezTo>
                  <a:pt x="1871649" y="304455"/>
                  <a:pt x="1849370" y="297026"/>
                  <a:pt x="1840147" y="278709"/>
                </a:cubicBezTo>
                <a:cubicBezTo>
                  <a:pt x="1840120" y="278650"/>
                  <a:pt x="1840093" y="278594"/>
                  <a:pt x="1840067" y="278535"/>
                </a:cubicBezTo>
                <a:cubicBezTo>
                  <a:pt x="1830897" y="260103"/>
                  <a:pt x="1838431" y="237738"/>
                  <a:pt x="1856850" y="228582"/>
                </a:cubicBezTo>
                <a:cubicBezTo>
                  <a:pt x="1866073" y="224003"/>
                  <a:pt x="1876274" y="223594"/>
                  <a:pt x="1885312" y="226634"/>
                </a:cubicBezTo>
                <a:close/>
                <a:moveTo>
                  <a:pt x="2964450" y="150066"/>
                </a:moveTo>
                <a:cubicBezTo>
                  <a:pt x="2982068" y="148940"/>
                  <a:pt x="2999487" y="158235"/>
                  <a:pt x="3007872" y="175019"/>
                </a:cubicBezTo>
                <a:cubicBezTo>
                  <a:pt x="3019078" y="197397"/>
                  <a:pt x="3010016" y="224618"/>
                  <a:pt x="2987630" y="235814"/>
                </a:cubicBezTo>
                <a:cubicBezTo>
                  <a:pt x="2965189" y="246878"/>
                  <a:pt x="2938030" y="237782"/>
                  <a:pt x="2926770" y="215438"/>
                </a:cubicBezTo>
                <a:cubicBezTo>
                  <a:pt x="2915671" y="193073"/>
                  <a:pt x="2924759" y="165946"/>
                  <a:pt x="2947092" y="154775"/>
                </a:cubicBezTo>
                <a:cubicBezTo>
                  <a:pt x="2952682" y="151975"/>
                  <a:pt x="2958577" y="150442"/>
                  <a:pt x="2964450" y="150066"/>
                </a:cubicBezTo>
                <a:close/>
                <a:moveTo>
                  <a:pt x="1379070" y="90592"/>
                </a:moveTo>
                <a:cubicBezTo>
                  <a:pt x="1400983" y="89451"/>
                  <a:pt x="1422488" y="101256"/>
                  <a:pt x="1432683" y="122234"/>
                </a:cubicBezTo>
                <a:cubicBezTo>
                  <a:pt x="1446249" y="150203"/>
                  <a:pt x="1434587" y="183890"/>
                  <a:pt x="1406623" y="197475"/>
                </a:cubicBezTo>
                <a:cubicBezTo>
                  <a:pt x="1406543" y="197518"/>
                  <a:pt x="1406436" y="197563"/>
                  <a:pt x="1406355" y="197606"/>
                </a:cubicBezTo>
                <a:cubicBezTo>
                  <a:pt x="1378097" y="210968"/>
                  <a:pt x="1344370" y="198906"/>
                  <a:pt x="1331018" y="170664"/>
                </a:cubicBezTo>
                <a:cubicBezTo>
                  <a:pt x="1317988" y="142793"/>
                  <a:pt x="1329758" y="109625"/>
                  <a:pt x="1357426" y="96186"/>
                </a:cubicBezTo>
                <a:cubicBezTo>
                  <a:pt x="1364417" y="92790"/>
                  <a:pt x="1371766" y="90972"/>
                  <a:pt x="1379070" y="90592"/>
                </a:cubicBezTo>
                <a:close/>
                <a:moveTo>
                  <a:pt x="2150077" y="78661"/>
                </a:moveTo>
                <a:cubicBezTo>
                  <a:pt x="2167488" y="77574"/>
                  <a:pt x="2184680" y="86783"/>
                  <a:pt x="2192944" y="103379"/>
                </a:cubicBezTo>
                <a:cubicBezTo>
                  <a:pt x="2203990" y="125508"/>
                  <a:pt x="2194982" y="152393"/>
                  <a:pt x="2172863" y="163426"/>
                </a:cubicBezTo>
                <a:cubicBezTo>
                  <a:pt x="2172863" y="163428"/>
                  <a:pt x="2172863" y="163431"/>
                  <a:pt x="2172836" y="163434"/>
                </a:cubicBezTo>
                <a:cubicBezTo>
                  <a:pt x="2150718" y="174458"/>
                  <a:pt x="2123827" y="165452"/>
                  <a:pt x="2112808" y="143318"/>
                </a:cubicBezTo>
                <a:cubicBezTo>
                  <a:pt x="2101789" y="121191"/>
                  <a:pt x="2110797" y="94317"/>
                  <a:pt x="2132916" y="83287"/>
                </a:cubicBezTo>
                <a:cubicBezTo>
                  <a:pt x="2138446" y="80529"/>
                  <a:pt x="2144273" y="79023"/>
                  <a:pt x="2150077" y="78661"/>
                </a:cubicBezTo>
                <a:close/>
                <a:moveTo>
                  <a:pt x="3268805" y="66588"/>
                </a:moveTo>
                <a:cubicBezTo>
                  <a:pt x="3290400" y="65303"/>
                  <a:pt x="3311679" y="76780"/>
                  <a:pt x="3321874" y="97383"/>
                </a:cubicBezTo>
                <a:cubicBezTo>
                  <a:pt x="3335467" y="124850"/>
                  <a:pt x="3324233" y="158143"/>
                  <a:pt x="3296753" y="171738"/>
                </a:cubicBezTo>
                <a:cubicBezTo>
                  <a:pt x="3269352" y="185299"/>
                  <a:pt x="3236161" y="174151"/>
                  <a:pt x="3222488" y="146805"/>
                </a:cubicBezTo>
                <a:cubicBezTo>
                  <a:pt x="3222461" y="146743"/>
                  <a:pt x="3222434" y="146681"/>
                  <a:pt x="3222408" y="146620"/>
                </a:cubicBezTo>
                <a:cubicBezTo>
                  <a:pt x="3208788" y="119150"/>
                  <a:pt x="3220048" y="85860"/>
                  <a:pt x="3247502" y="72261"/>
                </a:cubicBezTo>
                <a:cubicBezTo>
                  <a:pt x="3254372" y="68862"/>
                  <a:pt x="3261606" y="67016"/>
                  <a:pt x="3268805" y="66588"/>
                </a:cubicBezTo>
                <a:close/>
                <a:moveTo>
                  <a:pt x="3575740" y="14517"/>
                </a:moveTo>
                <a:cubicBezTo>
                  <a:pt x="3597337" y="13278"/>
                  <a:pt x="3618591" y="24799"/>
                  <a:pt x="3628745" y="45424"/>
                </a:cubicBezTo>
                <a:cubicBezTo>
                  <a:pt x="3642285" y="72924"/>
                  <a:pt x="3630971" y="106190"/>
                  <a:pt x="3603463" y="119726"/>
                </a:cubicBezTo>
                <a:cubicBezTo>
                  <a:pt x="3603329" y="119793"/>
                  <a:pt x="3603195" y="119860"/>
                  <a:pt x="3603061" y="119925"/>
                </a:cubicBezTo>
                <a:cubicBezTo>
                  <a:pt x="3575661" y="133308"/>
                  <a:pt x="3542577" y="121936"/>
                  <a:pt x="3529199" y="94525"/>
                </a:cubicBezTo>
                <a:cubicBezTo>
                  <a:pt x="3529199" y="94498"/>
                  <a:pt x="3529172" y="94474"/>
                  <a:pt x="3529172" y="94447"/>
                </a:cubicBezTo>
                <a:cubicBezTo>
                  <a:pt x="3515633" y="66948"/>
                  <a:pt x="3526947" y="33682"/>
                  <a:pt x="3554427" y="20145"/>
                </a:cubicBezTo>
                <a:cubicBezTo>
                  <a:pt x="3561304" y="16761"/>
                  <a:pt x="3568541" y="14930"/>
                  <a:pt x="3575740" y="14517"/>
                </a:cubicBezTo>
                <a:close/>
                <a:moveTo>
                  <a:pt x="4819372" y="2917"/>
                </a:moveTo>
                <a:lnTo>
                  <a:pt x="4821378" y="3380"/>
                </a:lnTo>
                <a:lnTo>
                  <a:pt x="4821378" y="149188"/>
                </a:lnTo>
                <a:lnTo>
                  <a:pt x="4800428" y="146385"/>
                </a:lnTo>
                <a:cubicBezTo>
                  <a:pt x="4782549" y="140358"/>
                  <a:pt x="4766965" y="127510"/>
                  <a:pt x="4757917" y="109269"/>
                </a:cubicBezTo>
                <a:cubicBezTo>
                  <a:pt x="4739846" y="72837"/>
                  <a:pt x="4754700" y="28659"/>
                  <a:pt x="4791108" y="10527"/>
                </a:cubicBezTo>
                <a:cubicBezTo>
                  <a:pt x="4800217" y="5988"/>
                  <a:pt x="4809815" y="3511"/>
                  <a:pt x="4819372" y="2917"/>
                </a:cubicBezTo>
                <a:close/>
                <a:moveTo>
                  <a:pt x="4454144" y="0"/>
                </a:moveTo>
                <a:lnTo>
                  <a:pt x="4571035" y="0"/>
                </a:lnTo>
                <a:lnTo>
                  <a:pt x="4580244" y="9764"/>
                </a:lnTo>
                <a:cubicBezTo>
                  <a:pt x="4598449" y="46518"/>
                  <a:pt x="4583408" y="91069"/>
                  <a:pt x="4546651" y="109270"/>
                </a:cubicBezTo>
                <a:cubicBezTo>
                  <a:pt x="4509921" y="127298"/>
                  <a:pt x="4465523" y="112337"/>
                  <a:pt x="4447185" y="75758"/>
                </a:cubicBezTo>
                <a:cubicBezTo>
                  <a:pt x="4447158" y="75731"/>
                  <a:pt x="4447158" y="75701"/>
                  <a:pt x="4447131" y="75675"/>
                </a:cubicBezTo>
                <a:cubicBezTo>
                  <a:pt x="4438043" y="57297"/>
                  <a:pt x="4437258" y="36970"/>
                  <a:pt x="4443341" y="18962"/>
                </a:cubicBezTo>
                <a:close/>
                <a:moveTo>
                  <a:pt x="4149217" y="0"/>
                </a:moveTo>
                <a:lnTo>
                  <a:pt x="4257393" y="0"/>
                </a:lnTo>
                <a:lnTo>
                  <a:pt x="4260317" y="3285"/>
                </a:lnTo>
                <a:cubicBezTo>
                  <a:pt x="4274768" y="34771"/>
                  <a:pt x="4260960" y="72018"/>
                  <a:pt x="4229485" y="86482"/>
                </a:cubicBezTo>
                <a:cubicBezTo>
                  <a:pt x="4199323" y="100333"/>
                  <a:pt x="4163612" y="88311"/>
                  <a:pt x="4147981" y="59050"/>
                </a:cubicBezTo>
                <a:cubicBezTo>
                  <a:pt x="4139804" y="43772"/>
                  <a:pt x="4138598" y="26630"/>
                  <a:pt x="4143256" y="11266"/>
                </a:cubicBezTo>
                <a:close/>
                <a:moveTo>
                  <a:pt x="3860379" y="0"/>
                </a:moveTo>
                <a:lnTo>
                  <a:pt x="3921495" y="0"/>
                </a:lnTo>
                <a:lnTo>
                  <a:pt x="3936582" y="15837"/>
                </a:lnTo>
                <a:cubicBezTo>
                  <a:pt x="3949451" y="41527"/>
                  <a:pt x="3939075" y="72796"/>
                  <a:pt x="3913391" y="85678"/>
                </a:cubicBezTo>
                <a:cubicBezTo>
                  <a:pt x="3887707" y="98560"/>
                  <a:pt x="3856419" y="88177"/>
                  <a:pt x="3843550" y="62487"/>
                </a:cubicBezTo>
                <a:cubicBezTo>
                  <a:pt x="3837115" y="49642"/>
                  <a:pt x="3836492" y="35403"/>
                  <a:pt x="3840688" y="22764"/>
                </a:cubicBezTo>
                <a:close/>
                <a:moveTo>
                  <a:pt x="2391233" y="0"/>
                </a:moveTo>
                <a:lnTo>
                  <a:pt x="2491395" y="0"/>
                </a:lnTo>
                <a:lnTo>
                  <a:pt x="2492784" y="19856"/>
                </a:lnTo>
                <a:cubicBezTo>
                  <a:pt x="2488394" y="32980"/>
                  <a:pt x="2478997" y="44429"/>
                  <a:pt x="2465632" y="51092"/>
                </a:cubicBezTo>
                <a:cubicBezTo>
                  <a:pt x="2438903" y="64419"/>
                  <a:pt x="2406435" y="53556"/>
                  <a:pt x="2393110" y="26829"/>
                </a:cubicBezTo>
                <a:close/>
                <a:moveTo>
                  <a:pt x="1592732" y="0"/>
                </a:moveTo>
                <a:lnTo>
                  <a:pt x="1708961" y="0"/>
                </a:lnTo>
                <a:lnTo>
                  <a:pt x="1709486" y="7656"/>
                </a:lnTo>
                <a:cubicBezTo>
                  <a:pt x="1704372" y="22876"/>
                  <a:pt x="1693454" y="36145"/>
                  <a:pt x="1677944" y="43855"/>
                </a:cubicBezTo>
                <a:cubicBezTo>
                  <a:pt x="1677890" y="43882"/>
                  <a:pt x="1677837" y="43909"/>
                  <a:pt x="1677783" y="43935"/>
                </a:cubicBezTo>
                <a:cubicBezTo>
                  <a:pt x="1646710" y="59268"/>
                  <a:pt x="1609095" y="46507"/>
                  <a:pt x="1593759" y="1543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4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BABA2789-7FC9-411E-BCBB-09E056D07D56}"/>
              </a:ext>
            </a:extLst>
          </p:cNvPr>
          <p:cNvSpPr/>
          <p:nvPr userDrawn="1"/>
        </p:nvSpPr>
        <p:spPr>
          <a:xfrm>
            <a:off x="8069580" y="-774616"/>
            <a:ext cx="4122420" cy="7746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1"/>
              </a:solidFill>
            </a:endParaRPr>
          </a:p>
        </p:txBody>
      </p:sp>
      <p:cxnSp>
        <p:nvCxnSpPr>
          <p:cNvPr id="1088" name="Connecteur droit 32">
            <a:extLst>
              <a:ext uri="{FF2B5EF4-FFF2-40B4-BE49-F238E27FC236}">
                <a16:creationId xmlns:a16="http://schemas.microsoft.com/office/drawing/2014/main" id="{22207EA1-29E9-4AEE-BA3E-300F7AEA328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96AB26-6B6F-42CE-BC77-F57E9367A0A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agenda title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62D3A6-371B-459D-80A6-093853E28A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6491" y="1290261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D695242-FAF5-4117-83C2-18CEA62D06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23106" y="1297757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EA92701-D9A9-404B-B699-EDB659B80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37526" y="1297724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DF42EE5A-CA17-4395-B150-78F42B04C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56490" y="1893719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7A2AD319-10A2-42B2-AD18-192A9C5A8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23105" y="1901215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0B392A36-0284-45CF-B971-9695EA9AF4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37525" y="1901182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56BB5ED8-9622-4FDE-9FD8-108F8CFAA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56489" y="2485540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58" name="Text Placeholder 13">
            <a:extLst>
              <a:ext uri="{FF2B5EF4-FFF2-40B4-BE49-F238E27FC236}">
                <a16:creationId xmlns:a16="http://schemas.microsoft.com/office/drawing/2014/main" id="{D4D9E4C7-0175-492B-92CA-815CFC4BE1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23104" y="2493036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8E468B7C-2F32-4329-9B85-4118392025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37524" y="2493003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  <p:sp>
        <p:nvSpPr>
          <p:cNvPr id="60" name="Text Placeholder 11">
            <a:extLst>
              <a:ext uri="{FF2B5EF4-FFF2-40B4-BE49-F238E27FC236}">
                <a16:creationId xmlns:a16="http://schemas.microsoft.com/office/drawing/2014/main" id="{B3E5DDC1-B9F6-4D66-9FD4-83E5EBEE45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6488" y="3102631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28ECB165-7A72-4582-898D-08DDD3749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23103" y="3110127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62" name="Text Placeholder 15">
            <a:extLst>
              <a:ext uri="{FF2B5EF4-FFF2-40B4-BE49-F238E27FC236}">
                <a16:creationId xmlns:a16="http://schemas.microsoft.com/office/drawing/2014/main" id="{C03C4673-7DDA-4DF3-B3EB-637665A1E1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37523" y="3110094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  <p:sp>
        <p:nvSpPr>
          <p:cNvPr id="63" name="Text Placeholder 11">
            <a:extLst>
              <a:ext uri="{FF2B5EF4-FFF2-40B4-BE49-F238E27FC236}">
                <a16:creationId xmlns:a16="http://schemas.microsoft.com/office/drawing/2014/main" id="{CEB81D5D-F72D-4AA4-8EAC-B348BAD48B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6487" y="3701828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64" name="Text Placeholder 13">
            <a:extLst>
              <a:ext uri="{FF2B5EF4-FFF2-40B4-BE49-F238E27FC236}">
                <a16:creationId xmlns:a16="http://schemas.microsoft.com/office/drawing/2014/main" id="{6C4DF4A5-CCCF-4C34-ADBE-1BA0FA6538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23102" y="3709324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65" name="Text Placeholder 15">
            <a:extLst>
              <a:ext uri="{FF2B5EF4-FFF2-40B4-BE49-F238E27FC236}">
                <a16:creationId xmlns:a16="http://schemas.microsoft.com/office/drawing/2014/main" id="{4E0A8621-8BDB-45F6-B43B-25FD66ECFB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37522" y="3709291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  <p:sp>
        <p:nvSpPr>
          <p:cNvPr id="66" name="Text Placeholder 11">
            <a:extLst>
              <a:ext uri="{FF2B5EF4-FFF2-40B4-BE49-F238E27FC236}">
                <a16:creationId xmlns:a16="http://schemas.microsoft.com/office/drawing/2014/main" id="{A879D6F3-E834-45C6-B684-C099608387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56486" y="4313627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67" name="Text Placeholder 13">
            <a:extLst>
              <a:ext uri="{FF2B5EF4-FFF2-40B4-BE49-F238E27FC236}">
                <a16:creationId xmlns:a16="http://schemas.microsoft.com/office/drawing/2014/main" id="{A60C22D5-A084-41A3-A33E-10FF4378A1A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3101" y="4321123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2A5BB103-DF35-486A-A5D5-DB14EF7E65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37521" y="4321090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FFA1784F-1ED6-478C-9792-F84C6AFED42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56485" y="4932854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70" name="Text Placeholder 13">
            <a:extLst>
              <a:ext uri="{FF2B5EF4-FFF2-40B4-BE49-F238E27FC236}">
                <a16:creationId xmlns:a16="http://schemas.microsoft.com/office/drawing/2014/main" id="{C9420F78-4C39-4D68-8D65-F40DA3F83E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23100" y="4940350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2C051199-1172-4489-8515-A737EB52D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37520" y="4940317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  <p:sp>
        <p:nvSpPr>
          <p:cNvPr id="72" name="Text Placeholder 11">
            <a:extLst>
              <a:ext uri="{FF2B5EF4-FFF2-40B4-BE49-F238E27FC236}">
                <a16:creationId xmlns:a16="http://schemas.microsoft.com/office/drawing/2014/main" id="{C50A6304-C20C-492C-8632-FAF2C2BC18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56485" y="5532017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73" name="Text Placeholder 13">
            <a:extLst>
              <a:ext uri="{FF2B5EF4-FFF2-40B4-BE49-F238E27FC236}">
                <a16:creationId xmlns:a16="http://schemas.microsoft.com/office/drawing/2014/main" id="{CC4C6B99-AC73-4CD8-997F-DAB5843B0FC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923100" y="5539513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Click to add agenda point</a:t>
            </a:r>
            <a:endParaRPr lang="en-US" dirty="0"/>
          </a:p>
        </p:txBody>
      </p:sp>
      <p:sp>
        <p:nvSpPr>
          <p:cNvPr id="74" name="Text Placeholder 15">
            <a:extLst>
              <a:ext uri="{FF2B5EF4-FFF2-40B4-BE49-F238E27FC236}">
                <a16:creationId xmlns:a16="http://schemas.microsoft.com/office/drawing/2014/main" id="{7F90DADD-533A-489F-B86B-B9EA0BFA0E8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37520" y="5539480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en-US"/>
              <a:t>P.X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917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2F38F47-C921-BB85-101F-7AD3C6F9FDDF}"/>
              </a:ext>
            </a:extLst>
          </p:cNvPr>
          <p:cNvSpPr/>
          <p:nvPr userDrawn="1"/>
        </p:nvSpPr>
        <p:spPr>
          <a:xfrm>
            <a:off x="808507" y="844949"/>
            <a:ext cx="4511020" cy="4511443"/>
          </a:xfrm>
          <a:prstGeom prst="ellipse">
            <a:avLst/>
          </a:prstGeom>
          <a:gradFill>
            <a:gsLst>
              <a:gs pos="0">
                <a:schemeClr val="tx2"/>
              </a:gs>
              <a:gs pos="100000">
                <a:schemeClr val="bg2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en-US" sz="1200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FD4F7F-6DD8-9D49-9E21-5D29466BC0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480" y="844949"/>
            <a:ext cx="4406468" cy="4406468"/>
          </a:xfrm>
          <a:prstGeom prst="ellipse">
            <a:avLst/>
          </a:prstGeom>
          <a:solidFill>
            <a:schemeClr val="accent3"/>
          </a:solidFill>
          <a:effectLst/>
        </p:spPr>
        <p:txBody>
          <a:bodyPr tIns="720000" anchor="ctr" anchorCtr="1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87313" marR="0" lvl="0" indent="-87313" algn="ctr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Malgun Gothic" panose="020B0503020000020004" pitchFamily="34" charset="-127"/>
              <a:buChar char="​"/>
              <a:tabLst/>
              <a:defRPr/>
            </a:pPr>
            <a:r>
              <a:rPr lang="en-US" sz="1800"/>
              <a:t>Click icon to add picture</a:t>
            </a:r>
            <a:endParaRPr lang="en-US" sz="1800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8331C31-6630-E8B7-688D-0F53468FB2E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92300"/>
            <a:ext cx="0" cy="4965700"/>
          </a:xfrm>
          <a:prstGeom prst="line">
            <a:avLst/>
          </a:prstGeom>
          <a:ln w="19050" cap="rnd" cmpd="sng" algn="ctr">
            <a:gradFill flip="none"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54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A1C31873-3E9F-65A7-1561-678A4DA175E7}"/>
              </a:ext>
            </a:extLst>
          </p:cNvPr>
          <p:cNvGrpSpPr/>
          <p:nvPr userDrawn="1"/>
        </p:nvGrpSpPr>
        <p:grpSpPr>
          <a:xfrm>
            <a:off x="279459" y="6214971"/>
            <a:ext cx="1634863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10" name="Graphique 37">
              <a:extLst>
                <a:ext uri="{FF2B5EF4-FFF2-40B4-BE49-F238E27FC236}">
                  <a16:creationId xmlns:a16="http://schemas.microsoft.com/office/drawing/2014/main" id="{97971C10-5D99-4C6F-72C8-319C0EA7CAA3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1A97C1C7-C9CB-55F6-BEA2-812698B330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A2367F20-25A9-E404-7F60-3D60889ED070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128E6044-04FD-C9F2-60D6-97F5CE4001C7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D5A225B5-55F7-802C-B87B-0E0D7AE630E2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3CB1F40A-62C6-9B52-5350-FCDE1357FA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595" y="2780051"/>
            <a:ext cx="5766305" cy="202406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48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en-US"/>
              <a:t>Click to add section title</a:t>
            </a:r>
            <a:endParaRPr lang="en-US" dirty="0"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0A566E59-3CFF-9478-FAC4-2837014246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0595" y="1789282"/>
            <a:ext cx="1703778" cy="990769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>
              <a:buNone/>
              <a:defRPr sz="8800" b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5000000" scaled="0"/>
                </a:gra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en-US"/>
              <a:t>01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120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C61A572D-AA4E-A9DF-B259-82A53906F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11441" y="2030141"/>
            <a:ext cx="1647698" cy="781773"/>
          </a:xfrm>
          <a:prstGeom prst="rect">
            <a:avLst/>
          </a:prstGeom>
          <a:effectLst/>
        </p:spPr>
        <p:txBody>
          <a:bodyPr wrap="none" anchor="ctr">
            <a:noAutofit/>
          </a:bodyPr>
          <a:lstStyle>
            <a:lvl1pPr marL="0" indent="0" algn="l">
              <a:buNone/>
              <a:defRPr sz="8000" b="0">
                <a:gradFill>
                  <a:gsLst>
                    <a:gs pos="0">
                      <a:schemeClr val="accent2">
                        <a:lumMod val="67000"/>
                      </a:schemeClr>
                    </a:gs>
                    <a:gs pos="22000">
                      <a:schemeClr val="tx2"/>
                    </a:gs>
                    <a:gs pos="89000">
                      <a:schemeClr val="bg2"/>
                    </a:gs>
                  </a:gsLst>
                  <a:lin ang="16200000" scaled="1"/>
                </a:gra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en-US"/>
              <a:t>01</a:t>
            </a:r>
            <a:endParaRPr lang="en-US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1660685-F833-ABEC-578B-9BEB016EBA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1441" y="3060454"/>
            <a:ext cx="2981556" cy="38951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67000"/>
                </a:schemeClr>
              </a:gs>
              <a:gs pos="22000">
                <a:schemeClr val="tx2"/>
              </a:gs>
              <a:gs pos="89000">
                <a:schemeClr val="bg2"/>
              </a:gs>
            </a:gsLst>
            <a:lin ang="15000000" scaled="0"/>
          </a:gradFill>
        </p:spPr>
        <p:txBody>
          <a:bodyPr wrap="none" lIns="72000" rIns="72000" anchor="ctr">
            <a:spAutoFit/>
          </a:bodyPr>
          <a:lstStyle>
            <a:lvl1pPr marL="0" indent="0" algn="l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title reminder</a:t>
            </a:r>
            <a:endParaRPr lang="en-US" dirty="0"/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2488CDA4-2931-1F30-8C40-995A320E2A82}"/>
              </a:ext>
            </a:extLst>
          </p:cNvPr>
          <p:cNvGrpSpPr/>
          <p:nvPr userDrawn="1"/>
        </p:nvGrpSpPr>
        <p:grpSpPr>
          <a:xfrm>
            <a:off x="279459" y="6214971"/>
            <a:ext cx="1634863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4" name="Graphique 37">
              <a:extLst>
                <a:ext uri="{FF2B5EF4-FFF2-40B4-BE49-F238E27FC236}">
                  <a16:creationId xmlns:a16="http://schemas.microsoft.com/office/drawing/2014/main" id="{18CCAFC1-C99F-117F-3DCE-DD6E595BBCC1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8" name="Forme libre : forme 11">
                <a:extLst>
                  <a:ext uri="{FF2B5EF4-FFF2-40B4-BE49-F238E27FC236}">
                    <a16:creationId xmlns:a16="http://schemas.microsoft.com/office/drawing/2014/main" id="{B51745F8-62A8-01A4-ABFE-D22C09F27F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9" name="Forme libre : forme 12">
                <a:extLst>
                  <a:ext uri="{FF2B5EF4-FFF2-40B4-BE49-F238E27FC236}">
                    <a16:creationId xmlns:a16="http://schemas.microsoft.com/office/drawing/2014/main" id="{1B6B8151-B497-07FF-64B2-4DB278ED6FF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0" name="Forme libre : forme 13">
                <a:extLst>
                  <a:ext uri="{FF2B5EF4-FFF2-40B4-BE49-F238E27FC236}">
                    <a16:creationId xmlns:a16="http://schemas.microsoft.com/office/drawing/2014/main" id="{CE4C259A-31DF-A08A-8073-1900D7DADBA5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5" name="Forme libre : forme 10">
              <a:extLst>
                <a:ext uri="{FF2B5EF4-FFF2-40B4-BE49-F238E27FC236}">
                  <a16:creationId xmlns:a16="http://schemas.microsoft.com/office/drawing/2014/main" id="{91760123-5CD7-42B7-1CD5-37165B7BAC13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6F8DEAD-FDDA-3BAA-7422-CD2195E924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1441" y="3758187"/>
            <a:ext cx="7034330" cy="1449387"/>
          </a:xfrm>
        </p:spPr>
        <p:txBody>
          <a:bodyPr rIns="36000">
            <a:noAutofit/>
          </a:bodyPr>
          <a:lstStyle>
            <a:lvl1pPr algn="l">
              <a:defRPr sz="3200" b="1" cap="all" baseline="0">
                <a:solidFill>
                  <a:schemeClr val="accent4"/>
                </a:solidFill>
                <a:latin typeface="+mj-lt"/>
              </a:defRPr>
            </a:lvl1pPr>
            <a:lvl2pPr algn="l">
              <a:defRPr sz="1800">
                <a:solidFill>
                  <a:schemeClr val="accent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subsection title</a:t>
            </a:r>
          </a:p>
          <a:p>
            <a:pPr lvl="1"/>
            <a:r>
              <a:rPr lang="en-US"/>
              <a:t>Next subsection title</a:t>
            </a:r>
            <a:endParaRPr lang="en-US" dirty="0"/>
          </a:p>
        </p:txBody>
      </p:sp>
      <p:cxnSp>
        <p:nvCxnSpPr>
          <p:cNvPr id="11" name="Connecteur droit 3">
            <a:extLst>
              <a:ext uri="{FF2B5EF4-FFF2-40B4-BE49-F238E27FC236}">
                <a16:creationId xmlns:a16="http://schemas.microsoft.com/office/drawing/2014/main" id="{FB5FEEA7-8B08-2E38-DAFA-4908213FAF5B}"/>
              </a:ext>
            </a:extLst>
          </p:cNvPr>
          <p:cNvCxnSpPr>
            <a:cxnSpLocks/>
          </p:cNvCxnSpPr>
          <p:nvPr userDrawn="1"/>
        </p:nvCxnSpPr>
        <p:spPr>
          <a:xfrm flipV="1">
            <a:off x="3035808" y="0"/>
            <a:ext cx="0" cy="5943600"/>
          </a:xfrm>
          <a:prstGeom prst="line">
            <a:avLst/>
          </a:prstGeom>
          <a:ln w="19050" cap="rnd" cmpd="sng" algn="ctr">
            <a:gradFill flip="none"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54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2586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11617325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bg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add subtitle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TITRE DE SECTION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033C924-CBD4-1665-71A1-FBA5DFAB8E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11669203" cy="48918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583246B-75A4-3ED3-55B2-1B9B4928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259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only text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TITRE DE SECTION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033C924-CBD4-1665-71A1-FBA5DFAB8E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11669203" cy="48918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583246B-75A4-3ED3-55B2-1B9B4928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8B08495A-6A39-7F8F-A3E3-31458830E37C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7541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header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15C426-3FA6-D44D-E6D3-A3DB1C488A36}"/>
              </a:ext>
            </a:extLst>
          </p:cNvPr>
          <p:cNvSpPr/>
          <p:nvPr userDrawn="1"/>
        </p:nvSpPr>
        <p:spPr>
          <a:xfrm>
            <a:off x="0" y="2409804"/>
            <a:ext cx="12191999" cy="4448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11617325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bg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add subtitle</a:t>
            </a:r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2E70154-91F3-98D7-261D-A6EB7BACA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8F944CC-EF14-4927-4C9D-6686F18D6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38D5E398-82E5-855C-4969-E6D1880C88DE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D43DC06-107F-CD22-5279-8B1C4EBB4408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3" name="Graphique 37">
              <a:extLst>
                <a:ext uri="{FF2B5EF4-FFF2-40B4-BE49-F238E27FC236}">
                  <a16:creationId xmlns:a16="http://schemas.microsoft.com/office/drawing/2014/main" id="{06F8BF05-73E2-ADB8-3A7D-6AC28EF5E10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2E970334-F4C5-FFA8-7084-4B151BF8700D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85BBC285-5341-47B7-6521-58FC7EDC87B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68B373C0-DF3B-8FFC-156E-1052EA883B33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98F98F34-8C93-BFD6-E74E-531EBA72C78F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8" name="Espace réservé du numéro de diapositive 7">
            <a:extLst>
              <a:ext uri="{FF2B5EF4-FFF2-40B4-BE49-F238E27FC236}">
                <a16:creationId xmlns:a16="http://schemas.microsoft.com/office/drawing/2014/main" id="{2727DCC8-ED02-3C64-43EE-B4D5A81D3A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21836" y="6469379"/>
            <a:ext cx="297521" cy="297521"/>
          </a:xfrm>
        </p:spPr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9" name="Espace réservé du pied de page 10">
            <a:extLst>
              <a:ext uri="{FF2B5EF4-FFF2-40B4-BE49-F238E27FC236}">
                <a16:creationId xmlns:a16="http://schemas.microsoft.com/office/drawing/2014/main" id="{EA973883-6D1D-5CA1-A974-FDD6CE72BF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00318684-F6F3-E812-FD23-B9242B844A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2542233"/>
            <a:ext cx="11669203" cy="3933074"/>
          </a:xfrm>
        </p:spPr>
        <p:txBody>
          <a:bodyPr/>
          <a:lstStyle/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09422DAB-18E8-699B-90E9-B2226C15581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982264" y="-3514066"/>
            <a:ext cx="227473" cy="11609515"/>
          </a:xfrm>
          <a:prstGeom prst="rect">
            <a:avLst/>
          </a:prstGeom>
        </p:spPr>
      </p:pic>
      <p:sp>
        <p:nvSpPr>
          <p:cNvPr id="2" name="Espace réservé du texte 27">
            <a:extLst>
              <a:ext uri="{FF2B5EF4-FFF2-40B4-BE49-F238E27FC236}">
                <a16:creationId xmlns:a16="http://schemas.microsoft.com/office/drawing/2014/main" id="{ABB1E2D8-0CCE-3D37-0F3D-3BF35D452F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25" y="1582738"/>
            <a:ext cx="11688032" cy="6562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065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 text | dark header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7E5278-A341-1DC0-ACA1-3AD6F38CC143}"/>
              </a:ext>
            </a:extLst>
          </p:cNvPr>
          <p:cNvGrpSpPr/>
          <p:nvPr userDrawn="1"/>
        </p:nvGrpSpPr>
        <p:grpSpPr>
          <a:xfrm>
            <a:off x="0" y="2222339"/>
            <a:ext cx="12191999" cy="4635661"/>
            <a:chOff x="0" y="1211183"/>
            <a:chExt cx="12191999" cy="56468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15C426-3FA6-D44D-E6D3-A3DB1C488A36}"/>
                </a:ext>
              </a:extLst>
            </p:cNvPr>
            <p:cNvSpPr/>
            <p:nvPr userDrawn="1"/>
          </p:nvSpPr>
          <p:spPr>
            <a:xfrm>
              <a:off x="0" y="1438656"/>
              <a:ext cx="12191999" cy="5419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36355A1C-F476-2262-A18E-979D071DDD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982264" y="-4479838"/>
              <a:ext cx="227473" cy="11609515"/>
            </a:xfrm>
            <a:prstGeom prst="rect">
              <a:avLst/>
            </a:prstGeom>
          </p:spPr>
        </p:pic>
      </p:grp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2E70154-91F3-98D7-261D-A6EB7BACA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19049D6F-2A5B-D71B-1AC1-30DF5C337686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que 5">
            <a:extLst>
              <a:ext uri="{FF2B5EF4-FFF2-40B4-BE49-F238E27FC236}">
                <a16:creationId xmlns:a16="http://schemas.microsoft.com/office/drawing/2014/main" id="{5DE78F35-BFFA-707F-AB95-AFB8F925D7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EAFDF30-0193-92E5-0311-C71F5607E299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89432BFD-0D07-DC7B-559F-611D35C7071D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9" name="Graphique 37">
              <a:extLst>
                <a:ext uri="{FF2B5EF4-FFF2-40B4-BE49-F238E27FC236}">
                  <a16:creationId xmlns:a16="http://schemas.microsoft.com/office/drawing/2014/main" id="{A7F0F5A8-6A76-D4DF-623A-C7ECCBE149C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6203F968-83C4-18A7-D923-6B3CC5C02B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5CAF4B1E-699C-3119-63A3-016BC16F9F15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CFDE273E-BF42-F364-52E9-1053A170C54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99B6114A-C3AE-7B34-C8EB-1DB8B14B6873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05C612D4-C70F-A2C9-893C-1529F7EBE7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21836" y="6469379"/>
            <a:ext cx="297521" cy="297521"/>
          </a:xfrm>
        </p:spPr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7" name="Espace réservé du pied de page 10">
            <a:extLst>
              <a:ext uri="{FF2B5EF4-FFF2-40B4-BE49-F238E27FC236}">
                <a16:creationId xmlns:a16="http://schemas.microsoft.com/office/drawing/2014/main" id="{CCD1084F-1E88-C6AE-EC5D-22910B39A5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465EF8B4-406E-CB69-E687-5898FC525A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2542233"/>
            <a:ext cx="11669203" cy="3933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Espace réservé du texte 27">
            <a:extLst>
              <a:ext uri="{FF2B5EF4-FFF2-40B4-BE49-F238E27FC236}">
                <a16:creationId xmlns:a16="http://schemas.microsoft.com/office/drawing/2014/main" id="{B8C80CD4-6261-55E8-FED6-26FE2F04CE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25" y="1582738"/>
            <a:ext cx="11688032" cy="6562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4446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- zone éditabl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0895CE28-3B79-E3A4-1CF7-0938905687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7345339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add subtitle</a:t>
            </a:r>
            <a:endParaRPr lang="en-US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5F6A5A21-1A7D-6049-7C7F-3465857F9E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  <a:endParaRPr lang="en-US" dirty="0"/>
          </a:p>
        </p:txBody>
      </p:sp>
      <p:sp>
        <p:nvSpPr>
          <p:cNvPr id="9" name="Espace réservé du pied de page 10">
            <a:extLst>
              <a:ext uri="{FF2B5EF4-FFF2-40B4-BE49-F238E27FC236}">
                <a16:creationId xmlns:a16="http://schemas.microsoft.com/office/drawing/2014/main" id="{EA30B0FB-7495-124D-C72C-AD175BB463F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10" name="Espace réservé du texte 27">
            <a:extLst>
              <a:ext uri="{FF2B5EF4-FFF2-40B4-BE49-F238E27FC236}">
                <a16:creationId xmlns:a16="http://schemas.microsoft.com/office/drawing/2014/main" id="{8E66610B-F9E3-B475-9766-89BD9AB20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914A948E-50BC-3959-69FF-4036E888A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804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 - zone éditabl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5F6A5A21-1A7D-6049-7C7F-3465857F9E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  <a:endParaRPr lang="en-US" dirty="0"/>
          </a:p>
        </p:txBody>
      </p:sp>
      <p:sp>
        <p:nvSpPr>
          <p:cNvPr id="9" name="Espace réservé du pied de page 10">
            <a:extLst>
              <a:ext uri="{FF2B5EF4-FFF2-40B4-BE49-F238E27FC236}">
                <a16:creationId xmlns:a16="http://schemas.microsoft.com/office/drawing/2014/main" id="{EA30B0FB-7495-124D-C72C-AD175BB463F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10" name="Espace réservé du texte 27">
            <a:extLst>
              <a:ext uri="{FF2B5EF4-FFF2-40B4-BE49-F238E27FC236}">
                <a16:creationId xmlns:a16="http://schemas.microsoft.com/office/drawing/2014/main" id="{8E66610B-F9E3-B475-9766-89BD9AB20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  <a:p>
            <a:pPr lvl="4"/>
            <a:endParaRPr lang="en-US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914A948E-50BC-3959-69FF-4036E888A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0D9FC090-84D4-CE4E-E011-9E538EF3E512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33424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higlight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39AF8A-B89D-AE94-2A4E-13F25CCDF21D}"/>
              </a:ext>
            </a:extLst>
          </p:cNvPr>
          <p:cNvSpPr/>
          <p:nvPr userDrawn="1"/>
        </p:nvSpPr>
        <p:spPr>
          <a:xfrm>
            <a:off x="1" y="0"/>
            <a:ext cx="79955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7345339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add subtitle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A7CF9-D006-5D4E-4C87-ABE73DC5C08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549" y="57571"/>
            <a:ext cx="227473" cy="6742857"/>
          </a:xfrm>
          <a:prstGeom prst="rect">
            <a:avLst/>
          </a:prstGeom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49CCD4D4-CC68-450B-0039-C35809E124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A29C3E1F-9DA4-DA0F-99F4-ADAF96111A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9053039-A576-9ABD-2479-4BF25C0C798D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1" name="Graphique 37">
              <a:extLst>
                <a:ext uri="{FF2B5EF4-FFF2-40B4-BE49-F238E27FC236}">
                  <a16:creationId xmlns:a16="http://schemas.microsoft.com/office/drawing/2014/main" id="{C06926C0-D160-317E-1F81-F3A35AC601C8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1C4D9228-FE3B-86E2-D6D3-175A2C937912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44D0F29-260B-CF5B-DEF1-BE6CAB919E4F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5743E238-9647-7F09-A731-CD05B6E3A7A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28E269F-2397-442B-B843-A3098B821F19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8279EFA9-2960-15FF-6CFB-D05D84583A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  <a:p>
            <a:pPr lvl="4"/>
            <a:endParaRPr lang="en-US" dirty="0"/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E4D7909A-A989-13FC-86E4-80491D64A9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30" name="Titre 29">
            <a:extLst>
              <a:ext uri="{FF2B5EF4-FFF2-40B4-BE49-F238E27FC236}">
                <a16:creationId xmlns:a16="http://schemas.microsoft.com/office/drawing/2014/main" id="{3085E8CF-DB8B-1E63-64A6-873ACB10BB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0486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 highlight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39AF8A-B89D-AE94-2A4E-13F25CCDF21D}"/>
              </a:ext>
            </a:extLst>
          </p:cNvPr>
          <p:cNvSpPr/>
          <p:nvPr userDrawn="1"/>
        </p:nvSpPr>
        <p:spPr>
          <a:xfrm>
            <a:off x="1" y="0"/>
            <a:ext cx="79955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A7CF9-D006-5D4E-4C87-ABE73DC5C08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549" y="57571"/>
            <a:ext cx="227473" cy="6742857"/>
          </a:xfrm>
          <a:prstGeom prst="rect">
            <a:avLst/>
          </a:prstGeom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49CCD4D4-CC68-450B-0039-C35809E124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A29C3E1F-9DA4-DA0F-99F4-ADAF96111A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9053039-A576-9ABD-2479-4BF25C0C798D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1" name="Graphique 37">
              <a:extLst>
                <a:ext uri="{FF2B5EF4-FFF2-40B4-BE49-F238E27FC236}">
                  <a16:creationId xmlns:a16="http://schemas.microsoft.com/office/drawing/2014/main" id="{C06926C0-D160-317E-1F81-F3A35AC601C8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1C4D9228-FE3B-86E2-D6D3-175A2C937912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44D0F29-260B-CF5B-DEF1-BE6CAB919E4F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5743E238-9647-7F09-A731-CD05B6E3A7A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28E269F-2397-442B-B843-A3098B821F19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8279EFA9-2960-15FF-6CFB-D05D84583A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E4D7909A-A989-13FC-86E4-80491D64A9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30" name="Titre 29">
            <a:extLst>
              <a:ext uri="{FF2B5EF4-FFF2-40B4-BE49-F238E27FC236}">
                <a16:creationId xmlns:a16="http://schemas.microsoft.com/office/drawing/2014/main" id="{3085E8CF-DB8B-1E63-64A6-873ACB10BB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B7A1FDF7-57B4-27B7-624B-97528FB8066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03034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11669203" cy="4891819"/>
          </a:xfrm>
        </p:spPr>
        <p:txBody>
          <a:bodyPr/>
          <a:lstStyle/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0361BEEB-4FC3-BA9C-A3B1-CE00AA1F46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91352"/>
            <a:ext cx="11616267" cy="254451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add subtitle</a:t>
            </a:r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B3BD377-255E-C72F-8B83-9457ED445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581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0361BEEB-4FC3-BA9C-A3B1-CE00AA1F46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91352"/>
            <a:ext cx="11616267" cy="254451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add subtitle</a:t>
            </a:r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B3BD377-255E-C72F-8B83-9457ED445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628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25" y="1583488"/>
            <a:ext cx="11669203" cy="4891819"/>
          </a:xfrm>
        </p:spPr>
        <p:txBody>
          <a:bodyPr/>
          <a:lstStyle/>
          <a:p>
            <a:pPr lvl="0"/>
            <a:r>
              <a:rPr lang="en-US" dirty="0"/>
              <a:t>Click here to modify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Connecteur droit 32">
            <a:extLst>
              <a:ext uri="{FF2B5EF4-FFF2-40B4-BE49-F238E27FC236}">
                <a16:creationId xmlns:a16="http://schemas.microsoft.com/office/drawing/2014/main" id="{28C99FD0-1D3F-4C22-5006-D49E24EF2153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74384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cxnSp>
        <p:nvCxnSpPr>
          <p:cNvPr id="3" name="Connecteur droit 32">
            <a:extLst>
              <a:ext uri="{FF2B5EF4-FFF2-40B4-BE49-F238E27FC236}">
                <a16:creationId xmlns:a16="http://schemas.microsoft.com/office/drawing/2014/main" id="{28C99FD0-1D3F-4C22-5006-D49E24EF2153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27634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tr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truck on the road&#10;&#10;Description automatically generated">
            <a:extLst>
              <a:ext uri="{FF2B5EF4-FFF2-40B4-BE49-F238E27FC236}">
                <a16:creationId xmlns:a16="http://schemas.microsoft.com/office/drawing/2014/main" id="{AA8B8F33-8A3A-5610-F1B9-53F86AC8D5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-1"/>
            <a:ext cx="12192002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C8BE763-4EE8-7BA9-7795-F811555BE632}"/>
              </a:ext>
            </a:extLst>
          </p:cNvPr>
          <p:cNvSpPr/>
          <p:nvPr userDrawn="1"/>
        </p:nvSpPr>
        <p:spPr>
          <a:xfrm>
            <a:off x="-4" y="-7087"/>
            <a:ext cx="906018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6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CA48B1F8-A244-039B-A72D-3BCC140CA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16" name="Rectangle : avec coins arrondis en haut 5">
            <a:extLst>
              <a:ext uri="{FF2B5EF4-FFF2-40B4-BE49-F238E27FC236}">
                <a16:creationId xmlns:a16="http://schemas.microsoft.com/office/drawing/2014/main" id="{A3AD1894-D9BE-830E-7D7C-5BADB7FD037F}"/>
              </a:ext>
            </a:extLst>
          </p:cNvPr>
          <p:cNvSpPr/>
          <p:nvPr userDrawn="1"/>
        </p:nvSpPr>
        <p:spPr>
          <a:xfrm>
            <a:off x="1460559" y="2409804"/>
            <a:ext cx="3315694" cy="4448196"/>
          </a:xfrm>
          <a:prstGeom prst="round2Same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en-US" sz="1200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grpSp>
        <p:nvGrpSpPr>
          <p:cNvPr id="18" name="Groupe 1">
            <a:extLst>
              <a:ext uri="{FF2B5EF4-FFF2-40B4-BE49-F238E27FC236}">
                <a16:creationId xmlns:a16="http://schemas.microsoft.com/office/drawing/2014/main" id="{E29B2393-7F5D-6593-8AEA-C978BAEC6644}"/>
              </a:ext>
            </a:extLst>
          </p:cNvPr>
          <p:cNvGrpSpPr/>
          <p:nvPr userDrawn="1"/>
        </p:nvGrpSpPr>
        <p:grpSpPr>
          <a:xfrm>
            <a:off x="1975296" y="2947831"/>
            <a:ext cx="2286220" cy="455333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20" name="Graphique 37">
              <a:extLst>
                <a:ext uri="{FF2B5EF4-FFF2-40B4-BE49-F238E27FC236}">
                  <a16:creationId xmlns:a16="http://schemas.microsoft.com/office/drawing/2014/main" id="{44656730-BDF5-5DEF-6185-2B48EAB0B06F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3" name="Forme libre : forme 6">
                <a:extLst>
                  <a:ext uri="{FF2B5EF4-FFF2-40B4-BE49-F238E27FC236}">
                    <a16:creationId xmlns:a16="http://schemas.microsoft.com/office/drawing/2014/main" id="{59D2BE2D-F6E3-50AB-F674-6178E79BD453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4" name="Forme libre : forme 7">
                <a:extLst>
                  <a:ext uri="{FF2B5EF4-FFF2-40B4-BE49-F238E27FC236}">
                    <a16:creationId xmlns:a16="http://schemas.microsoft.com/office/drawing/2014/main" id="{AFED1A1D-FEB2-01A7-F5BC-84AA363BFC0E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5" name="Forme libre : forme 9">
                <a:extLst>
                  <a:ext uri="{FF2B5EF4-FFF2-40B4-BE49-F238E27FC236}">
                    <a16:creationId xmlns:a16="http://schemas.microsoft.com/office/drawing/2014/main" id="{7FACADB4-4732-BF34-5B28-8AA0FB61BF50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22" name="Forme libre : forme 4">
              <a:extLst>
                <a:ext uri="{FF2B5EF4-FFF2-40B4-BE49-F238E27FC236}">
                  <a16:creationId xmlns:a16="http://schemas.microsoft.com/office/drawing/2014/main" id="{880C1D29-4876-546C-8353-C47D6A9D0166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6" name="ZoneTexte 14">
            <a:extLst>
              <a:ext uri="{FF2B5EF4-FFF2-40B4-BE49-F238E27FC236}">
                <a16:creationId xmlns:a16="http://schemas.microsoft.com/office/drawing/2014/main" id="{EC8A263B-4405-BF2D-E24E-98A03D8AB1A9}"/>
              </a:ext>
            </a:extLst>
          </p:cNvPr>
          <p:cNvSpPr txBox="1"/>
          <p:nvPr userDrawn="1"/>
        </p:nvSpPr>
        <p:spPr>
          <a:xfrm>
            <a:off x="1460559" y="4035343"/>
            <a:ext cx="3315694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55, Chemin des Engrenauds</a:t>
            </a:r>
            <a:br>
              <a:rPr lang="en-US" sz="1400" dirty="0">
                <a:solidFill>
                  <a:schemeClr val="accent1"/>
                </a:solidFill>
              </a:rPr>
            </a:br>
            <a:r>
              <a:rPr lang="en-US" sz="1400" dirty="0">
                <a:solidFill>
                  <a:schemeClr val="accent1"/>
                </a:solidFill>
              </a:rPr>
              <a:t>CS 20040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13660 Orgon France</a:t>
            </a:r>
          </a:p>
          <a:p>
            <a:pPr algn="ctr">
              <a:spcBef>
                <a:spcPts val="1800"/>
              </a:spcBef>
            </a:pPr>
            <a:r>
              <a:rPr lang="en-US" sz="1400" dirty="0">
                <a:solidFill>
                  <a:schemeClr val="accent4"/>
                </a:solidFill>
                <a:sym typeface="Wingdings 2" panose="05020102010507070707" pitchFamily="18" charset="2"/>
              </a:rPr>
              <a:t></a:t>
            </a:r>
            <a:endParaRPr lang="en-US" sz="1400" dirty="0">
              <a:solidFill>
                <a:schemeClr val="accent4"/>
              </a:solidFill>
            </a:endParaRPr>
          </a:p>
          <a:p>
            <a:pPr algn="ctr">
              <a:spcBef>
                <a:spcPts val="1800"/>
              </a:spcBef>
            </a:pPr>
            <a:r>
              <a:rPr lang="en-US" sz="1400" dirty="0">
                <a:solidFill>
                  <a:schemeClr val="accent1"/>
                </a:solidFill>
              </a:rPr>
              <a:t>+33 (0)4 42 110 600</a:t>
            </a:r>
          </a:p>
        </p:txBody>
      </p:sp>
      <p:sp>
        <p:nvSpPr>
          <p:cNvPr id="27" name="Espace réservé du texte 16">
            <a:extLst>
              <a:ext uri="{FF2B5EF4-FFF2-40B4-BE49-F238E27FC236}">
                <a16:creationId xmlns:a16="http://schemas.microsoft.com/office/drawing/2014/main" id="{5448DF0C-B23E-336E-DFFB-D027312751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1960" y="650683"/>
            <a:ext cx="5352893" cy="1276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2286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n-US"/>
              <a:t>THANK YOU</a:t>
            </a:r>
            <a:endParaRPr lang="en-US" dirty="0"/>
          </a:p>
        </p:txBody>
      </p:sp>
      <p:pic>
        <p:nvPicPr>
          <p:cNvPr id="29" name="Graphique 18">
            <a:extLst>
              <a:ext uri="{FF2B5EF4-FFF2-40B4-BE49-F238E27FC236}">
                <a16:creationId xmlns:a16="http://schemas.microsoft.com/office/drawing/2014/main" id="{16FA8A81-70BD-F3AD-BEC1-CF9A854AF5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861" t="-3712" r="64117" b="61920"/>
          <a:stretch/>
        </p:blipFill>
        <p:spPr>
          <a:xfrm rot="10800000">
            <a:off x="-19083" y="1915040"/>
            <a:ext cx="2760176" cy="4448196"/>
          </a:xfrm>
          <a:prstGeom prst="rect">
            <a:avLst/>
          </a:prstGeom>
        </p:spPr>
      </p:pic>
      <p:pic>
        <p:nvPicPr>
          <p:cNvPr id="30" name="Graphique 20">
            <a:extLst>
              <a:ext uri="{FF2B5EF4-FFF2-40B4-BE49-F238E27FC236}">
                <a16:creationId xmlns:a16="http://schemas.microsoft.com/office/drawing/2014/main" id="{5C7A6C61-FABF-7523-4011-42B9C4777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1" t="-3712" r="37096" b="61920"/>
          <a:stretch/>
        </p:blipFill>
        <p:spPr>
          <a:xfrm>
            <a:off x="1017607" y="-31080"/>
            <a:ext cx="5520353" cy="44481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2856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12701" y="436084"/>
            <a:ext cx="12191999" cy="37240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1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US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1" u="none" noProof="0">
                <a:solidFill>
                  <a:schemeClr val="bg1"/>
                </a:solidFill>
              </a:rPr>
              <a:t>either are not 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part of our corporate template or 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automatic ones.</a:t>
            </a:r>
            <a:br>
              <a:rPr lang="en-US" sz="2800" b="0" noProof="0">
                <a:solidFill>
                  <a:schemeClr val="bg1"/>
                </a:solidFill>
              </a:rPr>
            </a:br>
            <a:br>
              <a:rPr lang="en-US" sz="2800" b="0" noProof="0">
                <a:solidFill>
                  <a:schemeClr val="bg1"/>
                </a:solidFill>
              </a:rPr>
            </a:br>
            <a:endParaRPr lang="en-US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70731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97046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b="1" i="1" noProof="0">
                <a:solidFill>
                  <a:schemeClr val="bg1"/>
                </a:solidFill>
              </a:rPr>
              <a:t>Do not use </a:t>
            </a:r>
            <a:endParaRPr lang="en-US" sz="2400" b="1" i="1" dirty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447572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>
                <a:solidFill>
                  <a:schemeClr val="bg1"/>
                </a:solidFill>
              </a:rPr>
            </a:br>
            <a:endParaRPr lang="en-US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750278"/>
            <a:ext cx="0" cy="215444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TITRE DE SECTION</a:t>
            </a:r>
            <a:endParaRPr lang="en-US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‹N°›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52821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P Agenda Section" hidden="1"/>
          <p:cNvGrpSpPr/>
          <p:nvPr userDrawn="1"/>
        </p:nvGrpSpPr>
        <p:grpSpPr>
          <a:xfrm>
            <a:off x="2756491" y="1290261"/>
            <a:ext cx="8184336" cy="1164702"/>
            <a:chOff x="2756491" y="1290261"/>
            <a:chExt cx="8184335" cy="1164702"/>
          </a:xfrm>
        </p:grpSpPr>
        <p:sp>
          <p:nvSpPr>
            <p:cNvPr id="20" name="Section Title"/>
            <p:cNvSpPr txBox="1">
              <a:spLocks/>
            </p:cNvSpPr>
            <p:nvPr userDrawn="1"/>
          </p:nvSpPr>
          <p:spPr>
            <a:xfrm>
              <a:off x="3923104" y="1297757"/>
              <a:ext cx="4137025" cy="647700"/>
            </a:xfrm>
            <a:prstGeom prst="rect">
              <a:avLst/>
            </a:prstGeom>
            <a:noFill/>
            <a:effectLst/>
          </p:spPr>
          <p:txBody>
            <a:bodyPr vert="horz" wrap="square" lIns="0" rtlCol="0" anchor="ctr">
              <a:noAutofit/>
            </a:bodyPr>
            <a:lstStyle/>
            <a:p>
              <a:pPr algn="l" defTabSz="9334267">
                <a:tabLst>
                  <a:tab pos="9512062" algn="l"/>
                </a:tabLst>
              </a:pPr>
              <a:r>
                <a:rPr lang="en-US" sz="1800" b="0" i="0" u="none" strike="noStrike" dirty="0">
                  <a:solidFill>
                    <a:schemeClr val="accent1">
                      <a:lumMod val="100000"/>
                    </a:schemeClr>
                  </a:solidFill>
                  <a:latin typeface="Bahnschrift" panose="020B0502040204020203" pitchFamily="34" charset="0"/>
                </a:rPr>
                <a:t>&lt;TEXT&gt;</a:t>
              </a:r>
            </a:p>
          </p:txBody>
        </p:sp>
        <p:sp>
          <p:nvSpPr>
            <p:cNvPr id="21" name="Section Number"/>
            <p:cNvSpPr txBox="1">
              <a:spLocks/>
            </p:cNvSpPr>
            <p:nvPr userDrawn="1"/>
          </p:nvSpPr>
          <p:spPr>
            <a:xfrm>
              <a:off x="2756491" y="1290261"/>
              <a:ext cx="666125" cy="662624"/>
            </a:xfrm>
            <a:prstGeom prst="rect">
              <a:avLst/>
            </a:prstGeom>
            <a:noFill/>
            <a:effectLst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200" b="1" i="0" u="none" strike="noStrike" dirty="0">
                  <a:gradFill>
                    <a:gsLst>
                      <a:gs pos="0">
                        <a:schemeClr val="bg2"/>
                      </a:gs>
                      <a:gs pos="54000">
                        <a:schemeClr val="tx2"/>
                      </a:gs>
                      <a:gs pos="100000">
                        <a:schemeClr val="accent1"/>
                      </a:gs>
                    </a:gsLst>
                    <a:lin ang="10800000" scaled="0"/>
                  </a:gradFill>
                  <a:latin typeface="Bahnschrift" panose="020B0502040204020203" pitchFamily="34" charset="0"/>
                </a:rPr>
                <a:t>&lt;N&gt;</a:t>
              </a:r>
            </a:p>
          </p:txBody>
        </p:sp>
        <p:sp>
          <p:nvSpPr>
            <p:cNvPr id="22" name="Slide Number"/>
            <p:cNvSpPr txBox="1">
              <a:spLocks/>
            </p:cNvSpPr>
            <p:nvPr userDrawn="1"/>
          </p:nvSpPr>
          <p:spPr>
            <a:xfrm>
              <a:off x="9937526" y="1297724"/>
              <a:ext cx="1003300" cy="647699"/>
            </a:xfrm>
            <a:prstGeom prst="rect">
              <a:avLst/>
            </a:prstGeom>
            <a:noFill/>
            <a:effectLst/>
          </p:spPr>
          <p:txBody>
            <a:bodyPr vert="horz" wrap="square" lIns="0" rtlCol="0" anchor="ctr">
              <a:noAutofit/>
            </a:bodyPr>
            <a:lstStyle/>
            <a:p>
              <a:pPr algn="r"/>
              <a:r>
                <a:rPr lang="en-US" sz="1800" b="0" i="0" u="none" strike="noStrike" dirty="0">
                  <a:solidFill>
                    <a:schemeClr val="accent1">
                      <a:lumMod val="100000"/>
                    </a:schemeClr>
                  </a:solidFill>
                  <a:latin typeface="Bahnschrift" panose="020B0502040204020203" pitchFamily="34" charset="0"/>
                </a:rPr>
                <a:t>&lt;P&gt;</a:t>
              </a:r>
            </a:p>
          </p:txBody>
        </p:sp>
        <p:sp>
          <p:nvSpPr>
            <p:cNvPr id="24" name="Timeslot" hidden="1"/>
            <p:cNvSpPr txBox="1">
              <a:spLocks/>
            </p:cNvSpPr>
            <p:nvPr userDrawn="1"/>
          </p:nvSpPr>
          <p:spPr>
            <a:xfrm>
              <a:off x="7696160" y="2085631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28" name="Responsible" hidden="1"/>
            <p:cNvSpPr txBox="1">
              <a:spLocks/>
            </p:cNvSpPr>
            <p:nvPr userDrawn="1"/>
          </p:nvSpPr>
          <p:spPr>
            <a:xfrm>
              <a:off x="6209330" y="2085631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29" name="Duration" hidden="1"/>
            <p:cNvSpPr txBox="1">
              <a:spLocks/>
            </p:cNvSpPr>
            <p:nvPr userDrawn="1"/>
          </p:nvSpPr>
          <p:spPr>
            <a:xfrm>
              <a:off x="9043221" y="2085631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grpSp>
        <p:nvGrpSpPr>
          <p:cNvPr id="4" name="SP Agenda Section Highlight" hidden="1"/>
          <p:cNvGrpSpPr>
            <a:grpSpLocks/>
          </p:cNvGrpSpPr>
          <p:nvPr userDrawn="1"/>
        </p:nvGrpSpPr>
        <p:grpSpPr>
          <a:xfrm>
            <a:off x="2756491" y="1900250"/>
            <a:ext cx="8184336" cy="1086045"/>
            <a:chOff x="2756491" y="1900250"/>
            <a:chExt cx="8184336" cy="108604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2" name="Section Title"/>
            <p:cNvSpPr txBox="1">
              <a:spLocks/>
            </p:cNvSpPr>
            <p:nvPr userDrawn="1"/>
          </p:nvSpPr>
          <p:spPr>
            <a:xfrm>
              <a:off x="3923105" y="1907745"/>
              <a:ext cx="4137025" cy="647700"/>
            </a:xfrm>
            <a:prstGeom prst="rect">
              <a:avLst/>
            </a:prstGeom>
            <a:noFill/>
            <a:effectLst/>
          </p:spPr>
          <p:txBody>
            <a:bodyPr vert="horz" wrap="square" lIns="0" rtlCol="0" anchor="ctr">
              <a:noAutofit/>
            </a:bodyPr>
            <a:lstStyle/>
            <a:p>
              <a:pPr algn="l" defTabSz="9334267">
                <a:tabLst>
                  <a:tab pos="9512062" algn="l"/>
                </a:tabLst>
              </a:pPr>
              <a:r>
                <a:rPr lang="en-US" sz="1800" b="0" i="0" u="none" strike="noStrike" dirty="0">
                  <a:solidFill>
                    <a:schemeClr val="accent1">
                      <a:lumMod val="100000"/>
                    </a:schemeClr>
                  </a:solidFill>
                  <a:latin typeface="Bahnschrift" panose="020B0502040204020203" pitchFamily="34" charset="0"/>
                </a:rPr>
                <a:t>&lt;TEXT&gt;</a:t>
              </a:r>
            </a:p>
          </p:txBody>
        </p:sp>
        <p:sp>
          <p:nvSpPr>
            <p:cNvPr id="33" name="Section Number"/>
            <p:cNvSpPr txBox="1">
              <a:spLocks/>
            </p:cNvSpPr>
            <p:nvPr userDrawn="1"/>
          </p:nvSpPr>
          <p:spPr>
            <a:xfrm>
              <a:off x="2756491" y="1900250"/>
              <a:ext cx="666125" cy="662624"/>
            </a:xfrm>
            <a:prstGeom prst="rect">
              <a:avLst/>
            </a:prstGeom>
            <a:noFill/>
            <a:effectLst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200" b="1" i="0" u="none" strike="noStrike" dirty="0">
                  <a:gradFill>
                    <a:gsLst>
                      <a:gs pos="0">
                        <a:schemeClr val="bg2"/>
                      </a:gs>
                      <a:gs pos="54000">
                        <a:schemeClr val="tx2"/>
                      </a:gs>
                      <a:gs pos="100000">
                        <a:schemeClr val="accent1"/>
                      </a:gs>
                    </a:gsLst>
                    <a:lin ang="10800000" scaled="0"/>
                  </a:gradFill>
                  <a:latin typeface="Bahnschrift" panose="020B0502040204020203" pitchFamily="34" charset="0"/>
                </a:rPr>
                <a:t>&lt;N&gt;</a:t>
              </a:r>
            </a:p>
          </p:txBody>
        </p:sp>
        <p:sp>
          <p:nvSpPr>
            <p:cNvPr id="34" name="Slide Number"/>
            <p:cNvSpPr txBox="1">
              <a:spLocks/>
            </p:cNvSpPr>
            <p:nvPr userDrawn="1"/>
          </p:nvSpPr>
          <p:spPr>
            <a:xfrm>
              <a:off x="9937527" y="1907712"/>
              <a:ext cx="1003300" cy="647699"/>
            </a:xfrm>
            <a:prstGeom prst="rect">
              <a:avLst/>
            </a:prstGeom>
            <a:noFill/>
            <a:effectLst/>
          </p:spPr>
          <p:txBody>
            <a:bodyPr vert="horz" wrap="square" lIns="0" rtlCol="0" anchor="ctr">
              <a:noAutofit/>
            </a:bodyPr>
            <a:lstStyle/>
            <a:p>
              <a:pPr algn="r"/>
              <a:r>
                <a:rPr lang="en-US" sz="1800" b="0" i="0" u="none" strike="noStrike" dirty="0">
                  <a:solidFill>
                    <a:schemeClr val="accent1">
                      <a:lumMod val="100000"/>
                    </a:schemeClr>
                  </a:solidFill>
                  <a:latin typeface="Bahnschrift" panose="020B0502040204020203" pitchFamily="34" charset="0"/>
                </a:rPr>
                <a:t>&lt;P&gt;</a:t>
              </a:r>
            </a:p>
          </p:txBody>
        </p:sp>
        <p:sp>
          <p:nvSpPr>
            <p:cNvPr id="35" name="Timeslot" hidden="1"/>
            <p:cNvSpPr txBox="1">
              <a:spLocks/>
            </p:cNvSpPr>
            <p:nvPr userDrawn="1"/>
          </p:nvSpPr>
          <p:spPr>
            <a:xfrm>
              <a:off x="7696160" y="2616963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36" name="Responsible" hidden="1"/>
            <p:cNvSpPr txBox="1">
              <a:spLocks/>
            </p:cNvSpPr>
            <p:nvPr userDrawn="1"/>
          </p:nvSpPr>
          <p:spPr>
            <a:xfrm>
              <a:off x="6209330" y="2616963"/>
              <a:ext cx="1388067" cy="36933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bg1">
                      <a:lumMod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37" name="Duration" hidden="1"/>
            <p:cNvSpPr txBox="1">
              <a:spLocks/>
            </p:cNvSpPr>
            <p:nvPr userDrawn="1"/>
          </p:nvSpPr>
          <p:spPr>
            <a:xfrm>
              <a:off x="9043221" y="2616963"/>
              <a:ext cx="684723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grpSp>
        <p:nvGrpSpPr>
          <p:cNvPr id="8" name="SP Agenda Subsection" hidden="1"/>
          <p:cNvGrpSpPr>
            <a:grpSpLocks/>
          </p:cNvGrpSpPr>
          <p:nvPr userDrawn="1"/>
        </p:nvGrpSpPr>
        <p:grpSpPr>
          <a:xfrm>
            <a:off x="2265805" y="3148295"/>
            <a:ext cx="8189135" cy="369332"/>
            <a:chOff x="2265804" y="3155687"/>
            <a:chExt cx="8189134" cy="369332"/>
          </a:xfrm>
        </p:grpSpPr>
        <p:sp>
          <p:nvSpPr>
            <p:cNvPr id="39" name="Section Title" hidden="1"/>
            <p:cNvSpPr txBox="1">
              <a:spLocks/>
            </p:cNvSpPr>
            <p:nvPr userDrawn="1"/>
          </p:nvSpPr>
          <p:spPr>
            <a:xfrm>
              <a:off x="2744123" y="3155687"/>
              <a:ext cx="3366444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&lt;TEXT&gt;</a:t>
              </a:r>
            </a:p>
          </p:txBody>
        </p:sp>
        <p:sp>
          <p:nvSpPr>
            <p:cNvPr id="40" name="Section Number" hidden="1"/>
            <p:cNvSpPr txBox="1">
              <a:spLocks/>
            </p:cNvSpPr>
            <p:nvPr userDrawn="1"/>
          </p:nvSpPr>
          <p:spPr>
            <a:xfrm>
              <a:off x="2265804" y="3155687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&lt;N&gt;</a:t>
              </a:r>
            </a:p>
          </p:txBody>
        </p:sp>
        <p:sp>
          <p:nvSpPr>
            <p:cNvPr id="41" name="Slide Number" hidden="1"/>
            <p:cNvSpPr txBox="1">
              <a:spLocks/>
            </p:cNvSpPr>
            <p:nvPr userDrawn="1"/>
          </p:nvSpPr>
          <p:spPr>
            <a:xfrm>
              <a:off x="9817944" y="3155687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42" name="Timeslot" hidden="1"/>
            <p:cNvSpPr txBox="1">
              <a:spLocks/>
            </p:cNvSpPr>
            <p:nvPr userDrawn="1"/>
          </p:nvSpPr>
          <p:spPr>
            <a:xfrm>
              <a:off x="7696160" y="3155687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43" name="Responsible" hidden="1"/>
            <p:cNvSpPr txBox="1">
              <a:spLocks/>
            </p:cNvSpPr>
            <p:nvPr userDrawn="1"/>
          </p:nvSpPr>
          <p:spPr>
            <a:xfrm>
              <a:off x="6209330" y="3155687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44" name="Duration" hidden="1"/>
            <p:cNvSpPr txBox="1">
              <a:spLocks/>
            </p:cNvSpPr>
            <p:nvPr userDrawn="1"/>
          </p:nvSpPr>
          <p:spPr>
            <a:xfrm>
              <a:off x="9043221" y="3155687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grpSp>
        <p:nvGrpSpPr>
          <p:cNvPr id="9" name="SP Agenda Subsection Highlight" hidden="1"/>
          <p:cNvGrpSpPr>
            <a:grpSpLocks/>
          </p:cNvGrpSpPr>
          <p:nvPr userDrawn="1"/>
        </p:nvGrpSpPr>
        <p:grpSpPr>
          <a:xfrm>
            <a:off x="2265804" y="3679627"/>
            <a:ext cx="8189134" cy="369332"/>
            <a:chOff x="2265804" y="3694411"/>
            <a:chExt cx="8189134" cy="36933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6" name="Section Title" hidden="1"/>
            <p:cNvSpPr txBox="1">
              <a:spLocks/>
            </p:cNvSpPr>
            <p:nvPr userDrawn="1"/>
          </p:nvSpPr>
          <p:spPr>
            <a:xfrm>
              <a:off x="2744123" y="3694411"/>
              <a:ext cx="3366444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&lt;TEXT&gt;</a:t>
              </a:r>
            </a:p>
          </p:txBody>
        </p:sp>
        <p:sp>
          <p:nvSpPr>
            <p:cNvPr id="47" name="Section Number" hidden="1"/>
            <p:cNvSpPr txBox="1">
              <a:spLocks/>
            </p:cNvSpPr>
            <p:nvPr userDrawn="1"/>
          </p:nvSpPr>
          <p:spPr>
            <a:xfrm>
              <a:off x="2265804" y="369441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&lt;N&gt;</a:t>
              </a:r>
            </a:p>
          </p:txBody>
        </p:sp>
        <p:sp>
          <p:nvSpPr>
            <p:cNvPr id="48" name="Slide Number" hidden="1"/>
            <p:cNvSpPr txBox="1">
              <a:spLocks/>
            </p:cNvSpPr>
            <p:nvPr userDrawn="1"/>
          </p:nvSpPr>
          <p:spPr>
            <a:xfrm>
              <a:off x="9817944" y="3694411"/>
              <a:ext cx="636994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49" name="Timeslot" hidden="1"/>
            <p:cNvSpPr txBox="1">
              <a:spLocks/>
            </p:cNvSpPr>
            <p:nvPr userDrawn="1"/>
          </p:nvSpPr>
          <p:spPr>
            <a:xfrm>
              <a:off x="7696160" y="3694411"/>
              <a:ext cx="1257061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50" name="Responsible" hidden="1"/>
            <p:cNvSpPr txBox="1">
              <a:spLocks/>
            </p:cNvSpPr>
            <p:nvPr userDrawn="1"/>
          </p:nvSpPr>
          <p:spPr>
            <a:xfrm>
              <a:off x="6209330" y="3694411"/>
              <a:ext cx="1388067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51" name="Duration" hidden="1"/>
            <p:cNvSpPr txBox="1">
              <a:spLocks/>
            </p:cNvSpPr>
            <p:nvPr userDrawn="1"/>
          </p:nvSpPr>
          <p:spPr>
            <a:xfrm>
              <a:off x="9043221" y="3694411"/>
              <a:ext cx="684723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400" b="1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466E1F-F618-473D-83A5-42CAA1FD085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38" name="Ellipse 23">
            <a:extLst>
              <a:ext uri="{FF2B5EF4-FFF2-40B4-BE49-F238E27FC236}">
                <a16:creationId xmlns:a16="http://schemas.microsoft.com/office/drawing/2014/main" id="{0B57CA8F-240D-4C04-8495-2C83C63D7807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e 14">
            <a:extLst>
              <a:ext uri="{FF2B5EF4-FFF2-40B4-BE49-F238E27FC236}">
                <a16:creationId xmlns:a16="http://schemas.microsoft.com/office/drawing/2014/main" id="{AD4AF5E2-1C38-4E1C-83D7-6B7D3848FCB1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52" name="Graphique 37">
              <a:extLst>
                <a:ext uri="{FF2B5EF4-FFF2-40B4-BE49-F238E27FC236}">
                  <a16:creationId xmlns:a16="http://schemas.microsoft.com/office/drawing/2014/main" id="{BD25BCD8-D807-47F2-B9B8-3A31B0819B17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54" name="Forme libre : forme 24">
                <a:extLst>
                  <a:ext uri="{FF2B5EF4-FFF2-40B4-BE49-F238E27FC236}">
                    <a16:creationId xmlns:a16="http://schemas.microsoft.com/office/drawing/2014/main" id="{48DFEBD0-37B6-438E-8F1A-563AFD5D06F4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5" name="Forme libre : forme 25">
                <a:extLst>
                  <a:ext uri="{FF2B5EF4-FFF2-40B4-BE49-F238E27FC236}">
                    <a16:creationId xmlns:a16="http://schemas.microsoft.com/office/drawing/2014/main" id="{67BD8F49-77E5-4CFC-B7C0-B6D490C3D5D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6" name="Forme libre : forme 26">
                <a:extLst>
                  <a:ext uri="{FF2B5EF4-FFF2-40B4-BE49-F238E27FC236}">
                    <a16:creationId xmlns:a16="http://schemas.microsoft.com/office/drawing/2014/main" id="{49A8179A-CA3D-411D-83CE-CD69DCCD8294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53" name="Forme libre : forme 16">
              <a:extLst>
                <a:ext uri="{FF2B5EF4-FFF2-40B4-BE49-F238E27FC236}">
                  <a16:creationId xmlns:a16="http://schemas.microsoft.com/office/drawing/2014/main" id="{6D3DB610-1860-4D2D-A9E6-C29E16A65992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57" name="Espace réservé du numéro de diapositive 7">
            <a:extLst>
              <a:ext uri="{FF2B5EF4-FFF2-40B4-BE49-F238E27FC236}">
                <a16:creationId xmlns:a16="http://schemas.microsoft.com/office/drawing/2014/main" id="{3422B6A5-B7E9-454D-9DED-9F14E06CF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21836" y="6469379"/>
            <a:ext cx="297521" cy="297521"/>
          </a:xfrm>
        </p:spPr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58" name="Connecteur droit 32">
            <a:extLst>
              <a:ext uri="{FF2B5EF4-FFF2-40B4-BE49-F238E27FC236}">
                <a16:creationId xmlns:a16="http://schemas.microsoft.com/office/drawing/2014/main" id="{B74A72B7-E178-41E6-8FAE-66BB7039F06A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que 4">
            <a:extLst>
              <a:ext uri="{FF2B5EF4-FFF2-40B4-BE49-F238E27FC236}">
                <a16:creationId xmlns:a16="http://schemas.microsoft.com/office/drawing/2014/main" id="{1CBA757F-3E62-535E-1873-1E8BE73E5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861" t="-3712" r="37096" b="61920"/>
          <a:stretch/>
        </p:blipFill>
        <p:spPr>
          <a:xfrm rot="10800000">
            <a:off x="-3686" y="834348"/>
            <a:ext cx="5520353" cy="4448196"/>
          </a:xfrm>
          <a:prstGeom prst="rect">
            <a:avLst/>
          </a:prstGeom>
        </p:spPr>
      </p:pic>
      <p:sp>
        <p:nvSpPr>
          <p:cNvPr id="6" name="Freeform: Shape 34">
            <a:extLst>
              <a:ext uri="{FF2B5EF4-FFF2-40B4-BE49-F238E27FC236}">
                <a16:creationId xmlns:a16="http://schemas.microsoft.com/office/drawing/2014/main" id="{CC595C33-8FA3-46AC-C7A3-1E5534CF1E3D}"/>
              </a:ext>
            </a:extLst>
          </p:cNvPr>
          <p:cNvSpPr/>
          <p:nvPr userDrawn="1"/>
        </p:nvSpPr>
        <p:spPr>
          <a:xfrm>
            <a:off x="7393951" y="0"/>
            <a:ext cx="5010670" cy="2274677"/>
          </a:xfrm>
          <a:custGeom>
            <a:avLst/>
            <a:gdLst>
              <a:gd name="connsiteX0" fmla="*/ 4987279 w 5010670"/>
              <a:gd name="connsiteY0" fmla="*/ 2240091 h 2274677"/>
              <a:gd name="connsiteX1" fmla="*/ 5009612 w 5010670"/>
              <a:gd name="connsiteY1" fmla="*/ 2250520 h 2274677"/>
              <a:gd name="connsiteX2" fmla="*/ 4999210 w 5010670"/>
              <a:gd name="connsiteY2" fmla="*/ 2272853 h 2274677"/>
              <a:gd name="connsiteX3" fmla="*/ 4975885 w 5010670"/>
              <a:gd name="connsiteY3" fmla="*/ 2265078 h 2274677"/>
              <a:gd name="connsiteX4" fmla="*/ 4983928 w 5010670"/>
              <a:gd name="connsiteY4" fmla="*/ 2241754 h 2274677"/>
              <a:gd name="connsiteX5" fmla="*/ 4987279 w 5010670"/>
              <a:gd name="connsiteY5" fmla="*/ 2240091 h 2274677"/>
              <a:gd name="connsiteX6" fmla="*/ 4771285 w 5010670"/>
              <a:gd name="connsiteY6" fmla="*/ 1813537 h 2274677"/>
              <a:gd name="connsiteX7" fmla="*/ 4782850 w 5010670"/>
              <a:gd name="connsiteY7" fmla="*/ 1823514 h 2274677"/>
              <a:gd name="connsiteX8" fmla="*/ 4773735 w 5010670"/>
              <a:gd name="connsiteY8" fmla="*/ 1850324 h 2274677"/>
              <a:gd name="connsiteX9" fmla="*/ 4774003 w 5010670"/>
              <a:gd name="connsiteY9" fmla="*/ 1850861 h 2274677"/>
              <a:gd name="connsiteX10" fmla="*/ 4748748 w 5010670"/>
              <a:gd name="connsiteY10" fmla="*/ 1842282 h 2274677"/>
              <a:gd name="connsiteX11" fmla="*/ 4756040 w 5010670"/>
              <a:gd name="connsiteY11" fmla="*/ 1814399 h 2274677"/>
              <a:gd name="connsiteX12" fmla="*/ 4771285 w 5010670"/>
              <a:gd name="connsiteY12" fmla="*/ 1813537 h 2274677"/>
              <a:gd name="connsiteX13" fmla="*/ 4461679 w 5010670"/>
              <a:gd name="connsiteY13" fmla="*/ 1764920 h 2274677"/>
              <a:gd name="connsiteX14" fmla="*/ 4472708 w 5010670"/>
              <a:gd name="connsiteY14" fmla="*/ 1773915 h 2274677"/>
              <a:gd name="connsiteX15" fmla="*/ 4465416 w 5010670"/>
              <a:gd name="connsiteY15" fmla="*/ 1801798 h 2274677"/>
              <a:gd name="connsiteX16" fmla="*/ 4440161 w 5010670"/>
              <a:gd name="connsiteY16" fmla="*/ 1793219 h 2274677"/>
              <a:gd name="connsiteX17" fmla="*/ 4447453 w 5010670"/>
              <a:gd name="connsiteY17" fmla="*/ 1765336 h 2274677"/>
              <a:gd name="connsiteX18" fmla="*/ 4461679 w 5010670"/>
              <a:gd name="connsiteY18" fmla="*/ 1764920 h 2274677"/>
              <a:gd name="connsiteX19" fmla="*/ 859317 w 5010670"/>
              <a:gd name="connsiteY19" fmla="*/ 1474632 h 2274677"/>
              <a:gd name="connsiteX20" fmla="*/ 865054 w 5010670"/>
              <a:gd name="connsiteY20" fmla="*/ 1476590 h 2274677"/>
              <a:gd name="connsiteX21" fmla="*/ 862909 w 5010670"/>
              <a:gd name="connsiteY21" fmla="*/ 1482488 h 2274677"/>
              <a:gd name="connsiteX22" fmla="*/ 857279 w 5010670"/>
              <a:gd name="connsiteY22" fmla="*/ 1480343 h 2274677"/>
              <a:gd name="connsiteX23" fmla="*/ 857118 w 5010670"/>
              <a:gd name="connsiteY23" fmla="*/ 1480021 h 2274677"/>
              <a:gd name="connsiteX24" fmla="*/ 859156 w 5010670"/>
              <a:gd name="connsiteY24" fmla="*/ 1474713 h 2274677"/>
              <a:gd name="connsiteX25" fmla="*/ 859317 w 5010670"/>
              <a:gd name="connsiteY25" fmla="*/ 1474632 h 2274677"/>
              <a:gd name="connsiteX26" fmla="*/ 4821378 w 5010670"/>
              <a:gd name="connsiteY26" fmla="*/ 1471300 h 2274677"/>
              <a:gd name="connsiteX27" fmla="*/ 4821378 w 5010670"/>
              <a:gd name="connsiteY27" fmla="*/ 1511570 h 2274677"/>
              <a:gd name="connsiteX28" fmla="*/ 4812610 w 5010670"/>
              <a:gd name="connsiteY28" fmla="*/ 1503936 h 2274677"/>
              <a:gd name="connsiteX29" fmla="*/ 4811176 w 5010670"/>
              <a:gd name="connsiteY29" fmla="*/ 1483017 h 2274677"/>
              <a:gd name="connsiteX30" fmla="*/ 4537419 w 5010670"/>
              <a:gd name="connsiteY30" fmla="*/ 1419678 h 2274677"/>
              <a:gd name="connsiteX31" fmla="*/ 4550673 w 5010670"/>
              <a:gd name="connsiteY31" fmla="*/ 1431280 h 2274677"/>
              <a:gd name="connsiteX32" fmla="*/ 4540217 w 5010670"/>
              <a:gd name="connsiteY32" fmla="*/ 1462380 h 2274677"/>
              <a:gd name="connsiteX33" fmla="*/ 4509117 w 5010670"/>
              <a:gd name="connsiteY33" fmla="*/ 1451924 h 2274677"/>
              <a:gd name="connsiteX34" fmla="*/ 4519841 w 5010670"/>
              <a:gd name="connsiteY34" fmla="*/ 1420824 h 2274677"/>
              <a:gd name="connsiteX35" fmla="*/ 4537419 w 5010670"/>
              <a:gd name="connsiteY35" fmla="*/ 1419678 h 2274677"/>
              <a:gd name="connsiteX36" fmla="*/ 3911028 w 5010670"/>
              <a:gd name="connsiteY36" fmla="*/ 1415587 h 2274677"/>
              <a:gd name="connsiteX37" fmla="*/ 3921380 w 5010670"/>
              <a:gd name="connsiteY37" fmla="*/ 1423747 h 2274677"/>
              <a:gd name="connsiteX38" fmla="*/ 3915268 w 5010670"/>
              <a:gd name="connsiteY38" fmla="*/ 1451120 h 2274677"/>
              <a:gd name="connsiteX39" fmla="*/ 3911434 w 5010670"/>
              <a:gd name="connsiteY39" fmla="*/ 1453024 h 2274677"/>
              <a:gd name="connsiteX40" fmla="*/ 3885991 w 5010670"/>
              <a:gd name="connsiteY40" fmla="*/ 1441174 h 2274677"/>
              <a:gd name="connsiteX41" fmla="*/ 3897841 w 5010670"/>
              <a:gd name="connsiteY41" fmla="*/ 1415731 h 2274677"/>
              <a:gd name="connsiteX42" fmla="*/ 3911028 w 5010670"/>
              <a:gd name="connsiteY42" fmla="*/ 1415587 h 2274677"/>
              <a:gd name="connsiteX43" fmla="*/ 4223580 w 5010670"/>
              <a:gd name="connsiteY43" fmla="*/ 1407024 h 2274677"/>
              <a:gd name="connsiteX44" fmla="*/ 4232702 w 5010670"/>
              <a:gd name="connsiteY44" fmla="*/ 1414926 h 2274677"/>
              <a:gd name="connsiteX45" fmla="*/ 4232943 w 5010670"/>
              <a:gd name="connsiteY45" fmla="*/ 1415436 h 2274677"/>
              <a:gd name="connsiteX46" fmla="*/ 4225463 w 5010670"/>
              <a:gd name="connsiteY46" fmla="*/ 1436106 h 2274677"/>
              <a:gd name="connsiteX47" fmla="*/ 4225061 w 5010670"/>
              <a:gd name="connsiteY47" fmla="*/ 1436294 h 2274677"/>
              <a:gd name="connsiteX48" fmla="*/ 4204283 w 5010670"/>
              <a:gd name="connsiteY48" fmla="*/ 1429136 h 2274677"/>
              <a:gd name="connsiteX49" fmla="*/ 4204122 w 5010670"/>
              <a:gd name="connsiteY49" fmla="*/ 1428787 h 2274677"/>
              <a:gd name="connsiteX50" fmla="*/ 4211522 w 5010670"/>
              <a:gd name="connsiteY50" fmla="*/ 1407688 h 2274677"/>
              <a:gd name="connsiteX51" fmla="*/ 4223580 w 5010670"/>
              <a:gd name="connsiteY51" fmla="*/ 1407024 h 2274677"/>
              <a:gd name="connsiteX52" fmla="*/ 15836 w 5010670"/>
              <a:gd name="connsiteY52" fmla="*/ 1399373 h 2274677"/>
              <a:gd name="connsiteX53" fmla="*/ 22137 w 5010670"/>
              <a:gd name="connsiteY53" fmla="*/ 1405542 h 2274677"/>
              <a:gd name="connsiteX54" fmla="*/ 22229 w 5010670"/>
              <a:gd name="connsiteY54" fmla="*/ 1405730 h 2274677"/>
              <a:gd name="connsiteX55" fmla="*/ 16775 w 5010670"/>
              <a:gd name="connsiteY55" fmla="*/ 1421092 h 2274677"/>
              <a:gd name="connsiteX56" fmla="*/ 16427 w 5010670"/>
              <a:gd name="connsiteY56" fmla="*/ 1421253 h 2274677"/>
              <a:gd name="connsiteX57" fmla="*/ 1493 w 5010670"/>
              <a:gd name="connsiteY57" fmla="*/ 1415730 h 2274677"/>
              <a:gd name="connsiteX58" fmla="*/ 925 w 5010670"/>
              <a:gd name="connsiteY58" fmla="*/ 1414577 h 2274677"/>
              <a:gd name="connsiteX59" fmla="*/ 7014 w 5010670"/>
              <a:gd name="connsiteY59" fmla="*/ 1399457 h 2274677"/>
              <a:gd name="connsiteX60" fmla="*/ 15836 w 5010670"/>
              <a:gd name="connsiteY60" fmla="*/ 1399373 h 2274677"/>
              <a:gd name="connsiteX61" fmla="*/ 1079269 w 5010670"/>
              <a:gd name="connsiteY61" fmla="*/ 1252993 h 2274677"/>
              <a:gd name="connsiteX62" fmla="*/ 1084899 w 5010670"/>
              <a:gd name="connsiteY62" fmla="*/ 1255137 h 2274677"/>
              <a:gd name="connsiteX63" fmla="*/ 1085060 w 5010670"/>
              <a:gd name="connsiteY63" fmla="*/ 1255459 h 2274677"/>
              <a:gd name="connsiteX64" fmla="*/ 1083022 w 5010670"/>
              <a:gd name="connsiteY64" fmla="*/ 1260768 h 2274677"/>
              <a:gd name="connsiteX65" fmla="*/ 1082862 w 5010670"/>
              <a:gd name="connsiteY65" fmla="*/ 1260848 h 2274677"/>
              <a:gd name="connsiteX66" fmla="*/ 1077125 w 5010670"/>
              <a:gd name="connsiteY66" fmla="*/ 1258891 h 2274677"/>
              <a:gd name="connsiteX67" fmla="*/ 1079269 w 5010670"/>
              <a:gd name="connsiteY67" fmla="*/ 1252993 h 2274677"/>
              <a:gd name="connsiteX68" fmla="*/ 2266968 w 5010670"/>
              <a:gd name="connsiteY68" fmla="*/ 1230204 h 2274677"/>
              <a:gd name="connsiteX69" fmla="*/ 2275547 w 5010670"/>
              <a:gd name="connsiteY69" fmla="*/ 1232885 h 2274677"/>
              <a:gd name="connsiteX70" fmla="*/ 2275601 w 5010670"/>
              <a:gd name="connsiteY70" fmla="*/ 1233019 h 2274677"/>
              <a:gd name="connsiteX71" fmla="*/ 2272598 w 5010670"/>
              <a:gd name="connsiteY71" fmla="*/ 1241196 h 2274677"/>
              <a:gd name="connsiteX72" fmla="*/ 2272089 w 5010670"/>
              <a:gd name="connsiteY72" fmla="*/ 1241464 h 2274677"/>
              <a:gd name="connsiteX73" fmla="*/ 2264287 w 5010670"/>
              <a:gd name="connsiteY73" fmla="*/ 1238515 h 2274677"/>
              <a:gd name="connsiteX74" fmla="*/ 2264287 w 5010670"/>
              <a:gd name="connsiteY74" fmla="*/ 1238488 h 2274677"/>
              <a:gd name="connsiteX75" fmla="*/ 2266968 w 5010670"/>
              <a:gd name="connsiteY75" fmla="*/ 1230204 h 2274677"/>
              <a:gd name="connsiteX76" fmla="*/ 642716 w 5010670"/>
              <a:gd name="connsiteY76" fmla="*/ 1195046 h 2274677"/>
              <a:gd name="connsiteX77" fmla="*/ 650036 w 5010670"/>
              <a:gd name="connsiteY77" fmla="*/ 1201249 h 2274677"/>
              <a:gd name="connsiteX78" fmla="*/ 644405 w 5010670"/>
              <a:gd name="connsiteY78" fmla="*/ 1218139 h 2274677"/>
              <a:gd name="connsiteX79" fmla="*/ 628239 w 5010670"/>
              <a:gd name="connsiteY79" fmla="*/ 1212751 h 2274677"/>
              <a:gd name="connsiteX80" fmla="*/ 633145 w 5010670"/>
              <a:gd name="connsiteY80" fmla="*/ 1195619 h 2274677"/>
              <a:gd name="connsiteX81" fmla="*/ 642716 w 5010670"/>
              <a:gd name="connsiteY81" fmla="*/ 1195046 h 2274677"/>
              <a:gd name="connsiteX82" fmla="*/ 3367328 w 5010670"/>
              <a:gd name="connsiteY82" fmla="*/ 1159371 h 2274677"/>
              <a:gd name="connsiteX83" fmla="*/ 3373994 w 5010670"/>
              <a:gd name="connsiteY83" fmla="*/ 1165457 h 2274677"/>
              <a:gd name="connsiteX84" fmla="*/ 3368337 w 5010670"/>
              <a:gd name="connsiteY84" fmla="*/ 1181141 h 2274677"/>
              <a:gd name="connsiteX85" fmla="*/ 3352787 w 5010670"/>
              <a:gd name="connsiteY85" fmla="*/ 1175779 h 2274677"/>
              <a:gd name="connsiteX86" fmla="*/ 3352653 w 5010670"/>
              <a:gd name="connsiteY86" fmla="*/ 1175484 h 2274677"/>
              <a:gd name="connsiteX87" fmla="*/ 3358310 w 5010670"/>
              <a:gd name="connsiteY87" fmla="*/ 1159800 h 2274677"/>
              <a:gd name="connsiteX88" fmla="*/ 3367328 w 5010670"/>
              <a:gd name="connsiteY88" fmla="*/ 1159371 h 2274677"/>
              <a:gd name="connsiteX89" fmla="*/ 211864 w 5010670"/>
              <a:gd name="connsiteY89" fmla="*/ 1156151 h 2274677"/>
              <a:gd name="connsiteX90" fmla="*/ 218577 w 5010670"/>
              <a:gd name="connsiteY90" fmla="*/ 1161864 h 2274677"/>
              <a:gd name="connsiteX91" fmla="*/ 213563 w 5010670"/>
              <a:gd name="connsiteY91" fmla="*/ 1177388 h 2274677"/>
              <a:gd name="connsiteX92" fmla="*/ 213488 w 5010670"/>
              <a:gd name="connsiteY92" fmla="*/ 1177414 h 2274677"/>
              <a:gd name="connsiteX93" fmla="*/ 198013 w 5010670"/>
              <a:gd name="connsiteY93" fmla="*/ 1172294 h 2274677"/>
              <a:gd name="connsiteX94" fmla="*/ 203070 w 5010670"/>
              <a:gd name="connsiteY94" fmla="*/ 1156851 h 2274677"/>
              <a:gd name="connsiteX95" fmla="*/ 211864 w 5010670"/>
              <a:gd name="connsiteY95" fmla="*/ 1156151 h 2274677"/>
              <a:gd name="connsiteX96" fmla="*/ 3675255 w 5010670"/>
              <a:gd name="connsiteY96" fmla="*/ 1094591 h 2274677"/>
              <a:gd name="connsiteX97" fmla="*/ 3685315 w 5010670"/>
              <a:gd name="connsiteY97" fmla="*/ 1103365 h 2274677"/>
              <a:gd name="connsiteX98" fmla="*/ 3677460 w 5010670"/>
              <a:gd name="connsiteY98" fmla="*/ 1126717 h 2274677"/>
              <a:gd name="connsiteX99" fmla="*/ 3654135 w 5010670"/>
              <a:gd name="connsiteY99" fmla="*/ 1118942 h 2274677"/>
              <a:gd name="connsiteX100" fmla="*/ 3654108 w 5010670"/>
              <a:gd name="connsiteY100" fmla="*/ 1118861 h 2274677"/>
              <a:gd name="connsiteX101" fmla="*/ 3661937 w 5010670"/>
              <a:gd name="connsiteY101" fmla="*/ 1095510 h 2274677"/>
              <a:gd name="connsiteX102" fmla="*/ 3675255 w 5010670"/>
              <a:gd name="connsiteY102" fmla="*/ 1094591 h 2274677"/>
              <a:gd name="connsiteX103" fmla="*/ 2543650 w 5010670"/>
              <a:gd name="connsiteY103" fmla="*/ 1085697 h 2274677"/>
              <a:gd name="connsiteX104" fmla="*/ 2552229 w 5010670"/>
              <a:gd name="connsiteY104" fmla="*/ 1088378 h 2274677"/>
              <a:gd name="connsiteX105" fmla="*/ 2552283 w 5010670"/>
              <a:gd name="connsiteY105" fmla="*/ 1088512 h 2274677"/>
              <a:gd name="connsiteX106" fmla="*/ 2549280 w 5010670"/>
              <a:gd name="connsiteY106" fmla="*/ 1096689 h 2274677"/>
              <a:gd name="connsiteX107" fmla="*/ 2548771 w 5010670"/>
              <a:gd name="connsiteY107" fmla="*/ 1096957 h 2274677"/>
              <a:gd name="connsiteX108" fmla="*/ 2540969 w 5010670"/>
              <a:gd name="connsiteY108" fmla="*/ 1094008 h 2274677"/>
              <a:gd name="connsiteX109" fmla="*/ 2540969 w 5010670"/>
              <a:gd name="connsiteY109" fmla="*/ 1093981 h 2274677"/>
              <a:gd name="connsiteX110" fmla="*/ 2543650 w 5010670"/>
              <a:gd name="connsiteY110" fmla="*/ 1085697 h 2274677"/>
              <a:gd name="connsiteX111" fmla="*/ 4614948 w 5010670"/>
              <a:gd name="connsiteY111" fmla="*/ 1066069 h 2274677"/>
              <a:gd name="connsiteX112" fmla="*/ 4635475 w 5010670"/>
              <a:gd name="connsiteY112" fmla="*/ 1084035 h 2274677"/>
              <a:gd name="connsiteX113" fmla="*/ 4619307 w 5010670"/>
              <a:gd name="connsiteY113" fmla="*/ 1131810 h 2274677"/>
              <a:gd name="connsiteX114" fmla="*/ 4618905 w 5010670"/>
              <a:gd name="connsiteY114" fmla="*/ 1131998 h 2274677"/>
              <a:gd name="connsiteX115" fmla="*/ 4571585 w 5010670"/>
              <a:gd name="connsiteY115" fmla="*/ 1115724 h 2274677"/>
              <a:gd name="connsiteX116" fmla="*/ 4571532 w 5010670"/>
              <a:gd name="connsiteY116" fmla="*/ 1115644 h 2274677"/>
              <a:gd name="connsiteX117" fmla="*/ 4587725 w 5010670"/>
              <a:gd name="connsiteY117" fmla="*/ 1067868 h 2274677"/>
              <a:gd name="connsiteX118" fmla="*/ 4614948 w 5010670"/>
              <a:gd name="connsiteY118" fmla="*/ 1066069 h 2274677"/>
              <a:gd name="connsiteX119" fmla="*/ 3972830 w 5010670"/>
              <a:gd name="connsiteY119" fmla="*/ 1055696 h 2274677"/>
              <a:gd name="connsiteX120" fmla="*/ 4004895 w 5010670"/>
              <a:gd name="connsiteY120" fmla="*/ 1069450 h 2274677"/>
              <a:gd name="connsiteX121" fmla="*/ 3991141 w 5010670"/>
              <a:gd name="connsiteY121" fmla="*/ 1101515 h 2274677"/>
              <a:gd name="connsiteX122" fmla="*/ 3960926 w 5010670"/>
              <a:gd name="connsiteY122" fmla="*/ 1091434 h 2274677"/>
              <a:gd name="connsiteX123" fmla="*/ 3969157 w 5010670"/>
              <a:gd name="connsiteY123" fmla="*/ 1057546 h 2274677"/>
              <a:gd name="connsiteX124" fmla="*/ 3972830 w 5010670"/>
              <a:gd name="connsiteY124" fmla="*/ 1055696 h 2274677"/>
              <a:gd name="connsiteX125" fmla="*/ 4300686 w 5010670"/>
              <a:gd name="connsiteY125" fmla="*/ 1050501 h 2274677"/>
              <a:gd name="connsiteX126" fmla="*/ 4316216 w 5010670"/>
              <a:gd name="connsiteY126" fmla="*/ 1063927 h 2274677"/>
              <a:gd name="connsiteX127" fmla="*/ 4304286 w 5010670"/>
              <a:gd name="connsiteY127" fmla="*/ 1099906 h 2274677"/>
              <a:gd name="connsiteX128" fmla="*/ 4303884 w 5010670"/>
              <a:gd name="connsiteY128" fmla="*/ 1100120 h 2274677"/>
              <a:gd name="connsiteX129" fmla="*/ 4268092 w 5010670"/>
              <a:gd name="connsiteY129" fmla="*/ 1087573 h 2274677"/>
              <a:gd name="connsiteX130" fmla="*/ 4280210 w 5010670"/>
              <a:gd name="connsiteY130" fmla="*/ 1051996 h 2274677"/>
              <a:gd name="connsiteX131" fmla="*/ 4300686 w 5010670"/>
              <a:gd name="connsiteY131" fmla="*/ 1050501 h 2274677"/>
              <a:gd name="connsiteX132" fmla="*/ 1313403 w 5010670"/>
              <a:gd name="connsiteY132" fmla="*/ 1044893 h 2274677"/>
              <a:gd name="connsiteX133" fmla="*/ 1321902 w 5010670"/>
              <a:gd name="connsiteY133" fmla="*/ 1048163 h 2274677"/>
              <a:gd name="connsiteX134" fmla="*/ 1318953 w 5010670"/>
              <a:gd name="connsiteY134" fmla="*/ 1057278 h 2274677"/>
              <a:gd name="connsiteX135" fmla="*/ 1318712 w 5010670"/>
              <a:gd name="connsiteY135" fmla="*/ 1057385 h 2274677"/>
              <a:gd name="connsiteX136" fmla="*/ 1309838 w 5010670"/>
              <a:gd name="connsiteY136" fmla="*/ 1054060 h 2274677"/>
              <a:gd name="connsiteX137" fmla="*/ 1312787 w 5010670"/>
              <a:gd name="connsiteY137" fmla="*/ 1045214 h 2274677"/>
              <a:gd name="connsiteX138" fmla="*/ 1313403 w 5010670"/>
              <a:gd name="connsiteY138" fmla="*/ 1044893 h 2274677"/>
              <a:gd name="connsiteX139" fmla="*/ 865299 w 5010670"/>
              <a:gd name="connsiteY139" fmla="*/ 972434 h 2274677"/>
              <a:gd name="connsiteX140" fmla="*/ 874170 w 5010670"/>
              <a:gd name="connsiteY140" fmla="*/ 980065 h 2274677"/>
              <a:gd name="connsiteX141" fmla="*/ 874196 w 5010670"/>
              <a:gd name="connsiteY141" fmla="*/ 980119 h 2274677"/>
              <a:gd name="connsiteX142" fmla="*/ 867199 w 5010670"/>
              <a:gd name="connsiteY142" fmla="*/ 1000977 h 2274677"/>
              <a:gd name="connsiteX143" fmla="*/ 867199 w 5010670"/>
              <a:gd name="connsiteY143" fmla="*/ 1000173 h 2274677"/>
              <a:gd name="connsiteX144" fmla="*/ 862454 w 5010670"/>
              <a:gd name="connsiteY144" fmla="*/ 1002586 h 2274677"/>
              <a:gd name="connsiteX145" fmla="*/ 843365 w 5010670"/>
              <a:gd name="connsiteY145" fmla="*/ 992451 h 2274677"/>
              <a:gd name="connsiteX146" fmla="*/ 853526 w 5010670"/>
              <a:gd name="connsiteY146" fmla="*/ 973363 h 2274677"/>
              <a:gd name="connsiteX147" fmla="*/ 853633 w 5010670"/>
              <a:gd name="connsiteY147" fmla="*/ 973309 h 2274677"/>
              <a:gd name="connsiteX148" fmla="*/ 865299 w 5010670"/>
              <a:gd name="connsiteY148" fmla="*/ 972434 h 2274677"/>
              <a:gd name="connsiteX149" fmla="*/ 2829557 w 5010670"/>
              <a:gd name="connsiteY149" fmla="*/ 959932 h 2274677"/>
              <a:gd name="connsiteX150" fmla="*/ 2843873 w 5010670"/>
              <a:gd name="connsiteY150" fmla="*/ 964945 h 2274677"/>
              <a:gd name="connsiteX151" fmla="*/ 2838833 w 5010670"/>
              <a:gd name="connsiteY151" fmla="*/ 979262 h 2274677"/>
              <a:gd name="connsiteX152" fmla="*/ 2838565 w 5010670"/>
              <a:gd name="connsiteY152" fmla="*/ 979396 h 2274677"/>
              <a:gd name="connsiteX153" fmla="*/ 2824623 w 5010670"/>
              <a:gd name="connsiteY153" fmla="*/ 974436 h 2274677"/>
              <a:gd name="connsiteX154" fmla="*/ 2824516 w 5010670"/>
              <a:gd name="connsiteY154" fmla="*/ 974222 h 2274677"/>
              <a:gd name="connsiteX155" fmla="*/ 2829557 w 5010670"/>
              <a:gd name="connsiteY155" fmla="*/ 959932 h 2274677"/>
              <a:gd name="connsiteX156" fmla="*/ 2044200 w 5010670"/>
              <a:gd name="connsiteY156" fmla="*/ 956179 h 2274677"/>
              <a:gd name="connsiteX157" fmla="*/ 2053825 w 5010670"/>
              <a:gd name="connsiteY157" fmla="*/ 959691 h 2274677"/>
              <a:gd name="connsiteX158" fmla="*/ 2050608 w 5010670"/>
              <a:gd name="connsiteY158" fmla="*/ 969343 h 2274677"/>
              <a:gd name="connsiteX159" fmla="*/ 2040822 w 5010670"/>
              <a:gd name="connsiteY159" fmla="*/ 965991 h 2274677"/>
              <a:gd name="connsiteX160" fmla="*/ 2044173 w 5010670"/>
              <a:gd name="connsiteY160" fmla="*/ 956206 h 2274677"/>
              <a:gd name="connsiteX161" fmla="*/ 2044200 w 5010670"/>
              <a:gd name="connsiteY161" fmla="*/ 956179 h 2274677"/>
              <a:gd name="connsiteX162" fmla="*/ 411906 w 5010670"/>
              <a:gd name="connsiteY162" fmla="*/ 923441 h 2274677"/>
              <a:gd name="connsiteX163" fmla="*/ 428046 w 5010670"/>
              <a:gd name="connsiteY163" fmla="*/ 931002 h 2274677"/>
              <a:gd name="connsiteX164" fmla="*/ 422416 w 5010670"/>
              <a:gd name="connsiteY164" fmla="*/ 946820 h 2274677"/>
              <a:gd name="connsiteX165" fmla="*/ 422255 w 5010670"/>
              <a:gd name="connsiteY165" fmla="*/ 946900 h 2274677"/>
              <a:gd name="connsiteX166" fmla="*/ 405525 w 5010670"/>
              <a:gd name="connsiteY166" fmla="*/ 941994 h 2274677"/>
              <a:gd name="connsiteX167" fmla="*/ 404345 w 5010670"/>
              <a:gd name="connsiteY167" fmla="*/ 939608 h 2274677"/>
              <a:gd name="connsiteX168" fmla="*/ 411906 w 5010670"/>
              <a:gd name="connsiteY168" fmla="*/ 923441 h 2274677"/>
              <a:gd name="connsiteX169" fmla="*/ 3135780 w 5010670"/>
              <a:gd name="connsiteY169" fmla="*/ 856609 h 2274677"/>
              <a:gd name="connsiteX170" fmla="*/ 3145275 w 5010670"/>
              <a:gd name="connsiteY170" fmla="*/ 864783 h 2274677"/>
              <a:gd name="connsiteX171" fmla="*/ 3138036 w 5010670"/>
              <a:gd name="connsiteY171" fmla="*/ 886767 h 2274677"/>
              <a:gd name="connsiteX172" fmla="*/ 3116051 w 5010670"/>
              <a:gd name="connsiteY172" fmla="*/ 879529 h 2274677"/>
              <a:gd name="connsiteX173" fmla="*/ 3123290 w 5010670"/>
              <a:gd name="connsiteY173" fmla="*/ 857544 h 2274677"/>
              <a:gd name="connsiteX174" fmla="*/ 3135780 w 5010670"/>
              <a:gd name="connsiteY174" fmla="*/ 856609 h 2274677"/>
              <a:gd name="connsiteX175" fmla="*/ 1559711 w 5010670"/>
              <a:gd name="connsiteY175" fmla="*/ 852985 h 2274677"/>
              <a:gd name="connsiteX176" fmla="*/ 1573384 w 5010670"/>
              <a:gd name="connsiteY176" fmla="*/ 857543 h 2274677"/>
              <a:gd name="connsiteX177" fmla="*/ 1568827 w 5010670"/>
              <a:gd name="connsiteY177" fmla="*/ 871216 h 2274677"/>
              <a:gd name="connsiteX178" fmla="*/ 1568719 w 5010670"/>
              <a:gd name="connsiteY178" fmla="*/ 871270 h 2274677"/>
              <a:gd name="connsiteX179" fmla="*/ 1555153 w 5010670"/>
              <a:gd name="connsiteY179" fmla="*/ 866390 h 2274677"/>
              <a:gd name="connsiteX180" fmla="*/ 1555073 w 5010670"/>
              <a:gd name="connsiteY180" fmla="*/ 866229 h 2274677"/>
              <a:gd name="connsiteX181" fmla="*/ 1559711 w 5010670"/>
              <a:gd name="connsiteY181" fmla="*/ 852985 h 2274677"/>
              <a:gd name="connsiteX182" fmla="*/ 2325170 w 5010670"/>
              <a:gd name="connsiteY182" fmla="*/ 802375 h 2274677"/>
              <a:gd name="connsiteX183" fmla="*/ 2331849 w 5010670"/>
              <a:gd name="connsiteY183" fmla="*/ 808213 h 2274677"/>
              <a:gd name="connsiteX184" fmla="*/ 2331876 w 5010670"/>
              <a:gd name="connsiteY184" fmla="*/ 808293 h 2274677"/>
              <a:gd name="connsiteX185" fmla="*/ 2326755 w 5010670"/>
              <a:gd name="connsiteY185" fmla="*/ 823763 h 2274677"/>
              <a:gd name="connsiteX186" fmla="*/ 2313189 w 5010670"/>
              <a:gd name="connsiteY186" fmla="*/ 819232 h 2274677"/>
              <a:gd name="connsiteX187" fmla="*/ 2316299 w 5010670"/>
              <a:gd name="connsiteY187" fmla="*/ 802851 h 2274677"/>
              <a:gd name="connsiteX188" fmla="*/ 2325170 w 5010670"/>
              <a:gd name="connsiteY188" fmla="*/ 802375 h 2274677"/>
              <a:gd name="connsiteX189" fmla="*/ 3443842 w 5010670"/>
              <a:gd name="connsiteY189" fmla="*/ 776429 h 2274677"/>
              <a:gd name="connsiteX190" fmla="*/ 3456865 w 5010670"/>
              <a:gd name="connsiteY190" fmla="*/ 788936 h 2274677"/>
              <a:gd name="connsiteX191" fmla="*/ 3444747 w 5010670"/>
              <a:gd name="connsiteY191" fmla="*/ 820009 h 2274677"/>
              <a:gd name="connsiteX192" fmla="*/ 3442521 w 5010670"/>
              <a:gd name="connsiteY192" fmla="*/ 821135 h 2274677"/>
              <a:gd name="connsiteX193" fmla="*/ 3411448 w 5010670"/>
              <a:gd name="connsiteY193" fmla="*/ 808990 h 2274677"/>
              <a:gd name="connsiteX194" fmla="*/ 3423566 w 5010670"/>
              <a:gd name="connsiteY194" fmla="*/ 777917 h 2274677"/>
              <a:gd name="connsiteX195" fmla="*/ 3425792 w 5010670"/>
              <a:gd name="connsiteY195" fmla="*/ 776791 h 2274677"/>
              <a:gd name="connsiteX196" fmla="*/ 3443842 w 5010670"/>
              <a:gd name="connsiteY196" fmla="*/ 776429 h 2274677"/>
              <a:gd name="connsiteX197" fmla="*/ 1100118 w 5010670"/>
              <a:gd name="connsiteY197" fmla="*/ 763656 h 2274677"/>
              <a:gd name="connsiteX198" fmla="*/ 1111683 w 5010670"/>
              <a:gd name="connsiteY198" fmla="*/ 772849 h 2274677"/>
              <a:gd name="connsiteX199" fmla="*/ 1104203 w 5010670"/>
              <a:gd name="connsiteY199" fmla="*/ 799097 h 2274677"/>
              <a:gd name="connsiteX200" fmla="*/ 1102621 w 5010670"/>
              <a:gd name="connsiteY200" fmla="*/ 799901 h 2274677"/>
              <a:gd name="connsiteX201" fmla="*/ 1077393 w 5010670"/>
              <a:gd name="connsiteY201" fmla="*/ 790517 h 2274677"/>
              <a:gd name="connsiteX202" fmla="*/ 1085436 w 5010670"/>
              <a:gd name="connsiteY202" fmla="*/ 765342 h 2274677"/>
              <a:gd name="connsiteX203" fmla="*/ 1100118 w 5010670"/>
              <a:gd name="connsiteY203" fmla="*/ 763656 h 2274677"/>
              <a:gd name="connsiteX204" fmla="*/ 3752874 w 5010670"/>
              <a:gd name="connsiteY204" fmla="*/ 720440 h 2274677"/>
              <a:gd name="connsiteX205" fmla="*/ 3771270 w 5010670"/>
              <a:gd name="connsiteY205" fmla="*/ 736523 h 2274677"/>
              <a:gd name="connsiteX206" fmla="*/ 3756819 w 5010670"/>
              <a:gd name="connsiteY206" fmla="*/ 779258 h 2274677"/>
              <a:gd name="connsiteX207" fmla="*/ 3756578 w 5010670"/>
              <a:gd name="connsiteY207" fmla="*/ 779392 h 2274677"/>
              <a:gd name="connsiteX208" fmla="*/ 3714191 w 5010670"/>
              <a:gd name="connsiteY208" fmla="*/ 765049 h 2274677"/>
              <a:gd name="connsiteX209" fmla="*/ 3714083 w 5010670"/>
              <a:gd name="connsiteY209" fmla="*/ 764807 h 2274677"/>
              <a:gd name="connsiteX210" fmla="*/ 3728507 w 5010670"/>
              <a:gd name="connsiteY210" fmla="*/ 722072 h 2274677"/>
              <a:gd name="connsiteX211" fmla="*/ 3752874 w 5010670"/>
              <a:gd name="connsiteY211" fmla="*/ 720440 h 2274677"/>
              <a:gd name="connsiteX212" fmla="*/ 4690204 w 5010670"/>
              <a:gd name="connsiteY212" fmla="*/ 719863 h 2274677"/>
              <a:gd name="connsiteX213" fmla="*/ 4714404 w 5010670"/>
              <a:gd name="connsiteY213" fmla="*/ 740839 h 2274677"/>
              <a:gd name="connsiteX214" fmla="*/ 4695717 w 5010670"/>
              <a:gd name="connsiteY214" fmla="*/ 796952 h 2274677"/>
              <a:gd name="connsiteX215" fmla="*/ 4695368 w 5010670"/>
              <a:gd name="connsiteY215" fmla="*/ 797140 h 2274677"/>
              <a:gd name="connsiteX216" fmla="*/ 4639415 w 5010670"/>
              <a:gd name="connsiteY216" fmla="*/ 777917 h 2274677"/>
              <a:gd name="connsiteX217" fmla="*/ 4658263 w 5010670"/>
              <a:gd name="connsiteY217" fmla="*/ 722152 h 2274677"/>
              <a:gd name="connsiteX218" fmla="*/ 4690204 w 5010670"/>
              <a:gd name="connsiteY218" fmla="*/ 719863 h 2274677"/>
              <a:gd name="connsiteX219" fmla="*/ 4064467 w 5010670"/>
              <a:gd name="connsiteY219" fmla="*/ 696958 h 2274677"/>
              <a:gd name="connsiteX220" fmla="*/ 4083261 w 5010670"/>
              <a:gd name="connsiteY220" fmla="*/ 713493 h 2274677"/>
              <a:gd name="connsiteX221" fmla="*/ 4068354 w 5010670"/>
              <a:gd name="connsiteY221" fmla="*/ 757274 h 2274677"/>
              <a:gd name="connsiteX222" fmla="*/ 4024653 w 5010670"/>
              <a:gd name="connsiteY222" fmla="*/ 742528 h 2274677"/>
              <a:gd name="connsiteX223" fmla="*/ 4024573 w 5010670"/>
              <a:gd name="connsiteY223" fmla="*/ 742367 h 2274677"/>
              <a:gd name="connsiteX224" fmla="*/ 4039480 w 5010670"/>
              <a:gd name="connsiteY224" fmla="*/ 698560 h 2274677"/>
              <a:gd name="connsiteX225" fmla="*/ 4064467 w 5010670"/>
              <a:gd name="connsiteY225" fmla="*/ 696958 h 2274677"/>
              <a:gd name="connsiteX226" fmla="*/ 4379653 w 5010670"/>
              <a:gd name="connsiteY226" fmla="*/ 690654 h 2274677"/>
              <a:gd name="connsiteX227" fmla="*/ 4403860 w 5010670"/>
              <a:gd name="connsiteY227" fmla="*/ 711911 h 2274677"/>
              <a:gd name="connsiteX228" fmla="*/ 4384717 w 5010670"/>
              <a:gd name="connsiteY228" fmla="*/ 768266 h 2274677"/>
              <a:gd name="connsiteX229" fmla="*/ 4328415 w 5010670"/>
              <a:gd name="connsiteY229" fmla="*/ 749231 h 2274677"/>
              <a:gd name="connsiteX230" fmla="*/ 4328362 w 5010670"/>
              <a:gd name="connsiteY230" fmla="*/ 749123 h 2274677"/>
              <a:gd name="connsiteX231" fmla="*/ 4347505 w 5010670"/>
              <a:gd name="connsiteY231" fmla="*/ 692741 h 2274677"/>
              <a:gd name="connsiteX232" fmla="*/ 4379653 w 5010670"/>
              <a:gd name="connsiteY232" fmla="*/ 690654 h 2274677"/>
              <a:gd name="connsiteX233" fmla="*/ 1830136 w 5010670"/>
              <a:gd name="connsiteY233" fmla="*/ 676283 h 2274677"/>
              <a:gd name="connsiteX234" fmla="*/ 1838538 w 5010670"/>
              <a:gd name="connsiteY234" fmla="*/ 683813 h 2274677"/>
              <a:gd name="connsiteX235" fmla="*/ 1831836 w 5010670"/>
              <a:gd name="connsiteY235" fmla="*/ 703920 h 2274677"/>
              <a:gd name="connsiteX236" fmla="*/ 1811728 w 5010670"/>
              <a:gd name="connsiteY236" fmla="*/ 697218 h 2274677"/>
              <a:gd name="connsiteX237" fmla="*/ 1818430 w 5010670"/>
              <a:gd name="connsiteY237" fmla="*/ 677110 h 2274677"/>
              <a:gd name="connsiteX238" fmla="*/ 1818860 w 5010670"/>
              <a:gd name="connsiteY238" fmla="*/ 676896 h 2274677"/>
              <a:gd name="connsiteX239" fmla="*/ 1830136 w 5010670"/>
              <a:gd name="connsiteY239" fmla="*/ 676283 h 2274677"/>
              <a:gd name="connsiteX240" fmla="*/ 637094 w 5010670"/>
              <a:gd name="connsiteY240" fmla="*/ 671337 h 2274677"/>
              <a:gd name="connsiteX241" fmla="*/ 681002 w 5010670"/>
              <a:gd name="connsiteY241" fmla="*/ 696815 h 2274677"/>
              <a:gd name="connsiteX242" fmla="*/ 660224 w 5010670"/>
              <a:gd name="connsiteY242" fmla="*/ 758344 h 2274677"/>
              <a:gd name="connsiteX243" fmla="*/ 598694 w 5010670"/>
              <a:gd name="connsiteY243" fmla="*/ 737567 h 2274677"/>
              <a:gd name="connsiteX244" fmla="*/ 619472 w 5010670"/>
              <a:gd name="connsiteY244" fmla="*/ 676037 h 2274677"/>
              <a:gd name="connsiteX245" fmla="*/ 637094 w 5010670"/>
              <a:gd name="connsiteY245" fmla="*/ 671337 h 2274677"/>
              <a:gd name="connsiteX246" fmla="*/ 2610559 w 5010670"/>
              <a:gd name="connsiteY246" fmla="*/ 669420 h 2274677"/>
              <a:gd name="connsiteX247" fmla="*/ 2620059 w 5010670"/>
              <a:gd name="connsiteY247" fmla="*/ 677111 h 2274677"/>
              <a:gd name="connsiteX248" fmla="*/ 2613893 w 5010670"/>
              <a:gd name="connsiteY248" fmla="*/ 700972 h 2274677"/>
              <a:gd name="connsiteX249" fmla="*/ 2613866 w 5010670"/>
              <a:gd name="connsiteY249" fmla="*/ 700999 h 2274677"/>
              <a:gd name="connsiteX250" fmla="*/ 2590568 w 5010670"/>
              <a:gd name="connsiteY250" fmla="*/ 692929 h 2274677"/>
              <a:gd name="connsiteX251" fmla="*/ 2590273 w 5010670"/>
              <a:gd name="connsiteY251" fmla="*/ 692366 h 2274677"/>
              <a:gd name="connsiteX252" fmla="*/ 2598343 w 5010670"/>
              <a:gd name="connsiteY252" fmla="*/ 669873 h 2274677"/>
              <a:gd name="connsiteX253" fmla="*/ 2610559 w 5010670"/>
              <a:gd name="connsiteY253" fmla="*/ 669420 h 2274677"/>
              <a:gd name="connsiteX254" fmla="*/ 1351019 w 5010670"/>
              <a:gd name="connsiteY254" fmla="*/ 569109 h 2274677"/>
              <a:gd name="connsiteX255" fmla="*/ 1365014 w 5010670"/>
              <a:gd name="connsiteY255" fmla="*/ 581156 h 2274677"/>
              <a:gd name="connsiteX256" fmla="*/ 1354343 w 5010670"/>
              <a:gd name="connsiteY256" fmla="*/ 613570 h 2274677"/>
              <a:gd name="connsiteX257" fmla="*/ 1354290 w 5010670"/>
              <a:gd name="connsiteY257" fmla="*/ 613597 h 2274677"/>
              <a:gd name="connsiteX258" fmla="*/ 1321902 w 5010670"/>
              <a:gd name="connsiteY258" fmla="*/ 602846 h 2274677"/>
              <a:gd name="connsiteX259" fmla="*/ 1332600 w 5010670"/>
              <a:gd name="connsiteY259" fmla="*/ 570488 h 2274677"/>
              <a:gd name="connsiteX260" fmla="*/ 1351019 w 5010670"/>
              <a:gd name="connsiteY260" fmla="*/ 569109 h 2274677"/>
              <a:gd name="connsiteX261" fmla="*/ 2906890 w 5010670"/>
              <a:gd name="connsiteY261" fmla="*/ 555761 h 2274677"/>
              <a:gd name="connsiteX262" fmla="*/ 2921086 w 5010670"/>
              <a:gd name="connsiteY262" fmla="*/ 567889 h 2274677"/>
              <a:gd name="connsiteX263" fmla="*/ 2910415 w 5010670"/>
              <a:gd name="connsiteY263" fmla="*/ 600702 h 2274677"/>
              <a:gd name="connsiteX264" fmla="*/ 2877439 w 5010670"/>
              <a:gd name="connsiteY264" fmla="*/ 589709 h 2274677"/>
              <a:gd name="connsiteX265" fmla="*/ 2888270 w 5010670"/>
              <a:gd name="connsiteY265" fmla="*/ 557223 h 2274677"/>
              <a:gd name="connsiteX266" fmla="*/ 2906890 w 5010670"/>
              <a:gd name="connsiteY266" fmla="*/ 555761 h 2274677"/>
              <a:gd name="connsiteX267" fmla="*/ 2104792 w 5010670"/>
              <a:gd name="connsiteY267" fmla="*/ 518178 h 2274677"/>
              <a:gd name="connsiteX268" fmla="*/ 2117097 w 5010670"/>
              <a:gd name="connsiteY268" fmla="*/ 528850 h 2274677"/>
              <a:gd name="connsiteX269" fmla="*/ 2106641 w 5010670"/>
              <a:gd name="connsiteY269" fmla="*/ 555661 h 2274677"/>
              <a:gd name="connsiteX270" fmla="*/ 2079027 w 5010670"/>
              <a:gd name="connsiteY270" fmla="*/ 547885 h 2274677"/>
              <a:gd name="connsiteX271" fmla="*/ 2088544 w 5010670"/>
              <a:gd name="connsiteY271" fmla="*/ 519332 h 2274677"/>
              <a:gd name="connsiteX272" fmla="*/ 2104792 w 5010670"/>
              <a:gd name="connsiteY272" fmla="*/ 518178 h 2274677"/>
              <a:gd name="connsiteX273" fmla="*/ 872734 w 5010670"/>
              <a:gd name="connsiteY273" fmla="*/ 466128 h 2274677"/>
              <a:gd name="connsiteX274" fmla="*/ 917871 w 5010670"/>
              <a:gd name="connsiteY274" fmla="*/ 492387 h 2274677"/>
              <a:gd name="connsiteX275" fmla="*/ 896423 w 5010670"/>
              <a:gd name="connsiteY275" fmla="*/ 555659 h 2274677"/>
              <a:gd name="connsiteX276" fmla="*/ 833150 w 5010670"/>
              <a:gd name="connsiteY276" fmla="*/ 534211 h 2274677"/>
              <a:gd name="connsiteX277" fmla="*/ 854599 w 5010670"/>
              <a:gd name="connsiteY277" fmla="*/ 470939 h 2274677"/>
              <a:gd name="connsiteX278" fmla="*/ 872734 w 5010670"/>
              <a:gd name="connsiteY278" fmla="*/ 466128 h 2274677"/>
              <a:gd name="connsiteX279" fmla="*/ 3210987 w 5010670"/>
              <a:gd name="connsiteY279" fmla="*/ 463378 h 2274677"/>
              <a:gd name="connsiteX280" fmla="*/ 3229513 w 5010670"/>
              <a:gd name="connsiteY280" fmla="*/ 479892 h 2274677"/>
              <a:gd name="connsiteX281" fmla="*/ 3214445 w 5010670"/>
              <a:gd name="connsiteY281" fmla="*/ 523220 h 2274677"/>
              <a:gd name="connsiteX282" fmla="*/ 3214311 w 5010670"/>
              <a:gd name="connsiteY282" fmla="*/ 523293 h 2274677"/>
              <a:gd name="connsiteX283" fmla="*/ 3171281 w 5010670"/>
              <a:gd name="connsiteY283" fmla="*/ 508474 h 2274677"/>
              <a:gd name="connsiteX284" fmla="*/ 3171119 w 5010670"/>
              <a:gd name="connsiteY284" fmla="*/ 508139 h 2274677"/>
              <a:gd name="connsiteX285" fmla="*/ 3186187 w 5010670"/>
              <a:gd name="connsiteY285" fmla="*/ 464811 h 2274677"/>
              <a:gd name="connsiteX286" fmla="*/ 3210987 w 5010670"/>
              <a:gd name="connsiteY286" fmla="*/ 463378 h 2274677"/>
              <a:gd name="connsiteX287" fmla="*/ 3519329 w 5010670"/>
              <a:gd name="connsiteY287" fmla="*/ 392998 h 2274677"/>
              <a:gd name="connsiteX288" fmla="*/ 3543328 w 5010670"/>
              <a:gd name="connsiteY288" fmla="*/ 413878 h 2274677"/>
              <a:gd name="connsiteX289" fmla="*/ 3524641 w 5010670"/>
              <a:gd name="connsiteY289" fmla="*/ 469600 h 2274677"/>
              <a:gd name="connsiteX290" fmla="*/ 3524560 w 5010670"/>
              <a:gd name="connsiteY290" fmla="*/ 469643 h 2274677"/>
              <a:gd name="connsiteX291" fmla="*/ 3468875 w 5010670"/>
              <a:gd name="connsiteY291" fmla="*/ 450833 h 2274677"/>
              <a:gd name="connsiteX292" fmla="*/ 3487589 w 5010670"/>
              <a:gd name="connsiteY292" fmla="*/ 395199 h 2274677"/>
              <a:gd name="connsiteX293" fmla="*/ 3519329 w 5010670"/>
              <a:gd name="connsiteY293" fmla="*/ 392998 h 2274677"/>
              <a:gd name="connsiteX294" fmla="*/ 1611726 w 5010670"/>
              <a:gd name="connsiteY294" fmla="*/ 391251 h 2274677"/>
              <a:gd name="connsiteX295" fmla="*/ 1629954 w 5010670"/>
              <a:gd name="connsiteY295" fmla="*/ 405253 h 2274677"/>
              <a:gd name="connsiteX296" fmla="*/ 1616548 w 5010670"/>
              <a:gd name="connsiteY296" fmla="*/ 445469 h 2274677"/>
              <a:gd name="connsiteX297" fmla="*/ 1576333 w 5010670"/>
              <a:gd name="connsiteY297" fmla="*/ 432063 h 2274677"/>
              <a:gd name="connsiteX298" fmla="*/ 1588934 w 5010670"/>
              <a:gd name="connsiteY298" fmla="*/ 394234 h 2274677"/>
              <a:gd name="connsiteX299" fmla="*/ 1611726 w 5010670"/>
              <a:gd name="connsiteY299" fmla="*/ 391251 h 2274677"/>
              <a:gd name="connsiteX300" fmla="*/ 2388073 w 5010670"/>
              <a:gd name="connsiteY300" fmla="*/ 376704 h 2274677"/>
              <a:gd name="connsiteX301" fmla="*/ 2404237 w 5010670"/>
              <a:gd name="connsiteY301" fmla="*/ 390777 h 2274677"/>
              <a:gd name="connsiteX302" fmla="*/ 2405309 w 5010670"/>
              <a:gd name="connsiteY302" fmla="*/ 392952 h 2274677"/>
              <a:gd name="connsiteX303" fmla="*/ 2391636 w 5010670"/>
              <a:gd name="connsiteY303" fmla="*/ 428312 h 2274677"/>
              <a:gd name="connsiteX304" fmla="*/ 2389464 w 5010670"/>
              <a:gd name="connsiteY304" fmla="*/ 429392 h 2274677"/>
              <a:gd name="connsiteX305" fmla="*/ 2354101 w 5010670"/>
              <a:gd name="connsiteY305" fmla="*/ 415711 h 2274677"/>
              <a:gd name="connsiteX306" fmla="*/ 2366702 w 5010670"/>
              <a:gd name="connsiteY306" fmla="*/ 378177 h 2274677"/>
              <a:gd name="connsiteX307" fmla="*/ 2388073 w 5010670"/>
              <a:gd name="connsiteY307" fmla="*/ 376704 h 2274677"/>
              <a:gd name="connsiteX308" fmla="*/ 4748673 w 5010670"/>
              <a:gd name="connsiteY308" fmla="*/ 362482 h 2274677"/>
              <a:gd name="connsiteX309" fmla="*/ 4799447 w 5010670"/>
              <a:gd name="connsiteY309" fmla="*/ 393073 h 2274677"/>
              <a:gd name="connsiteX310" fmla="*/ 4774004 w 5010670"/>
              <a:gd name="connsiteY310" fmla="*/ 464506 h 2274677"/>
              <a:gd name="connsiteX311" fmla="*/ 4703492 w 5010670"/>
              <a:gd name="connsiteY311" fmla="*/ 440913 h 2274677"/>
              <a:gd name="connsiteX312" fmla="*/ 4702581 w 5010670"/>
              <a:gd name="connsiteY312" fmla="*/ 439060 h 2274677"/>
              <a:gd name="connsiteX313" fmla="*/ 4728024 w 5010670"/>
              <a:gd name="connsiteY313" fmla="*/ 367626 h 2274677"/>
              <a:gd name="connsiteX314" fmla="*/ 4748673 w 5010670"/>
              <a:gd name="connsiteY314" fmla="*/ 362482 h 2274677"/>
              <a:gd name="connsiteX315" fmla="*/ 3810814 w 5010670"/>
              <a:gd name="connsiteY315" fmla="*/ 345788 h 2274677"/>
              <a:gd name="connsiteX316" fmla="*/ 3862183 w 5010670"/>
              <a:gd name="connsiteY316" fmla="*/ 370937 h 2274677"/>
              <a:gd name="connsiteX317" fmla="*/ 3838858 w 5010670"/>
              <a:gd name="connsiteY317" fmla="*/ 440109 h 2274677"/>
              <a:gd name="connsiteX318" fmla="*/ 3769687 w 5010670"/>
              <a:gd name="connsiteY318" fmla="*/ 416784 h 2274677"/>
              <a:gd name="connsiteX319" fmla="*/ 3791377 w 5010670"/>
              <a:gd name="connsiteY319" fmla="*/ 352465 h 2274677"/>
              <a:gd name="connsiteX320" fmla="*/ 3810814 w 5010670"/>
              <a:gd name="connsiteY320" fmla="*/ 345788 h 2274677"/>
              <a:gd name="connsiteX321" fmla="*/ 4140830 w 5010670"/>
              <a:gd name="connsiteY321" fmla="*/ 339436 h 2274677"/>
              <a:gd name="connsiteX322" fmla="*/ 4164604 w 5010670"/>
              <a:gd name="connsiteY322" fmla="*/ 359946 h 2274677"/>
              <a:gd name="connsiteX323" fmla="*/ 4146104 w 5010670"/>
              <a:gd name="connsiteY323" fmla="*/ 415175 h 2274677"/>
              <a:gd name="connsiteX324" fmla="*/ 4091331 w 5010670"/>
              <a:gd name="connsiteY324" fmla="*/ 396825 h 2274677"/>
              <a:gd name="connsiteX325" fmla="*/ 4109535 w 5010670"/>
              <a:gd name="connsiteY325" fmla="*/ 341743 h 2274677"/>
              <a:gd name="connsiteX326" fmla="*/ 4140830 w 5010670"/>
              <a:gd name="connsiteY326" fmla="*/ 339436 h 2274677"/>
              <a:gd name="connsiteX327" fmla="*/ 4436802 w 5010670"/>
              <a:gd name="connsiteY327" fmla="*/ 335081 h 2274677"/>
              <a:gd name="connsiteX328" fmla="*/ 4485819 w 5010670"/>
              <a:gd name="connsiteY328" fmla="*/ 363423 h 2274677"/>
              <a:gd name="connsiteX329" fmla="*/ 4462734 w 5010670"/>
              <a:gd name="connsiteY329" fmla="*/ 432066 h 2274677"/>
              <a:gd name="connsiteX330" fmla="*/ 4394100 w 5010670"/>
              <a:gd name="connsiteY330" fmla="*/ 409009 h 2274677"/>
              <a:gd name="connsiteX331" fmla="*/ 4394100 w 5010670"/>
              <a:gd name="connsiteY331" fmla="*/ 408991 h 2274677"/>
              <a:gd name="connsiteX332" fmla="*/ 4417157 w 5010670"/>
              <a:gd name="connsiteY332" fmla="*/ 340345 h 2274677"/>
              <a:gd name="connsiteX333" fmla="*/ 4436802 w 5010670"/>
              <a:gd name="connsiteY333" fmla="*/ 335081 h 2274677"/>
              <a:gd name="connsiteX334" fmla="*/ 1119827 w 5010670"/>
              <a:gd name="connsiteY334" fmla="*/ 271003 h 2274677"/>
              <a:gd name="connsiteX335" fmla="*/ 1168843 w 5010670"/>
              <a:gd name="connsiteY335" fmla="*/ 299345 h 2274677"/>
              <a:gd name="connsiteX336" fmla="*/ 1145760 w 5010670"/>
              <a:gd name="connsiteY336" fmla="*/ 367987 h 2274677"/>
              <a:gd name="connsiteX337" fmla="*/ 1077125 w 5010670"/>
              <a:gd name="connsiteY337" fmla="*/ 344930 h 2274677"/>
              <a:gd name="connsiteX338" fmla="*/ 1077125 w 5010670"/>
              <a:gd name="connsiteY338" fmla="*/ 344912 h 2274677"/>
              <a:gd name="connsiteX339" fmla="*/ 1100182 w 5010670"/>
              <a:gd name="connsiteY339" fmla="*/ 276267 h 2274677"/>
              <a:gd name="connsiteX340" fmla="*/ 1119827 w 5010670"/>
              <a:gd name="connsiteY340" fmla="*/ 271003 h 2274677"/>
              <a:gd name="connsiteX341" fmla="*/ 2681187 w 5010670"/>
              <a:gd name="connsiteY341" fmla="*/ 254885 h 2274677"/>
              <a:gd name="connsiteX342" fmla="*/ 2702072 w 5010670"/>
              <a:gd name="connsiteY342" fmla="*/ 273094 h 2274677"/>
              <a:gd name="connsiteX343" fmla="*/ 2685745 w 5010670"/>
              <a:gd name="connsiteY343" fmla="*/ 321607 h 2274677"/>
              <a:gd name="connsiteX344" fmla="*/ 2685718 w 5010670"/>
              <a:gd name="connsiteY344" fmla="*/ 321620 h 2274677"/>
              <a:gd name="connsiteX345" fmla="*/ 2637218 w 5010670"/>
              <a:gd name="connsiteY345" fmla="*/ 305253 h 2274677"/>
              <a:gd name="connsiteX346" fmla="*/ 2653546 w 5010670"/>
              <a:gd name="connsiteY346" fmla="*/ 256769 h 2274677"/>
              <a:gd name="connsiteX347" fmla="*/ 2681187 w 5010670"/>
              <a:gd name="connsiteY347" fmla="*/ 254885 h 2274677"/>
              <a:gd name="connsiteX348" fmla="*/ 1885312 w 5010670"/>
              <a:gd name="connsiteY348" fmla="*/ 226634 h 2274677"/>
              <a:gd name="connsiteX349" fmla="*/ 1906798 w 5010670"/>
              <a:gd name="connsiteY349" fmla="*/ 245379 h 2274677"/>
              <a:gd name="connsiteX350" fmla="*/ 1890014 w 5010670"/>
              <a:gd name="connsiteY350" fmla="*/ 295331 h 2274677"/>
              <a:gd name="connsiteX351" fmla="*/ 1840147 w 5010670"/>
              <a:gd name="connsiteY351" fmla="*/ 278709 h 2274677"/>
              <a:gd name="connsiteX352" fmla="*/ 1840067 w 5010670"/>
              <a:gd name="connsiteY352" fmla="*/ 278535 h 2274677"/>
              <a:gd name="connsiteX353" fmla="*/ 1856850 w 5010670"/>
              <a:gd name="connsiteY353" fmla="*/ 228582 h 2274677"/>
              <a:gd name="connsiteX354" fmla="*/ 1885312 w 5010670"/>
              <a:gd name="connsiteY354" fmla="*/ 226634 h 2274677"/>
              <a:gd name="connsiteX355" fmla="*/ 2964450 w 5010670"/>
              <a:gd name="connsiteY355" fmla="*/ 150066 h 2274677"/>
              <a:gd name="connsiteX356" fmla="*/ 3007872 w 5010670"/>
              <a:gd name="connsiteY356" fmla="*/ 175019 h 2274677"/>
              <a:gd name="connsiteX357" fmla="*/ 2987630 w 5010670"/>
              <a:gd name="connsiteY357" fmla="*/ 235814 h 2274677"/>
              <a:gd name="connsiteX358" fmla="*/ 2926770 w 5010670"/>
              <a:gd name="connsiteY358" fmla="*/ 215438 h 2274677"/>
              <a:gd name="connsiteX359" fmla="*/ 2947092 w 5010670"/>
              <a:gd name="connsiteY359" fmla="*/ 154775 h 2274677"/>
              <a:gd name="connsiteX360" fmla="*/ 2964450 w 5010670"/>
              <a:gd name="connsiteY360" fmla="*/ 150066 h 2274677"/>
              <a:gd name="connsiteX361" fmla="*/ 1379070 w 5010670"/>
              <a:gd name="connsiteY361" fmla="*/ 90592 h 2274677"/>
              <a:gd name="connsiteX362" fmla="*/ 1432683 w 5010670"/>
              <a:gd name="connsiteY362" fmla="*/ 122234 h 2274677"/>
              <a:gd name="connsiteX363" fmla="*/ 1406623 w 5010670"/>
              <a:gd name="connsiteY363" fmla="*/ 197475 h 2274677"/>
              <a:gd name="connsiteX364" fmla="*/ 1406355 w 5010670"/>
              <a:gd name="connsiteY364" fmla="*/ 197606 h 2274677"/>
              <a:gd name="connsiteX365" fmla="*/ 1331018 w 5010670"/>
              <a:gd name="connsiteY365" fmla="*/ 170664 h 2274677"/>
              <a:gd name="connsiteX366" fmla="*/ 1357426 w 5010670"/>
              <a:gd name="connsiteY366" fmla="*/ 96186 h 2274677"/>
              <a:gd name="connsiteX367" fmla="*/ 1379070 w 5010670"/>
              <a:gd name="connsiteY367" fmla="*/ 90592 h 2274677"/>
              <a:gd name="connsiteX368" fmla="*/ 2150077 w 5010670"/>
              <a:gd name="connsiteY368" fmla="*/ 78661 h 2274677"/>
              <a:gd name="connsiteX369" fmla="*/ 2192944 w 5010670"/>
              <a:gd name="connsiteY369" fmla="*/ 103379 h 2274677"/>
              <a:gd name="connsiteX370" fmla="*/ 2172863 w 5010670"/>
              <a:gd name="connsiteY370" fmla="*/ 163426 h 2274677"/>
              <a:gd name="connsiteX371" fmla="*/ 2172836 w 5010670"/>
              <a:gd name="connsiteY371" fmla="*/ 163434 h 2274677"/>
              <a:gd name="connsiteX372" fmla="*/ 2112808 w 5010670"/>
              <a:gd name="connsiteY372" fmla="*/ 143318 h 2274677"/>
              <a:gd name="connsiteX373" fmla="*/ 2132916 w 5010670"/>
              <a:gd name="connsiteY373" fmla="*/ 83287 h 2274677"/>
              <a:gd name="connsiteX374" fmla="*/ 2150077 w 5010670"/>
              <a:gd name="connsiteY374" fmla="*/ 78661 h 2274677"/>
              <a:gd name="connsiteX375" fmla="*/ 3268805 w 5010670"/>
              <a:gd name="connsiteY375" fmla="*/ 66588 h 2274677"/>
              <a:gd name="connsiteX376" fmla="*/ 3321874 w 5010670"/>
              <a:gd name="connsiteY376" fmla="*/ 97383 h 2274677"/>
              <a:gd name="connsiteX377" fmla="*/ 3296753 w 5010670"/>
              <a:gd name="connsiteY377" fmla="*/ 171738 h 2274677"/>
              <a:gd name="connsiteX378" fmla="*/ 3222488 w 5010670"/>
              <a:gd name="connsiteY378" fmla="*/ 146805 h 2274677"/>
              <a:gd name="connsiteX379" fmla="*/ 3222408 w 5010670"/>
              <a:gd name="connsiteY379" fmla="*/ 146620 h 2274677"/>
              <a:gd name="connsiteX380" fmla="*/ 3247502 w 5010670"/>
              <a:gd name="connsiteY380" fmla="*/ 72261 h 2274677"/>
              <a:gd name="connsiteX381" fmla="*/ 3268805 w 5010670"/>
              <a:gd name="connsiteY381" fmla="*/ 66588 h 2274677"/>
              <a:gd name="connsiteX382" fmla="*/ 3575740 w 5010670"/>
              <a:gd name="connsiteY382" fmla="*/ 14517 h 2274677"/>
              <a:gd name="connsiteX383" fmla="*/ 3628745 w 5010670"/>
              <a:gd name="connsiteY383" fmla="*/ 45424 h 2274677"/>
              <a:gd name="connsiteX384" fmla="*/ 3603463 w 5010670"/>
              <a:gd name="connsiteY384" fmla="*/ 119726 h 2274677"/>
              <a:gd name="connsiteX385" fmla="*/ 3603061 w 5010670"/>
              <a:gd name="connsiteY385" fmla="*/ 119925 h 2274677"/>
              <a:gd name="connsiteX386" fmla="*/ 3529199 w 5010670"/>
              <a:gd name="connsiteY386" fmla="*/ 94525 h 2274677"/>
              <a:gd name="connsiteX387" fmla="*/ 3529172 w 5010670"/>
              <a:gd name="connsiteY387" fmla="*/ 94447 h 2274677"/>
              <a:gd name="connsiteX388" fmla="*/ 3554427 w 5010670"/>
              <a:gd name="connsiteY388" fmla="*/ 20145 h 2274677"/>
              <a:gd name="connsiteX389" fmla="*/ 3575740 w 5010670"/>
              <a:gd name="connsiteY389" fmla="*/ 14517 h 2274677"/>
              <a:gd name="connsiteX390" fmla="*/ 4819372 w 5010670"/>
              <a:gd name="connsiteY390" fmla="*/ 2917 h 2274677"/>
              <a:gd name="connsiteX391" fmla="*/ 4821378 w 5010670"/>
              <a:gd name="connsiteY391" fmla="*/ 3380 h 2274677"/>
              <a:gd name="connsiteX392" fmla="*/ 4821378 w 5010670"/>
              <a:gd name="connsiteY392" fmla="*/ 149188 h 2274677"/>
              <a:gd name="connsiteX393" fmla="*/ 4800428 w 5010670"/>
              <a:gd name="connsiteY393" fmla="*/ 146385 h 2274677"/>
              <a:gd name="connsiteX394" fmla="*/ 4757917 w 5010670"/>
              <a:gd name="connsiteY394" fmla="*/ 109269 h 2274677"/>
              <a:gd name="connsiteX395" fmla="*/ 4791108 w 5010670"/>
              <a:gd name="connsiteY395" fmla="*/ 10527 h 2274677"/>
              <a:gd name="connsiteX396" fmla="*/ 4819372 w 5010670"/>
              <a:gd name="connsiteY396" fmla="*/ 2917 h 2274677"/>
              <a:gd name="connsiteX397" fmla="*/ 4454144 w 5010670"/>
              <a:gd name="connsiteY397" fmla="*/ 0 h 2274677"/>
              <a:gd name="connsiteX398" fmla="*/ 4571035 w 5010670"/>
              <a:gd name="connsiteY398" fmla="*/ 0 h 2274677"/>
              <a:gd name="connsiteX399" fmla="*/ 4580244 w 5010670"/>
              <a:gd name="connsiteY399" fmla="*/ 9764 h 2274677"/>
              <a:gd name="connsiteX400" fmla="*/ 4546651 w 5010670"/>
              <a:gd name="connsiteY400" fmla="*/ 109270 h 2274677"/>
              <a:gd name="connsiteX401" fmla="*/ 4447185 w 5010670"/>
              <a:gd name="connsiteY401" fmla="*/ 75758 h 2274677"/>
              <a:gd name="connsiteX402" fmla="*/ 4447131 w 5010670"/>
              <a:gd name="connsiteY402" fmla="*/ 75675 h 2274677"/>
              <a:gd name="connsiteX403" fmla="*/ 4443341 w 5010670"/>
              <a:gd name="connsiteY403" fmla="*/ 18962 h 2274677"/>
              <a:gd name="connsiteX404" fmla="*/ 4149217 w 5010670"/>
              <a:gd name="connsiteY404" fmla="*/ 0 h 2274677"/>
              <a:gd name="connsiteX405" fmla="*/ 4257393 w 5010670"/>
              <a:gd name="connsiteY405" fmla="*/ 0 h 2274677"/>
              <a:gd name="connsiteX406" fmla="*/ 4260317 w 5010670"/>
              <a:gd name="connsiteY406" fmla="*/ 3285 h 2274677"/>
              <a:gd name="connsiteX407" fmla="*/ 4229485 w 5010670"/>
              <a:gd name="connsiteY407" fmla="*/ 86482 h 2274677"/>
              <a:gd name="connsiteX408" fmla="*/ 4147981 w 5010670"/>
              <a:gd name="connsiteY408" fmla="*/ 59050 h 2274677"/>
              <a:gd name="connsiteX409" fmla="*/ 4143256 w 5010670"/>
              <a:gd name="connsiteY409" fmla="*/ 11266 h 2274677"/>
              <a:gd name="connsiteX410" fmla="*/ 3860379 w 5010670"/>
              <a:gd name="connsiteY410" fmla="*/ 0 h 2274677"/>
              <a:gd name="connsiteX411" fmla="*/ 3921495 w 5010670"/>
              <a:gd name="connsiteY411" fmla="*/ 0 h 2274677"/>
              <a:gd name="connsiteX412" fmla="*/ 3936582 w 5010670"/>
              <a:gd name="connsiteY412" fmla="*/ 15837 h 2274677"/>
              <a:gd name="connsiteX413" fmla="*/ 3913391 w 5010670"/>
              <a:gd name="connsiteY413" fmla="*/ 85678 h 2274677"/>
              <a:gd name="connsiteX414" fmla="*/ 3843550 w 5010670"/>
              <a:gd name="connsiteY414" fmla="*/ 62487 h 2274677"/>
              <a:gd name="connsiteX415" fmla="*/ 3840688 w 5010670"/>
              <a:gd name="connsiteY415" fmla="*/ 22764 h 2274677"/>
              <a:gd name="connsiteX416" fmla="*/ 2391233 w 5010670"/>
              <a:gd name="connsiteY416" fmla="*/ 0 h 2274677"/>
              <a:gd name="connsiteX417" fmla="*/ 2491395 w 5010670"/>
              <a:gd name="connsiteY417" fmla="*/ 0 h 2274677"/>
              <a:gd name="connsiteX418" fmla="*/ 2492784 w 5010670"/>
              <a:gd name="connsiteY418" fmla="*/ 19856 h 2274677"/>
              <a:gd name="connsiteX419" fmla="*/ 2465632 w 5010670"/>
              <a:gd name="connsiteY419" fmla="*/ 51092 h 2274677"/>
              <a:gd name="connsiteX420" fmla="*/ 2393110 w 5010670"/>
              <a:gd name="connsiteY420" fmla="*/ 26829 h 2274677"/>
              <a:gd name="connsiteX421" fmla="*/ 1592732 w 5010670"/>
              <a:gd name="connsiteY421" fmla="*/ 0 h 2274677"/>
              <a:gd name="connsiteX422" fmla="*/ 1708961 w 5010670"/>
              <a:gd name="connsiteY422" fmla="*/ 0 h 2274677"/>
              <a:gd name="connsiteX423" fmla="*/ 1709486 w 5010670"/>
              <a:gd name="connsiteY423" fmla="*/ 7656 h 2274677"/>
              <a:gd name="connsiteX424" fmla="*/ 1677944 w 5010670"/>
              <a:gd name="connsiteY424" fmla="*/ 43855 h 2274677"/>
              <a:gd name="connsiteX425" fmla="*/ 1677783 w 5010670"/>
              <a:gd name="connsiteY425" fmla="*/ 43935 h 2274677"/>
              <a:gd name="connsiteX426" fmla="*/ 1593759 w 5010670"/>
              <a:gd name="connsiteY426" fmla="*/ 15436 h 2274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</a:cxnLst>
            <a:rect l="l" t="t" r="r" b="b"/>
            <a:pathLst>
              <a:path w="5010670" h="2274677">
                <a:moveTo>
                  <a:pt x="4987279" y="2240091"/>
                </a:moveTo>
                <a:cubicBezTo>
                  <a:pt x="4996341" y="2236820"/>
                  <a:pt x="5006341" y="2241486"/>
                  <a:pt x="5009612" y="2250520"/>
                </a:cubicBezTo>
                <a:cubicBezTo>
                  <a:pt x="5012910" y="2259556"/>
                  <a:pt x="5008245" y="2269556"/>
                  <a:pt x="4999210" y="2272853"/>
                </a:cubicBezTo>
                <a:cubicBezTo>
                  <a:pt x="4990630" y="2277116"/>
                  <a:pt x="4980201" y="2273658"/>
                  <a:pt x="4975885" y="2265078"/>
                </a:cubicBezTo>
                <a:cubicBezTo>
                  <a:pt x="4971810" y="2256419"/>
                  <a:pt x="4975375" y="2246070"/>
                  <a:pt x="4983928" y="2241754"/>
                </a:cubicBezTo>
                <a:cubicBezTo>
                  <a:pt x="4984973" y="2241083"/>
                  <a:pt x="4986099" y="2240520"/>
                  <a:pt x="4987279" y="2240091"/>
                </a:cubicBezTo>
                <a:close/>
                <a:moveTo>
                  <a:pt x="4771285" y="1813537"/>
                </a:moveTo>
                <a:cubicBezTo>
                  <a:pt x="4776121" y="1815183"/>
                  <a:pt x="4780343" y="1818635"/>
                  <a:pt x="4782850" y="1823514"/>
                </a:cubicBezTo>
                <a:cubicBezTo>
                  <a:pt x="4787382" y="1833461"/>
                  <a:pt x="4783387" y="1845204"/>
                  <a:pt x="4773735" y="1850324"/>
                </a:cubicBezTo>
                <a:lnTo>
                  <a:pt x="4774003" y="1850861"/>
                </a:lnTo>
                <a:cubicBezTo>
                  <a:pt x="4764620" y="1854668"/>
                  <a:pt x="4753869" y="1851021"/>
                  <a:pt x="4748748" y="1842282"/>
                </a:cubicBezTo>
                <a:cubicBezTo>
                  <a:pt x="4743064" y="1832576"/>
                  <a:pt x="4746335" y="1820083"/>
                  <a:pt x="4756040" y="1814399"/>
                </a:cubicBezTo>
                <a:cubicBezTo>
                  <a:pt x="4761000" y="1812053"/>
                  <a:pt x="4766449" y="1811892"/>
                  <a:pt x="4771285" y="1813537"/>
                </a:cubicBezTo>
                <a:close/>
                <a:moveTo>
                  <a:pt x="4461679" y="1764920"/>
                </a:moveTo>
                <a:cubicBezTo>
                  <a:pt x="4466180" y="1766449"/>
                  <a:pt x="4470147" y="1769545"/>
                  <a:pt x="4472708" y="1773915"/>
                </a:cubicBezTo>
                <a:cubicBezTo>
                  <a:pt x="4478392" y="1783621"/>
                  <a:pt x="4475121" y="1796114"/>
                  <a:pt x="4465416" y="1801798"/>
                </a:cubicBezTo>
                <a:cubicBezTo>
                  <a:pt x="4456032" y="1805605"/>
                  <a:pt x="4445281" y="1801959"/>
                  <a:pt x="4440161" y="1793219"/>
                </a:cubicBezTo>
                <a:cubicBezTo>
                  <a:pt x="4434477" y="1783514"/>
                  <a:pt x="4437748" y="1771020"/>
                  <a:pt x="4447453" y="1765336"/>
                </a:cubicBezTo>
                <a:cubicBezTo>
                  <a:pt x="4452145" y="1763433"/>
                  <a:pt x="4457178" y="1763392"/>
                  <a:pt x="4461679" y="1764920"/>
                </a:cubicBezTo>
                <a:close/>
                <a:moveTo>
                  <a:pt x="859317" y="1474632"/>
                </a:moveTo>
                <a:cubicBezTo>
                  <a:pt x="861435" y="1473587"/>
                  <a:pt x="864009" y="1474471"/>
                  <a:pt x="865054" y="1476590"/>
                </a:cubicBezTo>
                <a:cubicBezTo>
                  <a:pt x="866019" y="1478815"/>
                  <a:pt x="865081" y="1481415"/>
                  <a:pt x="862909" y="1482488"/>
                </a:cubicBezTo>
                <a:cubicBezTo>
                  <a:pt x="860764" y="1483426"/>
                  <a:pt x="858244" y="1482488"/>
                  <a:pt x="857279" y="1480343"/>
                </a:cubicBezTo>
                <a:cubicBezTo>
                  <a:pt x="857226" y="1480236"/>
                  <a:pt x="857172" y="1480128"/>
                  <a:pt x="857118" y="1480021"/>
                </a:cubicBezTo>
                <a:cubicBezTo>
                  <a:pt x="856207" y="1477983"/>
                  <a:pt x="857118" y="1475624"/>
                  <a:pt x="859156" y="1474713"/>
                </a:cubicBezTo>
                <a:cubicBezTo>
                  <a:pt x="859209" y="1474686"/>
                  <a:pt x="859263" y="1474659"/>
                  <a:pt x="859317" y="1474632"/>
                </a:cubicBezTo>
                <a:close/>
                <a:moveTo>
                  <a:pt x="4821378" y="1471300"/>
                </a:moveTo>
                <a:lnTo>
                  <a:pt x="4821378" y="1511570"/>
                </a:lnTo>
                <a:lnTo>
                  <a:pt x="4812610" y="1503936"/>
                </a:lnTo>
                <a:cubicBezTo>
                  <a:pt x="4809246" y="1497167"/>
                  <a:pt x="4808944" y="1489666"/>
                  <a:pt x="4811176" y="1483017"/>
                </a:cubicBezTo>
                <a:close/>
                <a:moveTo>
                  <a:pt x="4537419" y="1419678"/>
                </a:moveTo>
                <a:cubicBezTo>
                  <a:pt x="4542999" y="1421568"/>
                  <a:pt x="4547858" y="1425583"/>
                  <a:pt x="4550673" y="1431280"/>
                </a:cubicBezTo>
                <a:cubicBezTo>
                  <a:pt x="4556304" y="1442755"/>
                  <a:pt x="4551638" y="1456643"/>
                  <a:pt x="4540217" y="1462380"/>
                </a:cubicBezTo>
                <a:cubicBezTo>
                  <a:pt x="4528715" y="1467849"/>
                  <a:pt x="4514961" y="1463238"/>
                  <a:pt x="4509117" y="1451924"/>
                </a:cubicBezTo>
                <a:cubicBezTo>
                  <a:pt x="4503540" y="1440369"/>
                  <a:pt x="4508313" y="1426481"/>
                  <a:pt x="4519841" y="1420824"/>
                </a:cubicBezTo>
                <a:cubicBezTo>
                  <a:pt x="4525539" y="1418023"/>
                  <a:pt x="4531839" y="1417788"/>
                  <a:pt x="4537419" y="1419678"/>
                </a:cubicBezTo>
                <a:close/>
                <a:moveTo>
                  <a:pt x="3911028" y="1415587"/>
                </a:moveTo>
                <a:cubicBezTo>
                  <a:pt x="3915194" y="1417004"/>
                  <a:pt x="3918887" y="1419806"/>
                  <a:pt x="3921380" y="1423747"/>
                </a:cubicBezTo>
                <a:cubicBezTo>
                  <a:pt x="3927252" y="1432997"/>
                  <a:pt x="3924517" y="1445249"/>
                  <a:pt x="3915268" y="1451120"/>
                </a:cubicBezTo>
                <a:cubicBezTo>
                  <a:pt x="3914061" y="1451898"/>
                  <a:pt x="3912774" y="1452514"/>
                  <a:pt x="3911434" y="1453024"/>
                </a:cubicBezTo>
                <a:cubicBezTo>
                  <a:pt x="3901139" y="1456750"/>
                  <a:pt x="3889744" y="1451469"/>
                  <a:pt x="3885991" y="1441174"/>
                </a:cubicBezTo>
                <a:cubicBezTo>
                  <a:pt x="3882237" y="1430879"/>
                  <a:pt x="3887546" y="1419484"/>
                  <a:pt x="3897841" y="1415731"/>
                </a:cubicBezTo>
                <a:cubicBezTo>
                  <a:pt x="3902225" y="1414136"/>
                  <a:pt x="3906863" y="1414169"/>
                  <a:pt x="3911028" y="1415587"/>
                </a:cubicBezTo>
                <a:close/>
                <a:moveTo>
                  <a:pt x="4223580" y="1407024"/>
                </a:moveTo>
                <a:cubicBezTo>
                  <a:pt x="4227400" y="1408331"/>
                  <a:pt x="4230731" y="1411066"/>
                  <a:pt x="4232702" y="1414926"/>
                </a:cubicBezTo>
                <a:cubicBezTo>
                  <a:pt x="4232782" y="1415087"/>
                  <a:pt x="4232863" y="1415248"/>
                  <a:pt x="4232943" y="1415436"/>
                </a:cubicBezTo>
                <a:cubicBezTo>
                  <a:pt x="4236589" y="1423211"/>
                  <a:pt x="4233238" y="1432460"/>
                  <a:pt x="4225463" y="1436106"/>
                </a:cubicBezTo>
                <a:cubicBezTo>
                  <a:pt x="4225329" y="1436187"/>
                  <a:pt x="4225195" y="1436241"/>
                  <a:pt x="4225061" y="1436294"/>
                </a:cubicBezTo>
                <a:cubicBezTo>
                  <a:pt x="4217366" y="1440075"/>
                  <a:pt x="4208037" y="1436857"/>
                  <a:pt x="4204283" y="1429136"/>
                </a:cubicBezTo>
                <a:cubicBezTo>
                  <a:pt x="4204230" y="1429029"/>
                  <a:pt x="4204176" y="1428921"/>
                  <a:pt x="4204122" y="1428787"/>
                </a:cubicBezTo>
                <a:cubicBezTo>
                  <a:pt x="4200342" y="1420932"/>
                  <a:pt x="4203640" y="1411468"/>
                  <a:pt x="4211522" y="1407688"/>
                </a:cubicBezTo>
                <a:cubicBezTo>
                  <a:pt x="4215449" y="1405838"/>
                  <a:pt x="4219759" y="1405717"/>
                  <a:pt x="4223580" y="1407024"/>
                </a:cubicBezTo>
                <a:close/>
                <a:moveTo>
                  <a:pt x="15836" y="1399373"/>
                </a:moveTo>
                <a:cubicBezTo>
                  <a:pt x="18573" y="1400475"/>
                  <a:pt x="20889" y="1402620"/>
                  <a:pt x="22137" y="1405542"/>
                </a:cubicBezTo>
                <a:cubicBezTo>
                  <a:pt x="22167" y="1405596"/>
                  <a:pt x="22199" y="1405676"/>
                  <a:pt x="22229" y="1405730"/>
                </a:cubicBezTo>
                <a:cubicBezTo>
                  <a:pt x="24966" y="1411468"/>
                  <a:pt x="22523" y="1418357"/>
                  <a:pt x="16775" y="1421092"/>
                </a:cubicBezTo>
                <a:cubicBezTo>
                  <a:pt x="16660" y="1421146"/>
                  <a:pt x="16545" y="1421199"/>
                  <a:pt x="16427" y="1421253"/>
                </a:cubicBezTo>
                <a:cubicBezTo>
                  <a:pt x="10775" y="1423854"/>
                  <a:pt x="4091" y="1421387"/>
                  <a:pt x="1493" y="1415730"/>
                </a:cubicBezTo>
                <a:cubicBezTo>
                  <a:pt x="1282" y="1415355"/>
                  <a:pt x="1094" y="1414980"/>
                  <a:pt x="925" y="1414577"/>
                </a:cubicBezTo>
                <a:cubicBezTo>
                  <a:pt x="-1571" y="1408706"/>
                  <a:pt x="1156" y="1401950"/>
                  <a:pt x="7014" y="1399457"/>
                </a:cubicBezTo>
                <a:cubicBezTo>
                  <a:pt x="9943" y="1398210"/>
                  <a:pt x="13100" y="1398270"/>
                  <a:pt x="15836" y="1399373"/>
                </a:cubicBezTo>
                <a:close/>
                <a:moveTo>
                  <a:pt x="1079269" y="1252993"/>
                </a:moveTo>
                <a:cubicBezTo>
                  <a:pt x="1081414" y="1252054"/>
                  <a:pt x="1083934" y="1252993"/>
                  <a:pt x="1084899" y="1255137"/>
                </a:cubicBezTo>
                <a:cubicBezTo>
                  <a:pt x="1084953" y="1255245"/>
                  <a:pt x="1085007" y="1255352"/>
                  <a:pt x="1085060" y="1255459"/>
                </a:cubicBezTo>
                <a:cubicBezTo>
                  <a:pt x="1085972" y="1257497"/>
                  <a:pt x="1085060" y="1259856"/>
                  <a:pt x="1083022" y="1260768"/>
                </a:cubicBezTo>
                <a:cubicBezTo>
                  <a:pt x="1082969" y="1260795"/>
                  <a:pt x="1082915" y="1260821"/>
                  <a:pt x="1082862" y="1260848"/>
                </a:cubicBezTo>
                <a:cubicBezTo>
                  <a:pt x="1080744" y="1261894"/>
                  <a:pt x="1078170" y="1261009"/>
                  <a:pt x="1077125" y="1258891"/>
                </a:cubicBezTo>
                <a:cubicBezTo>
                  <a:pt x="1076159" y="1256666"/>
                  <a:pt x="1077098" y="1254065"/>
                  <a:pt x="1079269" y="1252993"/>
                </a:cubicBezTo>
                <a:close/>
                <a:moveTo>
                  <a:pt x="2266968" y="1230204"/>
                </a:moveTo>
                <a:cubicBezTo>
                  <a:pt x="2270078" y="1228622"/>
                  <a:pt x="2273885" y="1229802"/>
                  <a:pt x="2275547" y="1232885"/>
                </a:cubicBezTo>
                <a:cubicBezTo>
                  <a:pt x="2275574" y="1232938"/>
                  <a:pt x="2275601" y="1232965"/>
                  <a:pt x="2275601" y="1233019"/>
                </a:cubicBezTo>
                <a:cubicBezTo>
                  <a:pt x="2277049" y="1236102"/>
                  <a:pt x="2275681" y="1239775"/>
                  <a:pt x="2272598" y="1241196"/>
                </a:cubicBezTo>
                <a:cubicBezTo>
                  <a:pt x="2272437" y="1241303"/>
                  <a:pt x="2272276" y="1241384"/>
                  <a:pt x="2272089" y="1241464"/>
                </a:cubicBezTo>
                <a:cubicBezTo>
                  <a:pt x="2269113" y="1242805"/>
                  <a:pt x="2265627" y="1241491"/>
                  <a:pt x="2264287" y="1238515"/>
                </a:cubicBezTo>
                <a:cubicBezTo>
                  <a:pt x="2264287" y="1238515"/>
                  <a:pt x="2264287" y="1238515"/>
                  <a:pt x="2264287" y="1238488"/>
                </a:cubicBezTo>
                <a:cubicBezTo>
                  <a:pt x="2262732" y="1235459"/>
                  <a:pt x="2263938" y="1231759"/>
                  <a:pt x="2266968" y="1230204"/>
                </a:cubicBezTo>
                <a:close/>
                <a:moveTo>
                  <a:pt x="642716" y="1195046"/>
                </a:moveTo>
                <a:cubicBezTo>
                  <a:pt x="645760" y="1196061"/>
                  <a:pt x="648427" y="1198206"/>
                  <a:pt x="650036" y="1201249"/>
                </a:cubicBezTo>
                <a:cubicBezTo>
                  <a:pt x="653146" y="1207469"/>
                  <a:pt x="650626" y="1215029"/>
                  <a:pt x="644405" y="1218139"/>
                </a:cubicBezTo>
                <a:cubicBezTo>
                  <a:pt x="638427" y="1220820"/>
                  <a:pt x="631402" y="1218461"/>
                  <a:pt x="628239" y="1212751"/>
                </a:cubicBezTo>
                <a:cubicBezTo>
                  <a:pt x="624861" y="1206664"/>
                  <a:pt x="627059" y="1198997"/>
                  <a:pt x="633145" y="1195619"/>
                </a:cubicBezTo>
                <a:cubicBezTo>
                  <a:pt x="636255" y="1194145"/>
                  <a:pt x="639673" y="1194031"/>
                  <a:pt x="642716" y="1195046"/>
                </a:cubicBezTo>
                <a:close/>
                <a:moveTo>
                  <a:pt x="3367328" y="1159371"/>
                </a:moveTo>
                <a:cubicBezTo>
                  <a:pt x="3370167" y="1160397"/>
                  <a:pt x="3372613" y="1162508"/>
                  <a:pt x="3373994" y="1165457"/>
                </a:cubicBezTo>
                <a:cubicBezTo>
                  <a:pt x="3376755" y="1171355"/>
                  <a:pt x="3374235" y="1178379"/>
                  <a:pt x="3368337" y="1181141"/>
                </a:cubicBezTo>
                <a:cubicBezTo>
                  <a:pt x="3362546" y="1183849"/>
                  <a:pt x="3355656" y="1181489"/>
                  <a:pt x="3352787" y="1175779"/>
                </a:cubicBezTo>
                <a:cubicBezTo>
                  <a:pt x="3352733" y="1175671"/>
                  <a:pt x="3352679" y="1175591"/>
                  <a:pt x="3352653" y="1175484"/>
                </a:cubicBezTo>
                <a:cubicBezTo>
                  <a:pt x="3349864" y="1169586"/>
                  <a:pt x="3352411" y="1162561"/>
                  <a:pt x="3358310" y="1159800"/>
                </a:cubicBezTo>
                <a:cubicBezTo>
                  <a:pt x="3361259" y="1158406"/>
                  <a:pt x="3364490" y="1158346"/>
                  <a:pt x="3367328" y="1159371"/>
                </a:cubicBezTo>
                <a:close/>
                <a:moveTo>
                  <a:pt x="211864" y="1156151"/>
                </a:moveTo>
                <a:cubicBezTo>
                  <a:pt x="214670" y="1157059"/>
                  <a:pt x="217129" y="1159036"/>
                  <a:pt x="218577" y="1161864"/>
                </a:cubicBezTo>
                <a:cubicBezTo>
                  <a:pt x="221472" y="1167548"/>
                  <a:pt x="219220" y="1174492"/>
                  <a:pt x="213563" y="1177388"/>
                </a:cubicBezTo>
                <a:cubicBezTo>
                  <a:pt x="213539" y="1177388"/>
                  <a:pt x="213513" y="1177414"/>
                  <a:pt x="213488" y="1177414"/>
                </a:cubicBezTo>
                <a:cubicBezTo>
                  <a:pt x="207799" y="1180283"/>
                  <a:pt x="200869" y="1177977"/>
                  <a:pt x="198013" y="1172294"/>
                </a:cubicBezTo>
                <a:cubicBezTo>
                  <a:pt x="195172" y="1166637"/>
                  <a:pt x="197429" y="1159746"/>
                  <a:pt x="203070" y="1156851"/>
                </a:cubicBezTo>
                <a:cubicBezTo>
                  <a:pt x="205905" y="1155403"/>
                  <a:pt x="209058" y="1155242"/>
                  <a:pt x="211864" y="1156151"/>
                </a:cubicBezTo>
                <a:close/>
                <a:moveTo>
                  <a:pt x="3675255" y="1094591"/>
                </a:moveTo>
                <a:cubicBezTo>
                  <a:pt x="3679484" y="1096012"/>
                  <a:pt x="3683170" y="1099049"/>
                  <a:pt x="3685315" y="1103365"/>
                </a:cubicBezTo>
                <a:cubicBezTo>
                  <a:pt x="3689605" y="1111971"/>
                  <a:pt x="3686066" y="1122427"/>
                  <a:pt x="3677460" y="1126717"/>
                </a:cubicBezTo>
                <a:cubicBezTo>
                  <a:pt x="3668881" y="1130980"/>
                  <a:pt x="3658451" y="1127521"/>
                  <a:pt x="3654135" y="1118942"/>
                </a:cubicBezTo>
                <a:cubicBezTo>
                  <a:pt x="3654135" y="1118915"/>
                  <a:pt x="3654108" y="1118888"/>
                  <a:pt x="3654108" y="1118861"/>
                </a:cubicBezTo>
                <a:cubicBezTo>
                  <a:pt x="3649819" y="1110255"/>
                  <a:pt x="3653331" y="1099799"/>
                  <a:pt x="3661937" y="1095510"/>
                </a:cubicBezTo>
                <a:cubicBezTo>
                  <a:pt x="3666254" y="1093365"/>
                  <a:pt x="3671026" y="1093171"/>
                  <a:pt x="3675255" y="1094591"/>
                </a:cubicBezTo>
                <a:close/>
                <a:moveTo>
                  <a:pt x="2543650" y="1085697"/>
                </a:moveTo>
                <a:cubicBezTo>
                  <a:pt x="2546760" y="1084115"/>
                  <a:pt x="2550567" y="1085295"/>
                  <a:pt x="2552229" y="1088378"/>
                </a:cubicBezTo>
                <a:cubicBezTo>
                  <a:pt x="2552256" y="1088432"/>
                  <a:pt x="2552283" y="1088458"/>
                  <a:pt x="2552283" y="1088512"/>
                </a:cubicBezTo>
                <a:cubicBezTo>
                  <a:pt x="2553731" y="1091595"/>
                  <a:pt x="2552363" y="1095268"/>
                  <a:pt x="2549280" y="1096689"/>
                </a:cubicBezTo>
                <a:cubicBezTo>
                  <a:pt x="2549119" y="1096796"/>
                  <a:pt x="2548959" y="1096877"/>
                  <a:pt x="2548771" y="1096957"/>
                </a:cubicBezTo>
                <a:cubicBezTo>
                  <a:pt x="2545795" y="1098298"/>
                  <a:pt x="2542310" y="1096984"/>
                  <a:pt x="2540969" y="1094008"/>
                </a:cubicBezTo>
                <a:cubicBezTo>
                  <a:pt x="2540969" y="1094008"/>
                  <a:pt x="2540969" y="1094008"/>
                  <a:pt x="2540969" y="1093981"/>
                </a:cubicBezTo>
                <a:cubicBezTo>
                  <a:pt x="2539414" y="1090952"/>
                  <a:pt x="2540620" y="1087252"/>
                  <a:pt x="2543650" y="1085697"/>
                </a:cubicBezTo>
                <a:close/>
                <a:moveTo>
                  <a:pt x="4614948" y="1066069"/>
                </a:moveTo>
                <a:cubicBezTo>
                  <a:pt x="4623591" y="1068995"/>
                  <a:pt x="4631118" y="1075215"/>
                  <a:pt x="4635475" y="1084035"/>
                </a:cubicBezTo>
                <a:cubicBezTo>
                  <a:pt x="4644214" y="1101702"/>
                  <a:pt x="4636976" y="1123097"/>
                  <a:pt x="4619307" y="1131810"/>
                </a:cubicBezTo>
                <a:cubicBezTo>
                  <a:pt x="4619174" y="1131864"/>
                  <a:pt x="4619040" y="1131945"/>
                  <a:pt x="4618905" y="1131998"/>
                </a:cubicBezTo>
                <a:cubicBezTo>
                  <a:pt x="4601345" y="1140577"/>
                  <a:pt x="4580164" y="1133285"/>
                  <a:pt x="4571585" y="1115724"/>
                </a:cubicBezTo>
                <a:cubicBezTo>
                  <a:pt x="4571559" y="1115698"/>
                  <a:pt x="4571559" y="1115671"/>
                  <a:pt x="4571532" y="1115644"/>
                </a:cubicBezTo>
                <a:cubicBezTo>
                  <a:pt x="4562818" y="1097976"/>
                  <a:pt x="4570057" y="1076608"/>
                  <a:pt x="4587725" y="1067868"/>
                </a:cubicBezTo>
                <a:cubicBezTo>
                  <a:pt x="4596546" y="1063512"/>
                  <a:pt x="4606305" y="1063143"/>
                  <a:pt x="4614948" y="1066069"/>
                </a:cubicBezTo>
                <a:close/>
                <a:moveTo>
                  <a:pt x="3972830" y="1055696"/>
                </a:moveTo>
                <a:cubicBezTo>
                  <a:pt x="3985484" y="1050656"/>
                  <a:pt x="3999855" y="1056822"/>
                  <a:pt x="4004895" y="1069450"/>
                </a:cubicBezTo>
                <a:cubicBezTo>
                  <a:pt x="4009962" y="1082104"/>
                  <a:pt x="4003796" y="1096474"/>
                  <a:pt x="3991141" y="1101515"/>
                </a:cubicBezTo>
                <a:cubicBezTo>
                  <a:pt x="3979961" y="1105992"/>
                  <a:pt x="3967200" y="1101729"/>
                  <a:pt x="3960926" y="1091434"/>
                </a:cubicBezTo>
                <a:cubicBezTo>
                  <a:pt x="3953848" y="1079799"/>
                  <a:pt x="3957521" y="1064624"/>
                  <a:pt x="3969157" y="1057546"/>
                </a:cubicBezTo>
                <a:cubicBezTo>
                  <a:pt x="3970336" y="1056822"/>
                  <a:pt x="3971570" y="1056205"/>
                  <a:pt x="3972830" y="1055696"/>
                </a:cubicBezTo>
                <a:close/>
                <a:moveTo>
                  <a:pt x="4300686" y="1050501"/>
                </a:moveTo>
                <a:cubicBezTo>
                  <a:pt x="4307201" y="1052660"/>
                  <a:pt x="4312892" y="1057305"/>
                  <a:pt x="4316216" y="1063927"/>
                </a:cubicBezTo>
                <a:cubicBezTo>
                  <a:pt x="4322865" y="1077144"/>
                  <a:pt x="4317530" y="1093257"/>
                  <a:pt x="4304286" y="1099906"/>
                </a:cubicBezTo>
                <a:cubicBezTo>
                  <a:pt x="4304152" y="1099986"/>
                  <a:pt x="4304018" y="1100040"/>
                  <a:pt x="4303884" y="1100120"/>
                </a:cubicBezTo>
                <a:cubicBezTo>
                  <a:pt x="4290532" y="1106528"/>
                  <a:pt x="4274500" y="1100925"/>
                  <a:pt x="4268092" y="1087573"/>
                </a:cubicBezTo>
                <a:cubicBezTo>
                  <a:pt x="4261738" y="1074383"/>
                  <a:pt x="4267154" y="1058565"/>
                  <a:pt x="4280210" y="1051996"/>
                </a:cubicBezTo>
                <a:cubicBezTo>
                  <a:pt x="4286832" y="1048672"/>
                  <a:pt x="4294171" y="1048345"/>
                  <a:pt x="4300686" y="1050501"/>
                </a:cubicBezTo>
                <a:close/>
                <a:moveTo>
                  <a:pt x="1313403" y="1044893"/>
                </a:moveTo>
                <a:cubicBezTo>
                  <a:pt x="1316648" y="1043445"/>
                  <a:pt x="1320455" y="1044919"/>
                  <a:pt x="1321902" y="1048163"/>
                </a:cubicBezTo>
                <a:cubicBezTo>
                  <a:pt x="1323484" y="1051514"/>
                  <a:pt x="1322197" y="1055508"/>
                  <a:pt x="1318953" y="1057278"/>
                </a:cubicBezTo>
                <a:cubicBezTo>
                  <a:pt x="1318873" y="1057331"/>
                  <a:pt x="1318792" y="1057358"/>
                  <a:pt x="1318712" y="1057385"/>
                </a:cubicBezTo>
                <a:cubicBezTo>
                  <a:pt x="1315334" y="1058913"/>
                  <a:pt x="1311366" y="1057439"/>
                  <a:pt x="1309838" y="1054060"/>
                </a:cubicBezTo>
                <a:cubicBezTo>
                  <a:pt x="1308283" y="1050790"/>
                  <a:pt x="1309570" y="1046876"/>
                  <a:pt x="1312787" y="1045214"/>
                </a:cubicBezTo>
                <a:cubicBezTo>
                  <a:pt x="1313001" y="1045107"/>
                  <a:pt x="1313189" y="1045000"/>
                  <a:pt x="1313403" y="1044893"/>
                </a:cubicBezTo>
                <a:close/>
                <a:moveTo>
                  <a:pt x="865299" y="972434"/>
                </a:moveTo>
                <a:cubicBezTo>
                  <a:pt x="869016" y="973657"/>
                  <a:pt x="872266" y="976298"/>
                  <a:pt x="874170" y="980065"/>
                </a:cubicBezTo>
                <a:cubicBezTo>
                  <a:pt x="874170" y="980092"/>
                  <a:pt x="874196" y="980119"/>
                  <a:pt x="874196" y="980119"/>
                </a:cubicBezTo>
                <a:cubicBezTo>
                  <a:pt x="878030" y="987813"/>
                  <a:pt x="874894" y="997143"/>
                  <a:pt x="867199" y="1000977"/>
                </a:cubicBezTo>
                <a:lnTo>
                  <a:pt x="867199" y="1000173"/>
                </a:lnTo>
                <a:cubicBezTo>
                  <a:pt x="865778" y="1001245"/>
                  <a:pt x="864169" y="1002076"/>
                  <a:pt x="862454" y="1002586"/>
                </a:cubicBezTo>
                <a:cubicBezTo>
                  <a:pt x="854384" y="1005052"/>
                  <a:pt x="845831" y="1000521"/>
                  <a:pt x="843365" y="992451"/>
                </a:cubicBezTo>
                <a:cubicBezTo>
                  <a:pt x="840898" y="984381"/>
                  <a:pt x="845456" y="975829"/>
                  <a:pt x="853526" y="973363"/>
                </a:cubicBezTo>
                <a:cubicBezTo>
                  <a:pt x="853553" y="973336"/>
                  <a:pt x="853606" y="973336"/>
                  <a:pt x="853633" y="973309"/>
                </a:cubicBezTo>
                <a:cubicBezTo>
                  <a:pt x="857400" y="971405"/>
                  <a:pt x="861582" y="971211"/>
                  <a:pt x="865299" y="972434"/>
                </a:cubicBezTo>
                <a:close/>
                <a:moveTo>
                  <a:pt x="2829557" y="959932"/>
                </a:moveTo>
                <a:cubicBezTo>
                  <a:pt x="2834891" y="957358"/>
                  <a:pt x="2841299" y="959610"/>
                  <a:pt x="2843873" y="964945"/>
                </a:cubicBezTo>
                <a:cubicBezTo>
                  <a:pt x="2846420" y="970280"/>
                  <a:pt x="2844168" y="976688"/>
                  <a:pt x="2838833" y="979262"/>
                </a:cubicBezTo>
                <a:cubicBezTo>
                  <a:pt x="2838753" y="979316"/>
                  <a:pt x="2838645" y="979342"/>
                  <a:pt x="2838565" y="979396"/>
                </a:cubicBezTo>
                <a:cubicBezTo>
                  <a:pt x="2833337" y="981863"/>
                  <a:pt x="2827090" y="979664"/>
                  <a:pt x="2824623" y="974436"/>
                </a:cubicBezTo>
                <a:cubicBezTo>
                  <a:pt x="2824597" y="974382"/>
                  <a:pt x="2824543" y="974302"/>
                  <a:pt x="2824516" y="974222"/>
                </a:cubicBezTo>
                <a:cubicBezTo>
                  <a:pt x="2821969" y="968886"/>
                  <a:pt x="2824221" y="962479"/>
                  <a:pt x="2829557" y="959932"/>
                </a:cubicBezTo>
                <a:close/>
                <a:moveTo>
                  <a:pt x="2044200" y="956179"/>
                </a:moveTo>
                <a:cubicBezTo>
                  <a:pt x="2047820" y="954490"/>
                  <a:pt x="2052136" y="956071"/>
                  <a:pt x="2053825" y="959691"/>
                </a:cubicBezTo>
                <a:cubicBezTo>
                  <a:pt x="2055434" y="963257"/>
                  <a:pt x="2054040" y="967466"/>
                  <a:pt x="2050608" y="969343"/>
                </a:cubicBezTo>
                <a:cubicBezTo>
                  <a:pt x="2046988" y="971112"/>
                  <a:pt x="2042591" y="969611"/>
                  <a:pt x="2040822" y="965991"/>
                </a:cubicBezTo>
                <a:cubicBezTo>
                  <a:pt x="2039053" y="962372"/>
                  <a:pt x="2040554" y="957975"/>
                  <a:pt x="2044173" y="956206"/>
                </a:cubicBezTo>
                <a:cubicBezTo>
                  <a:pt x="2044173" y="956206"/>
                  <a:pt x="2044200" y="956206"/>
                  <a:pt x="2044200" y="956179"/>
                </a:cubicBezTo>
                <a:close/>
                <a:moveTo>
                  <a:pt x="411906" y="923441"/>
                </a:moveTo>
                <a:cubicBezTo>
                  <a:pt x="418448" y="921082"/>
                  <a:pt x="425660" y="924460"/>
                  <a:pt x="428046" y="931002"/>
                </a:cubicBezTo>
                <a:cubicBezTo>
                  <a:pt x="430593" y="936927"/>
                  <a:pt x="428153" y="943844"/>
                  <a:pt x="422416" y="946820"/>
                </a:cubicBezTo>
                <a:cubicBezTo>
                  <a:pt x="422362" y="946847"/>
                  <a:pt x="422308" y="946874"/>
                  <a:pt x="422255" y="946900"/>
                </a:cubicBezTo>
                <a:cubicBezTo>
                  <a:pt x="416276" y="950171"/>
                  <a:pt x="408796" y="947973"/>
                  <a:pt x="405525" y="941994"/>
                </a:cubicBezTo>
                <a:cubicBezTo>
                  <a:pt x="405042" y="941243"/>
                  <a:pt x="404667" y="940439"/>
                  <a:pt x="404345" y="939608"/>
                </a:cubicBezTo>
                <a:cubicBezTo>
                  <a:pt x="401986" y="933066"/>
                  <a:pt x="405364" y="925827"/>
                  <a:pt x="411906" y="923441"/>
                </a:cubicBezTo>
                <a:close/>
                <a:moveTo>
                  <a:pt x="3135780" y="856609"/>
                </a:moveTo>
                <a:cubicBezTo>
                  <a:pt x="3139758" y="857920"/>
                  <a:pt x="3143237" y="860748"/>
                  <a:pt x="3145275" y="864783"/>
                </a:cubicBezTo>
                <a:cubicBezTo>
                  <a:pt x="3149350" y="872853"/>
                  <a:pt x="3146106" y="882692"/>
                  <a:pt x="3138036" y="886767"/>
                </a:cubicBezTo>
                <a:cubicBezTo>
                  <a:pt x="3129966" y="890843"/>
                  <a:pt x="3120127" y="887599"/>
                  <a:pt x="3116051" y="879529"/>
                </a:cubicBezTo>
                <a:cubicBezTo>
                  <a:pt x="3111976" y="871459"/>
                  <a:pt x="3115220" y="861620"/>
                  <a:pt x="3123290" y="857544"/>
                </a:cubicBezTo>
                <a:cubicBezTo>
                  <a:pt x="3127325" y="855507"/>
                  <a:pt x="3131802" y="855299"/>
                  <a:pt x="3135780" y="856609"/>
                </a:cubicBezTo>
                <a:close/>
                <a:moveTo>
                  <a:pt x="1559711" y="852985"/>
                </a:moveTo>
                <a:cubicBezTo>
                  <a:pt x="1564751" y="850465"/>
                  <a:pt x="1570864" y="852503"/>
                  <a:pt x="1573384" y="857543"/>
                </a:cubicBezTo>
                <a:cubicBezTo>
                  <a:pt x="1575744" y="862583"/>
                  <a:pt x="1573759" y="868589"/>
                  <a:pt x="1568827" y="871216"/>
                </a:cubicBezTo>
                <a:cubicBezTo>
                  <a:pt x="1568800" y="871243"/>
                  <a:pt x="1568746" y="871243"/>
                  <a:pt x="1568719" y="871270"/>
                </a:cubicBezTo>
                <a:cubicBezTo>
                  <a:pt x="1563625" y="873656"/>
                  <a:pt x="1557539" y="871484"/>
                  <a:pt x="1555153" y="866390"/>
                </a:cubicBezTo>
                <a:cubicBezTo>
                  <a:pt x="1555126" y="866337"/>
                  <a:pt x="1555099" y="866283"/>
                  <a:pt x="1555073" y="866229"/>
                </a:cubicBezTo>
                <a:cubicBezTo>
                  <a:pt x="1552687" y="861296"/>
                  <a:pt x="1554778" y="855371"/>
                  <a:pt x="1559711" y="852985"/>
                </a:cubicBezTo>
                <a:close/>
                <a:moveTo>
                  <a:pt x="2325170" y="802375"/>
                </a:moveTo>
                <a:cubicBezTo>
                  <a:pt x="2327975" y="803340"/>
                  <a:pt x="2330415" y="805358"/>
                  <a:pt x="2331849" y="808213"/>
                </a:cubicBezTo>
                <a:cubicBezTo>
                  <a:pt x="2331849" y="808240"/>
                  <a:pt x="2331876" y="808267"/>
                  <a:pt x="2331876" y="808293"/>
                </a:cubicBezTo>
                <a:cubicBezTo>
                  <a:pt x="2334744" y="813977"/>
                  <a:pt x="2332438" y="820894"/>
                  <a:pt x="2326755" y="823763"/>
                </a:cubicBezTo>
                <a:cubicBezTo>
                  <a:pt x="2321741" y="825479"/>
                  <a:pt x="2316191" y="823629"/>
                  <a:pt x="2313189" y="819232"/>
                </a:cubicBezTo>
                <a:cubicBezTo>
                  <a:pt x="2309516" y="813870"/>
                  <a:pt x="2310910" y="806524"/>
                  <a:pt x="2316299" y="802851"/>
                </a:cubicBezTo>
                <a:cubicBezTo>
                  <a:pt x="2319195" y="801497"/>
                  <a:pt x="2322365" y="801410"/>
                  <a:pt x="2325170" y="802375"/>
                </a:cubicBezTo>
                <a:close/>
                <a:moveTo>
                  <a:pt x="3443842" y="776429"/>
                </a:moveTo>
                <a:cubicBezTo>
                  <a:pt x="3449465" y="778628"/>
                  <a:pt x="3454251" y="782971"/>
                  <a:pt x="3456865" y="788936"/>
                </a:cubicBezTo>
                <a:cubicBezTo>
                  <a:pt x="3462120" y="800867"/>
                  <a:pt x="3456677" y="814781"/>
                  <a:pt x="3444747" y="820009"/>
                </a:cubicBezTo>
                <a:cubicBezTo>
                  <a:pt x="3444022" y="820411"/>
                  <a:pt x="3443272" y="820787"/>
                  <a:pt x="3442521" y="821135"/>
                </a:cubicBezTo>
                <a:cubicBezTo>
                  <a:pt x="3430591" y="826363"/>
                  <a:pt x="3416676" y="820921"/>
                  <a:pt x="3411448" y="808990"/>
                </a:cubicBezTo>
                <a:cubicBezTo>
                  <a:pt x="3406193" y="797060"/>
                  <a:pt x="3411636" y="783145"/>
                  <a:pt x="3423566" y="777917"/>
                </a:cubicBezTo>
                <a:cubicBezTo>
                  <a:pt x="3424290" y="777515"/>
                  <a:pt x="3425041" y="777140"/>
                  <a:pt x="3425792" y="776791"/>
                </a:cubicBezTo>
                <a:cubicBezTo>
                  <a:pt x="3431757" y="774177"/>
                  <a:pt x="3438218" y="774231"/>
                  <a:pt x="3443842" y="776429"/>
                </a:cubicBezTo>
                <a:close/>
                <a:moveTo>
                  <a:pt x="1100118" y="763656"/>
                </a:moveTo>
                <a:cubicBezTo>
                  <a:pt x="1104867" y="765014"/>
                  <a:pt x="1109096" y="768184"/>
                  <a:pt x="1111683" y="772849"/>
                </a:cubicBezTo>
                <a:cubicBezTo>
                  <a:pt x="1116884" y="782152"/>
                  <a:pt x="1113533" y="793922"/>
                  <a:pt x="1104203" y="799097"/>
                </a:cubicBezTo>
                <a:cubicBezTo>
                  <a:pt x="1103694" y="799392"/>
                  <a:pt x="1103157" y="799659"/>
                  <a:pt x="1102621" y="799901"/>
                </a:cubicBezTo>
                <a:cubicBezTo>
                  <a:pt x="1093050" y="804271"/>
                  <a:pt x="1081763" y="800088"/>
                  <a:pt x="1077393" y="790517"/>
                </a:cubicBezTo>
                <a:cubicBezTo>
                  <a:pt x="1073023" y="781321"/>
                  <a:pt x="1076535" y="770302"/>
                  <a:pt x="1085436" y="765342"/>
                </a:cubicBezTo>
                <a:cubicBezTo>
                  <a:pt x="1090101" y="762755"/>
                  <a:pt x="1095369" y="762299"/>
                  <a:pt x="1100118" y="763656"/>
                </a:cubicBezTo>
                <a:close/>
                <a:moveTo>
                  <a:pt x="3752874" y="720440"/>
                </a:moveTo>
                <a:cubicBezTo>
                  <a:pt x="3760613" y="723057"/>
                  <a:pt x="3767356" y="728627"/>
                  <a:pt x="3771270" y="736523"/>
                </a:cubicBezTo>
                <a:cubicBezTo>
                  <a:pt x="3779072" y="752314"/>
                  <a:pt x="3772610" y="771429"/>
                  <a:pt x="3756819" y="779258"/>
                </a:cubicBezTo>
                <a:cubicBezTo>
                  <a:pt x="3756738" y="779312"/>
                  <a:pt x="3756658" y="779339"/>
                  <a:pt x="3756578" y="779392"/>
                </a:cubicBezTo>
                <a:cubicBezTo>
                  <a:pt x="3740920" y="787113"/>
                  <a:pt x="3721939" y="780706"/>
                  <a:pt x="3714191" y="765049"/>
                </a:cubicBezTo>
                <a:cubicBezTo>
                  <a:pt x="3714164" y="764968"/>
                  <a:pt x="3714110" y="764888"/>
                  <a:pt x="3714083" y="764807"/>
                </a:cubicBezTo>
                <a:cubicBezTo>
                  <a:pt x="3706255" y="749016"/>
                  <a:pt x="3712716" y="729874"/>
                  <a:pt x="3728507" y="722072"/>
                </a:cubicBezTo>
                <a:cubicBezTo>
                  <a:pt x="3736403" y="718158"/>
                  <a:pt x="3745136" y="717823"/>
                  <a:pt x="3752874" y="720440"/>
                </a:cubicBezTo>
                <a:close/>
                <a:moveTo>
                  <a:pt x="4690204" y="719863"/>
                </a:moveTo>
                <a:cubicBezTo>
                  <a:pt x="4700362" y="723245"/>
                  <a:pt x="4709230" y="730504"/>
                  <a:pt x="4714404" y="740839"/>
                </a:cubicBezTo>
                <a:cubicBezTo>
                  <a:pt x="4724726" y="761483"/>
                  <a:pt x="4716361" y="786604"/>
                  <a:pt x="4695717" y="796952"/>
                </a:cubicBezTo>
                <a:cubicBezTo>
                  <a:pt x="4695610" y="797006"/>
                  <a:pt x="4695475" y="797060"/>
                  <a:pt x="4695368" y="797140"/>
                </a:cubicBezTo>
                <a:cubicBezTo>
                  <a:pt x="4674590" y="807274"/>
                  <a:pt x="4649550" y="798668"/>
                  <a:pt x="4639415" y="777917"/>
                </a:cubicBezTo>
                <a:cubicBezTo>
                  <a:pt x="4629335" y="757300"/>
                  <a:pt x="4637753" y="732420"/>
                  <a:pt x="4658263" y="722152"/>
                </a:cubicBezTo>
                <a:cubicBezTo>
                  <a:pt x="4668598" y="716978"/>
                  <a:pt x="4680046" y="716481"/>
                  <a:pt x="4690204" y="719863"/>
                </a:cubicBezTo>
                <a:close/>
                <a:moveTo>
                  <a:pt x="4064467" y="696958"/>
                </a:moveTo>
                <a:cubicBezTo>
                  <a:pt x="4072389" y="699659"/>
                  <a:pt x="4079279" y="705383"/>
                  <a:pt x="4083261" y="713493"/>
                </a:cubicBezTo>
                <a:cubicBezTo>
                  <a:pt x="4091251" y="729686"/>
                  <a:pt x="4084575" y="749311"/>
                  <a:pt x="4068354" y="757274"/>
                </a:cubicBezTo>
                <a:cubicBezTo>
                  <a:pt x="4052215" y="765210"/>
                  <a:pt x="4032697" y="758615"/>
                  <a:pt x="4024653" y="742528"/>
                </a:cubicBezTo>
                <a:cubicBezTo>
                  <a:pt x="4024627" y="742475"/>
                  <a:pt x="4024600" y="742421"/>
                  <a:pt x="4024573" y="742367"/>
                </a:cubicBezTo>
                <a:cubicBezTo>
                  <a:pt x="4016611" y="726147"/>
                  <a:pt x="4023286" y="706549"/>
                  <a:pt x="4039480" y="698560"/>
                </a:cubicBezTo>
                <a:cubicBezTo>
                  <a:pt x="4047590" y="694578"/>
                  <a:pt x="4056545" y="694257"/>
                  <a:pt x="4064467" y="696958"/>
                </a:cubicBezTo>
                <a:close/>
                <a:moveTo>
                  <a:pt x="4379653" y="690654"/>
                </a:moveTo>
                <a:cubicBezTo>
                  <a:pt x="4389851" y="694122"/>
                  <a:pt x="4398726" y="701482"/>
                  <a:pt x="4403860" y="711911"/>
                </a:cubicBezTo>
                <a:cubicBezTo>
                  <a:pt x="4414155" y="732769"/>
                  <a:pt x="4405576" y="757997"/>
                  <a:pt x="4384717" y="768266"/>
                </a:cubicBezTo>
                <a:cubicBezTo>
                  <a:pt x="4363912" y="778507"/>
                  <a:pt x="4338738" y="770009"/>
                  <a:pt x="4328415" y="749231"/>
                </a:cubicBezTo>
                <a:cubicBezTo>
                  <a:pt x="4328389" y="749204"/>
                  <a:pt x="4328389" y="749150"/>
                  <a:pt x="4328362" y="749123"/>
                </a:cubicBezTo>
                <a:cubicBezTo>
                  <a:pt x="4318094" y="728265"/>
                  <a:pt x="4326646" y="703037"/>
                  <a:pt x="4347505" y="692741"/>
                </a:cubicBezTo>
                <a:cubicBezTo>
                  <a:pt x="4357934" y="687607"/>
                  <a:pt x="4369456" y="687185"/>
                  <a:pt x="4379653" y="690654"/>
                </a:cubicBezTo>
                <a:close/>
                <a:moveTo>
                  <a:pt x="1830136" y="676283"/>
                </a:moveTo>
                <a:cubicBezTo>
                  <a:pt x="1833699" y="677533"/>
                  <a:pt x="1836782" y="680140"/>
                  <a:pt x="1838538" y="683813"/>
                </a:cubicBezTo>
                <a:cubicBezTo>
                  <a:pt x="1842211" y="691212"/>
                  <a:pt x="1839235" y="700222"/>
                  <a:pt x="1831836" y="703920"/>
                </a:cubicBezTo>
                <a:cubicBezTo>
                  <a:pt x="1824409" y="707460"/>
                  <a:pt x="1815535" y="704484"/>
                  <a:pt x="1811728" y="697218"/>
                </a:cubicBezTo>
                <a:cubicBezTo>
                  <a:pt x="1808055" y="689818"/>
                  <a:pt x="1811031" y="680810"/>
                  <a:pt x="1818430" y="677110"/>
                </a:cubicBezTo>
                <a:cubicBezTo>
                  <a:pt x="1818565" y="677030"/>
                  <a:pt x="1818725" y="676949"/>
                  <a:pt x="1818860" y="676896"/>
                </a:cubicBezTo>
                <a:cubicBezTo>
                  <a:pt x="1822533" y="675140"/>
                  <a:pt x="1826574" y="675033"/>
                  <a:pt x="1830136" y="676283"/>
                </a:cubicBezTo>
                <a:close/>
                <a:moveTo>
                  <a:pt x="637094" y="671337"/>
                </a:moveTo>
                <a:cubicBezTo>
                  <a:pt x="654957" y="670268"/>
                  <a:pt x="672557" y="679764"/>
                  <a:pt x="681002" y="696815"/>
                </a:cubicBezTo>
                <a:cubicBezTo>
                  <a:pt x="692262" y="719550"/>
                  <a:pt x="682959" y="747084"/>
                  <a:pt x="660224" y="758344"/>
                </a:cubicBezTo>
                <a:cubicBezTo>
                  <a:pt x="637489" y="769605"/>
                  <a:pt x="609955" y="760302"/>
                  <a:pt x="598694" y="737567"/>
                </a:cubicBezTo>
                <a:cubicBezTo>
                  <a:pt x="587434" y="714831"/>
                  <a:pt x="596737" y="687297"/>
                  <a:pt x="619472" y="676037"/>
                </a:cubicBezTo>
                <a:cubicBezTo>
                  <a:pt x="625156" y="673222"/>
                  <a:pt x="631139" y="671693"/>
                  <a:pt x="637094" y="671337"/>
                </a:cubicBezTo>
                <a:close/>
                <a:moveTo>
                  <a:pt x="2610559" y="669420"/>
                </a:moveTo>
                <a:cubicBezTo>
                  <a:pt x="2614429" y="670710"/>
                  <a:pt x="2617848" y="673358"/>
                  <a:pt x="2620059" y="677111"/>
                </a:cubicBezTo>
                <a:cubicBezTo>
                  <a:pt x="2624939" y="685396"/>
                  <a:pt x="2622178" y="696093"/>
                  <a:pt x="2613893" y="700972"/>
                </a:cubicBezTo>
                <a:cubicBezTo>
                  <a:pt x="2613893" y="700972"/>
                  <a:pt x="2613866" y="700972"/>
                  <a:pt x="2613866" y="700999"/>
                </a:cubicBezTo>
                <a:cubicBezTo>
                  <a:pt x="2605206" y="705208"/>
                  <a:pt x="2594777" y="701589"/>
                  <a:pt x="2590568" y="692929"/>
                </a:cubicBezTo>
                <a:cubicBezTo>
                  <a:pt x="2590461" y="692742"/>
                  <a:pt x="2590380" y="692554"/>
                  <a:pt x="2590273" y="692366"/>
                </a:cubicBezTo>
                <a:cubicBezTo>
                  <a:pt x="2586305" y="683921"/>
                  <a:pt x="2589898" y="673867"/>
                  <a:pt x="2598343" y="669873"/>
                </a:cubicBezTo>
                <a:cubicBezTo>
                  <a:pt x="2602365" y="668197"/>
                  <a:pt x="2606688" y="668130"/>
                  <a:pt x="2610559" y="669420"/>
                </a:cubicBezTo>
                <a:close/>
                <a:moveTo>
                  <a:pt x="1351019" y="569109"/>
                </a:moveTo>
                <a:cubicBezTo>
                  <a:pt x="1356884" y="571040"/>
                  <a:pt x="1362011" y="575208"/>
                  <a:pt x="1365014" y="581156"/>
                </a:cubicBezTo>
                <a:cubicBezTo>
                  <a:pt x="1371019" y="593055"/>
                  <a:pt x="1366247" y="607567"/>
                  <a:pt x="1354343" y="613570"/>
                </a:cubicBezTo>
                <a:cubicBezTo>
                  <a:pt x="1354316" y="613578"/>
                  <a:pt x="1354316" y="613589"/>
                  <a:pt x="1354290" y="613597"/>
                </a:cubicBezTo>
                <a:cubicBezTo>
                  <a:pt x="1342386" y="619573"/>
                  <a:pt x="1327881" y="614757"/>
                  <a:pt x="1321902" y="602846"/>
                </a:cubicBezTo>
                <a:cubicBezTo>
                  <a:pt x="1315951" y="590955"/>
                  <a:pt x="1320723" y="576481"/>
                  <a:pt x="1332600" y="570488"/>
                </a:cubicBezTo>
                <a:cubicBezTo>
                  <a:pt x="1338552" y="567485"/>
                  <a:pt x="1345154" y="567178"/>
                  <a:pt x="1351019" y="569109"/>
                </a:cubicBezTo>
                <a:close/>
                <a:moveTo>
                  <a:pt x="2906890" y="555761"/>
                </a:moveTo>
                <a:cubicBezTo>
                  <a:pt x="2912828" y="557691"/>
                  <a:pt x="2918030" y="561886"/>
                  <a:pt x="2921086" y="567889"/>
                </a:cubicBezTo>
                <a:cubicBezTo>
                  <a:pt x="2927199" y="579894"/>
                  <a:pt x="2922426" y="594586"/>
                  <a:pt x="2910415" y="600702"/>
                </a:cubicBezTo>
                <a:cubicBezTo>
                  <a:pt x="2898270" y="606721"/>
                  <a:pt x="2883551" y="601812"/>
                  <a:pt x="2877439" y="589709"/>
                </a:cubicBezTo>
                <a:cubicBezTo>
                  <a:pt x="2871567" y="577741"/>
                  <a:pt x="2876393" y="563275"/>
                  <a:pt x="2888270" y="557223"/>
                </a:cubicBezTo>
                <a:cubicBezTo>
                  <a:pt x="2894276" y="554166"/>
                  <a:pt x="2900951" y="553831"/>
                  <a:pt x="2906890" y="555761"/>
                </a:cubicBezTo>
                <a:close/>
                <a:moveTo>
                  <a:pt x="2104792" y="518178"/>
                </a:moveTo>
                <a:cubicBezTo>
                  <a:pt x="2109959" y="519900"/>
                  <a:pt x="2114470" y="523594"/>
                  <a:pt x="2117097" y="528850"/>
                </a:cubicBezTo>
                <a:cubicBezTo>
                  <a:pt x="2120878" y="539146"/>
                  <a:pt x="2116400" y="550647"/>
                  <a:pt x="2106641" y="555661"/>
                </a:cubicBezTo>
                <a:cubicBezTo>
                  <a:pt x="2096802" y="560513"/>
                  <a:pt x="2084898" y="557156"/>
                  <a:pt x="2079027" y="547885"/>
                </a:cubicBezTo>
                <a:cubicBezTo>
                  <a:pt x="2073772" y="537373"/>
                  <a:pt x="2078035" y="524591"/>
                  <a:pt x="2088544" y="519332"/>
                </a:cubicBezTo>
                <a:cubicBezTo>
                  <a:pt x="2093799" y="516704"/>
                  <a:pt x="2099624" y="516455"/>
                  <a:pt x="2104792" y="518178"/>
                </a:cubicBezTo>
                <a:close/>
                <a:moveTo>
                  <a:pt x="872734" y="466128"/>
                </a:moveTo>
                <a:cubicBezTo>
                  <a:pt x="891112" y="465053"/>
                  <a:pt x="909205" y="474842"/>
                  <a:pt x="917871" y="492387"/>
                </a:cubicBezTo>
                <a:cubicBezTo>
                  <a:pt x="929426" y="515782"/>
                  <a:pt x="919828" y="544109"/>
                  <a:pt x="896423" y="555659"/>
                </a:cubicBezTo>
                <a:cubicBezTo>
                  <a:pt x="873017" y="567209"/>
                  <a:pt x="844705" y="557606"/>
                  <a:pt x="833150" y="534211"/>
                </a:cubicBezTo>
                <a:cubicBezTo>
                  <a:pt x="821595" y="510816"/>
                  <a:pt x="831193" y="482489"/>
                  <a:pt x="854599" y="470939"/>
                </a:cubicBezTo>
                <a:cubicBezTo>
                  <a:pt x="860450" y="468052"/>
                  <a:pt x="866608" y="466486"/>
                  <a:pt x="872734" y="466128"/>
                </a:cubicBezTo>
                <a:close/>
                <a:moveTo>
                  <a:pt x="3210987" y="463378"/>
                </a:moveTo>
                <a:cubicBezTo>
                  <a:pt x="3218829" y="466107"/>
                  <a:pt x="3225625" y="471827"/>
                  <a:pt x="3229513" y="479892"/>
                </a:cubicBezTo>
                <a:cubicBezTo>
                  <a:pt x="3237314" y="496021"/>
                  <a:pt x="3230585" y="515418"/>
                  <a:pt x="3214445" y="523220"/>
                </a:cubicBezTo>
                <a:cubicBezTo>
                  <a:pt x="3214391" y="523244"/>
                  <a:pt x="3214338" y="523268"/>
                  <a:pt x="3214311" y="523293"/>
                </a:cubicBezTo>
                <a:cubicBezTo>
                  <a:pt x="3198332" y="531078"/>
                  <a:pt x="3179055" y="524445"/>
                  <a:pt x="3171281" y="508474"/>
                </a:cubicBezTo>
                <a:cubicBezTo>
                  <a:pt x="3171227" y="508365"/>
                  <a:pt x="3171173" y="508252"/>
                  <a:pt x="3171119" y="508139"/>
                </a:cubicBezTo>
                <a:cubicBezTo>
                  <a:pt x="3163318" y="492010"/>
                  <a:pt x="3170074" y="472613"/>
                  <a:pt x="3186187" y="464811"/>
                </a:cubicBezTo>
                <a:cubicBezTo>
                  <a:pt x="3194257" y="460912"/>
                  <a:pt x="3203145" y="460649"/>
                  <a:pt x="3210987" y="463378"/>
                </a:cubicBezTo>
                <a:close/>
                <a:moveTo>
                  <a:pt x="3519329" y="392998"/>
                </a:moveTo>
                <a:cubicBezTo>
                  <a:pt x="3529413" y="396378"/>
                  <a:pt x="3538207" y="403605"/>
                  <a:pt x="3543328" y="413878"/>
                </a:cubicBezTo>
                <a:cubicBezTo>
                  <a:pt x="3553543" y="434425"/>
                  <a:pt x="3545178" y="459372"/>
                  <a:pt x="3524641" y="469600"/>
                </a:cubicBezTo>
                <a:cubicBezTo>
                  <a:pt x="3524614" y="469616"/>
                  <a:pt x="3524587" y="469630"/>
                  <a:pt x="3524560" y="469643"/>
                </a:cubicBezTo>
                <a:cubicBezTo>
                  <a:pt x="3503970" y="479826"/>
                  <a:pt x="3479063" y="471402"/>
                  <a:pt x="3468875" y="450833"/>
                </a:cubicBezTo>
                <a:cubicBezTo>
                  <a:pt x="3458714" y="430299"/>
                  <a:pt x="3467079" y="405411"/>
                  <a:pt x="3487589" y="395199"/>
                </a:cubicBezTo>
                <a:cubicBezTo>
                  <a:pt x="3497870" y="390084"/>
                  <a:pt x="3509245" y="389618"/>
                  <a:pt x="3519329" y="392998"/>
                </a:cubicBezTo>
                <a:close/>
                <a:moveTo>
                  <a:pt x="1611726" y="391251"/>
                </a:moveTo>
                <a:cubicBezTo>
                  <a:pt x="1619149" y="393245"/>
                  <a:pt x="1625812" y="398070"/>
                  <a:pt x="1629954" y="405253"/>
                </a:cubicBezTo>
                <a:cubicBezTo>
                  <a:pt x="1637165" y="420074"/>
                  <a:pt x="1631214" y="437944"/>
                  <a:pt x="1616548" y="445469"/>
                </a:cubicBezTo>
                <a:cubicBezTo>
                  <a:pt x="1601722" y="452684"/>
                  <a:pt x="1583866" y="446728"/>
                  <a:pt x="1576333" y="432063"/>
                </a:cubicBezTo>
                <a:cubicBezTo>
                  <a:pt x="1570354" y="418080"/>
                  <a:pt x="1575770" y="401830"/>
                  <a:pt x="1588934" y="394234"/>
                </a:cubicBezTo>
                <a:cubicBezTo>
                  <a:pt x="1596119" y="390093"/>
                  <a:pt x="1604303" y="389256"/>
                  <a:pt x="1611726" y="391251"/>
                </a:cubicBezTo>
                <a:close/>
                <a:moveTo>
                  <a:pt x="2388073" y="376704"/>
                </a:moveTo>
                <a:cubicBezTo>
                  <a:pt x="2394866" y="378984"/>
                  <a:pt x="2400792" y="383855"/>
                  <a:pt x="2404237" y="390777"/>
                </a:cubicBezTo>
                <a:cubicBezTo>
                  <a:pt x="2404639" y="391485"/>
                  <a:pt x="2404987" y="392212"/>
                  <a:pt x="2405309" y="392952"/>
                </a:cubicBezTo>
                <a:cubicBezTo>
                  <a:pt x="2411314" y="406494"/>
                  <a:pt x="2405175" y="422325"/>
                  <a:pt x="2391636" y="428312"/>
                </a:cubicBezTo>
                <a:cubicBezTo>
                  <a:pt x="2390939" y="428703"/>
                  <a:pt x="2390215" y="429065"/>
                  <a:pt x="2389464" y="429392"/>
                </a:cubicBezTo>
                <a:cubicBezTo>
                  <a:pt x="2375925" y="435379"/>
                  <a:pt x="2360080" y="429253"/>
                  <a:pt x="2354101" y="415711"/>
                </a:cubicBezTo>
                <a:cubicBezTo>
                  <a:pt x="2347211" y="401866"/>
                  <a:pt x="2352868" y="385062"/>
                  <a:pt x="2366702" y="378177"/>
                </a:cubicBezTo>
                <a:cubicBezTo>
                  <a:pt x="2373619" y="374734"/>
                  <a:pt x="2381280" y="374423"/>
                  <a:pt x="2388073" y="376704"/>
                </a:cubicBezTo>
                <a:close/>
                <a:moveTo>
                  <a:pt x="4748673" y="362482"/>
                </a:moveTo>
                <a:cubicBezTo>
                  <a:pt x="4769541" y="361582"/>
                  <a:pt x="4789916" y="373007"/>
                  <a:pt x="4799447" y="393073"/>
                </a:cubicBezTo>
                <a:cubicBezTo>
                  <a:pt x="4812155" y="419823"/>
                  <a:pt x="4800760" y="451806"/>
                  <a:pt x="4774004" y="464506"/>
                </a:cubicBezTo>
                <a:cubicBezTo>
                  <a:pt x="4747971" y="476860"/>
                  <a:pt x="4716843" y="466442"/>
                  <a:pt x="4703492" y="440913"/>
                </a:cubicBezTo>
                <a:cubicBezTo>
                  <a:pt x="4703171" y="440302"/>
                  <a:pt x="4702875" y="439684"/>
                  <a:pt x="4702581" y="439060"/>
                </a:cubicBezTo>
                <a:cubicBezTo>
                  <a:pt x="4689873" y="412309"/>
                  <a:pt x="4701267" y="380326"/>
                  <a:pt x="4728024" y="367626"/>
                </a:cubicBezTo>
                <a:cubicBezTo>
                  <a:pt x="4734706" y="364451"/>
                  <a:pt x="4741717" y="362782"/>
                  <a:pt x="4748673" y="362482"/>
                </a:cubicBezTo>
                <a:close/>
                <a:moveTo>
                  <a:pt x="3810814" y="345788"/>
                </a:moveTo>
                <a:cubicBezTo>
                  <a:pt x="3830810" y="343173"/>
                  <a:pt x="3851345" y="352446"/>
                  <a:pt x="3862183" y="370937"/>
                </a:cubicBezTo>
                <a:cubicBezTo>
                  <a:pt x="3874757" y="396484"/>
                  <a:pt x="3864355" y="427400"/>
                  <a:pt x="3838858" y="440109"/>
                </a:cubicBezTo>
                <a:cubicBezTo>
                  <a:pt x="3813308" y="452693"/>
                  <a:pt x="3782395" y="442269"/>
                  <a:pt x="3769687" y="416784"/>
                </a:cubicBezTo>
                <a:cubicBezTo>
                  <a:pt x="3759875" y="392936"/>
                  <a:pt x="3769124" y="365505"/>
                  <a:pt x="3791377" y="352465"/>
                </a:cubicBezTo>
                <a:cubicBezTo>
                  <a:pt x="3797543" y="348853"/>
                  <a:pt x="3804149" y="346660"/>
                  <a:pt x="3810814" y="345788"/>
                </a:cubicBezTo>
                <a:close/>
                <a:moveTo>
                  <a:pt x="4140830" y="339436"/>
                </a:moveTo>
                <a:cubicBezTo>
                  <a:pt x="4150797" y="342730"/>
                  <a:pt x="4159510" y="349827"/>
                  <a:pt x="4164604" y="359946"/>
                </a:cubicBezTo>
                <a:cubicBezTo>
                  <a:pt x="4174524" y="380318"/>
                  <a:pt x="4166293" y="404891"/>
                  <a:pt x="4146104" y="415175"/>
                </a:cubicBezTo>
                <a:cubicBezTo>
                  <a:pt x="4125889" y="425138"/>
                  <a:pt x="4101439" y="416943"/>
                  <a:pt x="4091331" y="396825"/>
                </a:cubicBezTo>
                <a:cubicBezTo>
                  <a:pt x="4081143" y="376589"/>
                  <a:pt x="4089294" y="351926"/>
                  <a:pt x="4109535" y="341743"/>
                </a:cubicBezTo>
                <a:cubicBezTo>
                  <a:pt x="4119643" y="336651"/>
                  <a:pt x="4130863" y="336142"/>
                  <a:pt x="4140830" y="339436"/>
                </a:cubicBezTo>
                <a:close/>
                <a:moveTo>
                  <a:pt x="4436802" y="335081"/>
                </a:moveTo>
                <a:cubicBezTo>
                  <a:pt x="4456722" y="333866"/>
                  <a:pt x="4476368" y="344427"/>
                  <a:pt x="4485819" y="363423"/>
                </a:cubicBezTo>
                <a:cubicBezTo>
                  <a:pt x="4498393" y="388748"/>
                  <a:pt x="4488070" y="419484"/>
                  <a:pt x="4462734" y="432066"/>
                </a:cubicBezTo>
                <a:cubicBezTo>
                  <a:pt x="4437399" y="444487"/>
                  <a:pt x="4406782" y="434206"/>
                  <a:pt x="4394100" y="409009"/>
                </a:cubicBezTo>
                <a:cubicBezTo>
                  <a:pt x="4394100" y="409004"/>
                  <a:pt x="4394100" y="408996"/>
                  <a:pt x="4394100" y="408991"/>
                </a:cubicBezTo>
                <a:cubicBezTo>
                  <a:pt x="4381499" y="383662"/>
                  <a:pt x="4391848" y="352930"/>
                  <a:pt x="4417157" y="340345"/>
                </a:cubicBezTo>
                <a:cubicBezTo>
                  <a:pt x="4423491" y="337200"/>
                  <a:pt x="4430161" y="335486"/>
                  <a:pt x="4436802" y="335081"/>
                </a:cubicBezTo>
                <a:close/>
                <a:moveTo>
                  <a:pt x="1119827" y="271003"/>
                </a:moveTo>
                <a:cubicBezTo>
                  <a:pt x="1139747" y="269789"/>
                  <a:pt x="1159392" y="280350"/>
                  <a:pt x="1168843" y="299345"/>
                </a:cubicBezTo>
                <a:cubicBezTo>
                  <a:pt x="1181417" y="324670"/>
                  <a:pt x="1171095" y="355405"/>
                  <a:pt x="1145760" y="367987"/>
                </a:cubicBezTo>
                <a:cubicBezTo>
                  <a:pt x="1120451" y="380567"/>
                  <a:pt x="1089726" y="370245"/>
                  <a:pt x="1077125" y="344930"/>
                </a:cubicBezTo>
                <a:cubicBezTo>
                  <a:pt x="1077125" y="344925"/>
                  <a:pt x="1077125" y="344917"/>
                  <a:pt x="1077125" y="344912"/>
                </a:cubicBezTo>
                <a:cubicBezTo>
                  <a:pt x="1064524" y="319584"/>
                  <a:pt x="1074873" y="288852"/>
                  <a:pt x="1100182" y="276267"/>
                </a:cubicBezTo>
                <a:cubicBezTo>
                  <a:pt x="1106516" y="273122"/>
                  <a:pt x="1113187" y="271408"/>
                  <a:pt x="1119827" y="271003"/>
                </a:cubicBezTo>
                <a:close/>
                <a:moveTo>
                  <a:pt x="2681187" y="254885"/>
                </a:moveTo>
                <a:cubicBezTo>
                  <a:pt x="2689967" y="257839"/>
                  <a:pt x="2697622" y="264142"/>
                  <a:pt x="2702072" y="273094"/>
                </a:cubicBezTo>
                <a:cubicBezTo>
                  <a:pt x="2710946" y="290998"/>
                  <a:pt x="2703654" y="312719"/>
                  <a:pt x="2685745" y="321607"/>
                </a:cubicBezTo>
                <a:cubicBezTo>
                  <a:pt x="2685745" y="321612"/>
                  <a:pt x="2685718" y="321615"/>
                  <a:pt x="2685718" y="321620"/>
                </a:cubicBezTo>
                <a:cubicBezTo>
                  <a:pt x="2667809" y="330495"/>
                  <a:pt x="2646092" y="323165"/>
                  <a:pt x="2637218" y="305253"/>
                </a:cubicBezTo>
                <a:cubicBezTo>
                  <a:pt x="2628344" y="287352"/>
                  <a:pt x="2635663" y="265651"/>
                  <a:pt x="2653546" y="256769"/>
                </a:cubicBezTo>
                <a:cubicBezTo>
                  <a:pt x="2662501" y="252325"/>
                  <a:pt x="2672407" y="251931"/>
                  <a:pt x="2681187" y="254885"/>
                </a:cubicBezTo>
                <a:close/>
                <a:moveTo>
                  <a:pt x="1885312" y="226634"/>
                </a:moveTo>
                <a:cubicBezTo>
                  <a:pt x="1894351" y="229673"/>
                  <a:pt x="1902227" y="236162"/>
                  <a:pt x="1906798" y="245379"/>
                </a:cubicBezTo>
                <a:cubicBezTo>
                  <a:pt x="1915967" y="263811"/>
                  <a:pt x="1908460" y="286176"/>
                  <a:pt x="1890014" y="295331"/>
                </a:cubicBezTo>
                <a:cubicBezTo>
                  <a:pt x="1871649" y="304455"/>
                  <a:pt x="1849370" y="297026"/>
                  <a:pt x="1840147" y="278709"/>
                </a:cubicBezTo>
                <a:cubicBezTo>
                  <a:pt x="1840120" y="278650"/>
                  <a:pt x="1840093" y="278594"/>
                  <a:pt x="1840067" y="278535"/>
                </a:cubicBezTo>
                <a:cubicBezTo>
                  <a:pt x="1830897" y="260103"/>
                  <a:pt x="1838431" y="237738"/>
                  <a:pt x="1856850" y="228582"/>
                </a:cubicBezTo>
                <a:cubicBezTo>
                  <a:pt x="1866073" y="224003"/>
                  <a:pt x="1876274" y="223594"/>
                  <a:pt x="1885312" y="226634"/>
                </a:cubicBezTo>
                <a:close/>
                <a:moveTo>
                  <a:pt x="2964450" y="150066"/>
                </a:moveTo>
                <a:cubicBezTo>
                  <a:pt x="2982068" y="148940"/>
                  <a:pt x="2999487" y="158235"/>
                  <a:pt x="3007872" y="175019"/>
                </a:cubicBezTo>
                <a:cubicBezTo>
                  <a:pt x="3019078" y="197397"/>
                  <a:pt x="3010016" y="224618"/>
                  <a:pt x="2987630" y="235814"/>
                </a:cubicBezTo>
                <a:cubicBezTo>
                  <a:pt x="2965189" y="246878"/>
                  <a:pt x="2938030" y="237782"/>
                  <a:pt x="2926770" y="215438"/>
                </a:cubicBezTo>
                <a:cubicBezTo>
                  <a:pt x="2915671" y="193073"/>
                  <a:pt x="2924759" y="165946"/>
                  <a:pt x="2947092" y="154775"/>
                </a:cubicBezTo>
                <a:cubicBezTo>
                  <a:pt x="2952682" y="151975"/>
                  <a:pt x="2958577" y="150442"/>
                  <a:pt x="2964450" y="150066"/>
                </a:cubicBezTo>
                <a:close/>
                <a:moveTo>
                  <a:pt x="1379070" y="90592"/>
                </a:moveTo>
                <a:cubicBezTo>
                  <a:pt x="1400983" y="89451"/>
                  <a:pt x="1422488" y="101256"/>
                  <a:pt x="1432683" y="122234"/>
                </a:cubicBezTo>
                <a:cubicBezTo>
                  <a:pt x="1446249" y="150203"/>
                  <a:pt x="1434587" y="183890"/>
                  <a:pt x="1406623" y="197475"/>
                </a:cubicBezTo>
                <a:cubicBezTo>
                  <a:pt x="1406543" y="197518"/>
                  <a:pt x="1406436" y="197563"/>
                  <a:pt x="1406355" y="197606"/>
                </a:cubicBezTo>
                <a:cubicBezTo>
                  <a:pt x="1378097" y="210968"/>
                  <a:pt x="1344370" y="198906"/>
                  <a:pt x="1331018" y="170664"/>
                </a:cubicBezTo>
                <a:cubicBezTo>
                  <a:pt x="1317988" y="142793"/>
                  <a:pt x="1329758" y="109625"/>
                  <a:pt x="1357426" y="96186"/>
                </a:cubicBezTo>
                <a:cubicBezTo>
                  <a:pt x="1364417" y="92790"/>
                  <a:pt x="1371766" y="90972"/>
                  <a:pt x="1379070" y="90592"/>
                </a:cubicBezTo>
                <a:close/>
                <a:moveTo>
                  <a:pt x="2150077" y="78661"/>
                </a:moveTo>
                <a:cubicBezTo>
                  <a:pt x="2167488" y="77574"/>
                  <a:pt x="2184680" y="86783"/>
                  <a:pt x="2192944" y="103379"/>
                </a:cubicBezTo>
                <a:cubicBezTo>
                  <a:pt x="2203990" y="125508"/>
                  <a:pt x="2194982" y="152393"/>
                  <a:pt x="2172863" y="163426"/>
                </a:cubicBezTo>
                <a:cubicBezTo>
                  <a:pt x="2172863" y="163428"/>
                  <a:pt x="2172863" y="163431"/>
                  <a:pt x="2172836" y="163434"/>
                </a:cubicBezTo>
                <a:cubicBezTo>
                  <a:pt x="2150718" y="174458"/>
                  <a:pt x="2123827" y="165452"/>
                  <a:pt x="2112808" y="143318"/>
                </a:cubicBezTo>
                <a:cubicBezTo>
                  <a:pt x="2101789" y="121191"/>
                  <a:pt x="2110797" y="94317"/>
                  <a:pt x="2132916" y="83287"/>
                </a:cubicBezTo>
                <a:cubicBezTo>
                  <a:pt x="2138446" y="80529"/>
                  <a:pt x="2144273" y="79023"/>
                  <a:pt x="2150077" y="78661"/>
                </a:cubicBezTo>
                <a:close/>
                <a:moveTo>
                  <a:pt x="3268805" y="66588"/>
                </a:moveTo>
                <a:cubicBezTo>
                  <a:pt x="3290400" y="65303"/>
                  <a:pt x="3311679" y="76780"/>
                  <a:pt x="3321874" y="97383"/>
                </a:cubicBezTo>
                <a:cubicBezTo>
                  <a:pt x="3335467" y="124850"/>
                  <a:pt x="3324233" y="158143"/>
                  <a:pt x="3296753" y="171738"/>
                </a:cubicBezTo>
                <a:cubicBezTo>
                  <a:pt x="3269352" y="185299"/>
                  <a:pt x="3236161" y="174151"/>
                  <a:pt x="3222488" y="146805"/>
                </a:cubicBezTo>
                <a:cubicBezTo>
                  <a:pt x="3222461" y="146743"/>
                  <a:pt x="3222434" y="146681"/>
                  <a:pt x="3222408" y="146620"/>
                </a:cubicBezTo>
                <a:cubicBezTo>
                  <a:pt x="3208788" y="119150"/>
                  <a:pt x="3220048" y="85860"/>
                  <a:pt x="3247502" y="72261"/>
                </a:cubicBezTo>
                <a:cubicBezTo>
                  <a:pt x="3254372" y="68862"/>
                  <a:pt x="3261606" y="67016"/>
                  <a:pt x="3268805" y="66588"/>
                </a:cubicBezTo>
                <a:close/>
                <a:moveTo>
                  <a:pt x="3575740" y="14517"/>
                </a:moveTo>
                <a:cubicBezTo>
                  <a:pt x="3597337" y="13278"/>
                  <a:pt x="3618591" y="24799"/>
                  <a:pt x="3628745" y="45424"/>
                </a:cubicBezTo>
                <a:cubicBezTo>
                  <a:pt x="3642285" y="72924"/>
                  <a:pt x="3630971" y="106190"/>
                  <a:pt x="3603463" y="119726"/>
                </a:cubicBezTo>
                <a:cubicBezTo>
                  <a:pt x="3603329" y="119793"/>
                  <a:pt x="3603195" y="119860"/>
                  <a:pt x="3603061" y="119925"/>
                </a:cubicBezTo>
                <a:cubicBezTo>
                  <a:pt x="3575661" y="133308"/>
                  <a:pt x="3542577" y="121936"/>
                  <a:pt x="3529199" y="94525"/>
                </a:cubicBezTo>
                <a:cubicBezTo>
                  <a:pt x="3529199" y="94498"/>
                  <a:pt x="3529172" y="94474"/>
                  <a:pt x="3529172" y="94447"/>
                </a:cubicBezTo>
                <a:cubicBezTo>
                  <a:pt x="3515633" y="66948"/>
                  <a:pt x="3526947" y="33682"/>
                  <a:pt x="3554427" y="20145"/>
                </a:cubicBezTo>
                <a:cubicBezTo>
                  <a:pt x="3561304" y="16761"/>
                  <a:pt x="3568541" y="14930"/>
                  <a:pt x="3575740" y="14517"/>
                </a:cubicBezTo>
                <a:close/>
                <a:moveTo>
                  <a:pt x="4819372" y="2917"/>
                </a:moveTo>
                <a:lnTo>
                  <a:pt x="4821378" y="3380"/>
                </a:lnTo>
                <a:lnTo>
                  <a:pt x="4821378" y="149188"/>
                </a:lnTo>
                <a:lnTo>
                  <a:pt x="4800428" y="146385"/>
                </a:lnTo>
                <a:cubicBezTo>
                  <a:pt x="4782549" y="140358"/>
                  <a:pt x="4766965" y="127510"/>
                  <a:pt x="4757917" y="109269"/>
                </a:cubicBezTo>
                <a:cubicBezTo>
                  <a:pt x="4739846" y="72837"/>
                  <a:pt x="4754700" y="28659"/>
                  <a:pt x="4791108" y="10527"/>
                </a:cubicBezTo>
                <a:cubicBezTo>
                  <a:pt x="4800217" y="5988"/>
                  <a:pt x="4809815" y="3511"/>
                  <a:pt x="4819372" y="2917"/>
                </a:cubicBezTo>
                <a:close/>
                <a:moveTo>
                  <a:pt x="4454144" y="0"/>
                </a:moveTo>
                <a:lnTo>
                  <a:pt x="4571035" y="0"/>
                </a:lnTo>
                <a:lnTo>
                  <a:pt x="4580244" y="9764"/>
                </a:lnTo>
                <a:cubicBezTo>
                  <a:pt x="4598449" y="46518"/>
                  <a:pt x="4583408" y="91069"/>
                  <a:pt x="4546651" y="109270"/>
                </a:cubicBezTo>
                <a:cubicBezTo>
                  <a:pt x="4509921" y="127298"/>
                  <a:pt x="4465523" y="112337"/>
                  <a:pt x="4447185" y="75758"/>
                </a:cubicBezTo>
                <a:cubicBezTo>
                  <a:pt x="4447158" y="75731"/>
                  <a:pt x="4447158" y="75701"/>
                  <a:pt x="4447131" y="75675"/>
                </a:cubicBezTo>
                <a:cubicBezTo>
                  <a:pt x="4438043" y="57297"/>
                  <a:pt x="4437258" y="36970"/>
                  <a:pt x="4443341" y="18962"/>
                </a:cubicBezTo>
                <a:close/>
                <a:moveTo>
                  <a:pt x="4149217" y="0"/>
                </a:moveTo>
                <a:lnTo>
                  <a:pt x="4257393" y="0"/>
                </a:lnTo>
                <a:lnTo>
                  <a:pt x="4260317" y="3285"/>
                </a:lnTo>
                <a:cubicBezTo>
                  <a:pt x="4274768" y="34771"/>
                  <a:pt x="4260960" y="72018"/>
                  <a:pt x="4229485" y="86482"/>
                </a:cubicBezTo>
                <a:cubicBezTo>
                  <a:pt x="4199323" y="100333"/>
                  <a:pt x="4163612" y="88311"/>
                  <a:pt x="4147981" y="59050"/>
                </a:cubicBezTo>
                <a:cubicBezTo>
                  <a:pt x="4139804" y="43772"/>
                  <a:pt x="4138598" y="26630"/>
                  <a:pt x="4143256" y="11266"/>
                </a:cubicBezTo>
                <a:close/>
                <a:moveTo>
                  <a:pt x="3860379" y="0"/>
                </a:moveTo>
                <a:lnTo>
                  <a:pt x="3921495" y="0"/>
                </a:lnTo>
                <a:lnTo>
                  <a:pt x="3936582" y="15837"/>
                </a:lnTo>
                <a:cubicBezTo>
                  <a:pt x="3949451" y="41527"/>
                  <a:pt x="3939075" y="72796"/>
                  <a:pt x="3913391" y="85678"/>
                </a:cubicBezTo>
                <a:cubicBezTo>
                  <a:pt x="3887707" y="98560"/>
                  <a:pt x="3856419" y="88177"/>
                  <a:pt x="3843550" y="62487"/>
                </a:cubicBezTo>
                <a:cubicBezTo>
                  <a:pt x="3837115" y="49642"/>
                  <a:pt x="3836492" y="35403"/>
                  <a:pt x="3840688" y="22764"/>
                </a:cubicBezTo>
                <a:close/>
                <a:moveTo>
                  <a:pt x="2391233" y="0"/>
                </a:moveTo>
                <a:lnTo>
                  <a:pt x="2491395" y="0"/>
                </a:lnTo>
                <a:lnTo>
                  <a:pt x="2492784" y="19856"/>
                </a:lnTo>
                <a:cubicBezTo>
                  <a:pt x="2488394" y="32980"/>
                  <a:pt x="2478997" y="44429"/>
                  <a:pt x="2465632" y="51092"/>
                </a:cubicBezTo>
                <a:cubicBezTo>
                  <a:pt x="2438903" y="64419"/>
                  <a:pt x="2406435" y="53556"/>
                  <a:pt x="2393110" y="26829"/>
                </a:cubicBezTo>
                <a:close/>
                <a:moveTo>
                  <a:pt x="1592732" y="0"/>
                </a:moveTo>
                <a:lnTo>
                  <a:pt x="1708961" y="0"/>
                </a:lnTo>
                <a:lnTo>
                  <a:pt x="1709486" y="7656"/>
                </a:lnTo>
                <a:cubicBezTo>
                  <a:pt x="1704372" y="22876"/>
                  <a:pt x="1693454" y="36145"/>
                  <a:pt x="1677944" y="43855"/>
                </a:cubicBezTo>
                <a:cubicBezTo>
                  <a:pt x="1677890" y="43882"/>
                  <a:pt x="1677837" y="43909"/>
                  <a:pt x="1677783" y="43935"/>
                </a:cubicBezTo>
                <a:cubicBezTo>
                  <a:pt x="1646710" y="59268"/>
                  <a:pt x="1609095" y="46507"/>
                  <a:pt x="1593759" y="1543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4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2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2F38F47-C921-BB85-101F-7AD3C6F9FDDF}"/>
              </a:ext>
            </a:extLst>
          </p:cNvPr>
          <p:cNvSpPr/>
          <p:nvPr userDrawn="1"/>
        </p:nvSpPr>
        <p:spPr>
          <a:xfrm>
            <a:off x="808507" y="844949"/>
            <a:ext cx="4511020" cy="4511443"/>
          </a:xfrm>
          <a:prstGeom prst="ellipse">
            <a:avLst/>
          </a:prstGeom>
          <a:gradFill>
            <a:gsLst>
              <a:gs pos="0">
                <a:schemeClr val="tx2"/>
              </a:gs>
              <a:gs pos="100000">
                <a:schemeClr val="bg2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en-US" sz="1200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FD4F7F-6DD8-9D49-9E21-5D29466BC0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480" y="844949"/>
            <a:ext cx="4406468" cy="4406468"/>
          </a:xfrm>
          <a:prstGeom prst="ellipse">
            <a:avLst/>
          </a:prstGeom>
          <a:solidFill>
            <a:schemeClr val="accent3"/>
          </a:solidFill>
          <a:effectLst/>
        </p:spPr>
        <p:txBody>
          <a:bodyPr tIns="720000" anchor="ctr" anchorCtr="1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87313" marR="0" lvl="0" indent="-87313" algn="ctr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Malgun Gothic" panose="020B0503020000020004" pitchFamily="34" charset="-127"/>
              <a:buChar char="​"/>
              <a:tabLst/>
              <a:defRPr/>
            </a:pPr>
            <a:r>
              <a:rPr lang="en-US" sz="1800"/>
              <a:t>Click icon to add picture</a:t>
            </a:r>
            <a:endParaRPr lang="en-US" sz="1800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8331C31-6630-E8B7-688D-0F53468FB2E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92300"/>
            <a:ext cx="0" cy="4965700"/>
          </a:xfrm>
          <a:prstGeom prst="line">
            <a:avLst/>
          </a:prstGeom>
          <a:ln w="19050" cap="rnd" cmpd="sng" algn="ctr">
            <a:gradFill flip="none"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54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A1C31873-3E9F-65A7-1561-678A4DA175E7}"/>
              </a:ext>
            </a:extLst>
          </p:cNvPr>
          <p:cNvGrpSpPr/>
          <p:nvPr userDrawn="1"/>
        </p:nvGrpSpPr>
        <p:grpSpPr>
          <a:xfrm>
            <a:off x="279459" y="6214971"/>
            <a:ext cx="1634863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10" name="Graphique 37">
              <a:extLst>
                <a:ext uri="{FF2B5EF4-FFF2-40B4-BE49-F238E27FC236}">
                  <a16:creationId xmlns:a16="http://schemas.microsoft.com/office/drawing/2014/main" id="{97971C10-5D99-4C6F-72C8-319C0EA7CAA3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1A97C1C7-C9CB-55F6-BEA2-812698B330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A2367F20-25A9-E404-7F60-3D60889ED070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128E6044-04FD-C9F2-60D6-97F5CE4001C7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D5A225B5-55F7-802C-B87B-0E0D7AE630E2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grpSp>
        <p:nvGrpSpPr>
          <p:cNvPr id="30" name="SP Agenda Section" hidden="1">
            <a:extLst>
              <a:ext uri="{FF2B5EF4-FFF2-40B4-BE49-F238E27FC236}">
                <a16:creationId xmlns:a16="http://schemas.microsoft.com/office/drawing/2014/main" id="{78C7C908-10D9-1ECE-7EAF-96376FC23BA9}"/>
              </a:ext>
            </a:extLst>
          </p:cNvPr>
          <p:cNvGrpSpPr>
            <a:grpSpLocks/>
          </p:cNvGrpSpPr>
          <p:nvPr userDrawn="1"/>
        </p:nvGrpSpPr>
        <p:grpSpPr>
          <a:xfrm>
            <a:off x="6258559" y="1689270"/>
            <a:ext cx="5768337" cy="3114845"/>
            <a:chOff x="4346389" y="-321191"/>
            <a:chExt cx="3782257" cy="3114845"/>
          </a:xfrm>
        </p:grpSpPr>
        <p:sp>
          <p:nvSpPr>
            <p:cNvPr id="31" name="Section Title">
              <a:extLst>
                <a:ext uri="{FF2B5EF4-FFF2-40B4-BE49-F238E27FC236}">
                  <a16:creationId xmlns:a16="http://schemas.microsoft.com/office/drawing/2014/main" id="{B08AA58B-669B-C961-6174-AE295D82FE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347853" y="769591"/>
              <a:ext cx="3780793" cy="2024063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100000"/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rtlCol="0" anchor="t">
              <a:normAutofit/>
            </a:bodyPr>
            <a:lstStyle/>
            <a:p>
              <a:pPr algn="l" defTabSz="9334267">
                <a:tabLst>
                  <a:tab pos="9512062" algn="l"/>
                </a:tabLst>
              </a:pPr>
              <a:r>
                <a:rPr lang="en-US" sz="4800" b="1" i="0" u="none" strike="noStrike" dirty="0">
                  <a:solidFill>
                    <a:schemeClr val="accent1">
                      <a:lumMod val="100000"/>
                    </a:schemeClr>
                  </a:solidFill>
                  <a:latin typeface="Bahnschrift" panose="020B0502040204020203" pitchFamily="34" charset="0"/>
                </a:rPr>
                <a:t>&lt;TEXT&gt;</a:t>
              </a:r>
            </a:p>
          </p:txBody>
        </p:sp>
        <p:sp>
          <p:nvSpPr>
            <p:cNvPr id="32" name="Section Number">
              <a:extLst>
                <a:ext uri="{FF2B5EF4-FFF2-40B4-BE49-F238E27FC236}">
                  <a16:creationId xmlns:a16="http://schemas.microsoft.com/office/drawing/2014/main" id="{9A782D08-E35D-9B2F-7887-9490A18CB3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346389" y="-321191"/>
              <a:ext cx="1117116" cy="1042988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100000"/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rtlCol="0" anchor="ctr">
              <a:normAutofit/>
            </a:bodyPr>
            <a:lstStyle/>
            <a:p>
              <a:pPr algn="l"/>
              <a:r>
                <a:rPr lang="en-US" sz="6800" b="0" i="0" u="none" strike="noStrike" dirty="0">
                  <a:gradFill>
                    <a:gsLst>
                      <a:gs pos="0">
                        <a:schemeClr val="accent1">
                          <a:lumMod val="100000"/>
                        </a:schemeClr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&lt;N&gt;</a:t>
              </a:r>
            </a:p>
          </p:txBody>
        </p:sp>
        <p:sp>
          <p:nvSpPr>
            <p:cNvPr id="33" name="Slide Number">
              <a:extLst>
                <a:ext uri="{FF2B5EF4-FFF2-40B4-BE49-F238E27FC236}">
                  <a16:creationId xmlns:a16="http://schemas.microsoft.com/office/drawing/2014/main" id="{8630D8F2-4515-DCE1-3878-5F35DF03A2B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34" name="Timeslot">
              <a:extLst>
                <a:ext uri="{FF2B5EF4-FFF2-40B4-BE49-F238E27FC236}">
                  <a16:creationId xmlns:a16="http://schemas.microsoft.com/office/drawing/2014/main" id="{F0FF6066-11D8-3F24-C763-C0F1BC9C57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35" name="Responsible">
              <a:extLst>
                <a:ext uri="{FF2B5EF4-FFF2-40B4-BE49-F238E27FC236}">
                  <a16:creationId xmlns:a16="http://schemas.microsoft.com/office/drawing/2014/main" id="{9C9FB21F-6702-5759-BF98-06D80819967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36" name="Duration">
              <a:extLst>
                <a:ext uri="{FF2B5EF4-FFF2-40B4-BE49-F238E27FC236}">
                  <a16:creationId xmlns:a16="http://schemas.microsoft.com/office/drawing/2014/main" id="{B17EF64C-A600-3E50-AF42-B1D97F08128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grpSp>
        <p:nvGrpSpPr>
          <p:cNvPr id="37" name="SP Agenda Subsection" hidden="1">
            <a:extLst>
              <a:ext uri="{FF2B5EF4-FFF2-40B4-BE49-F238E27FC236}">
                <a16:creationId xmlns:a16="http://schemas.microsoft.com/office/drawing/2014/main" id="{F3053A33-10A7-3E73-734B-E3CAFA3B4C77}"/>
              </a:ext>
            </a:extLst>
          </p:cNvPr>
          <p:cNvGrpSpPr>
            <a:grpSpLocks/>
          </p:cNvGrpSpPr>
          <p:nvPr userDrawn="1"/>
        </p:nvGrpSpPr>
        <p:grpSpPr>
          <a:xfrm>
            <a:off x="6258559" y="1689270"/>
            <a:ext cx="5768337" cy="3114845"/>
            <a:chOff x="4346389" y="-321191"/>
            <a:chExt cx="3782257" cy="3114845"/>
          </a:xfrm>
        </p:grpSpPr>
        <p:sp>
          <p:nvSpPr>
            <p:cNvPr id="38" name="Section Title">
              <a:extLst>
                <a:ext uri="{FF2B5EF4-FFF2-40B4-BE49-F238E27FC236}">
                  <a16:creationId xmlns:a16="http://schemas.microsoft.com/office/drawing/2014/main" id="{0EF43BE2-A05B-7EAB-2B4D-87C2A6E43BB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347853" y="769591"/>
              <a:ext cx="3780793" cy="2024063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100000"/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rtlCol="0" anchor="t">
              <a:normAutofit/>
            </a:bodyPr>
            <a:lstStyle/>
            <a:p>
              <a:pPr algn="l" defTabSz="9334267">
                <a:tabLst>
                  <a:tab pos="9512062" algn="l"/>
                </a:tabLst>
              </a:pPr>
              <a:r>
                <a:rPr lang="en-US" sz="4800" b="1" i="0" u="none" strike="noStrike" dirty="0">
                  <a:solidFill>
                    <a:schemeClr val="accent1"/>
                  </a:solidFill>
                  <a:latin typeface="Bahnschrift" panose="020B0502040204020203" pitchFamily="34" charset="0"/>
                </a:rPr>
                <a:t>&lt;TEXT&gt;</a:t>
              </a:r>
            </a:p>
          </p:txBody>
        </p:sp>
        <p:sp>
          <p:nvSpPr>
            <p:cNvPr id="39" name="Section Number">
              <a:extLst>
                <a:ext uri="{FF2B5EF4-FFF2-40B4-BE49-F238E27FC236}">
                  <a16:creationId xmlns:a16="http://schemas.microsoft.com/office/drawing/2014/main" id="{02120619-4055-110F-3348-B6607E1C6D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346389" y="-321191"/>
              <a:ext cx="1117116" cy="1042988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100000"/>
                  <a:alpha val="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rtlCol="0" anchor="ctr">
              <a:normAutofit/>
            </a:bodyPr>
            <a:lstStyle/>
            <a:p>
              <a:pPr algn="l"/>
              <a:r>
                <a:rPr lang="en-US" sz="6800" b="0" i="0" u="none" strike="noStrike" dirty="0">
                  <a:gradFill flip="none" rotWithShape="1">
                    <a:gsLst>
                      <a:gs pos="0">
                        <a:schemeClr val="accent1">
                          <a:lumMod val="100000"/>
                        </a:schemeClr>
                      </a:gs>
                      <a:gs pos="100000">
                        <a:schemeClr val="bg2"/>
                      </a:gs>
                    </a:gsLst>
                    <a:lin ang="5400000" scaled="1"/>
                    <a:tileRect/>
                  </a:gradFill>
                  <a:latin typeface="Bahnschrift" panose="020B0502040204020203" pitchFamily="34" charset="0"/>
                </a:rPr>
                <a:t>&lt;N&gt;</a:t>
              </a:r>
            </a:p>
          </p:txBody>
        </p:sp>
        <p:sp>
          <p:nvSpPr>
            <p:cNvPr id="40" name="Slide Number">
              <a:extLst>
                <a:ext uri="{FF2B5EF4-FFF2-40B4-BE49-F238E27FC236}">
                  <a16:creationId xmlns:a16="http://schemas.microsoft.com/office/drawing/2014/main" id="{2602B9CF-A44C-C9E1-F44D-2DCE539198C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 b="1" dirty="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41" name="Timeslot">
              <a:extLst>
                <a:ext uri="{FF2B5EF4-FFF2-40B4-BE49-F238E27FC236}">
                  <a16:creationId xmlns:a16="http://schemas.microsoft.com/office/drawing/2014/main" id="{C4B44F67-48E0-BD70-3A97-B8CF9F0F67C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 dirty="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42" name="Responsible">
              <a:extLst>
                <a:ext uri="{FF2B5EF4-FFF2-40B4-BE49-F238E27FC236}">
                  <a16:creationId xmlns:a16="http://schemas.microsoft.com/office/drawing/2014/main" id="{2E51D2BF-1905-E297-6F34-FFFFB8C2E74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 dirty="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43" name="Duration">
              <a:extLst>
                <a:ext uri="{FF2B5EF4-FFF2-40B4-BE49-F238E27FC236}">
                  <a16:creationId xmlns:a16="http://schemas.microsoft.com/office/drawing/2014/main" id="{16F70FDE-9AB1-EBE4-F256-76ABBF4F1F1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 dirty="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216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85D93E0-558F-4F5E-B385-0C55ED99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6" y="382693"/>
            <a:ext cx="11616267" cy="495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Modifiez le style du titre</a:t>
            </a:r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184089-CB4A-4192-BEC2-AAB5003CC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171" y="6549508"/>
            <a:ext cx="1040400" cy="169277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lvl1pPr>
              <a:defRPr lang="fr-FR" sz="1100" b="1" cap="all" baseline="0" smtClean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DFF900B-9EDB-8BC1-912F-0664A0E79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1836" y="6469379"/>
            <a:ext cx="297521" cy="297521"/>
          </a:xfrm>
          <a:prstGeom prst="ellipse">
            <a:avLst/>
          </a:prstGeom>
          <a:solidFill>
            <a:schemeClr val="accent3"/>
          </a:solidFill>
        </p:spPr>
        <p:txBody>
          <a:bodyPr vert="horz" wrap="none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Workspace [Presentation]" hidden="1">
            <a:extLst>
              <a:ext uri="{FF2B5EF4-FFF2-40B4-BE49-F238E27FC236}">
                <a16:creationId xmlns:a16="http://schemas.microsoft.com/office/drawing/2014/main" id="{519808DC-2360-6D0E-29C4-C89B9B969CF8}"/>
              </a:ext>
            </a:extLst>
          </p:cNvPr>
          <p:cNvSpPr/>
          <p:nvPr userDrawn="1"/>
        </p:nvSpPr>
        <p:spPr>
          <a:xfrm>
            <a:off x="265661" y="1454898"/>
            <a:ext cx="11616267" cy="4969591"/>
          </a:xfrm>
          <a:prstGeom prst="rect">
            <a:avLst/>
          </a:prstGeom>
          <a:noFill/>
          <a:ln w="12700">
            <a:solidFill>
              <a:srgbClr val="D2472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CF239-2D3B-495B-A2D7-F4C2BE3D0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59" y="1454910"/>
            <a:ext cx="11668569" cy="50144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add text </a:t>
            </a:r>
            <a:br>
              <a:rPr lang="en-US" noProof="0"/>
            </a:br>
            <a:r>
              <a:rPr lang="en-US" noProof="0"/>
              <a:t>Enter &amp; TAB for next text level</a:t>
            </a:r>
            <a:br>
              <a:rPr lang="en-US" noProof="0"/>
            </a:br>
            <a:r>
              <a:rPr lang="en-US" noProof="0"/>
              <a:t>SHIFT+TAB to go back in levels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4, Header</a:t>
            </a:r>
          </a:p>
          <a:p>
            <a:pPr lvl="4"/>
            <a:r>
              <a:rPr lang="en-US"/>
              <a:t>Level 5, Body</a:t>
            </a:r>
          </a:p>
          <a:p>
            <a:pPr lvl="5"/>
            <a:r>
              <a:rPr lang="en-US"/>
              <a:t>Level 6, Bullet point</a:t>
            </a:r>
          </a:p>
          <a:p>
            <a:pPr lvl="6"/>
            <a:r>
              <a:rPr lang="en-US"/>
              <a:t>Level 7, Small header/legend</a:t>
            </a:r>
          </a:p>
          <a:p>
            <a:pPr lvl="7"/>
            <a:r>
              <a:rPr lang="en-US"/>
              <a:t>Level 8, Small body</a:t>
            </a:r>
          </a:p>
          <a:p>
            <a:pPr lvl="8"/>
            <a:r>
              <a:rPr lang="en-US"/>
              <a:t>Level 9, Infographic</a:t>
            </a:r>
            <a:endParaRPr lang="en-US" dirty="0"/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201774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6" r:id="rId14"/>
    <p:sldLayoutId id="2147483894" r:id="rId15"/>
    <p:sldLayoutId id="2147483897" r:id="rId16"/>
    <p:sldLayoutId id="2147483909" r:id="rId17"/>
    <p:sldLayoutId id="2147483874" r:id="rId18"/>
    <p:sldLayoutId id="2147483875" r:id="rId19"/>
    <p:sldLayoutId id="2147483877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accent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176400" indent="-176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algun Gothic" panose="020B0503020000020004" pitchFamily="34" charset="-127"/>
        <a:buChar char="​"/>
        <a:defRPr sz="1800" b="1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/>
        </a:buClr>
        <a:buFont typeface="Malgun Gothic" panose="020B0503020000020004" pitchFamily="34" charset="-127"/>
        <a:buChar char="​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361950" indent="-18573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/>
        </a:buClr>
        <a:buFont typeface="Arial" panose="020B0604020202020204" pitchFamily="34" charset="0"/>
        <a:buChar char="•"/>
        <a:tabLst>
          <a:tab pos="2954338" algn="l"/>
        </a:tabLst>
        <a:defRPr sz="1200" i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4000" b="1" kern="1200">
          <a:gradFill>
            <a:gsLst>
              <a:gs pos="0">
                <a:srgbClr val="014DCF"/>
              </a:gs>
              <a:gs pos="100000">
                <a:srgbClr val="0332B4"/>
              </a:gs>
            </a:gsLst>
            <a:lin ang="10800000" scaled="0"/>
          </a:gradFill>
          <a:latin typeface="+mj-lt"/>
          <a:ea typeface="+mn-ea"/>
          <a:cs typeface="+mn-cs"/>
        </a:defRPr>
      </a:lvl4pPr>
      <a:lvl5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kern="1200" baseline="0">
          <a:solidFill>
            <a:schemeClr val="accent1"/>
          </a:solidFill>
          <a:latin typeface="+mj-lt"/>
          <a:ea typeface="+mn-ea"/>
          <a:cs typeface="+mn-cs"/>
        </a:defRPr>
      </a:lvl5pPr>
      <a:lvl6pPr marL="361950" indent="-18573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/>
        </a:buClr>
        <a:buFont typeface="Arial" panose="020B0604020202020204" pitchFamily="34" charset="0"/>
        <a:buChar char="•"/>
        <a:defRPr sz="1100" b="0" kern="1200">
          <a:solidFill>
            <a:schemeClr val="accent1"/>
          </a:solidFill>
          <a:latin typeface="+mj-lt"/>
          <a:ea typeface="+mn-ea"/>
          <a:cs typeface="+mn-cs"/>
        </a:defRPr>
      </a:lvl6pPr>
      <a:lvl7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200" kern="1200">
          <a:solidFill>
            <a:schemeClr val="accent1"/>
          </a:solidFill>
          <a:latin typeface="+mj-lt"/>
          <a:ea typeface="+mn-ea"/>
          <a:cs typeface="+mn-cs"/>
        </a:defRPr>
      </a:lvl7pPr>
      <a:lvl8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05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>
          <a:tab pos="176213" algn="l"/>
        </a:tabLst>
        <a:defRPr sz="2800" b="0" kern="1200">
          <a:gradFill>
            <a:gsLst>
              <a:gs pos="0">
                <a:srgbClr val="014DCF"/>
              </a:gs>
              <a:gs pos="100000">
                <a:srgbClr val="0332B4"/>
              </a:gs>
            </a:gsLst>
            <a:lin ang="10800000" scaled="0"/>
          </a:gradFill>
          <a:latin typeface="+mj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DDD675B9-52E6-FD75-A2F3-51904F6257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2025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2A28B3C9-754E-67D0-6C52-E67E6B5637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Charte sureté id </a:t>
            </a:r>
            <a:r>
              <a:rPr lang="fr-FR" dirty="0" err="1"/>
              <a:t>logistics</a:t>
            </a:r>
            <a:r>
              <a:rPr lang="fr-FR" dirty="0"/>
              <a:t> </a:t>
            </a:r>
            <a:r>
              <a:rPr lang="fr-FR" dirty="0" err="1"/>
              <a:t>france</a:t>
            </a:r>
            <a:endParaRPr lang="fr-FR" dirty="0"/>
          </a:p>
        </p:txBody>
      </p:sp>
      <p:pic>
        <p:nvPicPr>
          <p:cNvPr id="2" name="Espace réservé pour une image  3">
            <a:extLst>
              <a:ext uri="{FF2B5EF4-FFF2-40B4-BE49-F238E27FC236}">
                <a16:creationId xmlns:a16="http://schemas.microsoft.com/office/drawing/2014/main" id="{E429DFBA-73B6-136D-6ACA-D17814A14E5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" b="4"/>
          <a:stretch/>
        </p:blipFill>
        <p:spPr>
          <a:xfrm>
            <a:off x="7229475" y="0"/>
            <a:ext cx="4962525" cy="6858000"/>
          </a:xfrm>
        </p:spPr>
      </p:pic>
      <p:pic>
        <p:nvPicPr>
          <p:cNvPr id="4" name="Image 3" descr="Une image contenant texte, Graphiqu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E01C3DD-C223-CBBE-D5A8-D52614409C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022" y="4367468"/>
            <a:ext cx="2485417" cy="23697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040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691D1AB-F193-8C90-B595-B39B1BBF68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644804-D57A-546C-AB4D-AAED6D8ADF4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AD5AF0F-EE7B-57E9-19AB-5591589657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La sureté, une priorité stratégique </a:t>
            </a:r>
            <a:r>
              <a:rPr lang="fr-FR" dirty="0" err="1"/>
              <a:t>d’id</a:t>
            </a:r>
            <a:r>
              <a:rPr lang="fr-FR" dirty="0"/>
              <a:t> </a:t>
            </a:r>
            <a:r>
              <a:rPr lang="fr-FR" dirty="0" err="1"/>
              <a:t>logistics</a:t>
            </a:r>
            <a:r>
              <a:rPr lang="fr-FR" dirty="0"/>
              <a:t> </a:t>
            </a:r>
            <a:r>
              <a:rPr lang="fr-FR" dirty="0" err="1"/>
              <a:t>france</a:t>
            </a:r>
            <a:endParaRPr lang="fr-FR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8FFC6D65-EBDD-3FEC-817F-8E32FFBDB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&amp; principes généraux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4DFA27-650A-446E-5B64-B1CE408373E0}"/>
              </a:ext>
            </a:extLst>
          </p:cNvPr>
          <p:cNvSpPr txBox="1"/>
          <p:nvPr/>
        </p:nvSpPr>
        <p:spPr>
          <a:xfrm>
            <a:off x="1441076" y="1622611"/>
            <a:ext cx="9309847" cy="1102659"/>
          </a:xfrm>
          <a:prstGeom prst="rect">
            <a:avLst/>
          </a:prstGeom>
          <a:noFill/>
          <a:effectLst/>
        </p:spPr>
        <p:txBody>
          <a:bodyPr vert="horz" wrap="square" rtlCol="0" anchor="ctr">
            <a:noAutofit/>
          </a:bodyPr>
          <a:lstStyle/>
          <a:p>
            <a:pPr algn="ctr">
              <a:buClr>
                <a:schemeClr val="accent4"/>
              </a:buClr>
            </a:pP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La sûreté vise à </a:t>
            </a: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protéger les collaborateurs</a:t>
            </a: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, </a:t>
            </a: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visiteurs</a:t>
            </a: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, </a:t>
            </a: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marchandises</a:t>
            </a: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 et </a:t>
            </a: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infrastructures</a:t>
            </a: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 contre toute menace intentionnelle : intrusion, vol, sabotage, malveillance, etc.</a:t>
            </a:r>
          </a:p>
          <a:p>
            <a:pPr algn="ctr">
              <a:buClr>
                <a:schemeClr val="accent4"/>
              </a:buClr>
            </a:pPr>
            <a:endParaRPr lang="fr-FR" sz="1600" dirty="0">
              <a:gradFill flip="none" rotWithShape="1">
                <a:gsLst>
                  <a:gs pos="0">
                    <a:schemeClr val="bg2">
                      <a:shade val="30000"/>
                      <a:satMod val="115000"/>
                    </a:schemeClr>
                  </a:gs>
                  <a:gs pos="50000">
                    <a:schemeClr val="bg2">
                      <a:shade val="67500"/>
                      <a:satMod val="115000"/>
                    </a:schemeClr>
                  </a:gs>
                  <a:gs pos="100000">
                    <a:schemeClr val="bg2"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  <a:latin typeface="+mj-lt"/>
            </a:endParaRPr>
          </a:p>
          <a:p>
            <a:pPr algn="ctr">
              <a:buClr>
                <a:schemeClr val="accent4"/>
              </a:buClr>
            </a:pP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Elle repose sur 4 grands principes :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09CAC00-28AE-A093-3FCC-9F7FB43DC727}"/>
              </a:ext>
            </a:extLst>
          </p:cNvPr>
          <p:cNvSpPr>
            <a:spLocks/>
          </p:cNvSpPr>
          <p:nvPr/>
        </p:nvSpPr>
        <p:spPr>
          <a:xfrm>
            <a:off x="1788456" y="2998693"/>
            <a:ext cx="4132731" cy="11385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>
              <a:buClr>
                <a:schemeClr val="accent4"/>
              </a:buClr>
            </a:pP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Responsabilité partagée </a:t>
            </a: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: </a:t>
            </a:r>
          </a:p>
          <a:p>
            <a:pPr algn="ctr">
              <a:buClr>
                <a:schemeClr val="accent4"/>
              </a:buClr>
            </a:pP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chaque collaborateur est acteur de la sûreté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5A0D76D-6397-C315-BFF5-5D5C0CADB62B}"/>
              </a:ext>
            </a:extLst>
          </p:cNvPr>
          <p:cNvSpPr/>
          <p:nvPr/>
        </p:nvSpPr>
        <p:spPr>
          <a:xfrm>
            <a:off x="6284256" y="2998693"/>
            <a:ext cx="4132731" cy="11385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>
              <a:buClr>
                <a:schemeClr val="accent4"/>
              </a:buClr>
            </a:pP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Culture de la vigilance </a:t>
            </a: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: </a:t>
            </a:r>
          </a:p>
          <a:p>
            <a:pPr algn="ctr">
              <a:buClr>
                <a:schemeClr val="accent4"/>
              </a:buClr>
            </a:pP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signalement de tout comportement ou situation inhabituels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C5616A3-A1A9-0633-8056-B2ECB17B4F95}"/>
              </a:ext>
            </a:extLst>
          </p:cNvPr>
          <p:cNvSpPr>
            <a:spLocks/>
          </p:cNvSpPr>
          <p:nvPr/>
        </p:nvSpPr>
        <p:spPr>
          <a:xfrm>
            <a:off x="1788456" y="4186516"/>
            <a:ext cx="4132731" cy="11385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>
              <a:buClr>
                <a:schemeClr val="accent4"/>
              </a:buClr>
            </a:pP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Proportionnalité des moyens : </a:t>
            </a:r>
          </a:p>
          <a:p>
            <a:pPr algn="ctr">
              <a:buClr>
                <a:schemeClr val="accent4"/>
              </a:buClr>
            </a:pP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dispositifs adaptés aux risques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FBA85F9-F88A-0683-B747-26F74C9096DD}"/>
              </a:ext>
            </a:extLst>
          </p:cNvPr>
          <p:cNvSpPr>
            <a:spLocks/>
          </p:cNvSpPr>
          <p:nvPr/>
        </p:nvSpPr>
        <p:spPr>
          <a:xfrm>
            <a:off x="6284255" y="4186516"/>
            <a:ext cx="4132731" cy="11385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algn="ctr">
              <a:buClr>
                <a:schemeClr val="accent4"/>
              </a:buClr>
            </a:pP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Conformité réglementaire : </a:t>
            </a:r>
          </a:p>
          <a:p>
            <a:pPr algn="ctr">
              <a:buClr>
                <a:schemeClr val="accent4"/>
              </a:buClr>
            </a:pP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respect des lois françaises et européennes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72C427C-15F8-B2CF-99AE-94FEE723DBDC}"/>
              </a:ext>
            </a:extLst>
          </p:cNvPr>
          <p:cNvSpPr txBox="1"/>
          <p:nvPr/>
        </p:nvSpPr>
        <p:spPr>
          <a:xfrm>
            <a:off x="1441076" y="5401234"/>
            <a:ext cx="9309847" cy="1102659"/>
          </a:xfrm>
          <a:prstGeom prst="rect">
            <a:avLst/>
          </a:prstGeom>
          <a:noFill/>
          <a:effectLst/>
        </p:spPr>
        <p:txBody>
          <a:bodyPr vert="horz" wrap="square" rtlCol="0" anchor="ctr">
            <a:noAutofit/>
          </a:bodyPr>
          <a:lstStyle/>
          <a:p>
            <a:pPr algn="ctr">
              <a:buClr>
                <a:schemeClr val="accent4"/>
              </a:buClr>
            </a:pP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OBJECTIFS</a:t>
            </a: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 </a:t>
            </a:r>
          </a:p>
          <a:p>
            <a:pPr algn="ctr">
              <a:buClr>
                <a:schemeClr val="accent4"/>
              </a:buClr>
            </a:pPr>
            <a:r>
              <a:rPr lang="fr-FR" sz="1600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Garantir l’intégrité des personnes et des biens • Prévenir la malveillance • Assurer la continuité des activités • Renforcer la confiance des clients et partenaires.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101F72A7-2977-2100-8E18-C3956385A041}"/>
              </a:ext>
            </a:extLst>
          </p:cNvPr>
          <p:cNvGrpSpPr/>
          <p:nvPr/>
        </p:nvGrpSpPr>
        <p:grpSpPr>
          <a:xfrm>
            <a:off x="10388409" y="87405"/>
            <a:ext cx="1630948" cy="1573306"/>
            <a:chOff x="9873697" y="-306805"/>
            <a:chExt cx="1852863" cy="1888958"/>
          </a:xfrm>
        </p:grpSpPr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C4FBB882-4DB4-42F8-1EBD-0F7E10123698}"/>
                </a:ext>
              </a:extLst>
            </p:cNvPr>
            <p:cNvSpPr>
              <a:spLocks/>
            </p:cNvSpPr>
            <p:nvPr/>
          </p:nvSpPr>
          <p:spPr>
            <a:xfrm>
              <a:off x="9873697" y="-306805"/>
              <a:ext cx="1852863" cy="188895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t">
              <a:noAutofit/>
            </a:bodyPr>
            <a:lstStyle/>
            <a:p>
              <a:pPr algn="l">
                <a:buClr>
                  <a:schemeClr val="accent4"/>
                </a:buClr>
              </a:pPr>
              <a:endParaRPr lang="fr-FR" sz="1200" dirty="0" err="1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endParaRPr>
            </a:p>
          </p:txBody>
        </p:sp>
        <p:pic>
          <p:nvPicPr>
            <p:cNvPr id="17" name="Image 16" descr="Une image contenant texte, Graphique, Polic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D272401B-47CA-19EC-BB6E-53B71B3EB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959" y="192504"/>
              <a:ext cx="1362339" cy="1298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52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0AEF7-F922-0CC8-6A14-96145ECF8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A005F49-36B2-38C9-2041-35C60881C0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4B1900-BF2B-FCC4-C636-B974FF41CC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C11B0B-165F-B631-96CC-9463502E3E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Adapter la sûreté aux niveaux de risque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C46D93F4-FB0B-4883-E35E-907963BFD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Typologie des sites &amp; Moyens de sûreté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CF1C71-9C90-DC31-C756-6665647C88A0}"/>
              </a:ext>
            </a:extLst>
          </p:cNvPr>
          <p:cNvSpPr txBox="1">
            <a:spLocks/>
          </p:cNvSpPr>
          <p:nvPr/>
        </p:nvSpPr>
        <p:spPr>
          <a:xfrm>
            <a:off x="690023" y="2074495"/>
            <a:ext cx="7433981" cy="1102659"/>
          </a:xfrm>
          <a:prstGeom prst="rect">
            <a:avLst/>
          </a:prstGeom>
          <a:noFill/>
          <a:effectLst/>
        </p:spPr>
        <p:txBody>
          <a:bodyPr vert="horz" wrap="square" rtlCol="0" anchor="ctr">
            <a:noAutofit/>
          </a:bodyPr>
          <a:lstStyle/>
          <a:p>
            <a:r>
              <a:rPr lang="fr-FR" sz="1600" b="1" dirty="0">
                <a:solidFill>
                  <a:schemeClr val="accent4"/>
                </a:solidFill>
                <a:latin typeface="+mj-lt"/>
              </a:rPr>
              <a:t>Typologie des sites :</a:t>
            </a:r>
          </a:p>
          <a:p>
            <a:r>
              <a:rPr lang="fr-FR" sz="1600" b="1" dirty="0">
                <a:solidFill>
                  <a:schemeClr val="accent4"/>
                </a:solidFill>
                <a:latin typeface="+mj-lt"/>
              </a:rPr>
              <a:t>Standard</a:t>
            </a:r>
            <a:r>
              <a:rPr lang="fr-FR" sz="1600" b="1" dirty="0">
                <a:solidFill>
                  <a:schemeClr val="accent1"/>
                </a:solidFill>
                <a:latin typeface="+mj-lt"/>
              </a:rPr>
              <a:t> :</a:t>
            </a:r>
            <a:r>
              <a:rPr lang="fr-FR" sz="1600" dirty="0">
                <a:solidFill>
                  <a:schemeClr val="accent1"/>
                </a:solidFill>
                <a:latin typeface="+mj-lt"/>
              </a:rPr>
              <a:t> risque limité → sécurisation standard</a:t>
            </a:r>
          </a:p>
          <a:p>
            <a:r>
              <a:rPr lang="fr-FR" sz="1600" b="1" dirty="0">
                <a:solidFill>
                  <a:schemeClr val="accent4"/>
                </a:solidFill>
                <a:latin typeface="+mj-lt"/>
              </a:rPr>
              <a:t>Medium</a:t>
            </a:r>
            <a:r>
              <a:rPr lang="fr-FR" sz="1600" b="1" dirty="0">
                <a:solidFill>
                  <a:schemeClr val="accent1"/>
                </a:solidFill>
                <a:latin typeface="+mj-lt"/>
              </a:rPr>
              <a:t> :</a:t>
            </a:r>
            <a:r>
              <a:rPr lang="fr-FR" sz="1600" dirty="0">
                <a:solidFill>
                  <a:schemeClr val="accent1"/>
                </a:solidFill>
                <a:latin typeface="+mj-lt"/>
              </a:rPr>
              <a:t> risque modéré → mesures renforcées</a:t>
            </a:r>
          </a:p>
          <a:p>
            <a:r>
              <a:rPr lang="fr-FR" sz="1600" b="1" dirty="0">
                <a:solidFill>
                  <a:schemeClr val="accent4"/>
                </a:solidFill>
                <a:latin typeface="+mj-lt"/>
              </a:rPr>
              <a:t>Premium</a:t>
            </a:r>
            <a:r>
              <a:rPr lang="fr-FR" sz="1600" b="1" dirty="0">
                <a:solidFill>
                  <a:schemeClr val="accent1"/>
                </a:solidFill>
                <a:latin typeface="+mj-lt"/>
              </a:rPr>
              <a:t> :</a:t>
            </a:r>
            <a:r>
              <a:rPr lang="fr-FR" sz="1600" dirty="0">
                <a:solidFill>
                  <a:schemeClr val="accent1"/>
                </a:solidFill>
                <a:latin typeface="+mj-lt"/>
              </a:rPr>
              <a:t> risque avéré (vol, braquage) → sécurisation renforcée obligatoire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42D269C-59D1-0D94-5562-08BCEA07C4AF}"/>
              </a:ext>
            </a:extLst>
          </p:cNvPr>
          <p:cNvSpPr txBox="1">
            <a:spLocks/>
          </p:cNvSpPr>
          <p:nvPr/>
        </p:nvSpPr>
        <p:spPr>
          <a:xfrm>
            <a:off x="690023" y="3833298"/>
            <a:ext cx="7653617" cy="1116418"/>
          </a:xfrm>
          <a:prstGeom prst="rect">
            <a:avLst/>
          </a:prstGeom>
          <a:noFill/>
          <a:effectLst/>
        </p:spPr>
        <p:txBody>
          <a:bodyPr vert="horz" wrap="square" rtlCol="0" anchor="ctr">
            <a:noAutofit/>
          </a:bodyPr>
          <a:lstStyle/>
          <a:p>
            <a:r>
              <a:rPr lang="fr-FR" sz="1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Moyens de sûreté :</a:t>
            </a:r>
            <a:endParaRPr lang="fr-FR" sz="16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  <a:p>
            <a:r>
              <a:rPr lang="fr-FR" sz="1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Contrôle d’accès </a:t>
            </a:r>
            <a:r>
              <a:rPr lang="fr-FR" sz="1600" b="1" dirty="0">
                <a:solidFill>
                  <a:schemeClr val="accent1"/>
                </a:solidFill>
                <a:latin typeface="+mj-lt"/>
              </a:rPr>
              <a:t>:</a:t>
            </a:r>
            <a:r>
              <a:rPr lang="fr-FR" sz="1600" dirty="0">
                <a:solidFill>
                  <a:schemeClr val="accent1"/>
                </a:solidFill>
                <a:latin typeface="+mj-lt"/>
              </a:rPr>
              <a:t> badges, biométrie, vidéosurveillance, filtrage des visiteurs.</a:t>
            </a:r>
          </a:p>
          <a:p>
            <a:r>
              <a:rPr lang="fr-FR" sz="1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Surveillance</a:t>
            </a:r>
            <a:r>
              <a:rPr lang="fr-FR" sz="1600" b="1" dirty="0">
                <a:solidFill>
                  <a:schemeClr val="accent1"/>
                </a:solidFill>
                <a:latin typeface="+mj-lt"/>
              </a:rPr>
              <a:t> :</a:t>
            </a:r>
            <a:r>
              <a:rPr lang="fr-FR" sz="1600" dirty="0">
                <a:solidFill>
                  <a:schemeClr val="accent1"/>
                </a:solidFill>
                <a:latin typeface="+mj-lt"/>
              </a:rPr>
              <a:t> gardiennage, rondes, télésurveillance, dispositifs anti-intrusion et anti-agression.</a:t>
            </a:r>
          </a:p>
          <a:p>
            <a:r>
              <a:rPr lang="fr-FR" sz="1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Protection des marchandises </a:t>
            </a:r>
            <a:r>
              <a:rPr lang="fr-FR" sz="1600" b="1" dirty="0">
                <a:solidFill>
                  <a:schemeClr val="accent1"/>
                </a:solidFill>
                <a:latin typeface="+mj-lt"/>
              </a:rPr>
              <a:t>:</a:t>
            </a:r>
            <a:r>
              <a:rPr lang="fr-FR" sz="1600" dirty="0">
                <a:solidFill>
                  <a:schemeClr val="accent1"/>
                </a:solidFill>
                <a:latin typeface="+mj-lt"/>
              </a:rPr>
              <a:t> scellés, traçabilité, zones sécurisées.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7D58CD5-F9FF-30CE-2713-945942AE8C1D}"/>
              </a:ext>
            </a:extLst>
          </p:cNvPr>
          <p:cNvCxnSpPr>
            <a:cxnSpLocks/>
          </p:cNvCxnSpPr>
          <p:nvPr/>
        </p:nvCxnSpPr>
        <p:spPr>
          <a:xfrm>
            <a:off x="600635" y="2102223"/>
            <a:ext cx="0" cy="1048871"/>
          </a:xfrm>
          <a:prstGeom prst="line">
            <a:avLst/>
          </a:prstGeom>
          <a:ln w="3175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F7A8566B-52C3-7837-8C77-2012D63949D0}"/>
              </a:ext>
            </a:extLst>
          </p:cNvPr>
          <p:cNvCxnSpPr>
            <a:cxnSpLocks/>
          </p:cNvCxnSpPr>
          <p:nvPr/>
        </p:nvCxnSpPr>
        <p:spPr>
          <a:xfrm>
            <a:off x="600635" y="3743181"/>
            <a:ext cx="0" cy="1296652"/>
          </a:xfrm>
          <a:prstGeom prst="line">
            <a:avLst/>
          </a:prstGeom>
          <a:ln w="31750" cap="rnd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e 7">
            <a:extLst>
              <a:ext uri="{FF2B5EF4-FFF2-40B4-BE49-F238E27FC236}">
                <a16:creationId xmlns:a16="http://schemas.microsoft.com/office/drawing/2014/main" id="{F66C12FB-D65C-AAEE-CD08-652B47A6E879}"/>
              </a:ext>
            </a:extLst>
          </p:cNvPr>
          <p:cNvGrpSpPr/>
          <p:nvPr/>
        </p:nvGrpSpPr>
        <p:grpSpPr>
          <a:xfrm>
            <a:off x="10388409" y="87405"/>
            <a:ext cx="1630948" cy="1573306"/>
            <a:chOff x="9873697" y="-306805"/>
            <a:chExt cx="1852863" cy="1888958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F18357D5-12F9-3126-EBDD-E386756D7D6D}"/>
                </a:ext>
              </a:extLst>
            </p:cNvPr>
            <p:cNvSpPr>
              <a:spLocks/>
            </p:cNvSpPr>
            <p:nvPr/>
          </p:nvSpPr>
          <p:spPr>
            <a:xfrm>
              <a:off x="9873697" y="-306805"/>
              <a:ext cx="1852863" cy="188895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t">
              <a:noAutofit/>
            </a:bodyPr>
            <a:lstStyle/>
            <a:p>
              <a:pPr algn="l">
                <a:buClr>
                  <a:schemeClr val="accent4"/>
                </a:buClr>
              </a:pPr>
              <a:endParaRPr lang="fr-FR" sz="1200" dirty="0" err="1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endParaRPr>
            </a:p>
          </p:txBody>
        </p:sp>
        <p:pic>
          <p:nvPicPr>
            <p:cNvPr id="12" name="Image 11" descr="Une image contenant texte, Graphique, Polic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9FA1482E-5916-730F-5AD8-112FD901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959" y="192504"/>
              <a:ext cx="1362339" cy="1298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1316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022E-FD6B-6FA7-E352-623CA88C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C690D1E-EF33-EB71-51A9-AA835FEFE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2DE38A-3CDF-E8F5-5D1B-79F28C8AE9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FB0F82-9A09-4B9A-ED7F-A7E95E0BE3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Sûreté : une vigilance collective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A04C437-2996-E781-60A0-8A4A5539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Comportements &amp; Gouvernance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36C25EE-34E7-7AA0-DDBF-A2E768888D9F}"/>
              </a:ext>
            </a:extLst>
          </p:cNvPr>
          <p:cNvSpPr/>
          <p:nvPr/>
        </p:nvSpPr>
        <p:spPr>
          <a:xfrm>
            <a:off x="2551815" y="1616590"/>
            <a:ext cx="7088656" cy="2572637"/>
          </a:xfrm>
          <a:prstGeom prst="roundRect">
            <a:avLst>
              <a:gd name="adj" fmla="val 1043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tIns="36000" bIns="3600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01 -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444DE">
                        <a:shade val="30000"/>
                        <a:satMod val="115000"/>
                      </a:srgbClr>
                    </a:gs>
                    <a:gs pos="50000">
                      <a:srgbClr val="1444DE">
                        <a:shade val="67500"/>
                        <a:satMod val="115000"/>
                      </a:srgbClr>
                    </a:gs>
                    <a:gs pos="100000">
                      <a:srgbClr val="1444DE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Bahnschrift"/>
                <a:ea typeface="+mn-ea"/>
                <a:cs typeface="+mn-cs"/>
              </a:rPr>
              <a:t>Porter le badge visible en permanence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chemeClr val="accent4"/>
                </a:solidFill>
                <a:latin typeface="Bahnschrift"/>
              </a:rPr>
              <a:t>.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Bahnschrift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02 -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444DE">
                        <a:shade val="30000"/>
                        <a:satMod val="115000"/>
                      </a:srgbClr>
                    </a:gs>
                    <a:gs pos="50000">
                      <a:srgbClr val="1444DE">
                        <a:shade val="67500"/>
                        <a:satMod val="115000"/>
                      </a:srgbClr>
                    </a:gs>
                    <a:gs pos="100000">
                      <a:srgbClr val="1444DE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Bahnschrift"/>
                <a:ea typeface="+mn-ea"/>
                <a:cs typeface="+mn-cs"/>
              </a:rPr>
              <a:t>Ne pas prêter badge ni identifiants</a:t>
            </a:r>
          </a:p>
          <a:p>
            <a:pPr algn="ctr">
              <a:defRPr/>
            </a:pPr>
            <a:r>
              <a:rPr lang="fr-FR" sz="1600" b="1" dirty="0">
                <a:solidFill>
                  <a:schemeClr val="accent4"/>
                </a:solidFill>
                <a:latin typeface="Bahnschrift"/>
              </a:rPr>
              <a:t>.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1444DE">
                      <a:shade val="30000"/>
                      <a:satMod val="115000"/>
                    </a:srgbClr>
                  </a:gs>
                  <a:gs pos="50000">
                    <a:srgbClr val="1444DE">
                      <a:shade val="67500"/>
                      <a:satMod val="115000"/>
                    </a:srgbClr>
                  </a:gs>
                  <a:gs pos="100000">
                    <a:srgbClr val="1444DE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/>
              <a:uLnTx/>
              <a:uFillTx/>
              <a:latin typeface="Bahnschrift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03 -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444DE">
                        <a:shade val="30000"/>
                        <a:satMod val="115000"/>
                      </a:srgbClr>
                    </a:gs>
                    <a:gs pos="50000">
                      <a:srgbClr val="1444DE">
                        <a:shade val="67500"/>
                        <a:satMod val="115000"/>
                      </a:srgbClr>
                    </a:gs>
                    <a:gs pos="100000">
                      <a:srgbClr val="1444DE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Bahnschrift"/>
                <a:ea typeface="+mn-ea"/>
                <a:cs typeface="+mn-cs"/>
              </a:rPr>
              <a:t>Signaler toute anomalie ou incident</a:t>
            </a:r>
          </a:p>
          <a:p>
            <a:pPr algn="ctr">
              <a:defRPr/>
            </a:pPr>
            <a:r>
              <a:rPr lang="fr-FR" sz="1600" b="1" dirty="0">
                <a:solidFill>
                  <a:schemeClr val="accent4"/>
                </a:solidFill>
                <a:latin typeface="Bahnschrift"/>
              </a:rPr>
              <a:t>.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1444DE">
                      <a:shade val="30000"/>
                      <a:satMod val="115000"/>
                    </a:srgbClr>
                  </a:gs>
                  <a:gs pos="50000">
                    <a:srgbClr val="1444DE">
                      <a:shade val="67500"/>
                      <a:satMod val="115000"/>
                    </a:srgbClr>
                  </a:gs>
                  <a:gs pos="100000">
                    <a:srgbClr val="1444DE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/>
              <a:uLnTx/>
              <a:uFillTx/>
              <a:latin typeface="Bahnschrift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04 -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444DE">
                        <a:shade val="30000"/>
                        <a:satMod val="115000"/>
                      </a:srgbClr>
                    </a:gs>
                    <a:gs pos="50000">
                      <a:srgbClr val="1444DE">
                        <a:shade val="67500"/>
                        <a:satMod val="115000"/>
                      </a:srgbClr>
                    </a:gs>
                    <a:gs pos="100000">
                      <a:srgbClr val="1444DE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Bahnschrift"/>
                <a:ea typeface="+mn-ea"/>
                <a:cs typeface="+mn-cs"/>
              </a:rPr>
              <a:t>Respecter consignes d’évacuation et procédures d’urgence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8CA6B8A-C0C1-F635-E5A5-D900099C34A4}"/>
              </a:ext>
            </a:extLst>
          </p:cNvPr>
          <p:cNvSpPr/>
          <p:nvPr/>
        </p:nvSpPr>
        <p:spPr>
          <a:xfrm>
            <a:off x="4615153" y="1431331"/>
            <a:ext cx="2961692" cy="3705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600000" scaled="0"/>
          </a:gra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COMPORTEMENTS ATTENDUS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C0019E4-8754-7A03-D595-6FCA7CF39437}"/>
              </a:ext>
            </a:extLst>
          </p:cNvPr>
          <p:cNvSpPr txBox="1">
            <a:spLocks/>
          </p:cNvSpPr>
          <p:nvPr/>
        </p:nvSpPr>
        <p:spPr>
          <a:xfrm>
            <a:off x="562432" y="4689219"/>
            <a:ext cx="7653617" cy="1116418"/>
          </a:xfrm>
          <a:prstGeom prst="rect">
            <a:avLst/>
          </a:prstGeom>
          <a:noFill/>
          <a:effectLst/>
        </p:spPr>
        <p:txBody>
          <a:bodyPr vert="horz" wrap="square" rtlCol="0" anchor="ctr">
            <a:noAutofit/>
          </a:bodyPr>
          <a:lstStyle/>
          <a:p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+mj-lt"/>
              </a:rPr>
              <a:t>Gouvernance :</a:t>
            </a:r>
          </a:p>
          <a:p>
            <a:r>
              <a:rPr lang="fr-FR" sz="1600" dirty="0">
                <a:latin typeface="+mj-lt"/>
              </a:rPr>
              <a:t>Un </a:t>
            </a: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+mj-lt"/>
              </a:rPr>
              <a:t>Responsable Sûreté France </a:t>
            </a:r>
            <a:r>
              <a:rPr lang="fr-FR" sz="1600" dirty="0">
                <a:latin typeface="+mj-lt"/>
              </a:rPr>
              <a:t>pilote la politique nationale.</a:t>
            </a:r>
          </a:p>
          <a:p>
            <a:r>
              <a:rPr lang="fr-FR" sz="1600" dirty="0">
                <a:latin typeface="+mj-lt"/>
              </a:rPr>
              <a:t>Des </a:t>
            </a: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+mj-lt"/>
              </a:rPr>
              <a:t>référents sûreté </a:t>
            </a:r>
            <a:r>
              <a:rPr lang="fr-FR" sz="1600" dirty="0">
                <a:latin typeface="+mj-lt"/>
              </a:rPr>
              <a:t>sur chaque site (responsable de site par défaut).</a:t>
            </a:r>
          </a:p>
          <a:p>
            <a:r>
              <a:rPr lang="fr-FR" sz="1600" dirty="0">
                <a:latin typeface="+mj-lt"/>
              </a:rPr>
              <a:t>Des </a:t>
            </a: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+mj-lt"/>
              </a:rPr>
              <a:t>audits réguliers </a:t>
            </a:r>
            <a:r>
              <a:rPr lang="fr-FR" sz="1600" dirty="0">
                <a:latin typeface="+mj-lt"/>
              </a:rPr>
              <a:t>évaluent l’efficacité des dispositifs.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F6BBCF86-5FF5-FB94-686B-68C937FA7D9C}"/>
              </a:ext>
            </a:extLst>
          </p:cNvPr>
          <p:cNvCxnSpPr>
            <a:cxnSpLocks/>
          </p:cNvCxnSpPr>
          <p:nvPr/>
        </p:nvCxnSpPr>
        <p:spPr>
          <a:xfrm>
            <a:off x="473044" y="4599102"/>
            <a:ext cx="0" cy="1296652"/>
          </a:xfrm>
          <a:prstGeom prst="line">
            <a:avLst/>
          </a:prstGeom>
          <a:ln w="31750" cap="rnd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e 3">
            <a:extLst>
              <a:ext uri="{FF2B5EF4-FFF2-40B4-BE49-F238E27FC236}">
                <a16:creationId xmlns:a16="http://schemas.microsoft.com/office/drawing/2014/main" id="{06226472-21FE-AB9F-654B-9F4CB570C698}"/>
              </a:ext>
            </a:extLst>
          </p:cNvPr>
          <p:cNvGrpSpPr/>
          <p:nvPr/>
        </p:nvGrpSpPr>
        <p:grpSpPr>
          <a:xfrm>
            <a:off x="10388409" y="87405"/>
            <a:ext cx="1630948" cy="1573306"/>
            <a:chOff x="9873697" y="-306805"/>
            <a:chExt cx="1852863" cy="1888958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7FAE1B3F-7B80-4518-E4BC-C2C00BAD4A01}"/>
                </a:ext>
              </a:extLst>
            </p:cNvPr>
            <p:cNvSpPr>
              <a:spLocks/>
            </p:cNvSpPr>
            <p:nvPr/>
          </p:nvSpPr>
          <p:spPr>
            <a:xfrm>
              <a:off x="9873697" y="-306805"/>
              <a:ext cx="1852863" cy="188895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t">
              <a:noAutofit/>
            </a:bodyPr>
            <a:lstStyle/>
            <a:p>
              <a:pPr algn="l">
                <a:buClr>
                  <a:schemeClr val="accent4"/>
                </a:buClr>
              </a:pPr>
              <a:endParaRPr lang="fr-FR" sz="1200" dirty="0" err="1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endParaRPr>
            </a:p>
          </p:txBody>
        </p:sp>
        <p:pic>
          <p:nvPicPr>
            <p:cNvPr id="8" name="Image 7" descr="Une image contenant texte, Graphique, Polic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B560B8F3-0F7B-5B93-BE30-31BF7AB97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959" y="192504"/>
              <a:ext cx="1362339" cy="1298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139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D71D3-BDDE-D222-9611-16958A51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F1EE88D-F3C8-F518-0B0D-1B6B440E10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AA1F5CD-DFE8-9720-C1F6-9851C9C0DB0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37778F-B242-99D0-CB35-077B24CFEB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L’engagement de l’entreprise et de tous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C61A1F70-00FA-642D-31D6-D0EA0B6D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Engagement &amp; Conclusion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4C4C995-2662-D36B-DEE3-0510E1B040C2}"/>
              </a:ext>
            </a:extLst>
          </p:cNvPr>
          <p:cNvSpPr/>
          <p:nvPr/>
        </p:nvSpPr>
        <p:spPr>
          <a:xfrm>
            <a:off x="1092756" y="1724878"/>
            <a:ext cx="10006488" cy="2572637"/>
          </a:xfrm>
          <a:prstGeom prst="roundRect">
            <a:avLst>
              <a:gd name="adj" fmla="val 1043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tIns="36000" bIns="36000" rtlCol="0" anchor="t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hnschrift"/>
              <a:ea typeface="+mn-ea"/>
              <a:cs typeface="+mn-cs"/>
            </a:endParaRPr>
          </a:p>
          <a:p>
            <a:pPr marR="0" lvl="0" indent="3408363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 ENGAGEMENT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600" b="1" dirty="0">
              <a:solidFill>
                <a:schemeClr val="bg1"/>
              </a:solidFill>
              <a:latin typeface="Bahnschrift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FOURNIR LES MOYENS HUMAINS ET TECHNIQUES NÉCESSAIRES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accent4"/>
                </a:solidFill>
                <a:latin typeface="Bahnschrift"/>
              </a:rPr>
              <a:t>.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Bahnschrift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RÉAGIR RAPIDEMENT À TOUT INCIDENT DE SÛRETÉ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accent4"/>
                </a:solidFill>
                <a:latin typeface="Bahnschrift"/>
              </a:rPr>
              <a:t>.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Bahnschrift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/>
                <a:ea typeface="+mn-ea"/>
                <a:cs typeface="+mn-cs"/>
              </a:rPr>
              <a:t>AMÉLIORER EN CONTINU LES DISPOSITIFS SELON L’ÉVOLUTION DES MENACES ET LES RETOURS D’EXPÉRIENCE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hnschrift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hnschrift"/>
              <a:ea typeface="+mn-ea"/>
              <a:cs typeface="+mn-cs"/>
            </a:endParaRPr>
          </a:p>
        </p:txBody>
      </p:sp>
      <p:pic>
        <p:nvPicPr>
          <p:cNvPr id="9" name="Image 8" descr="A black and white logo &#10;&#10;Description automatically generated">
            <a:extLst>
              <a:ext uri="{FF2B5EF4-FFF2-40B4-BE49-F238E27FC236}">
                <a16:creationId xmlns:a16="http://schemas.microsoft.com/office/drawing/2014/main" id="{042172CD-307F-C9ED-5473-E11634602A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2968" y="2043713"/>
            <a:ext cx="1238610" cy="25465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008697A-80A0-D935-EF04-9713AEFA3770}"/>
              </a:ext>
            </a:extLst>
          </p:cNvPr>
          <p:cNvSpPr txBox="1"/>
          <p:nvPr/>
        </p:nvSpPr>
        <p:spPr>
          <a:xfrm>
            <a:off x="1441076" y="4414648"/>
            <a:ext cx="9309847" cy="1102659"/>
          </a:xfrm>
          <a:prstGeom prst="rect">
            <a:avLst/>
          </a:prstGeom>
          <a:noFill/>
          <a:effectLst/>
        </p:spPr>
        <p:txBody>
          <a:bodyPr vert="horz" wrap="square" rtlCol="0" anchor="ctr">
            <a:noAutofit/>
          </a:bodyPr>
          <a:lstStyle/>
          <a:p>
            <a:pPr algn="ctr">
              <a:buClr>
                <a:schemeClr val="accent4"/>
              </a:buClr>
            </a:pP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La sûreté est l’affaire de tous.</a:t>
            </a:r>
          </a:p>
          <a:p>
            <a:pPr algn="ctr">
              <a:buClr>
                <a:schemeClr val="accent4"/>
              </a:buClr>
            </a:pPr>
            <a:r>
              <a:rPr lang="fr-FR" sz="16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j-lt"/>
              </a:rPr>
              <a:t>En respectant cette charte, chaque collaborateur contribue activement à la protection de l’entreprise et de ses parties prenantes.</a:t>
            </a:r>
            <a:endParaRPr lang="fr-FR" sz="1600" dirty="0">
              <a:gradFill flip="none" rotWithShape="1">
                <a:gsLst>
                  <a:gs pos="0">
                    <a:schemeClr val="bg2">
                      <a:shade val="30000"/>
                      <a:satMod val="115000"/>
                    </a:schemeClr>
                  </a:gs>
                  <a:gs pos="50000">
                    <a:schemeClr val="bg2">
                      <a:shade val="67500"/>
                      <a:satMod val="115000"/>
                    </a:schemeClr>
                  </a:gs>
                  <a:gs pos="100000">
                    <a:schemeClr val="bg2"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  <a:latin typeface="+mj-lt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1B2BCA3D-D248-FD34-0375-C13C9152BAC3}"/>
              </a:ext>
            </a:extLst>
          </p:cNvPr>
          <p:cNvGrpSpPr/>
          <p:nvPr/>
        </p:nvGrpSpPr>
        <p:grpSpPr>
          <a:xfrm>
            <a:off x="10388409" y="87405"/>
            <a:ext cx="1630948" cy="1573306"/>
            <a:chOff x="9873697" y="-306805"/>
            <a:chExt cx="1852863" cy="1888958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AB37E587-D894-9BE9-667A-F8B71FB917EE}"/>
                </a:ext>
              </a:extLst>
            </p:cNvPr>
            <p:cNvSpPr>
              <a:spLocks/>
            </p:cNvSpPr>
            <p:nvPr/>
          </p:nvSpPr>
          <p:spPr>
            <a:xfrm>
              <a:off x="9873697" y="-306805"/>
              <a:ext cx="1852863" cy="188895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t">
              <a:noAutofit/>
            </a:bodyPr>
            <a:lstStyle/>
            <a:p>
              <a:pPr algn="l">
                <a:buClr>
                  <a:schemeClr val="accent4"/>
                </a:buClr>
              </a:pPr>
              <a:endParaRPr lang="fr-FR" sz="1200" dirty="0" err="1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endParaRPr>
            </a:p>
          </p:txBody>
        </p:sp>
        <p:pic>
          <p:nvPicPr>
            <p:cNvPr id="8" name="Image 7" descr="Une image contenant texte, Graphique, Polic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F4D930A6-91F8-D50F-A0BD-719891A38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959" y="192504"/>
              <a:ext cx="1362339" cy="1298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53017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THÈME OFFICE" val="7525tYX7"/>
  <p:tag name="ARTICULATE_SLIDE_THUMBNAIL_REFRESH" val="1"/>
  <p:tag name="SP_AGENDA" val="TOC Dividers SectionNumber SlideNumber"/>
  <p:tag name="ARTICULATE_DESIGN_ID_1_THÈME OFFICE" val="aReCmJ1O"/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mhoussin\AppData\Local\Templafy\AddIns\PowerPointVsto\IDL_B_Blanc horizontal.png"/>
</p:tagLst>
</file>

<file path=ppt/theme/theme1.xml><?xml version="1.0" encoding="utf-8"?>
<a:theme xmlns:a="http://schemas.openxmlformats.org/drawingml/2006/main" name="IDL template 202211">
  <a:themeElements>
    <a:clrScheme name="Personnalisé 82">
      <a:dk1>
        <a:sysClr val="windowText" lastClr="000000"/>
      </a:dk1>
      <a:lt1>
        <a:sysClr val="window" lastClr="FFFFFF"/>
      </a:lt1>
      <a:dk2>
        <a:srgbClr val="012085"/>
      </a:dk2>
      <a:lt2>
        <a:srgbClr val="1444DE"/>
      </a:lt2>
      <a:accent1>
        <a:srgbClr val="1A3256"/>
      </a:accent1>
      <a:accent2>
        <a:srgbClr val="00447B"/>
      </a:accent2>
      <a:accent3>
        <a:srgbClr val="779DD6"/>
      </a:accent3>
      <a:accent4>
        <a:srgbClr val="EF1A25"/>
      </a:accent4>
      <a:accent5>
        <a:srgbClr val="2EC4C0"/>
      </a:accent5>
      <a:accent6>
        <a:srgbClr val="C9D955"/>
      </a:accent6>
      <a:hlink>
        <a:srgbClr val="12507F"/>
      </a:hlink>
      <a:folHlink>
        <a:srgbClr val="779DD6"/>
      </a:folHlink>
    </a:clrScheme>
    <a:fontScheme name="Personnalisé 112">
      <a:majorFont>
        <a:latin typeface="Bahnschrift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100000"/>
          </a:schemeClr>
        </a:solidFill>
        <a:ln w="12700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square" rtlCol="0" anchor="t">
        <a:noAutofit/>
      </a:bodyPr>
      <a:lstStyle>
        <a:defPPr algn="l">
          <a:buClr>
            <a:schemeClr val="accent4"/>
          </a:buClr>
          <a:defRPr sz="1200" dirty="0" err="1">
            <a:solidFill>
              <a:schemeClr val="bg1">
                <a:lumMod val="100000"/>
              </a:schemeClr>
            </a:solidFill>
            <a:latin typeface="Segoe UI Semilight" panose="020B04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3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effectLst/>
      </a:spPr>
      <a:bodyPr vert="horz" wrap="square" rtlCol="0" anchor="t">
        <a:noAutofit/>
      </a:bodyPr>
      <a:lstStyle>
        <a:defPPr marL="171450" indent="-171450" algn="l">
          <a:buClr>
            <a:schemeClr val="accent4"/>
          </a:buClr>
          <a:buFont typeface="Arial" panose="020B0604020202020204" pitchFamily="34" charset="0"/>
          <a:buChar char="•"/>
          <a:defRPr sz="1200" dirty="0" err="1" smtClean="0">
            <a:solidFill>
              <a:schemeClr val="accent1">
                <a:lumMod val="100000"/>
              </a:schemeClr>
            </a:solidFill>
            <a:latin typeface="Segoe UI Semilight" panose="020B04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2025 - Jan - Template IDL - empty - templafy","templateDescription":"","enableDocumentContentUpdater":false,"version":"2.0"}]]></TemplafyTemplateConfiguration>
</file>

<file path=customXml/itemProps1.xml><?xml version="1.0" encoding="utf-8"?>
<ds:datastoreItem xmlns:ds="http://schemas.openxmlformats.org/officeDocument/2006/customXml" ds:itemID="{51BBECFE-E4C4-4110-BDBB-5E8A015E317E}">
  <ds:schemaRefs/>
</ds:datastoreItem>
</file>

<file path=customXml/itemProps2.xml><?xml version="1.0" encoding="utf-8"?>
<ds:datastoreItem xmlns:ds="http://schemas.openxmlformats.org/officeDocument/2006/customXml" ds:itemID="{1ACE0871-0B79-417C-9CF0-FF9C3C05CF8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363</Words>
  <Application>Microsoft Office PowerPoint</Application>
  <PresentationFormat>Grand écran</PresentationFormat>
  <Paragraphs>63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3" baseType="lpstr">
      <vt:lpstr>Malgun Gothic</vt:lpstr>
      <vt:lpstr>Arial</vt:lpstr>
      <vt:lpstr>Bahnschrift</vt:lpstr>
      <vt:lpstr>Calibri</vt:lpstr>
      <vt:lpstr>Segoe UI</vt:lpstr>
      <vt:lpstr>Segoe UI Semilight</vt:lpstr>
      <vt:lpstr>Wingdings 2</vt:lpstr>
      <vt:lpstr>IDL template 202211</vt:lpstr>
      <vt:lpstr>Présentation PowerPoint</vt:lpstr>
      <vt:lpstr>Introduction &amp; principes généraux </vt:lpstr>
      <vt:lpstr>Typologie des sites &amp; Moyens de sûreté</vt:lpstr>
      <vt:lpstr>Comportements &amp; Gouvernance</vt:lpstr>
      <vt:lpstr>Engagement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MAZET Jacky</dc:creator>
  <cp:lastModifiedBy>CHOUKOUD Alexandre</cp:lastModifiedBy>
  <cp:revision>2</cp:revision>
  <cp:lastPrinted>2025-11-17T10:35:09Z</cp:lastPrinted>
  <dcterms:created xsi:type="dcterms:W3CDTF">2025-09-02T07:44:59Z</dcterms:created>
  <dcterms:modified xsi:type="dcterms:W3CDTF">2025-11-17T10:35:17Z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2025-01-10T11:36:07</vt:lpwstr>
  </property>
  <property fmtid="{D5CDD505-2E9C-101B-9397-08002B2CF9AE}" pid="3" name="TemplafyTenantId">
    <vt:lpwstr>idlogistics</vt:lpwstr>
  </property>
  <property fmtid="{D5CDD505-2E9C-101B-9397-08002B2CF9AE}" pid="4" name="TemplafyTemplateId">
    <vt:lpwstr>1091349171311740259</vt:lpwstr>
  </property>
  <property fmtid="{D5CDD505-2E9C-101B-9397-08002B2CF9AE}" pid="5" name="TemplafyUserProfileId">
    <vt:lpwstr>1065381069559169034</vt:lpwstr>
  </property>
  <property fmtid="{D5CDD505-2E9C-101B-9397-08002B2CF9AE}" pid="6" name="TemplafyFromBlank">
    <vt:bool>true</vt:bool>
  </property>
</Properties>
</file>